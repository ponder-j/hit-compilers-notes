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3.xml" ContentType="application/vnd.openxmlformats-officedocument.theme+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4.xml" ContentType="application/vnd.openxmlformats-officedocument.theme+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5.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6.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7.xml" ContentType="application/vnd.openxmlformats-officedocument.theme+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4472" r:id="rId1"/>
    <p:sldMasterId id="2147484620" r:id="rId2"/>
    <p:sldMasterId id="2147484623" r:id="rId3"/>
    <p:sldMasterId id="2147484626" r:id="rId4"/>
    <p:sldMasterId id="2147484777" r:id="rId5"/>
    <p:sldMasterId id="2147484780" r:id="rId6"/>
    <p:sldMasterId id="2147484807" r:id="rId7"/>
    <p:sldMasterId id="2147485118" r:id="rId8"/>
  </p:sldMasterIdLst>
  <p:notesMasterIdLst>
    <p:notesMasterId r:id="rId147"/>
  </p:notesMasterIdLst>
  <p:handoutMasterIdLst>
    <p:handoutMasterId r:id="rId148"/>
  </p:handoutMasterIdLst>
  <p:sldIdLst>
    <p:sldId id="925" r:id="rId9"/>
    <p:sldId id="798" r:id="rId10"/>
    <p:sldId id="1082" r:id="rId11"/>
    <p:sldId id="531" r:id="rId12"/>
    <p:sldId id="2674" r:id="rId13"/>
    <p:sldId id="835" r:id="rId14"/>
    <p:sldId id="832" r:id="rId15"/>
    <p:sldId id="927" r:id="rId16"/>
    <p:sldId id="850" r:id="rId17"/>
    <p:sldId id="820" r:id="rId18"/>
    <p:sldId id="800" r:id="rId19"/>
    <p:sldId id="663" r:id="rId20"/>
    <p:sldId id="759" r:id="rId21"/>
    <p:sldId id="702" r:id="rId22"/>
    <p:sldId id="2676" r:id="rId23"/>
    <p:sldId id="847" r:id="rId24"/>
    <p:sldId id="848" r:id="rId25"/>
    <p:sldId id="802" r:id="rId26"/>
    <p:sldId id="824" r:id="rId27"/>
    <p:sldId id="838" r:id="rId28"/>
    <p:sldId id="839" r:id="rId29"/>
    <p:sldId id="858" r:id="rId30"/>
    <p:sldId id="859" r:id="rId31"/>
    <p:sldId id="860" r:id="rId32"/>
    <p:sldId id="861" r:id="rId33"/>
    <p:sldId id="862" r:id="rId34"/>
    <p:sldId id="830" r:id="rId35"/>
    <p:sldId id="554" r:id="rId36"/>
    <p:sldId id="840" r:id="rId37"/>
    <p:sldId id="709" r:id="rId38"/>
    <p:sldId id="2677" r:id="rId39"/>
    <p:sldId id="560" r:id="rId40"/>
    <p:sldId id="842" r:id="rId41"/>
    <p:sldId id="807" r:id="rId42"/>
    <p:sldId id="1248" r:id="rId43"/>
    <p:sldId id="1249" r:id="rId44"/>
    <p:sldId id="1081" r:id="rId45"/>
    <p:sldId id="878" r:id="rId46"/>
    <p:sldId id="879" r:id="rId47"/>
    <p:sldId id="2669" r:id="rId48"/>
    <p:sldId id="2670" r:id="rId49"/>
    <p:sldId id="2671" r:id="rId50"/>
    <p:sldId id="2672" r:id="rId51"/>
    <p:sldId id="880" r:id="rId52"/>
    <p:sldId id="881" r:id="rId53"/>
    <p:sldId id="882" r:id="rId54"/>
    <p:sldId id="883" r:id="rId55"/>
    <p:sldId id="885" r:id="rId56"/>
    <p:sldId id="886" r:id="rId57"/>
    <p:sldId id="887" r:id="rId58"/>
    <p:sldId id="1076" r:id="rId59"/>
    <p:sldId id="1077" r:id="rId60"/>
    <p:sldId id="1078" r:id="rId61"/>
    <p:sldId id="1066" r:id="rId62"/>
    <p:sldId id="1067" r:id="rId63"/>
    <p:sldId id="1068" r:id="rId64"/>
    <p:sldId id="1070" r:id="rId65"/>
    <p:sldId id="1072" r:id="rId66"/>
    <p:sldId id="1071" r:id="rId67"/>
    <p:sldId id="1069" r:id="rId68"/>
    <p:sldId id="1073" r:id="rId69"/>
    <p:sldId id="1074" r:id="rId70"/>
    <p:sldId id="2675" r:id="rId71"/>
    <p:sldId id="931" r:id="rId72"/>
    <p:sldId id="933" r:id="rId73"/>
    <p:sldId id="960" r:id="rId74"/>
    <p:sldId id="961" r:id="rId75"/>
    <p:sldId id="962" r:id="rId76"/>
    <p:sldId id="963" r:id="rId77"/>
    <p:sldId id="935" r:id="rId78"/>
    <p:sldId id="937" r:id="rId79"/>
    <p:sldId id="939" r:id="rId80"/>
    <p:sldId id="940" r:id="rId81"/>
    <p:sldId id="945" r:id="rId82"/>
    <p:sldId id="946" r:id="rId83"/>
    <p:sldId id="949" r:id="rId84"/>
    <p:sldId id="950" r:id="rId85"/>
    <p:sldId id="951" r:id="rId86"/>
    <p:sldId id="952" r:id="rId87"/>
    <p:sldId id="953" r:id="rId88"/>
    <p:sldId id="954" r:id="rId89"/>
    <p:sldId id="955" r:id="rId90"/>
    <p:sldId id="956" r:id="rId91"/>
    <p:sldId id="964" r:id="rId92"/>
    <p:sldId id="965" r:id="rId93"/>
    <p:sldId id="966" r:id="rId94"/>
    <p:sldId id="967" r:id="rId95"/>
    <p:sldId id="959" r:id="rId96"/>
    <p:sldId id="898" r:id="rId97"/>
    <p:sldId id="976" r:id="rId98"/>
    <p:sldId id="1012" r:id="rId99"/>
    <p:sldId id="1015" r:id="rId100"/>
    <p:sldId id="1016" r:id="rId101"/>
    <p:sldId id="1014" r:id="rId102"/>
    <p:sldId id="1250" r:id="rId103"/>
    <p:sldId id="918" r:id="rId104"/>
    <p:sldId id="905" r:id="rId105"/>
    <p:sldId id="906" r:id="rId106"/>
    <p:sldId id="921" r:id="rId107"/>
    <p:sldId id="908" r:id="rId108"/>
    <p:sldId id="909" r:id="rId109"/>
    <p:sldId id="910" r:id="rId110"/>
    <p:sldId id="911" r:id="rId111"/>
    <p:sldId id="912" r:id="rId112"/>
    <p:sldId id="1061" r:id="rId113"/>
    <p:sldId id="1062" r:id="rId114"/>
    <p:sldId id="1252" r:id="rId115"/>
    <p:sldId id="1059" r:id="rId116"/>
    <p:sldId id="1060" r:id="rId117"/>
    <p:sldId id="1040" r:id="rId118"/>
    <p:sldId id="1028" r:id="rId119"/>
    <p:sldId id="1029" r:id="rId120"/>
    <p:sldId id="1030" r:id="rId121"/>
    <p:sldId id="1031" r:id="rId122"/>
    <p:sldId id="1032" r:id="rId123"/>
    <p:sldId id="1034" r:id="rId124"/>
    <p:sldId id="1035" r:id="rId125"/>
    <p:sldId id="1041" r:id="rId126"/>
    <p:sldId id="1043" r:id="rId127"/>
    <p:sldId id="1044" r:id="rId128"/>
    <p:sldId id="1045" r:id="rId129"/>
    <p:sldId id="1046" r:id="rId130"/>
    <p:sldId id="1047" r:id="rId131"/>
    <p:sldId id="1048" r:id="rId132"/>
    <p:sldId id="1049" r:id="rId133"/>
    <p:sldId id="1050" r:id="rId134"/>
    <p:sldId id="1051" r:id="rId135"/>
    <p:sldId id="1052" r:id="rId136"/>
    <p:sldId id="1053" r:id="rId137"/>
    <p:sldId id="1054" r:id="rId138"/>
    <p:sldId id="1058" r:id="rId139"/>
    <p:sldId id="928" r:id="rId140"/>
    <p:sldId id="926" r:id="rId141"/>
    <p:sldId id="1055" r:id="rId142"/>
    <p:sldId id="1056" r:id="rId143"/>
    <p:sldId id="1011" r:id="rId144"/>
    <p:sldId id="1079" r:id="rId145"/>
    <p:sldId id="710" r:id="rId146"/>
  </p:sldIdLst>
  <p:sldSz cx="9144000" cy="5143500" type="screen16x9"/>
  <p:notesSz cx="10234613" cy="7099300"/>
  <p:defaultTextStyle>
    <a:defPPr>
      <a:defRPr lang="en-US"/>
    </a:defPPr>
    <a:lvl1pPr algn="l" rtl="0" eaLnBrk="0" fontAlgn="base" hangingPunct="0">
      <a:spcBef>
        <a:spcPct val="0"/>
      </a:spcBef>
      <a:spcAft>
        <a:spcPct val="0"/>
      </a:spcAft>
      <a:defRPr sz="1100" b="1" kern="1200">
        <a:solidFill>
          <a:schemeClr val="tx1"/>
        </a:solidFill>
        <a:latin typeface="Times New Roman" panose="02020603050405020304" pitchFamily="18" charset="0"/>
        <a:ea typeface="楷体_GB2312" pitchFamily="49" charset="-122"/>
        <a:cs typeface="+mn-cs"/>
      </a:defRPr>
    </a:lvl1pPr>
    <a:lvl2pPr marL="342900" indent="114300" algn="l" rtl="0" eaLnBrk="0" fontAlgn="base" hangingPunct="0">
      <a:spcBef>
        <a:spcPct val="0"/>
      </a:spcBef>
      <a:spcAft>
        <a:spcPct val="0"/>
      </a:spcAft>
      <a:defRPr sz="1100" b="1" kern="1200">
        <a:solidFill>
          <a:schemeClr val="tx1"/>
        </a:solidFill>
        <a:latin typeface="Times New Roman" panose="02020603050405020304" pitchFamily="18" charset="0"/>
        <a:ea typeface="楷体_GB2312" pitchFamily="49" charset="-122"/>
        <a:cs typeface="+mn-cs"/>
      </a:defRPr>
    </a:lvl2pPr>
    <a:lvl3pPr marL="685800" indent="228600" algn="l" rtl="0" eaLnBrk="0" fontAlgn="base" hangingPunct="0">
      <a:spcBef>
        <a:spcPct val="0"/>
      </a:spcBef>
      <a:spcAft>
        <a:spcPct val="0"/>
      </a:spcAft>
      <a:defRPr sz="1100" b="1" kern="1200">
        <a:solidFill>
          <a:schemeClr val="tx1"/>
        </a:solidFill>
        <a:latin typeface="Times New Roman" panose="02020603050405020304" pitchFamily="18" charset="0"/>
        <a:ea typeface="楷体_GB2312" pitchFamily="49" charset="-122"/>
        <a:cs typeface="+mn-cs"/>
      </a:defRPr>
    </a:lvl3pPr>
    <a:lvl4pPr marL="1028700" indent="342900" algn="l" rtl="0" eaLnBrk="0" fontAlgn="base" hangingPunct="0">
      <a:spcBef>
        <a:spcPct val="0"/>
      </a:spcBef>
      <a:spcAft>
        <a:spcPct val="0"/>
      </a:spcAft>
      <a:defRPr sz="1100" b="1" kern="1200">
        <a:solidFill>
          <a:schemeClr val="tx1"/>
        </a:solidFill>
        <a:latin typeface="Times New Roman" panose="02020603050405020304" pitchFamily="18" charset="0"/>
        <a:ea typeface="楷体_GB2312" pitchFamily="49" charset="-122"/>
        <a:cs typeface="+mn-cs"/>
      </a:defRPr>
    </a:lvl4pPr>
    <a:lvl5pPr marL="1371600" indent="457200" algn="l" rtl="0" eaLnBrk="0" fontAlgn="base" hangingPunct="0">
      <a:spcBef>
        <a:spcPct val="0"/>
      </a:spcBef>
      <a:spcAft>
        <a:spcPct val="0"/>
      </a:spcAft>
      <a:defRPr sz="1100" b="1" kern="1200">
        <a:solidFill>
          <a:schemeClr val="tx1"/>
        </a:solidFill>
        <a:latin typeface="Times New Roman" panose="02020603050405020304" pitchFamily="18" charset="0"/>
        <a:ea typeface="楷体_GB2312" pitchFamily="49" charset="-122"/>
        <a:cs typeface="+mn-cs"/>
      </a:defRPr>
    </a:lvl5pPr>
    <a:lvl6pPr marL="2286000" algn="l" defTabSz="914400" rtl="0" eaLnBrk="1" latinLnBrk="0" hangingPunct="1">
      <a:defRPr sz="1100" b="1" kern="1200">
        <a:solidFill>
          <a:schemeClr val="tx1"/>
        </a:solidFill>
        <a:latin typeface="Times New Roman" panose="02020603050405020304" pitchFamily="18" charset="0"/>
        <a:ea typeface="楷体_GB2312" pitchFamily="49" charset="-122"/>
        <a:cs typeface="+mn-cs"/>
      </a:defRPr>
    </a:lvl6pPr>
    <a:lvl7pPr marL="2743200" algn="l" defTabSz="914400" rtl="0" eaLnBrk="1" latinLnBrk="0" hangingPunct="1">
      <a:defRPr sz="1100" b="1" kern="1200">
        <a:solidFill>
          <a:schemeClr val="tx1"/>
        </a:solidFill>
        <a:latin typeface="Times New Roman" panose="02020603050405020304" pitchFamily="18" charset="0"/>
        <a:ea typeface="楷体_GB2312" pitchFamily="49" charset="-122"/>
        <a:cs typeface="+mn-cs"/>
      </a:defRPr>
    </a:lvl7pPr>
    <a:lvl8pPr marL="3200400" algn="l" defTabSz="914400" rtl="0" eaLnBrk="1" latinLnBrk="0" hangingPunct="1">
      <a:defRPr sz="1100" b="1" kern="1200">
        <a:solidFill>
          <a:schemeClr val="tx1"/>
        </a:solidFill>
        <a:latin typeface="Times New Roman" panose="02020603050405020304" pitchFamily="18" charset="0"/>
        <a:ea typeface="楷体_GB2312" pitchFamily="49" charset="-122"/>
        <a:cs typeface="+mn-cs"/>
      </a:defRPr>
    </a:lvl8pPr>
    <a:lvl9pPr marL="3657600" algn="l" defTabSz="914400" rtl="0" eaLnBrk="1" latinLnBrk="0" hangingPunct="1">
      <a:defRPr sz="1100" b="1" kern="1200">
        <a:solidFill>
          <a:schemeClr val="tx1"/>
        </a:solidFill>
        <a:latin typeface="Times New Roman" panose="02020603050405020304" pitchFamily="18" charset="0"/>
        <a:ea typeface="楷体_GB2312" pitchFamily="49" charset="-122"/>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CCCC"/>
    <a:srgbClr val="FF99CC"/>
    <a:srgbClr val="9900CC"/>
    <a:srgbClr val="CC99CC"/>
    <a:srgbClr val="FF6666"/>
    <a:srgbClr val="FFE066"/>
    <a:srgbClr val="D9B2D9"/>
    <a:srgbClr val="3B3418"/>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6546" autoAdjust="0"/>
    <p:restoredTop sz="83653" autoAdjust="0"/>
  </p:normalViewPr>
  <p:slideViewPr>
    <p:cSldViewPr>
      <p:cViewPr varScale="1">
        <p:scale>
          <a:sx n="79" d="100"/>
          <a:sy n="79" d="100"/>
        </p:scale>
        <p:origin x="816" y="36"/>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09.xml"/><Relationship Id="rId21" Type="http://schemas.openxmlformats.org/officeDocument/2006/relationships/slide" Target="slides/slide13.xml"/><Relationship Id="rId42" Type="http://schemas.openxmlformats.org/officeDocument/2006/relationships/slide" Target="slides/slide34.xml"/><Relationship Id="rId63" Type="http://schemas.openxmlformats.org/officeDocument/2006/relationships/slide" Target="slides/slide55.xml"/><Relationship Id="rId84" Type="http://schemas.openxmlformats.org/officeDocument/2006/relationships/slide" Target="slides/slide76.xml"/><Relationship Id="rId138" Type="http://schemas.openxmlformats.org/officeDocument/2006/relationships/slide" Target="slides/slide130.xml"/><Relationship Id="rId107" Type="http://schemas.openxmlformats.org/officeDocument/2006/relationships/slide" Target="slides/slide99.xml"/><Relationship Id="rId11" Type="http://schemas.openxmlformats.org/officeDocument/2006/relationships/slide" Target="slides/slide3.xml"/><Relationship Id="rId32" Type="http://schemas.openxmlformats.org/officeDocument/2006/relationships/slide" Target="slides/slide24.xml"/><Relationship Id="rId53" Type="http://schemas.openxmlformats.org/officeDocument/2006/relationships/slide" Target="slides/slide45.xml"/><Relationship Id="rId74" Type="http://schemas.openxmlformats.org/officeDocument/2006/relationships/slide" Target="slides/slide66.xml"/><Relationship Id="rId128" Type="http://schemas.openxmlformats.org/officeDocument/2006/relationships/slide" Target="slides/slide120.xml"/><Relationship Id="rId149" Type="http://schemas.openxmlformats.org/officeDocument/2006/relationships/presProps" Target="presProps.xml"/><Relationship Id="rId5" Type="http://schemas.openxmlformats.org/officeDocument/2006/relationships/slideMaster" Target="slideMasters/slideMaster5.xml"/><Relationship Id="rId95" Type="http://schemas.openxmlformats.org/officeDocument/2006/relationships/slide" Target="slides/slide87.xml"/><Relationship Id="rId22" Type="http://schemas.openxmlformats.org/officeDocument/2006/relationships/slide" Target="slides/slide14.xml"/><Relationship Id="rId27" Type="http://schemas.openxmlformats.org/officeDocument/2006/relationships/slide" Target="slides/slide19.xml"/><Relationship Id="rId43" Type="http://schemas.openxmlformats.org/officeDocument/2006/relationships/slide" Target="slides/slide35.xml"/><Relationship Id="rId48" Type="http://schemas.openxmlformats.org/officeDocument/2006/relationships/slide" Target="slides/slide40.xml"/><Relationship Id="rId64" Type="http://schemas.openxmlformats.org/officeDocument/2006/relationships/slide" Target="slides/slide56.xml"/><Relationship Id="rId69" Type="http://schemas.openxmlformats.org/officeDocument/2006/relationships/slide" Target="slides/slide61.xml"/><Relationship Id="rId113" Type="http://schemas.openxmlformats.org/officeDocument/2006/relationships/slide" Target="slides/slide105.xml"/><Relationship Id="rId118" Type="http://schemas.openxmlformats.org/officeDocument/2006/relationships/slide" Target="slides/slide110.xml"/><Relationship Id="rId134" Type="http://schemas.openxmlformats.org/officeDocument/2006/relationships/slide" Target="slides/slide126.xml"/><Relationship Id="rId139" Type="http://schemas.openxmlformats.org/officeDocument/2006/relationships/slide" Target="slides/slide131.xml"/><Relationship Id="rId80" Type="http://schemas.openxmlformats.org/officeDocument/2006/relationships/slide" Target="slides/slide72.xml"/><Relationship Id="rId85" Type="http://schemas.openxmlformats.org/officeDocument/2006/relationships/slide" Target="slides/slide77.xml"/><Relationship Id="rId150" Type="http://schemas.openxmlformats.org/officeDocument/2006/relationships/viewProps" Target="viewProps.xml"/><Relationship Id="rId12" Type="http://schemas.openxmlformats.org/officeDocument/2006/relationships/slide" Target="slides/slide4.xml"/><Relationship Id="rId17" Type="http://schemas.openxmlformats.org/officeDocument/2006/relationships/slide" Target="slides/slide9.xml"/><Relationship Id="rId33" Type="http://schemas.openxmlformats.org/officeDocument/2006/relationships/slide" Target="slides/slide25.xml"/><Relationship Id="rId38" Type="http://schemas.openxmlformats.org/officeDocument/2006/relationships/slide" Target="slides/slide30.xml"/><Relationship Id="rId59" Type="http://schemas.openxmlformats.org/officeDocument/2006/relationships/slide" Target="slides/slide51.xml"/><Relationship Id="rId103" Type="http://schemas.openxmlformats.org/officeDocument/2006/relationships/slide" Target="slides/slide95.xml"/><Relationship Id="rId108" Type="http://schemas.openxmlformats.org/officeDocument/2006/relationships/slide" Target="slides/slide100.xml"/><Relationship Id="rId124" Type="http://schemas.openxmlformats.org/officeDocument/2006/relationships/slide" Target="slides/slide116.xml"/><Relationship Id="rId129" Type="http://schemas.openxmlformats.org/officeDocument/2006/relationships/slide" Target="slides/slide121.xml"/><Relationship Id="rId54" Type="http://schemas.openxmlformats.org/officeDocument/2006/relationships/slide" Target="slides/slide46.xml"/><Relationship Id="rId70" Type="http://schemas.openxmlformats.org/officeDocument/2006/relationships/slide" Target="slides/slide62.xml"/><Relationship Id="rId75" Type="http://schemas.openxmlformats.org/officeDocument/2006/relationships/slide" Target="slides/slide67.xml"/><Relationship Id="rId91" Type="http://schemas.openxmlformats.org/officeDocument/2006/relationships/slide" Target="slides/slide83.xml"/><Relationship Id="rId96" Type="http://schemas.openxmlformats.org/officeDocument/2006/relationships/slide" Target="slides/slide88.xml"/><Relationship Id="rId140" Type="http://schemas.openxmlformats.org/officeDocument/2006/relationships/slide" Target="slides/slide132.xml"/><Relationship Id="rId145" Type="http://schemas.openxmlformats.org/officeDocument/2006/relationships/slide" Target="slides/slide137.xml"/><Relationship Id="rId1" Type="http://schemas.openxmlformats.org/officeDocument/2006/relationships/slideMaster" Target="slideMasters/slideMaster1.xml"/><Relationship Id="rId6" Type="http://schemas.openxmlformats.org/officeDocument/2006/relationships/slideMaster" Target="slideMasters/slideMaster6.xml"/><Relationship Id="rId23" Type="http://schemas.openxmlformats.org/officeDocument/2006/relationships/slide" Target="slides/slide15.xml"/><Relationship Id="rId28" Type="http://schemas.openxmlformats.org/officeDocument/2006/relationships/slide" Target="slides/slide20.xml"/><Relationship Id="rId49" Type="http://schemas.openxmlformats.org/officeDocument/2006/relationships/slide" Target="slides/slide41.xml"/><Relationship Id="rId114" Type="http://schemas.openxmlformats.org/officeDocument/2006/relationships/slide" Target="slides/slide106.xml"/><Relationship Id="rId119" Type="http://schemas.openxmlformats.org/officeDocument/2006/relationships/slide" Target="slides/slide111.xml"/><Relationship Id="rId44" Type="http://schemas.openxmlformats.org/officeDocument/2006/relationships/slide" Target="slides/slide36.xml"/><Relationship Id="rId60" Type="http://schemas.openxmlformats.org/officeDocument/2006/relationships/slide" Target="slides/slide52.xml"/><Relationship Id="rId65" Type="http://schemas.openxmlformats.org/officeDocument/2006/relationships/slide" Target="slides/slide57.xml"/><Relationship Id="rId81" Type="http://schemas.openxmlformats.org/officeDocument/2006/relationships/slide" Target="slides/slide73.xml"/><Relationship Id="rId86" Type="http://schemas.openxmlformats.org/officeDocument/2006/relationships/slide" Target="slides/slide78.xml"/><Relationship Id="rId130" Type="http://schemas.openxmlformats.org/officeDocument/2006/relationships/slide" Target="slides/slide122.xml"/><Relationship Id="rId135" Type="http://schemas.openxmlformats.org/officeDocument/2006/relationships/slide" Target="slides/slide127.xml"/><Relationship Id="rId151" Type="http://schemas.openxmlformats.org/officeDocument/2006/relationships/theme" Target="theme/them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109" Type="http://schemas.openxmlformats.org/officeDocument/2006/relationships/slide" Target="slides/slide10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97" Type="http://schemas.openxmlformats.org/officeDocument/2006/relationships/slide" Target="slides/slide89.xml"/><Relationship Id="rId104" Type="http://schemas.openxmlformats.org/officeDocument/2006/relationships/slide" Target="slides/slide96.xml"/><Relationship Id="rId120" Type="http://schemas.openxmlformats.org/officeDocument/2006/relationships/slide" Target="slides/slide112.xml"/><Relationship Id="rId125" Type="http://schemas.openxmlformats.org/officeDocument/2006/relationships/slide" Target="slides/slide117.xml"/><Relationship Id="rId141" Type="http://schemas.openxmlformats.org/officeDocument/2006/relationships/slide" Target="slides/slide133.xml"/><Relationship Id="rId146" Type="http://schemas.openxmlformats.org/officeDocument/2006/relationships/slide" Target="slides/slide138.xml"/><Relationship Id="rId7" Type="http://schemas.openxmlformats.org/officeDocument/2006/relationships/slideMaster" Target="slideMasters/slideMaster7.xml"/><Relationship Id="rId71" Type="http://schemas.openxmlformats.org/officeDocument/2006/relationships/slide" Target="slides/slide63.xml"/><Relationship Id="rId92" Type="http://schemas.openxmlformats.org/officeDocument/2006/relationships/slide" Target="slides/slide84.xml"/><Relationship Id="rId2" Type="http://schemas.openxmlformats.org/officeDocument/2006/relationships/slideMaster" Target="slideMasters/slideMaster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110" Type="http://schemas.openxmlformats.org/officeDocument/2006/relationships/slide" Target="slides/slide102.xml"/><Relationship Id="rId115" Type="http://schemas.openxmlformats.org/officeDocument/2006/relationships/slide" Target="slides/slide107.xml"/><Relationship Id="rId131" Type="http://schemas.openxmlformats.org/officeDocument/2006/relationships/slide" Target="slides/slide123.xml"/><Relationship Id="rId136" Type="http://schemas.openxmlformats.org/officeDocument/2006/relationships/slide" Target="slides/slide128.xml"/><Relationship Id="rId61" Type="http://schemas.openxmlformats.org/officeDocument/2006/relationships/slide" Target="slides/slide53.xml"/><Relationship Id="rId82" Type="http://schemas.openxmlformats.org/officeDocument/2006/relationships/slide" Target="slides/slide74.xml"/><Relationship Id="rId152" Type="http://schemas.openxmlformats.org/officeDocument/2006/relationships/tableStyles" Target="tableStyles.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 Id="rId100" Type="http://schemas.openxmlformats.org/officeDocument/2006/relationships/slide" Target="slides/slide92.xml"/><Relationship Id="rId105" Type="http://schemas.openxmlformats.org/officeDocument/2006/relationships/slide" Target="slides/slide97.xml"/><Relationship Id="rId126" Type="http://schemas.openxmlformats.org/officeDocument/2006/relationships/slide" Target="slides/slide118.xml"/><Relationship Id="rId147" Type="http://schemas.openxmlformats.org/officeDocument/2006/relationships/notesMaster" Target="notesMasters/notesMaster1.xml"/><Relationship Id="rId8" Type="http://schemas.openxmlformats.org/officeDocument/2006/relationships/slideMaster" Target="slideMasters/slideMaster8.xml"/><Relationship Id="rId51" Type="http://schemas.openxmlformats.org/officeDocument/2006/relationships/slide" Target="slides/slide43.xml"/><Relationship Id="rId72" Type="http://schemas.openxmlformats.org/officeDocument/2006/relationships/slide" Target="slides/slide64.xml"/><Relationship Id="rId93" Type="http://schemas.openxmlformats.org/officeDocument/2006/relationships/slide" Target="slides/slide85.xml"/><Relationship Id="rId98" Type="http://schemas.openxmlformats.org/officeDocument/2006/relationships/slide" Target="slides/slide90.xml"/><Relationship Id="rId121" Type="http://schemas.openxmlformats.org/officeDocument/2006/relationships/slide" Target="slides/slide113.xml"/><Relationship Id="rId142" Type="http://schemas.openxmlformats.org/officeDocument/2006/relationships/slide" Target="slides/slide134.xml"/><Relationship Id="rId3" Type="http://schemas.openxmlformats.org/officeDocument/2006/relationships/slideMaster" Target="slideMasters/slideMaster3.xml"/><Relationship Id="rId25" Type="http://schemas.openxmlformats.org/officeDocument/2006/relationships/slide" Target="slides/slide17.xml"/><Relationship Id="rId46" Type="http://schemas.openxmlformats.org/officeDocument/2006/relationships/slide" Target="slides/slide38.xml"/><Relationship Id="rId67" Type="http://schemas.openxmlformats.org/officeDocument/2006/relationships/slide" Target="slides/slide59.xml"/><Relationship Id="rId116" Type="http://schemas.openxmlformats.org/officeDocument/2006/relationships/slide" Target="slides/slide108.xml"/><Relationship Id="rId137" Type="http://schemas.openxmlformats.org/officeDocument/2006/relationships/slide" Target="slides/slide129.xml"/><Relationship Id="rId20" Type="http://schemas.openxmlformats.org/officeDocument/2006/relationships/slide" Target="slides/slide12.xml"/><Relationship Id="rId41" Type="http://schemas.openxmlformats.org/officeDocument/2006/relationships/slide" Target="slides/slide33.xml"/><Relationship Id="rId62" Type="http://schemas.openxmlformats.org/officeDocument/2006/relationships/slide" Target="slides/slide54.xml"/><Relationship Id="rId83" Type="http://schemas.openxmlformats.org/officeDocument/2006/relationships/slide" Target="slides/slide75.xml"/><Relationship Id="rId88" Type="http://schemas.openxmlformats.org/officeDocument/2006/relationships/slide" Target="slides/slide80.xml"/><Relationship Id="rId111" Type="http://schemas.openxmlformats.org/officeDocument/2006/relationships/slide" Target="slides/slide103.xml"/><Relationship Id="rId132" Type="http://schemas.openxmlformats.org/officeDocument/2006/relationships/slide" Target="slides/slide124.xml"/><Relationship Id="rId15" Type="http://schemas.openxmlformats.org/officeDocument/2006/relationships/slide" Target="slides/slide7.xml"/><Relationship Id="rId36" Type="http://schemas.openxmlformats.org/officeDocument/2006/relationships/slide" Target="slides/slide28.xml"/><Relationship Id="rId57" Type="http://schemas.openxmlformats.org/officeDocument/2006/relationships/slide" Target="slides/slide49.xml"/><Relationship Id="rId106" Type="http://schemas.openxmlformats.org/officeDocument/2006/relationships/slide" Target="slides/slide98.xml"/><Relationship Id="rId127" Type="http://schemas.openxmlformats.org/officeDocument/2006/relationships/slide" Target="slides/slide119.xml"/><Relationship Id="rId10" Type="http://schemas.openxmlformats.org/officeDocument/2006/relationships/slide" Target="slides/slide2.xml"/><Relationship Id="rId31" Type="http://schemas.openxmlformats.org/officeDocument/2006/relationships/slide" Target="slides/slide23.xml"/><Relationship Id="rId52" Type="http://schemas.openxmlformats.org/officeDocument/2006/relationships/slide" Target="slides/slide44.xml"/><Relationship Id="rId73" Type="http://schemas.openxmlformats.org/officeDocument/2006/relationships/slide" Target="slides/slide65.xml"/><Relationship Id="rId78" Type="http://schemas.openxmlformats.org/officeDocument/2006/relationships/slide" Target="slides/slide70.xml"/><Relationship Id="rId94" Type="http://schemas.openxmlformats.org/officeDocument/2006/relationships/slide" Target="slides/slide86.xml"/><Relationship Id="rId99" Type="http://schemas.openxmlformats.org/officeDocument/2006/relationships/slide" Target="slides/slide91.xml"/><Relationship Id="rId101" Type="http://schemas.openxmlformats.org/officeDocument/2006/relationships/slide" Target="slides/slide93.xml"/><Relationship Id="rId122" Type="http://schemas.openxmlformats.org/officeDocument/2006/relationships/slide" Target="slides/slide114.xml"/><Relationship Id="rId143" Type="http://schemas.openxmlformats.org/officeDocument/2006/relationships/slide" Target="slides/slide135.xml"/><Relationship Id="rId148" Type="http://schemas.openxmlformats.org/officeDocument/2006/relationships/handoutMaster" Target="handoutMasters/handoutMaster1.xml"/><Relationship Id="rId4" Type="http://schemas.openxmlformats.org/officeDocument/2006/relationships/slideMaster" Target="slideMasters/slideMaster4.xml"/><Relationship Id="rId9" Type="http://schemas.openxmlformats.org/officeDocument/2006/relationships/slide" Target="slides/slide1.xml"/><Relationship Id="rId26" Type="http://schemas.openxmlformats.org/officeDocument/2006/relationships/slide" Target="slides/slide18.xml"/><Relationship Id="rId47" Type="http://schemas.openxmlformats.org/officeDocument/2006/relationships/slide" Target="slides/slide39.xml"/><Relationship Id="rId68" Type="http://schemas.openxmlformats.org/officeDocument/2006/relationships/slide" Target="slides/slide60.xml"/><Relationship Id="rId89" Type="http://schemas.openxmlformats.org/officeDocument/2006/relationships/slide" Target="slides/slide81.xml"/><Relationship Id="rId112" Type="http://schemas.openxmlformats.org/officeDocument/2006/relationships/slide" Target="slides/slide104.xml"/><Relationship Id="rId133" Type="http://schemas.openxmlformats.org/officeDocument/2006/relationships/slide" Target="slides/slide125.xml"/><Relationship Id="rId16" Type="http://schemas.openxmlformats.org/officeDocument/2006/relationships/slide" Target="slides/slide8.xml"/><Relationship Id="rId37" Type="http://schemas.openxmlformats.org/officeDocument/2006/relationships/slide" Target="slides/slide29.xml"/><Relationship Id="rId58" Type="http://schemas.openxmlformats.org/officeDocument/2006/relationships/slide" Target="slides/slide50.xml"/><Relationship Id="rId79" Type="http://schemas.openxmlformats.org/officeDocument/2006/relationships/slide" Target="slides/slide71.xml"/><Relationship Id="rId102" Type="http://schemas.openxmlformats.org/officeDocument/2006/relationships/slide" Target="slides/slide94.xml"/><Relationship Id="rId123" Type="http://schemas.openxmlformats.org/officeDocument/2006/relationships/slide" Target="slides/slide115.xml"/><Relationship Id="rId144" Type="http://schemas.openxmlformats.org/officeDocument/2006/relationships/slide" Target="slides/slide136.xml"/><Relationship Id="rId90" Type="http://schemas.openxmlformats.org/officeDocument/2006/relationships/slide" Target="slides/slide8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4" y="2"/>
            <a:ext cx="4436039" cy="355929"/>
          </a:xfrm>
          <a:prstGeom prst="rect">
            <a:avLst/>
          </a:prstGeom>
        </p:spPr>
        <p:txBody>
          <a:bodyPr vert="horz" lIns="94873" tIns="47437" rIns="94873" bIns="47437" rtlCol="0"/>
          <a:lstStyle>
            <a:lvl1pPr algn="l">
              <a:defRPr sz="1200"/>
            </a:lvl1pPr>
          </a:lstStyle>
          <a:p>
            <a:endParaRPr lang="zh-CN" altLang="en-US"/>
          </a:p>
        </p:txBody>
      </p:sp>
      <p:sp>
        <p:nvSpPr>
          <p:cNvPr id="3" name="日期占位符 2"/>
          <p:cNvSpPr>
            <a:spLocks noGrp="1"/>
          </p:cNvSpPr>
          <p:nvPr>
            <p:ph type="dt" sz="quarter" idx="1"/>
          </p:nvPr>
        </p:nvSpPr>
        <p:spPr>
          <a:xfrm>
            <a:off x="5796173" y="2"/>
            <a:ext cx="4436039" cy="355929"/>
          </a:xfrm>
          <a:prstGeom prst="rect">
            <a:avLst/>
          </a:prstGeom>
        </p:spPr>
        <p:txBody>
          <a:bodyPr vert="horz" lIns="94873" tIns="47437" rIns="94873" bIns="47437" rtlCol="0"/>
          <a:lstStyle>
            <a:lvl1pPr algn="r">
              <a:defRPr sz="1200"/>
            </a:lvl1pPr>
          </a:lstStyle>
          <a:p>
            <a:fld id="{579DE515-39E6-4A86-88DB-635F51B8CDFC}" type="datetimeFigureOut">
              <a:rPr lang="zh-CN" altLang="en-US" smtClean="0"/>
              <a:t>2025/4/29</a:t>
            </a:fld>
            <a:endParaRPr lang="zh-CN" altLang="en-US"/>
          </a:p>
        </p:txBody>
      </p:sp>
      <p:sp>
        <p:nvSpPr>
          <p:cNvPr id="4" name="页脚占位符 3"/>
          <p:cNvSpPr>
            <a:spLocks noGrp="1"/>
          </p:cNvSpPr>
          <p:nvPr>
            <p:ph type="ftr" sz="quarter" idx="2"/>
          </p:nvPr>
        </p:nvSpPr>
        <p:spPr>
          <a:xfrm>
            <a:off x="4" y="6743372"/>
            <a:ext cx="4436039" cy="355929"/>
          </a:xfrm>
          <a:prstGeom prst="rect">
            <a:avLst/>
          </a:prstGeom>
        </p:spPr>
        <p:txBody>
          <a:bodyPr vert="horz" lIns="94873" tIns="47437" rIns="94873" bIns="47437"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5796173" y="6743372"/>
            <a:ext cx="4436039" cy="355929"/>
          </a:xfrm>
          <a:prstGeom prst="rect">
            <a:avLst/>
          </a:prstGeom>
        </p:spPr>
        <p:txBody>
          <a:bodyPr vert="horz" lIns="94873" tIns="47437" rIns="94873" bIns="47437" rtlCol="0" anchor="b"/>
          <a:lstStyle>
            <a:lvl1pPr algn="r">
              <a:defRPr sz="1200"/>
            </a:lvl1pPr>
          </a:lstStyle>
          <a:p>
            <a:fld id="{5D24A144-CAAA-4060-913B-9D0EBE19BD82}" type="slidenum">
              <a:rPr lang="zh-CN" altLang="en-US" smtClean="0"/>
              <a:t>‹#›</a:t>
            </a:fld>
            <a:endParaRPr lang="zh-CN" altLang="en-US"/>
          </a:p>
        </p:txBody>
      </p:sp>
    </p:spTree>
    <p:extLst>
      <p:ext uri="{BB962C8B-B14F-4D97-AF65-F5344CB8AC3E}">
        <p14:creationId xmlns:p14="http://schemas.microsoft.com/office/powerpoint/2010/main" val="9976080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0386" name="Rectangle 2"/>
          <p:cNvSpPr>
            <a:spLocks noGrp="1" noChangeArrowheads="1"/>
          </p:cNvSpPr>
          <p:nvPr>
            <p:ph type="hdr" sz="quarter"/>
          </p:nvPr>
        </p:nvSpPr>
        <p:spPr bwMode="auto">
          <a:xfrm>
            <a:off x="4" y="2"/>
            <a:ext cx="4435304" cy="354579"/>
          </a:xfrm>
          <a:prstGeom prst="rect">
            <a:avLst/>
          </a:prstGeom>
          <a:noFill/>
          <a:ln w="9525">
            <a:noFill/>
            <a:miter lim="800000"/>
            <a:headEnd/>
            <a:tailEnd/>
          </a:ln>
          <a:effectLst/>
        </p:spPr>
        <p:txBody>
          <a:bodyPr vert="horz" wrap="square" lIns="91408" tIns="45704" rIns="91408" bIns="45704" numCol="1" anchor="t" anchorCtr="0" compatLnSpc="1">
            <a:prstTxWarp prst="textNoShape">
              <a:avLst/>
            </a:prstTxWarp>
          </a:bodyPr>
          <a:lstStyle>
            <a:lvl1pPr eaLnBrk="1" hangingPunct="1">
              <a:defRPr sz="1200" b="0">
                <a:latin typeface="Arial" pitchFamily="34" charset="0"/>
                <a:ea typeface="楷体_GB2312"/>
                <a:cs typeface="楷体_GB2312"/>
              </a:defRPr>
            </a:lvl1pPr>
          </a:lstStyle>
          <a:p>
            <a:pPr>
              <a:defRPr/>
            </a:pPr>
            <a:endParaRPr lang="zh-CN" altLang="en-US"/>
          </a:p>
        </p:txBody>
      </p:sp>
      <p:sp>
        <p:nvSpPr>
          <p:cNvPr id="400387" name="Rectangle 3"/>
          <p:cNvSpPr>
            <a:spLocks noGrp="1" noChangeArrowheads="1"/>
          </p:cNvSpPr>
          <p:nvPr>
            <p:ph type="dt" idx="1"/>
          </p:nvPr>
        </p:nvSpPr>
        <p:spPr bwMode="auto">
          <a:xfrm>
            <a:off x="5797023" y="2"/>
            <a:ext cx="4435304" cy="354579"/>
          </a:xfrm>
          <a:prstGeom prst="rect">
            <a:avLst/>
          </a:prstGeom>
          <a:noFill/>
          <a:ln w="9525">
            <a:noFill/>
            <a:miter lim="800000"/>
            <a:headEnd/>
            <a:tailEnd/>
          </a:ln>
          <a:effectLst/>
        </p:spPr>
        <p:txBody>
          <a:bodyPr vert="horz" wrap="square" lIns="91408" tIns="45704" rIns="91408" bIns="45704" numCol="1" anchor="t" anchorCtr="0" compatLnSpc="1">
            <a:prstTxWarp prst="textNoShape">
              <a:avLst/>
            </a:prstTxWarp>
          </a:bodyPr>
          <a:lstStyle>
            <a:lvl1pPr algn="r" eaLnBrk="1" hangingPunct="1">
              <a:defRPr sz="1200" b="0">
                <a:latin typeface="Arial" pitchFamily="34" charset="0"/>
                <a:ea typeface="楷体_GB2312"/>
                <a:cs typeface="楷体_GB2312"/>
              </a:defRPr>
            </a:lvl1pPr>
          </a:lstStyle>
          <a:p>
            <a:pPr>
              <a:defRPr/>
            </a:pPr>
            <a:endParaRPr lang="en-US" altLang="zh-CN"/>
          </a:p>
        </p:txBody>
      </p:sp>
      <p:sp>
        <p:nvSpPr>
          <p:cNvPr id="22532" name="Rectangle 4"/>
          <p:cNvSpPr>
            <a:spLocks noGrp="1" noRot="1" noChangeAspect="1" noChangeArrowheads="1" noTextEdit="1"/>
          </p:cNvSpPr>
          <p:nvPr>
            <p:ph type="sldImg" idx="2"/>
          </p:nvPr>
        </p:nvSpPr>
        <p:spPr bwMode="auto">
          <a:xfrm>
            <a:off x="2752725" y="533400"/>
            <a:ext cx="4729163" cy="26606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00389" name="Rectangle 5"/>
          <p:cNvSpPr>
            <a:spLocks noGrp="1" noChangeArrowheads="1"/>
          </p:cNvSpPr>
          <p:nvPr>
            <p:ph type="body" sz="quarter" idx="3"/>
          </p:nvPr>
        </p:nvSpPr>
        <p:spPr bwMode="auto">
          <a:xfrm>
            <a:off x="1023006" y="3371809"/>
            <a:ext cx="8188606" cy="3194520"/>
          </a:xfrm>
          <a:prstGeom prst="rect">
            <a:avLst/>
          </a:prstGeom>
          <a:noFill/>
          <a:ln w="9525">
            <a:noFill/>
            <a:miter lim="800000"/>
            <a:headEnd/>
            <a:tailEnd/>
          </a:ln>
          <a:effectLst/>
        </p:spPr>
        <p:txBody>
          <a:bodyPr vert="horz" wrap="square" lIns="91408" tIns="45704" rIns="91408" bIns="45704"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400390" name="Rectangle 6"/>
          <p:cNvSpPr>
            <a:spLocks noGrp="1" noChangeArrowheads="1"/>
          </p:cNvSpPr>
          <p:nvPr>
            <p:ph type="ftr" sz="quarter" idx="4"/>
          </p:nvPr>
        </p:nvSpPr>
        <p:spPr bwMode="auto">
          <a:xfrm>
            <a:off x="4" y="6743622"/>
            <a:ext cx="4435304" cy="354579"/>
          </a:xfrm>
          <a:prstGeom prst="rect">
            <a:avLst/>
          </a:prstGeom>
          <a:noFill/>
          <a:ln w="9525">
            <a:noFill/>
            <a:miter lim="800000"/>
            <a:headEnd/>
            <a:tailEnd/>
          </a:ln>
          <a:effectLst/>
        </p:spPr>
        <p:txBody>
          <a:bodyPr vert="horz" wrap="square" lIns="91408" tIns="45704" rIns="91408" bIns="45704" numCol="1" anchor="b" anchorCtr="0" compatLnSpc="1">
            <a:prstTxWarp prst="textNoShape">
              <a:avLst/>
            </a:prstTxWarp>
          </a:bodyPr>
          <a:lstStyle>
            <a:lvl1pPr eaLnBrk="1" hangingPunct="1">
              <a:defRPr sz="1200" b="0">
                <a:latin typeface="Arial" pitchFamily="34" charset="0"/>
                <a:ea typeface="楷体_GB2312"/>
                <a:cs typeface="楷体_GB2312"/>
              </a:defRPr>
            </a:lvl1pPr>
          </a:lstStyle>
          <a:p>
            <a:pPr>
              <a:defRPr/>
            </a:pPr>
            <a:endParaRPr lang="en-US" altLang="zh-CN"/>
          </a:p>
        </p:txBody>
      </p:sp>
      <p:sp>
        <p:nvSpPr>
          <p:cNvPr id="400391" name="Rectangle 7"/>
          <p:cNvSpPr>
            <a:spLocks noGrp="1" noChangeArrowheads="1"/>
          </p:cNvSpPr>
          <p:nvPr>
            <p:ph type="sldNum" sz="quarter" idx="5"/>
          </p:nvPr>
        </p:nvSpPr>
        <p:spPr bwMode="auto">
          <a:xfrm>
            <a:off x="5797023" y="6743622"/>
            <a:ext cx="4435304" cy="354579"/>
          </a:xfrm>
          <a:prstGeom prst="rect">
            <a:avLst/>
          </a:prstGeom>
          <a:noFill/>
          <a:ln w="9525">
            <a:noFill/>
            <a:miter lim="800000"/>
            <a:headEnd/>
            <a:tailEnd/>
          </a:ln>
          <a:effectLst/>
        </p:spPr>
        <p:txBody>
          <a:bodyPr vert="horz" wrap="square" lIns="91408" tIns="45704" rIns="91408" bIns="45704" numCol="1" anchor="b" anchorCtr="0" compatLnSpc="1">
            <a:prstTxWarp prst="textNoShape">
              <a:avLst/>
            </a:prstTxWarp>
          </a:bodyPr>
          <a:lstStyle>
            <a:lvl1pPr algn="r" eaLnBrk="1" hangingPunct="1">
              <a:defRPr sz="1200" b="0">
                <a:latin typeface="Arial" panose="020B0604020202020204" pitchFamily="34" charset="0"/>
                <a:ea typeface="楷体_GB2312" pitchFamily="49" charset="-122"/>
                <a:cs typeface="+mn-cs"/>
              </a:defRPr>
            </a:lvl1pPr>
          </a:lstStyle>
          <a:p>
            <a:pPr>
              <a:defRPr/>
            </a:pPr>
            <a:fld id="{BF1EED8B-97B1-415D-8331-E49E42B9A480}" type="slidenum">
              <a:rPr lang="zh-CN" altLang="en-US"/>
              <a:pPr>
                <a:defRPr/>
              </a:pPr>
              <a:t>‹#›</a:t>
            </a:fld>
            <a:endParaRPr lang="en-US" altLang="zh-CN"/>
          </a:p>
        </p:txBody>
      </p:sp>
    </p:spTree>
    <p:extLst>
      <p:ext uri="{BB962C8B-B14F-4D97-AF65-F5344CB8AC3E}">
        <p14:creationId xmlns:p14="http://schemas.microsoft.com/office/powerpoint/2010/main" val="355503445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900" kern="1200">
        <a:solidFill>
          <a:schemeClr val="tx1"/>
        </a:solidFill>
        <a:latin typeface="Arial" charset="0"/>
        <a:ea typeface="宋体" pitchFamily="2" charset="-122"/>
        <a:cs typeface="+mn-cs"/>
      </a:defRPr>
    </a:lvl1pPr>
    <a:lvl2pPr marL="342900" algn="l" rtl="0" eaLnBrk="0" fontAlgn="base" hangingPunct="0">
      <a:spcBef>
        <a:spcPct val="30000"/>
      </a:spcBef>
      <a:spcAft>
        <a:spcPct val="0"/>
      </a:spcAft>
      <a:defRPr sz="900" kern="1200">
        <a:solidFill>
          <a:schemeClr val="tx1"/>
        </a:solidFill>
        <a:latin typeface="Arial" charset="0"/>
        <a:ea typeface="宋体" pitchFamily="2" charset="-122"/>
        <a:cs typeface="+mn-cs"/>
      </a:defRPr>
    </a:lvl2pPr>
    <a:lvl3pPr marL="685800" algn="l" rtl="0" eaLnBrk="0" fontAlgn="base" hangingPunct="0">
      <a:spcBef>
        <a:spcPct val="30000"/>
      </a:spcBef>
      <a:spcAft>
        <a:spcPct val="0"/>
      </a:spcAft>
      <a:defRPr sz="900" kern="1200">
        <a:solidFill>
          <a:schemeClr val="tx1"/>
        </a:solidFill>
        <a:latin typeface="Arial" charset="0"/>
        <a:ea typeface="宋体" pitchFamily="2" charset="-122"/>
        <a:cs typeface="+mn-cs"/>
      </a:defRPr>
    </a:lvl3pPr>
    <a:lvl4pPr marL="1028700" algn="l" rtl="0" eaLnBrk="0" fontAlgn="base" hangingPunct="0">
      <a:spcBef>
        <a:spcPct val="30000"/>
      </a:spcBef>
      <a:spcAft>
        <a:spcPct val="0"/>
      </a:spcAft>
      <a:defRPr sz="900" kern="1200">
        <a:solidFill>
          <a:schemeClr val="tx1"/>
        </a:solidFill>
        <a:latin typeface="Arial" charset="0"/>
        <a:ea typeface="宋体" pitchFamily="2" charset="-122"/>
        <a:cs typeface="+mn-cs"/>
      </a:defRPr>
    </a:lvl4pPr>
    <a:lvl5pPr marL="1371600" algn="l" rtl="0" eaLnBrk="0" fontAlgn="base" hangingPunct="0">
      <a:spcBef>
        <a:spcPct val="30000"/>
      </a:spcBef>
      <a:spcAft>
        <a:spcPct val="0"/>
      </a:spcAft>
      <a:defRPr sz="900" kern="1200">
        <a:solidFill>
          <a:schemeClr val="tx1"/>
        </a:solidFill>
        <a:latin typeface="Arial" charset="0"/>
        <a:ea typeface="宋体" pitchFamily="2" charset="-122"/>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ln/>
        </p:spPr>
      </p:sp>
      <p:sp>
        <p:nvSpPr>
          <p:cNvPr id="24579"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latin typeface="Arial" panose="020B0604020202020204" pitchFamily="34" charset="0"/>
            </a:endParaRPr>
          </a:p>
        </p:txBody>
      </p:sp>
      <p:sp>
        <p:nvSpPr>
          <p:cNvPr id="24580"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1060220">
              <a:defRPr sz="1100" b="1">
                <a:solidFill>
                  <a:schemeClr val="tx1"/>
                </a:solidFill>
                <a:latin typeface="Times New Roman" panose="02020603050405020304" pitchFamily="18" charset="0"/>
                <a:ea typeface="楷体_GB2312" pitchFamily="49" charset="-122"/>
              </a:defRPr>
            </a:lvl1pPr>
            <a:lvl2pPr marL="826908" indent="-317431" defTabSz="1060220">
              <a:defRPr sz="1100" b="1">
                <a:solidFill>
                  <a:schemeClr val="tx1"/>
                </a:solidFill>
                <a:latin typeface="Times New Roman" panose="02020603050405020304" pitchFamily="18" charset="0"/>
                <a:ea typeface="楷体_GB2312" pitchFamily="49" charset="-122"/>
              </a:defRPr>
            </a:lvl2pPr>
            <a:lvl3pPr marL="1276074" indent="-252358" defTabSz="1060220">
              <a:defRPr sz="1100" b="1">
                <a:solidFill>
                  <a:schemeClr val="tx1"/>
                </a:solidFill>
                <a:latin typeface="Times New Roman" panose="02020603050405020304" pitchFamily="18" charset="0"/>
                <a:ea typeface="楷体_GB2312" pitchFamily="49" charset="-122"/>
              </a:defRPr>
            </a:lvl3pPr>
            <a:lvl4pPr marL="1783963" indent="-252358" defTabSz="1060220">
              <a:defRPr sz="1100" b="1">
                <a:solidFill>
                  <a:schemeClr val="tx1"/>
                </a:solidFill>
                <a:latin typeface="Times New Roman" panose="02020603050405020304" pitchFamily="18" charset="0"/>
                <a:ea typeface="楷体_GB2312" pitchFamily="49" charset="-122"/>
              </a:defRPr>
            </a:lvl4pPr>
            <a:lvl5pPr marL="2295027" indent="-252358" defTabSz="1060220">
              <a:defRPr sz="1100" b="1">
                <a:solidFill>
                  <a:schemeClr val="tx1"/>
                </a:solidFill>
                <a:latin typeface="Times New Roman" panose="02020603050405020304" pitchFamily="18" charset="0"/>
                <a:ea typeface="楷体_GB2312" pitchFamily="49" charset="-122"/>
              </a:defRPr>
            </a:lvl5pPr>
            <a:lvl6pPr marL="2752128"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209229"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6663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41234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8E70F05F-B421-4EEC-A43E-675C7C4F757B}" type="slidenum">
              <a:rPr lang="zh-CN" altLang="en-US" sz="1200" b="0">
                <a:solidFill>
                  <a:srgbClr val="000000"/>
                </a:solidFill>
                <a:latin typeface="Arial" panose="020B0604020202020204" pitchFamily="34" charset="0"/>
              </a:rPr>
              <a:pPr/>
              <a:t>1</a:t>
            </a:fld>
            <a:endParaRPr lang="zh-CN" altLang="en-US" sz="1200" b="0">
              <a:solidFill>
                <a:srgbClr val="000000"/>
              </a:solidFill>
              <a:latin typeface="Arial" panose="020B0604020202020204" pitchFamily="34" charset="0"/>
            </a:endParaRPr>
          </a:p>
        </p:txBody>
      </p:sp>
    </p:spTree>
    <p:extLst>
      <p:ext uri="{BB962C8B-B14F-4D97-AF65-F5344CB8AC3E}">
        <p14:creationId xmlns:p14="http://schemas.microsoft.com/office/powerpoint/2010/main" val="31099077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幻灯片图像占位符 1"/>
          <p:cNvSpPr>
            <a:spLocks noGrp="1" noRot="1" noChangeAspect="1" noTextEdit="1"/>
          </p:cNvSpPr>
          <p:nvPr>
            <p:ph type="sldImg"/>
          </p:nvPr>
        </p:nvSpPr>
        <p:spPr>
          <a:ln/>
        </p:spPr>
      </p:sp>
      <p:sp>
        <p:nvSpPr>
          <p:cNvPr id="26627"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latin typeface="Arial" panose="020B0604020202020204" pitchFamily="34" charset="0"/>
            </a:endParaRPr>
          </a:p>
        </p:txBody>
      </p:sp>
      <p:sp>
        <p:nvSpPr>
          <p:cNvPr id="26628"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964F3FC9-35BE-4CD1-BD4E-6133EE1E65CF}" type="slidenum">
              <a:rPr lang="zh-CN" altLang="en-US" sz="1200" b="0">
                <a:latin typeface="Arial" panose="020B0604020202020204" pitchFamily="34" charset="0"/>
              </a:rPr>
              <a:pPr/>
              <a:t>2</a:t>
            </a:fld>
            <a:endParaRPr lang="en-US" altLang="zh-CN" sz="1200" b="0">
              <a:latin typeface="Arial" panose="020B0604020202020204" pitchFamily="34" charset="0"/>
            </a:endParaRPr>
          </a:p>
        </p:txBody>
      </p:sp>
    </p:spTree>
    <p:extLst>
      <p:ext uri="{BB962C8B-B14F-4D97-AF65-F5344CB8AC3E}">
        <p14:creationId xmlns:p14="http://schemas.microsoft.com/office/powerpoint/2010/main" val="18059597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ED13AA36-BB1E-4090-AB44-27B03CF5D1F3}"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18605506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ED13AA36-BB1E-4090-AB44-27B03CF5D1F3}" type="slidenum">
              <a:rPr lang="zh-CN" altLang="en-US" sz="1200" b="0">
                <a:latin typeface="Arial" panose="020B0604020202020204" pitchFamily="34" charset="0"/>
              </a:rPr>
              <a:pPr/>
              <a:t>4</a:t>
            </a:fld>
            <a:endParaRPr lang="en-US" altLang="zh-CN" sz="1200" b="0">
              <a:latin typeface="Arial" panose="020B0604020202020204" pitchFamily="34" charset="0"/>
            </a:endParaRPr>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33634734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3004DC71-F4A5-4ED7-A4CE-2AFE4AA015AA}" type="slidenum">
              <a:rPr lang="zh-CN" altLang="en-US" sz="1200" b="0">
                <a:latin typeface="Arial" panose="020B0604020202020204" pitchFamily="34" charset="0"/>
              </a:rPr>
              <a:pPr/>
              <a:t>5</a:t>
            </a:fld>
            <a:endParaRPr lang="en-US" altLang="zh-CN" sz="1200" b="0">
              <a:latin typeface="Arial" panose="020B0604020202020204" pitchFamily="34" charset="0"/>
            </a:endParaRPr>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27040060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5F3B715-E9C3-425B-AB75-D5B3CBAE94E6}" type="slidenum">
              <a:rPr lang="zh-CN" altLang="en-US" sz="1200" b="0">
                <a:solidFill>
                  <a:srgbClr val="000000"/>
                </a:solidFill>
                <a:latin typeface="Arial" panose="020B0604020202020204" pitchFamily="34" charset="0"/>
              </a:rPr>
              <a:pPr/>
              <a:t>6</a:t>
            </a:fld>
            <a:endParaRPr lang="en-US" altLang="zh-CN" sz="1200" b="0">
              <a:solidFill>
                <a:srgbClr val="000000"/>
              </a:solidFill>
              <a:latin typeface="Arial" panose="020B0604020202020204" pitchFamily="34" charset="0"/>
            </a:endParaRPr>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26021579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BC1F7789-A22C-4AD1-A928-7E302C6326E6}" type="slidenum">
              <a:rPr lang="zh-CN" altLang="en-US" sz="1200" b="0">
                <a:solidFill>
                  <a:srgbClr val="000000"/>
                </a:solidFill>
                <a:latin typeface="Arial" panose="020B0604020202020204" pitchFamily="34" charset="0"/>
              </a:rPr>
              <a:pPr/>
              <a:t>7</a:t>
            </a:fld>
            <a:endParaRPr lang="en-US" altLang="zh-CN" sz="1200" b="0">
              <a:solidFill>
                <a:srgbClr val="000000"/>
              </a:solidFill>
              <a:latin typeface="Arial" panose="020B0604020202020204" pitchFamily="34" charset="0"/>
            </a:endParaRPr>
          </a:p>
        </p:txBody>
      </p:sp>
      <p:sp>
        <p:nvSpPr>
          <p:cNvPr id="34819" name="Rectangle 2"/>
          <p:cNvSpPr>
            <a:spLocks noGrp="1" noRot="1" noChangeAspect="1" noChangeArrowheads="1" noTextEdit="1"/>
          </p:cNvSpPr>
          <p:nvPr>
            <p:ph type="sldImg"/>
          </p:nvPr>
        </p:nvSpPr>
        <p:spPr>
          <a:ln/>
        </p:spPr>
      </p:sp>
      <p:sp>
        <p:nvSpPr>
          <p:cNvPr id="19460" name="Rectangle 3"/>
          <p:cNvSpPr>
            <a:spLocks noGrp="1" noChangeArrowheads="1"/>
          </p:cNvSpPr>
          <p:nvPr>
            <p:ph type="body" idx="1"/>
          </p:nvPr>
        </p:nvSpPr>
        <p:spPr>
          <a:ln/>
        </p:spPr>
        <p:txBody>
          <a:bodyPr/>
          <a:lstStyle/>
          <a:p>
            <a:pPr eaLnBrk="1" hangingPunct="1">
              <a:defRPr/>
            </a:pPr>
            <a:endParaRPr lang="zh-CN" altLang="en-US" dirty="0"/>
          </a:p>
        </p:txBody>
      </p:sp>
    </p:spTree>
    <p:extLst>
      <p:ext uri="{BB962C8B-B14F-4D97-AF65-F5344CB8AC3E}">
        <p14:creationId xmlns:p14="http://schemas.microsoft.com/office/powerpoint/2010/main" val="6805162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幻灯片图像占位符 1"/>
          <p:cNvSpPr>
            <a:spLocks noGrp="1" noRot="1" noChangeAspect="1" noTextEdit="1"/>
          </p:cNvSpPr>
          <p:nvPr>
            <p:ph type="sldImg"/>
          </p:nvPr>
        </p:nvSpPr>
        <p:spPr>
          <a:ln/>
        </p:spPr>
      </p:sp>
      <p:sp>
        <p:nvSpPr>
          <p:cNvPr id="36867"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latin typeface="Arial" panose="020B0604020202020204" pitchFamily="34" charset="0"/>
            </a:endParaRPr>
          </a:p>
        </p:txBody>
      </p:sp>
      <p:sp>
        <p:nvSpPr>
          <p:cNvPr id="36868"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A4C5B8C4-25F0-4138-849C-9F89BF5908E8}" type="slidenum">
              <a:rPr lang="zh-CN" altLang="en-US" sz="1200" b="0">
                <a:solidFill>
                  <a:srgbClr val="000000"/>
                </a:solidFill>
                <a:latin typeface="Arial" panose="020B0604020202020204" pitchFamily="34" charset="0"/>
              </a:rPr>
              <a:pPr/>
              <a:t>8</a:t>
            </a:fld>
            <a:endParaRPr lang="en-US" altLang="zh-CN" sz="1200" b="0">
              <a:solidFill>
                <a:srgbClr val="000000"/>
              </a:solidFill>
              <a:latin typeface="Arial" panose="020B0604020202020204" pitchFamily="34" charset="0"/>
            </a:endParaRPr>
          </a:p>
        </p:txBody>
      </p:sp>
    </p:spTree>
    <p:extLst>
      <p:ext uri="{BB962C8B-B14F-4D97-AF65-F5344CB8AC3E}">
        <p14:creationId xmlns:p14="http://schemas.microsoft.com/office/powerpoint/2010/main" val="20912727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幻灯片图像占位符 1"/>
          <p:cNvSpPr>
            <a:spLocks noGrp="1" noRot="1" noChangeAspect="1" noTextEdit="1"/>
          </p:cNvSpPr>
          <p:nvPr>
            <p:ph type="sldImg"/>
          </p:nvPr>
        </p:nvSpPr>
        <p:spPr>
          <a:ln/>
        </p:spPr>
      </p:sp>
      <p:sp>
        <p:nvSpPr>
          <p:cNvPr id="38915"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Arial" panose="020B0604020202020204" pitchFamily="34" charset="0"/>
            </a:endParaRPr>
          </a:p>
        </p:txBody>
      </p:sp>
      <p:sp>
        <p:nvSpPr>
          <p:cNvPr id="38916"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0E6561E-3D1A-45C3-B6A1-E641C9EE406A}" type="slidenum">
              <a:rPr lang="zh-CN" altLang="en-US" sz="1200" b="0">
                <a:solidFill>
                  <a:srgbClr val="000000"/>
                </a:solidFill>
                <a:latin typeface="Arial" panose="020B0604020202020204" pitchFamily="34" charset="0"/>
              </a:rPr>
              <a:pPr/>
              <a:t>9</a:t>
            </a:fld>
            <a:endParaRPr lang="en-US" altLang="zh-CN" sz="1200" b="0">
              <a:solidFill>
                <a:srgbClr val="000000"/>
              </a:solidFill>
              <a:latin typeface="Arial" panose="020B0604020202020204" pitchFamily="34" charset="0"/>
            </a:endParaRPr>
          </a:p>
        </p:txBody>
      </p:sp>
    </p:spTree>
    <p:extLst>
      <p:ext uri="{BB962C8B-B14F-4D97-AF65-F5344CB8AC3E}">
        <p14:creationId xmlns:p14="http://schemas.microsoft.com/office/powerpoint/2010/main" val="10850060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幻灯片图像占位符 1"/>
          <p:cNvSpPr>
            <a:spLocks noGrp="1" noRot="1" noChangeAspect="1" noTextEdit="1"/>
          </p:cNvSpPr>
          <p:nvPr>
            <p:ph type="sldImg"/>
          </p:nvPr>
        </p:nvSpPr>
        <p:spPr>
          <a:ln/>
        </p:spPr>
      </p:sp>
      <p:sp>
        <p:nvSpPr>
          <p:cNvPr id="40963"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
        <p:nvSpPr>
          <p:cNvPr id="40964"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BC43B2EF-1104-48ED-A2DF-4BB132DCB316}" type="slidenum">
              <a:rPr lang="zh-CN" altLang="en-US" sz="1200" b="0">
                <a:latin typeface="Arial" panose="020B0604020202020204" pitchFamily="34" charset="0"/>
              </a:rPr>
              <a:pPr/>
              <a:t>10</a:t>
            </a:fld>
            <a:endParaRPr lang="en-US" altLang="zh-CN" sz="1200" b="0">
              <a:latin typeface="Arial" panose="020B0604020202020204" pitchFamily="34" charset="0"/>
            </a:endParaRPr>
          </a:p>
        </p:txBody>
      </p:sp>
    </p:spTree>
    <p:extLst>
      <p:ext uri="{BB962C8B-B14F-4D97-AF65-F5344CB8AC3E}">
        <p14:creationId xmlns:p14="http://schemas.microsoft.com/office/powerpoint/2010/main" val="8173208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幻灯片图像占位符 1"/>
          <p:cNvSpPr>
            <a:spLocks noGrp="1" noRot="1" noChangeAspect="1" noTextEdit="1"/>
          </p:cNvSpPr>
          <p:nvPr>
            <p:ph type="sldImg"/>
          </p:nvPr>
        </p:nvSpPr>
        <p:spPr>
          <a:ln/>
        </p:spPr>
      </p:sp>
      <p:sp>
        <p:nvSpPr>
          <p:cNvPr id="43011"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a:latin typeface="Arial" panose="020B0604020202020204" pitchFamily="34" charset="0"/>
            </a:endParaRPr>
          </a:p>
        </p:txBody>
      </p:sp>
      <p:sp>
        <p:nvSpPr>
          <p:cNvPr id="43012"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BF88A3C6-822E-4DFE-A4D1-0E1A567C8463}" type="slidenum">
              <a:rPr lang="zh-CN" altLang="en-US" sz="1200" b="0">
                <a:latin typeface="Arial" panose="020B0604020202020204" pitchFamily="34" charset="0"/>
              </a:rPr>
              <a:pPr/>
              <a:t>11</a:t>
            </a:fld>
            <a:endParaRPr lang="en-US" altLang="zh-CN" sz="1200" b="0">
              <a:latin typeface="Arial" panose="020B0604020202020204" pitchFamily="34" charset="0"/>
            </a:endParaRPr>
          </a:p>
        </p:txBody>
      </p:sp>
    </p:spTree>
    <p:extLst>
      <p:ext uri="{BB962C8B-B14F-4D97-AF65-F5344CB8AC3E}">
        <p14:creationId xmlns:p14="http://schemas.microsoft.com/office/powerpoint/2010/main" val="14272451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B99F09A9-553C-4D4C-AFEF-87C412E4CB10}" type="slidenum">
              <a:rPr lang="zh-CN" altLang="en-US" sz="1200" b="0">
                <a:latin typeface="Arial" panose="020B0604020202020204" pitchFamily="34" charset="0"/>
              </a:rPr>
              <a:pPr/>
              <a:t>12</a:t>
            </a:fld>
            <a:endParaRPr lang="en-US" altLang="zh-CN" sz="1200" b="0">
              <a:latin typeface="Arial" panose="020B0604020202020204" pitchFamily="34" charset="0"/>
            </a:endParaRPr>
          </a:p>
        </p:txBody>
      </p:sp>
      <p:sp>
        <p:nvSpPr>
          <p:cNvPr id="45059" name="Rectangle 2"/>
          <p:cNvSpPr>
            <a:spLocks noGrp="1" noRot="1" noChangeAspect="1" noChangeArrowheads="1" noTextEdit="1"/>
          </p:cNvSpPr>
          <p:nvPr>
            <p:ph type="sldImg"/>
          </p:nvPr>
        </p:nvSpPr>
        <p:spPr>
          <a:ln/>
        </p:spPr>
      </p:sp>
      <p:sp>
        <p:nvSpPr>
          <p:cNvPr id="450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24887064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F8F299B-6DE2-44DC-ADB4-BD2B25EE2876}" type="slidenum">
              <a:rPr lang="zh-CN" altLang="en-US" sz="1200" b="0">
                <a:latin typeface="Arial" panose="020B0604020202020204" pitchFamily="34" charset="0"/>
              </a:rPr>
              <a:pPr/>
              <a:t>13</a:t>
            </a:fld>
            <a:endParaRPr lang="en-US" altLang="zh-CN" sz="1200" b="0">
              <a:latin typeface="Arial" panose="020B0604020202020204" pitchFamily="34" charset="0"/>
            </a:endParaRPr>
          </a:p>
        </p:txBody>
      </p:sp>
      <p:sp>
        <p:nvSpPr>
          <p:cNvPr id="47107" name="Rectangle 2"/>
          <p:cNvSpPr>
            <a:spLocks noGrp="1" noRot="1" noChangeAspect="1" noChangeArrowheads="1" noTextEdit="1"/>
          </p:cNvSpPr>
          <p:nvPr>
            <p:ph type="sldImg"/>
          </p:nvPr>
        </p:nvSpPr>
        <p:spPr>
          <a:ln/>
        </p:spPr>
      </p:sp>
      <p:sp>
        <p:nvSpPr>
          <p:cNvPr id="471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3092137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幻灯片图像占位符 1"/>
          <p:cNvSpPr>
            <a:spLocks noGrp="1" noRot="1" noChangeAspect="1" noTextEdit="1"/>
          </p:cNvSpPr>
          <p:nvPr>
            <p:ph type="sldImg"/>
          </p:nvPr>
        </p:nvSpPr>
        <p:spPr>
          <a:ln/>
        </p:spPr>
      </p:sp>
      <p:sp>
        <p:nvSpPr>
          <p:cNvPr id="49155"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p>
        </p:txBody>
      </p:sp>
      <p:sp>
        <p:nvSpPr>
          <p:cNvPr id="49156"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3A973CA7-744C-48DF-9F50-43B1BB8E3D4A}" type="slidenum">
              <a:rPr lang="zh-CN" altLang="en-US" sz="1200" b="0">
                <a:latin typeface="Arial" panose="020B0604020202020204" pitchFamily="34" charset="0"/>
              </a:rPr>
              <a:pPr/>
              <a:t>14</a:t>
            </a:fld>
            <a:endParaRPr lang="en-US" altLang="zh-CN" sz="1200" b="0">
              <a:latin typeface="Arial" panose="020B0604020202020204" pitchFamily="34" charset="0"/>
            </a:endParaRPr>
          </a:p>
        </p:txBody>
      </p:sp>
    </p:spTree>
    <p:extLst>
      <p:ext uri="{BB962C8B-B14F-4D97-AF65-F5344CB8AC3E}">
        <p14:creationId xmlns:p14="http://schemas.microsoft.com/office/powerpoint/2010/main" val="25865475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幻灯片图像占位符 1"/>
          <p:cNvSpPr>
            <a:spLocks noGrp="1" noRot="1" noChangeAspect="1" noTextEdit="1"/>
          </p:cNvSpPr>
          <p:nvPr>
            <p:ph type="sldImg"/>
          </p:nvPr>
        </p:nvSpPr>
        <p:spPr>
          <a:ln/>
        </p:spPr>
      </p:sp>
      <p:sp>
        <p:nvSpPr>
          <p:cNvPr id="3" name="备注占位符 2"/>
          <p:cNvSpPr>
            <a:spLocks noGrp="1"/>
          </p:cNvSpPr>
          <p:nvPr>
            <p:ph type="body" idx="1"/>
          </p:nvPr>
        </p:nvSpPr>
        <p:spPr/>
        <p:txBody>
          <a:bodyPr/>
          <a:lstStyle/>
          <a:p>
            <a:pPr>
              <a:defRPr/>
            </a:pPr>
            <a:endParaRPr lang="zh-CN" altLang="en-US" dirty="0"/>
          </a:p>
        </p:txBody>
      </p:sp>
      <p:sp>
        <p:nvSpPr>
          <p:cNvPr id="51204"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44F63B91-B9C4-4381-BEAD-83991E1CC2F2}" type="slidenum">
              <a:rPr lang="zh-CN" altLang="en-US" sz="1200" b="0">
                <a:latin typeface="Arial" panose="020B0604020202020204" pitchFamily="34" charset="0"/>
              </a:rPr>
              <a:pPr/>
              <a:t>15</a:t>
            </a:fld>
            <a:endParaRPr lang="en-US" altLang="zh-CN" sz="1200" b="0">
              <a:latin typeface="Arial" panose="020B0604020202020204" pitchFamily="34" charset="0"/>
            </a:endParaRPr>
          </a:p>
        </p:txBody>
      </p:sp>
    </p:spTree>
    <p:extLst>
      <p:ext uri="{BB962C8B-B14F-4D97-AF65-F5344CB8AC3E}">
        <p14:creationId xmlns:p14="http://schemas.microsoft.com/office/powerpoint/2010/main" val="33598525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幻灯片图像占位符 1"/>
          <p:cNvSpPr>
            <a:spLocks noGrp="1" noRot="1" noChangeAspect="1" noTextEdit="1"/>
          </p:cNvSpPr>
          <p:nvPr>
            <p:ph type="sldImg"/>
          </p:nvPr>
        </p:nvSpPr>
        <p:spPr>
          <a:ln/>
        </p:spPr>
      </p:sp>
      <p:sp>
        <p:nvSpPr>
          <p:cNvPr id="3" name="备注占位符 2"/>
          <p:cNvSpPr>
            <a:spLocks noGrp="1"/>
          </p:cNvSpPr>
          <p:nvPr>
            <p:ph type="body" idx="1"/>
          </p:nvPr>
        </p:nvSpPr>
        <p:spPr/>
        <p:txBody>
          <a:bodyPr/>
          <a:lstStyle/>
          <a:p>
            <a:pPr>
              <a:defRPr/>
            </a:pPr>
            <a:endParaRPr lang="zh-CN" altLang="en-US" dirty="0"/>
          </a:p>
        </p:txBody>
      </p:sp>
      <p:sp>
        <p:nvSpPr>
          <p:cNvPr id="51204"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44F63B91-B9C4-4381-BEAD-83991E1CC2F2}" type="slidenum">
              <a:rPr lang="zh-CN" altLang="en-US" sz="1200" b="0">
                <a:latin typeface="Arial" panose="020B0604020202020204" pitchFamily="34" charset="0"/>
              </a:rPr>
              <a:pPr/>
              <a:t>16</a:t>
            </a:fld>
            <a:endParaRPr lang="en-US" altLang="zh-CN" sz="1200" b="0">
              <a:latin typeface="Arial" panose="020B0604020202020204" pitchFamily="34" charset="0"/>
            </a:endParaRPr>
          </a:p>
        </p:txBody>
      </p:sp>
    </p:spTree>
    <p:extLst>
      <p:ext uri="{BB962C8B-B14F-4D97-AF65-F5344CB8AC3E}">
        <p14:creationId xmlns:p14="http://schemas.microsoft.com/office/powerpoint/2010/main" val="33953683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幻灯片图像占位符 1"/>
          <p:cNvSpPr>
            <a:spLocks noGrp="1" noRot="1" noChangeAspect="1" noTextEdit="1"/>
          </p:cNvSpPr>
          <p:nvPr>
            <p:ph type="sldImg"/>
          </p:nvPr>
        </p:nvSpPr>
        <p:spPr>
          <a:ln/>
        </p:spPr>
      </p:sp>
      <p:sp>
        <p:nvSpPr>
          <p:cNvPr id="53251"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p>
        </p:txBody>
      </p:sp>
      <p:sp>
        <p:nvSpPr>
          <p:cNvPr id="53252"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6D08955-4C35-466C-992F-5B11031B2B97}" type="slidenum">
              <a:rPr lang="zh-CN" altLang="en-US" sz="1200" b="0">
                <a:latin typeface="Arial" panose="020B0604020202020204" pitchFamily="34" charset="0"/>
              </a:rPr>
              <a:pPr/>
              <a:t>17</a:t>
            </a:fld>
            <a:endParaRPr lang="en-US" altLang="zh-CN" sz="1200" b="0">
              <a:latin typeface="Arial" panose="020B0604020202020204" pitchFamily="34" charset="0"/>
            </a:endParaRPr>
          </a:p>
        </p:txBody>
      </p:sp>
    </p:spTree>
    <p:extLst>
      <p:ext uri="{BB962C8B-B14F-4D97-AF65-F5344CB8AC3E}">
        <p14:creationId xmlns:p14="http://schemas.microsoft.com/office/powerpoint/2010/main" val="20165683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幻灯片图像占位符 1"/>
          <p:cNvSpPr>
            <a:spLocks noGrp="1" noRot="1" noChangeAspect="1" noTextEdit="1"/>
          </p:cNvSpPr>
          <p:nvPr>
            <p:ph type="sldImg"/>
          </p:nvPr>
        </p:nvSpPr>
        <p:spPr>
          <a:ln/>
        </p:spPr>
      </p:sp>
      <p:sp>
        <p:nvSpPr>
          <p:cNvPr id="55299"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latin typeface="Arial" panose="020B0604020202020204" pitchFamily="34" charset="0"/>
            </a:endParaRPr>
          </a:p>
        </p:txBody>
      </p:sp>
      <p:sp>
        <p:nvSpPr>
          <p:cNvPr id="55300"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7E1E5C00-AD2B-4512-9654-1B6A5BE7253C}" type="slidenum">
              <a:rPr lang="zh-CN" altLang="en-US" sz="1200" b="0">
                <a:latin typeface="Arial" panose="020B0604020202020204" pitchFamily="34" charset="0"/>
              </a:rPr>
              <a:pPr/>
              <a:t>18</a:t>
            </a:fld>
            <a:endParaRPr lang="en-US" altLang="zh-CN" sz="1200" b="0">
              <a:latin typeface="Arial" panose="020B0604020202020204" pitchFamily="34" charset="0"/>
            </a:endParaRPr>
          </a:p>
        </p:txBody>
      </p:sp>
    </p:spTree>
    <p:extLst>
      <p:ext uri="{BB962C8B-B14F-4D97-AF65-F5344CB8AC3E}">
        <p14:creationId xmlns:p14="http://schemas.microsoft.com/office/powerpoint/2010/main" val="11016383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26C945A6-7010-488E-893C-AD04E93C6116}" type="slidenum">
              <a:rPr lang="zh-CN" altLang="en-US" sz="1200" b="0">
                <a:solidFill>
                  <a:srgbClr val="000000"/>
                </a:solidFill>
                <a:latin typeface="Arial" panose="020B0604020202020204" pitchFamily="34" charset="0"/>
              </a:rPr>
              <a:pPr/>
              <a:t>19</a:t>
            </a:fld>
            <a:endParaRPr lang="en-US" altLang="zh-CN" sz="1200" b="0">
              <a:solidFill>
                <a:srgbClr val="000000"/>
              </a:solidFill>
              <a:latin typeface="Arial" panose="020B0604020202020204" pitchFamily="34" charset="0"/>
            </a:endParaRPr>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dirty="0"/>
          </a:p>
        </p:txBody>
      </p:sp>
    </p:spTree>
    <p:extLst>
      <p:ext uri="{BB962C8B-B14F-4D97-AF65-F5344CB8AC3E}">
        <p14:creationId xmlns:p14="http://schemas.microsoft.com/office/powerpoint/2010/main" val="28454394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4ADEBC9C-3C78-43C5-80BF-023C17021FFD}" type="slidenum">
              <a:rPr lang="zh-CN" altLang="en-US" sz="1200" b="0">
                <a:solidFill>
                  <a:srgbClr val="000000"/>
                </a:solidFill>
                <a:latin typeface="Arial" panose="020B0604020202020204" pitchFamily="34" charset="0"/>
              </a:rPr>
              <a:pPr/>
              <a:t>20</a:t>
            </a:fld>
            <a:endParaRPr lang="en-US" altLang="zh-CN" sz="1200" b="0">
              <a:solidFill>
                <a:srgbClr val="000000"/>
              </a:solidFill>
              <a:latin typeface="Arial" panose="020B0604020202020204" pitchFamily="34" charset="0"/>
            </a:endParaRPr>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37154372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4B71C9DA-C864-4DA4-88B2-2E21794D3657}" type="slidenum">
              <a:rPr lang="zh-CN" altLang="en-US" sz="1200" b="0">
                <a:solidFill>
                  <a:srgbClr val="000000"/>
                </a:solidFill>
                <a:latin typeface="Arial" panose="020B0604020202020204" pitchFamily="34" charset="0"/>
              </a:rPr>
              <a:pPr/>
              <a:t>21</a:t>
            </a:fld>
            <a:endParaRPr lang="en-US" altLang="zh-CN" sz="1200" b="0">
              <a:solidFill>
                <a:srgbClr val="000000"/>
              </a:solidFill>
              <a:latin typeface="Arial" panose="020B0604020202020204" pitchFamily="34" charset="0"/>
            </a:endParaRPr>
          </a:p>
        </p:txBody>
      </p:sp>
      <p:sp>
        <p:nvSpPr>
          <p:cNvPr id="61443" name="Rectangle 2"/>
          <p:cNvSpPr>
            <a:spLocks noGrp="1" noRot="1" noChangeAspect="1" noChangeArrowheads="1" noTextEdit="1"/>
          </p:cNvSpPr>
          <p:nvPr>
            <p:ph type="sldImg"/>
          </p:nvPr>
        </p:nvSpPr>
        <p:spPr>
          <a:ln/>
        </p:spPr>
      </p:sp>
      <p:sp>
        <p:nvSpPr>
          <p:cNvPr id="61444"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22822943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ABCB4124-F0A2-4F60-9769-453894B31125}" type="slidenum">
              <a:rPr lang="zh-CN" altLang="en-US" sz="1200" b="0">
                <a:solidFill>
                  <a:srgbClr val="000000"/>
                </a:solidFill>
                <a:latin typeface="Arial" panose="020B0604020202020204" pitchFamily="34" charset="0"/>
              </a:rPr>
              <a:pPr/>
              <a:t>22</a:t>
            </a:fld>
            <a:endParaRPr lang="en-US" altLang="zh-CN" sz="1200" b="0">
              <a:solidFill>
                <a:srgbClr val="000000"/>
              </a:solidFill>
              <a:latin typeface="Arial" panose="020B0604020202020204" pitchFamily="34" charset="0"/>
            </a:endParaRPr>
          </a:p>
        </p:txBody>
      </p:sp>
      <p:sp>
        <p:nvSpPr>
          <p:cNvPr id="63491" name="Rectangle 2"/>
          <p:cNvSpPr>
            <a:spLocks noGrp="1" noRot="1" noChangeAspect="1" noChangeArrowheads="1" noTextEdit="1"/>
          </p:cNvSpPr>
          <p:nvPr>
            <p:ph type="sldImg"/>
          </p:nvPr>
        </p:nvSpPr>
        <p:spPr>
          <a:ln/>
        </p:spPr>
      </p:sp>
      <p:sp>
        <p:nvSpPr>
          <p:cNvPr id="63492"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329153513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26176999-7F8E-4592-83AA-0D74A298E907}" type="slidenum">
              <a:rPr lang="zh-CN" altLang="en-US" sz="1200" b="0">
                <a:solidFill>
                  <a:srgbClr val="000000"/>
                </a:solidFill>
                <a:latin typeface="Arial" panose="020B0604020202020204" pitchFamily="34" charset="0"/>
              </a:rPr>
              <a:pPr/>
              <a:t>23</a:t>
            </a:fld>
            <a:endParaRPr lang="en-US" altLang="zh-CN" sz="1200" b="0">
              <a:solidFill>
                <a:srgbClr val="000000"/>
              </a:solidFill>
              <a:latin typeface="Arial" panose="020B0604020202020204" pitchFamily="34" charset="0"/>
            </a:endParaRPr>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zh-CN" altLang="en-US"/>
          </a:p>
        </p:txBody>
      </p:sp>
    </p:spTree>
    <p:extLst>
      <p:ext uri="{BB962C8B-B14F-4D97-AF65-F5344CB8AC3E}">
        <p14:creationId xmlns:p14="http://schemas.microsoft.com/office/powerpoint/2010/main" val="23962185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D86962DF-4216-42A0-A252-9111378FDF1C}" type="slidenum">
              <a:rPr lang="zh-CN" altLang="en-US" sz="1200" b="0">
                <a:solidFill>
                  <a:srgbClr val="000000"/>
                </a:solidFill>
                <a:latin typeface="Arial" panose="020B0604020202020204" pitchFamily="34" charset="0"/>
              </a:rPr>
              <a:pPr/>
              <a:t>24</a:t>
            </a:fld>
            <a:endParaRPr lang="en-US" altLang="zh-CN" sz="1200" b="0">
              <a:solidFill>
                <a:srgbClr val="000000"/>
              </a:solidFill>
              <a:latin typeface="Arial" panose="020B0604020202020204" pitchFamily="34" charset="0"/>
            </a:endParaRPr>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a:p>
        </p:txBody>
      </p:sp>
    </p:spTree>
    <p:extLst>
      <p:ext uri="{BB962C8B-B14F-4D97-AF65-F5344CB8AC3E}">
        <p14:creationId xmlns:p14="http://schemas.microsoft.com/office/powerpoint/2010/main" val="284050332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E7827455-CF55-4A54-B795-15EB6D2F54E3}" type="slidenum">
              <a:rPr lang="zh-CN" altLang="en-US" sz="1200" b="0">
                <a:solidFill>
                  <a:srgbClr val="000000"/>
                </a:solidFill>
                <a:latin typeface="Arial" panose="020B0604020202020204" pitchFamily="34" charset="0"/>
              </a:rPr>
              <a:pPr/>
              <a:t>25</a:t>
            </a:fld>
            <a:endParaRPr lang="en-US" altLang="zh-CN" sz="1200" b="0">
              <a:solidFill>
                <a:srgbClr val="000000"/>
              </a:solidFill>
              <a:latin typeface="Arial" panose="020B0604020202020204" pitchFamily="34" charset="0"/>
            </a:endParaRPr>
          </a:p>
        </p:txBody>
      </p:sp>
      <p:sp>
        <p:nvSpPr>
          <p:cNvPr id="69635" name="Rectangle 2"/>
          <p:cNvSpPr>
            <a:spLocks noGrp="1" noRot="1" noChangeAspect="1" noChangeArrowheads="1" noTextEdit="1"/>
          </p:cNvSpPr>
          <p:nvPr>
            <p:ph type="sldImg"/>
          </p:nvPr>
        </p:nvSpPr>
        <p:spPr>
          <a:ln/>
        </p:spPr>
      </p:sp>
      <p:sp>
        <p:nvSpPr>
          <p:cNvPr id="69636"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a:p>
        </p:txBody>
      </p:sp>
    </p:spTree>
    <p:extLst>
      <p:ext uri="{BB962C8B-B14F-4D97-AF65-F5344CB8AC3E}">
        <p14:creationId xmlns:p14="http://schemas.microsoft.com/office/powerpoint/2010/main" val="32813597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3CBFC2BF-F51D-4292-B9A2-CE4717F5223B}" type="slidenum">
              <a:rPr lang="zh-CN" altLang="en-US" sz="1200" b="0">
                <a:solidFill>
                  <a:srgbClr val="000000"/>
                </a:solidFill>
                <a:latin typeface="Arial" panose="020B0604020202020204" pitchFamily="34" charset="0"/>
              </a:rPr>
              <a:pPr/>
              <a:t>26</a:t>
            </a:fld>
            <a:endParaRPr lang="en-US" altLang="zh-CN" sz="1200" b="0">
              <a:solidFill>
                <a:srgbClr val="000000"/>
              </a:solidFill>
              <a:latin typeface="Arial" panose="020B0604020202020204" pitchFamily="34" charset="0"/>
            </a:endParaRPr>
          </a:p>
        </p:txBody>
      </p:sp>
      <p:sp>
        <p:nvSpPr>
          <p:cNvPr id="71683" name="Rectangle 2"/>
          <p:cNvSpPr>
            <a:spLocks noGrp="1" noRot="1" noChangeAspect="1" noChangeArrowheads="1" noTextEdit="1"/>
          </p:cNvSpPr>
          <p:nvPr>
            <p:ph type="sldImg"/>
          </p:nvPr>
        </p:nvSpPr>
        <p:spPr>
          <a:ln/>
        </p:spPr>
      </p:sp>
      <p:sp>
        <p:nvSpPr>
          <p:cNvPr id="62468"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p>
        </p:txBody>
      </p:sp>
    </p:spTree>
    <p:extLst>
      <p:ext uri="{BB962C8B-B14F-4D97-AF65-F5344CB8AC3E}">
        <p14:creationId xmlns:p14="http://schemas.microsoft.com/office/powerpoint/2010/main" val="41735048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DD1AB9CA-F117-4408-9D70-517A113710AF}" type="slidenum">
              <a:rPr lang="zh-CN" altLang="en-US" sz="1200" b="0">
                <a:solidFill>
                  <a:srgbClr val="000000"/>
                </a:solidFill>
                <a:latin typeface="Arial" panose="020B0604020202020204" pitchFamily="34" charset="0"/>
              </a:rPr>
              <a:pPr/>
              <a:t>27</a:t>
            </a:fld>
            <a:endParaRPr lang="en-US" altLang="zh-CN" sz="1200" b="0">
              <a:solidFill>
                <a:srgbClr val="000000"/>
              </a:solidFill>
              <a:latin typeface="Arial" panose="020B0604020202020204" pitchFamily="34" charset="0"/>
            </a:endParaRPr>
          </a:p>
        </p:txBody>
      </p:sp>
      <p:sp>
        <p:nvSpPr>
          <p:cNvPr id="73731" name="Rectangle 2"/>
          <p:cNvSpPr>
            <a:spLocks noGrp="1" noRot="1" noChangeAspect="1" noChangeArrowheads="1" noTextEdit="1"/>
          </p:cNvSpPr>
          <p:nvPr>
            <p:ph type="sldImg"/>
          </p:nvPr>
        </p:nvSpPr>
        <p:spPr>
          <a:ln/>
        </p:spPr>
      </p:sp>
      <p:sp>
        <p:nvSpPr>
          <p:cNvPr id="737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dirty="0"/>
          </a:p>
        </p:txBody>
      </p:sp>
    </p:spTree>
    <p:extLst>
      <p:ext uri="{BB962C8B-B14F-4D97-AF65-F5344CB8AC3E}">
        <p14:creationId xmlns:p14="http://schemas.microsoft.com/office/powerpoint/2010/main" val="35044830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7DEEAEBF-F79D-4661-8A8D-68C5955CCA28}" type="slidenum">
              <a:rPr lang="zh-CN" altLang="en-US" sz="1200" b="0">
                <a:latin typeface="Arial" panose="020B0604020202020204" pitchFamily="34" charset="0"/>
              </a:rPr>
              <a:pPr/>
              <a:t>28</a:t>
            </a:fld>
            <a:endParaRPr lang="en-US" altLang="zh-CN" sz="1200" b="0">
              <a:latin typeface="Arial" panose="020B0604020202020204" pitchFamily="34" charset="0"/>
            </a:endParaRPr>
          </a:p>
        </p:txBody>
      </p:sp>
      <p:sp>
        <p:nvSpPr>
          <p:cNvPr id="75779" name="Rectangle 2"/>
          <p:cNvSpPr>
            <a:spLocks noGrp="1" noRot="1" noChangeAspect="1" noChangeArrowheads="1" noTextEdit="1"/>
          </p:cNvSpPr>
          <p:nvPr>
            <p:ph type="sldImg"/>
          </p:nvPr>
        </p:nvSpPr>
        <p:spPr>
          <a:ln/>
        </p:spPr>
      </p:sp>
      <p:sp>
        <p:nvSpPr>
          <p:cNvPr id="7578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18289147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1B6EE0E2-9BFA-4454-9D58-BAB71E385048}" type="slidenum">
              <a:rPr lang="zh-CN" altLang="en-US" sz="1200" b="0">
                <a:solidFill>
                  <a:srgbClr val="000000"/>
                </a:solidFill>
                <a:latin typeface="Arial" panose="020B0604020202020204" pitchFamily="34" charset="0"/>
              </a:rPr>
              <a:pPr/>
              <a:t>29</a:t>
            </a:fld>
            <a:endParaRPr lang="en-US" altLang="zh-CN" sz="1200" b="0">
              <a:solidFill>
                <a:srgbClr val="000000"/>
              </a:solidFill>
              <a:latin typeface="Arial" panose="020B0604020202020204" pitchFamily="34" charset="0"/>
            </a:endParaRPr>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6470448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47A67AD3-53FD-4079-A4EF-659B6C22381B}" type="slidenum">
              <a:rPr lang="zh-CN" altLang="en-US" sz="1200" b="0">
                <a:latin typeface="Arial" panose="020B0604020202020204" pitchFamily="34" charset="0"/>
              </a:rPr>
              <a:pPr algn="r" eaLnBrk="1" hangingPunct="1"/>
              <a:t>30</a:t>
            </a:fld>
            <a:endParaRPr lang="en-US" altLang="zh-CN" sz="1200" b="0">
              <a:latin typeface="Arial" panose="020B0604020202020204" pitchFamily="34" charset="0"/>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b="1">
              <a:latin typeface="楷体_GB2312" pitchFamily="49" charset="-122"/>
              <a:ea typeface="楷体_GB2312" pitchFamily="49" charset="-122"/>
            </a:endParaRPr>
          </a:p>
        </p:txBody>
      </p:sp>
    </p:spTree>
    <p:extLst>
      <p:ext uri="{BB962C8B-B14F-4D97-AF65-F5344CB8AC3E}">
        <p14:creationId xmlns:p14="http://schemas.microsoft.com/office/powerpoint/2010/main" val="405793304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14" tIns="45708" rIns="91414" bIns="45708"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E599083A-7ABC-42E0-9645-BBB37B7B0028}" type="slidenum">
              <a:rPr lang="zh-CN" altLang="en-US" sz="1200" b="0">
                <a:solidFill>
                  <a:srgbClr val="000000"/>
                </a:solidFill>
                <a:latin typeface="Arial" panose="020B0604020202020204" pitchFamily="34" charset="0"/>
              </a:rPr>
              <a:pPr algn="r" eaLnBrk="1" hangingPunct="1"/>
              <a:t>31</a:t>
            </a:fld>
            <a:endParaRPr lang="en-US" altLang="zh-CN" sz="1200" b="0">
              <a:solidFill>
                <a:srgbClr val="000000"/>
              </a:solidFill>
              <a:latin typeface="Arial" panose="020B0604020202020204" pitchFamily="34" charset="0"/>
            </a:endParaRPr>
          </a:p>
        </p:txBody>
      </p:sp>
      <p:sp>
        <p:nvSpPr>
          <p:cNvPr id="81923" name="Rectangle 2"/>
          <p:cNvSpPr>
            <a:spLocks noGrp="1" noRot="1" noChangeAspect="1" noChangeArrowheads="1" noTextEdit="1"/>
          </p:cNvSpPr>
          <p:nvPr>
            <p:ph type="sldImg"/>
          </p:nvPr>
        </p:nvSpPr>
        <p:spPr>
          <a:ln/>
        </p:spPr>
      </p:sp>
      <p:sp>
        <p:nvSpPr>
          <p:cNvPr id="8192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22543806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Rot="1" noChangeAspect="1" noChangeArrowheads="1" noTextEdit="1"/>
          </p:cNvSpPr>
          <p:nvPr>
            <p:ph type="sldImg"/>
          </p:nvPr>
        </p:nvSpPr>
        <p:spPr>
          <a:ln/>
        </p:spPr>
      </p:sp>
      <p:sp>
        <p:nvSpPr>
          <p:cNvPr id="839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Tree>
    <p:extLst>
      <p:ext uri="{BB962C8B-B14F-4D97-AF65-F5344CB8AC3E}">
        <p14:creationId xmlns:p14="http://schemas.microsoft.com/office/powerpoint/2010/main" val="14204854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幻灯片图像占位符 1"/>
          <p:cNvSpPr>
            <a:spLocks noGrp="1" noRot="1" noChangeAspect="1" noTextEdit="1"/>
          </p:cNvSpPr>
          <p:nvPr>
            <p:ph type="sldImg"/>
          </p:nvPr>
        </p:nvSpPr>
        <p:spPr>
          <a:ln/>
        </p:spPr>
      </p:sp>
      <p:sp>
        <p:nvSpPr>
          <p:cNvPr id="3" name="备注占位符 2"/>
          <p:cNvSpPr>
            <a:spLocks noGrp="1"/>
          </p:cNvSpPr>
          <p:nvPr>
            <p:ph type="body" idx="1"/>
          </p:nvPr>
        </p:nvSpPr>
        <p:spPr/>
        <p:txBody>
          <a:bodyPr/>
          <a:lstStyle/>
          <a:p>
            <a:pPr>
              <a:defRPr/>
            </a:pPr>
            <a:endParaRPr lang="zh-CN" altLang="en-US" dirty="0"/>
          </a:p>
        </p:txBody>
      </p:sp>
      <p:sp>
        <p:nvSpPr>
          <p:cNvPr id="86020"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FDD3D44E-44DA-4C17-9C42-735FB0FCDB6E}" type="slidenum">
              <a:rPr lang="zh-CN" altLang="en-US" sz="1200" b="0">
                <a:latin typeface="Arial" panose="020B0604020202020204" pitchFamily="34" charset="0"/>
              </a:rPr>
              <a:pPr/>
              <a:t>33</a:t>
            </a:fld>
            <a:endParaRPr lang="en-US" altLang="zh-CN" sz="1200" b="0">
              <a:latin typeface="Arial" panose="020B0604020202020204" pitchFamily="34" charset="0"/>
            </a:endParaRPr>
          </a:p>
        </p:txBody>
      </p:sp>
    </p:spTree>
    <p:extLst>
      <p:ext uri="{BB962C8B-B14F-4D97-AF65-F5344CB8AC3E}">
        <p14:creationId xmlns:p14="http://schemas.microsoft.com/office/powerpoint/2010/main" val="152387675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幻灯片图像占位符 1"/>
          <p:cNvSpPr>
            <a:spLocks noGrp="1" noRot="1" noChangeAspect="1" noTextEdit="1"/>
          </p:cNvSpPr>
          <p:nvPr>
            <p:ph type="sldImg"/>
          </p:nvPr>
        </p:nvSpPr>
        <p:spPr>
          <a:ln/>
        </p:spPr>
      </p:sp>
      <p:sp>
        <p:nvSpPr>
          <p:cNvPr id="88067"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latin typeface="Arial" panose="020B0604020202020204" pitchFamily="34" charset="0"/>
            </a:endParaRPr>
          </a:p>
        </p:txBody>
      </p:sp>
      <p:sp>
        <p:nvSpPr>
          <p:cNvPr id="88068"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D950DDFA-1DE6-43FE-9F6B-C5D6A7928F8F}" type="slidenum">
              <a:rPr lang="zh-CN" altLang="en-US" sz="1200" b="0">
                <a:latin typeface="Arial" panose="020B0604020202020204" pitchFamily="34" charset="0"/>
              </a:rPr>
              <a:pPr/>
              <a:t>34</a:t>
            </a:fld>
            <a:endParaRPr lang="en-US" altLang="zh-CN" sz="1200" b="0">
              <a:latin typeface="Arial" panose="020B0604020202020204" pitchFamily="34" charset="0"/>
            </a:endParaRPr>
          </a:p>
        </p:txBody>
      </p:sp>
    </p:spTree>
    <p:extLst>
      <p:ext uri="{BB962C8B-B14F-4D97-AF65-F5344CB8AC3E}">
        <p14:creationId xmlns:p14="http://schemas.microsoft.com/office/powerpoint/2010/main" val="412568276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幻灯片图像占位符 1"/>
          <p:cNvSpPr>
            <a:spLocks noGrp="1" noRot="1" noChangeAspect="1" noTextEdit="1"/>
          </p:cNvSpPr>
          <p:nvPr>
            <p:ph type="sldImg"/>
          </p:nvPr>
        </p:nvSpPr>
        <p:spPr>
          <a:ln/>
        </p:spPr>
      </p:sp>
      <p:sp>
        <p:nvSpPr>
          <p:cNvPr id="98307" name="备注占位符 2"/>
          <p:cNvSpPr>
            <a:spLocks noGrp="1"/>
          </p:cNvSpPr>
          <p:nvPr>
            <p:ph type="body" idx="1"/>
          </p:nvPr>
        </p:nvSpPr>
        <p:spPr>
          <a:ln/>
        </p:spPr>
        <p:txBody>
          <a:bodyPr/>
          <a:lstStyle/>
          <a:p>
            <a:pPr eaLnBrk="1" hangingPunct="1">
              <a:defRPr/>
            </a:pPr>
            <a:endParaRPr lang="zh-CN" altLang="en-US" dirty="0"/>
          </a:p>
        </p:txBody>
      </p:sp>
      <p:sp>
        <p:nvSpPr>
          <p:cNvPr id="90116"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A0BB7FD1-B0D1-49B5-96F0-5FFCAEF1C883}"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35</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Tree>
    <p:extLst>
      <p:ext uri="{BB962C8B-B14F-4D97-AF65-F5344CB8AC3E}">
        <p14:creationId xmlns:p14="http://schemas.microsoft.com/office/powerpoint/2010/main" val="76664533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幻灯片图像占位符 1"/>
          <p:cNvSpPr>
            <a:spLocks noGrp="1" noRot="1" noChangeAspect="1" noTextEdit="1"/>
          </p:cNvSpPr>
          <p:nvPr>
            <p:ph type="sldImg"/>
          </p:nvPr>
        </p:nvSpPr>
        <p:spPr>
          <a:ln/>
        </p:spPr>
      </p:sp>
      <p:sp>
        <p:nvSpPr>
          <p:cNvPr id="100355" name="备注占位符 2"/>
          <p:cNvSpPr>
            <a:spLocks noGrp="1"/>
          </p:cNvSpPr>
          <p:nvPr>
            <p:ph type="body" idx="1"/>
          </p:nvPr>
        </p:nvSpPr>
        <p:spPr>
          <a:ln/>
        </p:spPr>
        <p:txBody>
          <a:bodyPr/>
          <a:lstStyle/>
          <a:p>
            <a:pPr eaLnBrk="1" hangingPunct="1">
              <a:defRPr/>
            </a:pPr>
            <a:endParaRPr lang="zh-CN" altLang="en-US" dirty="0"/>
          </a:p>
        </p:txBody>
      </p:sp>
      <p:sp>
        <p:nvSpPr>
          <p:cNvPr id="92164"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2B6DBFF0-ED21-493C-A1CB-C4505ADE9C95}"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Tree>
    <p:extLst>
      <p:ext uri="{BB962C8B-B14F-4D97-AF65-F5344CB8AC3E}">
        <p14:creationId xmlns:p14="http://schemas.microsoft.com/office/powerpoint/2010/main" val="4975993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幻灯片图像占位符 1"/>
          <p:cNvSpPr>
            <a:spLocks noGrp="1" noRot="1" noChangeAspect="1" noTextEdit="1"/>
          </p:cNvSpPr>
          <p:nvPr>
            <p:ph type="sldImg"/>
          </p:nvPr>
        </p:nvSpPr>
        <p:spPr>
          <a:ln/>
        </p:spPr>
      </p:sp>
      <p:sp>
        <p:nvSpPr>
          <p:cNvPr id="98307" name="备注占位符 2"/>
          <p:cNvSpPr>
            <a:spLocks noGrp="1"/>
          </p:cNvSpPr>
          <p:nvPr>
            <p:ph type="body" idx="1"/>
          </p:nvPr>
        </p:nvSpPr>
        <p:spPr>
          <a:ln/>
        </p:spPr>
        <p:txBody>
          <a:bodyPr/>
          <a:lstStyle/>
          <a:p>
            <a:pPr eaLnBrk="1" hangingPunct="1">
              <a:defRPr/>
            </a:pPr>
            <a:endParaRPr lang="zh-CN" altLang="en-US" dirty="0"/>
          </a:p>
        </p:txBody>
      </p:sp>
      <p:sp>
        <p:nvSpPr>
          <p:cNvPr id="90116"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A0BB7FD1-B0D1-49B5-96F0-5FFCAEF1C883}"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37</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Tree>
    <p:extLst>
      <p:ext uri="{BB962C8B-B14F-4D97-AF65-F5344CB8AC3E}">
        <p14:creationId xmlns:p14="http://schemas.microsoft.com/office/powerpoint/2010/main" val="4748164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6C633D4E-7294-4B6F-8387-F3E10194C772}" type="slidenum">
              <a:rPr lang="zh-CN" altLang="en-US" sz="1200" b="0">
                <a:latin typeface="Arial" panose="020B0604020202020204" pitchFamily="34" charset="0"/>
              </a:rPr>
              <a:pPr/>
              <a:t>38</a:t>
            </a:fld>
            <a:endParaRPr lang="en-US" altLang="zh-CN" sz="1200" b="0">
              <a:latin typeface="Arial" panose="020B0604020202020204" pitchFamily="34" charset="0"/>
            </a:endParaRPr>
          </a:p>
        </p:txBody>
      </p:sp>
      <p:sp>
        <p:nvSpPr>
          <p:cNvPr id="102403" name="Rectangle 2"/>
          <p:cNvSpPr>
            <a:spLocks noGrp="1" noRot="1" noChangeAspect="1" noChangeArrowheads="1" noTextEdit="1"/>
          </p:cNvSpPr>
          <p:nvPr>
            <p:ph type="sldImg"/>
          </p:nvPr>
        </p:nvSpPr>
        <p:spPr>
          <a:ln/>
        </p:spPr>
      </p:sp>
      <p:sp>
        <p:nvSpPr>
          <p:cNvPr id="126980"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p>
        </p:txBody>
      </p:sp>
    </p:spTree>
    <p:extLst>
      <p:ext uri="{BB962C8B-B14F-4D97-AF65-F5344CB8AC3E}">
        <p14:creationId xmlns:p14="http://schemas.microsoft.com/office/powerpoint/2010/main" val="33443929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FE8DEE80-724C-4DDB-B706-15F348D841B8}" type="slidenum">
              <a:rPr lang="zh-CN" altLang="en-US" sz="1200" b="0">
                <a:latin typeface="Arial" panose="020B0604020202020204" pitchFamily="34" charset="0"/>
              </a:rPr>
              <a:pPr/>
              <a:t>39</a:t>
            </a:fld>
            <a:endParaRPr lang="en-US" altLang="zh-CN" sz="1200" b="0">
              <a:latin typeface="Arial" panose="020B0604020202020204" pitchFamily="34" charset="0"/>
            </a:endParaRPr>
          </a:p>
        </p:txBody>
      </p:sp>
      <p:sp>
        <p:nvSpPr>
          <p:cNvPr id="104451" name="Rectangle 2"/>
          <p:cNvSpPr>
            <a:spLocks noGrp="1" noRot="1" noChangeAspect="1" noChangeArrowheads="1" noTextEdit="1"/>
          </p:cNvSpPr>
          <p:nvPr>
            <p:ph type="sldImg"/>
          </p:nvPr>
        </p:nvSpPr>
        <p:spPr>
          <a:ln/>
        </p:spPr>
      </p:sp>
      <p:sp>
        <p:nvSpPr>
          <p:cNvPr id="104452"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170266204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F5042A41-2D7F-400D-93DB-161D52F48961}" type="slidenum">
              <a:rPr lang="zh-CN" altLang="en-US" sz="1200" b="0">
                <a:solidFill>
                  <a:srgbClr val="000000"/>
                </a:solidFill>
                <a:latin typeface="Arial" panose="020B0604020202020204" pitchFamily="34" charset="0"/>
              </a:rPr>
              <a:pPr algn="r" eaLnBrk="1" hangingPunct="1"/>
              <a:t>40</a:t>
            </a:fld>
            <a:endParaRPr lang="en-US" altLang="zh-CN" sz="1200" b="0">
              <a:solidFill>
                <a:srgbClr val="000000"/>
              </a:solidFill>
              <a:latin typeface="Arial" panose="020B0604020202020204" pitchFamily="34" charset="0"/>
            </a:endParaRPr>
          </a:p>
        </p:txBody>
      </p:sp>
      <p:sp>
        <p:nvSpPr>
          <p:cNvPr id="106499" name="Rectangle 2"/>
          <p:cNvSpPr>
            <a:spLocks noGrp="1" noRot="1" noChangeAspect="1" noChangeArrowheads="1" noTextEdit="1"/>
          </p:cNvSpPr>
          <p:nvPr>
            <p:ph type="sldImg"/>
          </p:nvPr>
        </p:nvSpPr>
        <p:spPr>
          <a:ln/>
        </p:spPr>
      </p:sp>
      <p:sp>
        <p:nvSpPr>
          <p:cNvPr id="10650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zh-CN" altLang="en-US" dirty="0"/>
          </a:p>
        </p:txBody>
      </p:sp>
    </p:spTree>
    <p:extLst>
      <p:ext uri="{BB962C8B-B14F-4D97-AF65-F5344CB8AC3E}">
        <p14:creationId xmlns:p14="http://schemas.microsoft.com/office/powerpoint/2010/main" val="3849360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D13AAE4E-79AF-4110-9CE3-ED168A4785AC}" type="slidenum">
              <a:rPr lang="zh-CN" altLang="en-US" sz="1200" b="0">
                <a:solidFill>
                  <a:srgbClr val="000000"/>
                </a:solidFill>
                <a:latin typeface="Arial" panose="020B0604020202020204" pitchFamily="34" charset="0"/>
              </a:rPr>
              <a:pPr algn="r" eaLnBrk="1" hangingPunct="1"/>
              <a:t>41</a:t>
            </a:fld>
            <a:endParaRPr lang="en-US" altLang="zh-CN" sz="1200" b="0">
              <a:solidFill>
                <a:srgbClr val="000000"/>
              </a:solidFill>
              <a:latin typeface="Arial" panose="020B0604020202020204" pitchFamily="34" charset="0"/>
            </a:endParaRPr>
          </a:p>
        </p:txBody>
      </p:sp>
      <p:sp>
        <p:nvSpPr>
          <p:cNvPr id="108547" name="Rectangle 2"/>
          <p:cNvSpPr>
            <a:spLocks noGrp="1" noRot="1" noChangeAspect="1" noChangeArrowheads="1" noTextEdit="1"/>
          </p:cNvSpPr>
          <p:nvPr>
            <p:ph type="sldImg"/>
          </p:nvPr>
        </p:nvSpPr>
        <p:spPr>
          <a:ln/>
        </p:spPr>
      </p:sp>
      <p:sp>
        <p:nvSpPr>
          <p:cNvPr id="133124"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p>
        </p:txBody>
      </p:sp>
    </p:spTree>
    <p:extLst>
      <p:ext uri="{BB962C8B-B14F-4D97-AF65-F5344CB8AC3E}">
        <p14:creationId xmlns:p14="http://schemas.microsoft.com/office/powerpoint/2010/main" val="5204773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EDA0B588-DFBC-4002-A6B3-60D39C99BFC5}" type="slidenum">
              <a:rPr lang="zh-CN" altLang="en-US" sz="1200" b="0">
                <a:solidFill>
                  <a:srgbClr val="000000"/>
                </a:solidFill>
                <a:latin typeface="Arial" panose="020B0604020202020204" pitchFamily="34" charset="0"/>
              </a:rPr>
              <a:pPr algn="r" eaLnBrk="1" hangingPunct="1"/>
              <a:t>42</a:t>
            </a:fld>
            <a:endParaRPr lang="en-US" altLang="zh-CN" sz="1200" b="0">
              <a:solidFill>
                <a:srgbClr val="000000"/>
              </a:solidFill>
              <a:latin typeface="Arial" panose="020B0604020202020204" pitchFamily="34" charset="0"/>
            </a:endParaRPr>
          </a:p>
        </p:txBody>
      </p:sp>
      <p:sp>
        <p:nvSpPr>
          <p:cNvPr id="110595"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p>
        </p:txBody>
      </p:sp>
    </p:spTree>
    <p:extLst>
      <p:ext uri="{BB962C8B-B14F-4D97-AF65-F5344CB8AC3E}">
        <p14:creationId xmlns:p14="http://schemas.microsoft.com/office/powerpoint/2010/main" val="3227053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4B8D7A25-884A-4DE8-9057-2C7976F00BD4}" type="slidenum">
              <a:rPr lang="zh-CN" altLang="en-US" sz="1200" b="0">
                <a:solidFill>
                  <a:srgbClr val="000000"/>
                </a:solidFill>
                <a:latin typeface="Arial" panose="020B0604020202020204" pitchFamily="34" charset="0"/>
              </a:rPr>
              <a:pPr algn="r" eaLnBrk="1" hangingPunct="1"/>
              <a:t>43</a:t>
            </a:fld>
            <a:endParaRPr lang="en-US" altLang="zh-CN" sz="1200" b="0">
              <a:solidFill>
                <a:srgbClr val="000000"/>
              </a:solidFill>
              <a:latin typeface="Arial" panose="020B0604020202020204" pitchFamily="34" charset="0"/>
            </a:endParaRPr>
          </a:p>
        </p:txBody>
      </p:sp>
      <p:sp>
        <p:nvSpPr>
          <p:cNvPr id="112643" name="Rectangle 2"/>
          <p:cNvSpPr>
            <a:spLocks noGrp="1" noRot="1" noChangeAspect="1" noChangeArrowheads="1" noTextEdit="1"/>
          </p:cNvSpPr>
          <p:nvPr>
            <p:ph type="sldImg"/>
          </p:nvPr>
        </p:nvSpPr>
        <p:spPr>
          <a:ln/>
        </p:spPr>
      </p:sp>
      <p:sp>
        <p:nvSpPr>
          <p:cNvPr id="137220"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p>
        </p:txBody>
      </p:sp>
    </p:spTree>
    <p:extLst>
      <p:ext uri="{BB962C8B-B14F-4D97-AF65-F5344CB8AC3E}">
        <p14:creationId xmlns:p14="http://schemas.microsoft.com/office/powerpoint/2010/main" val="345639670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F5042A41-2D7F-400D-93DB-161D52F48961}" type="slidenum">
              <a:rPr lang="zh-CN" altLang="en-US" sz="1200" b="0">
                <a:solidFill>
                  <a:srgbClr val="000000"/>
                </a:solidFill>
                <a:latin typeface="Arial" panose="020B0604020202020204" pitchFamily="34" charset="0"/>
              </a:rPr>
              <a:pPr algn="r" eaLnBrk="1" hangingPunct="1"/>
              <a:t>44</a:t>
            </a:fld>
            <a:endParaRPr lang="en-US" altLang="zh-CN" sz="1200" b="0">
              <a:solidFill>
                <a:srgbClr val="000000"/>
              </a:solidFill>
              <a:latin typeface="Arial" panose="020B0604020202020204" pitchFamily="34" charset="0"/>
            </a:endParaRPr>
          </a:p>
        </p:txBody>
      </p:sp>
      <p:sp>
        <p:nvSpPr>
          <p:cNvPr id="106499" name="Rectangle 2"/>
          <p:cNvSpPr>
            <a:spLocks noGrp="1" noRot="1" noChangeAspect="1" noChangeArrowheads="1" noTextEdit="1"/>
          </p:cNvSpPr>
          <p:nvPr>
            <p:ph type="sldImg"/>
          </p:nvPr>
        </p:nvSpPr>
        <p:spPr>
          <a:ln/>
        </p:spPr>
      </p:sp>
      <p:sp>
        <p:nvSpPr>
          <p:cNvPr id="10650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zh-CN" altLang="en-US" dirty="0"/>
          </a:p>
        </p:txBody>
      </p:sp>
    </p:spTree>
    <p:extLst>
      <p:ext uri="{BB962C8B-B14F-4D97-AF65-F5344CB8AC3E}">
        <p14:creationId xmlns:p14="http://schemas.microsoft.com/office/powerpoint/2010/main" val="228803049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D13AAE4E-79AF-4110-9CE3-ED168A4785AC}" type="slidenum">
              <a:rPr lang="zh-CN" altLang="en-US" sz="1200" b="0">
                <a:solidFill>
                  <a:srgbClr val="000000"/>
                </a:solidFill>
                <a:latin typeface="Arial" panose="020B0604020202020204" pitchFamily="34" charset="0"/>
              </a:rPr>
              <a:pPr algn="r" eaLnBrk="1" hangingPunct="1"/>
              <a:t>45</a:t>
            </a:fld>
            <a:endParaRPr lang="en-US" altLang="zh-CN" sz="1200" b="0">
              <a:solidFill>
                <a:srgbClr val="000000"/>
              </a:solidFill>
              <a:latin typeface="Arial" panose="020B0604020202020204" pitchFamily="34" charset="0"/>
            </a:endParaRPr>
          </a:p>
        </p:txBody>
      </p:sp>
      <p:sp>
        <p:nvSpPr>
          <p:cNvPr id="108547" name="Rectangle 2"/>
          <p:cNvSpPr>
            <a:spLocks noGrp="1" noRot="1" noChangeAspect="1" noChangeArrowheads="1" noTextEdit="1"/>
          </p:cNvSpPr>
          <p:nvPr>
            <p:ph type="sldImg"/>
          </p:nvPr>
        </p:nvSpPr>
        <p:spPr>
          <a:ln/>
        </p:spPr>
      </p:sp>
      <p:sp>
        <p:nvSpPr>
          <p:cNvPr id="133124"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p>
        </p:txBody>
      </p:sp>
    </p:spTree>
    <p:extLst>
      <p:ext uri="{BB962C8B-B14F-4D97-AF65-F5344CB8AC3E}">
        <p14:creationId xmlns:p14="http://schemas.microsoft.com/office/powerpoint/2010/main" val="12863312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EDA0B588-DFBC-4002-A6B3-60D39C99BFC5}" type="slidenum">
              <a:rPr lang="zh-CN" altLang="en-US" sz="1200" b="0">
                <a:solidFill>
                  <a:srgbClr val="000000"/>
                </a:solidFill>
                <a:latin typeface="Arial" panose="020B0604020202020204" pitchFamily="34" charset="0"/>
              </a:rPr>
              <a:pPr algn="r" eaLnBrk="1" hangingPunct="1"/>
              <a:t>46</a:t>
            </a:fld>
            <a:endParaRPr lang="en-US" altLang="zh-CN" sz="1200" b="0">
              <a:solidFill>
                <a:srgbClr val="000000"/>
              </a:solidFill>
              <a:latin typeface="Arial" panose="020B0604020202020204" pitchFamily="34" charset="0"/>
            </a:endParaRPr>
          </a:p>
        </p:txBody>
      </p:sp>
      <p:sp>
        <p:nvSpPr>
          <p:cNvPr id="110595"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p>
        </p:txBody>
      </p:sp>
    </p:spTree>
    <p:extLst>
      <p:ext uri="{BB962C8B-B14F-4D97-AF65-F5344CB8AC3E}">
        <p14:creationId xmlns:p14="http://schemas.microsoft.com/office/powerpoint/2010/main" val="48510758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4B8D7A25-884A-4DE8-9057-2C7976F00BD4}" type="slidenum">
              <a:rPr lang="zh-CN" altLang="en-US" sz="1200" b="0">
                <a:solidFill>
                  <a:srgbClr val="000000"/>
                </a:solidFill>
                <a:latin typeface="Arial" panose="020B0604020202020204" pitchFamily="34" charset="0"/>
              </a:rPr>
              <a:pPr algn="r" eaLnBrk="1" hangingPunct="1"/>
              <a:t>47</a:t>
            </a:fld>
            <a:endParaRPr lang="en-US" altLang="zh-CN" sz="1200" b="0">
              <a:solidFill>
                <a:srgbClr val="000000"/>
              </a:solidFill>
              <a:latin typeface="Arial" panose="020B0604020202020204" pitchFamily="34" charset="0"/>
            </a:endParaRPr>
          </a:p>
        </p:txBody>
      </p:sp>
      <p:sp>
        <p:nvSpPr>
          <p:cNvPr id="112643" name="Rectangle 2"/>
          <p:cNvSpPr>
            <a:spLocks noGrp="1" noRot="1" noChangeAspect="1" noChangeArrowheads="1" noTextEdit="1"/>
          </p:cNvSpPr>
          <p:nvPr>
            <p:ph type="sldImg"/>
          </p:nvPr>
        </p:nvSpPr>
        <p:spPr>
          <a:ln/>
        </p:spPr>
      </p:sp>
      <p:sp>
        <p:nvSpPr>
          <p:cNvPr id="137220"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p>
        </p:txBody>
      </p:sp>
    </p:spTree>
    <p:extLst>
      <p:ext uri="{BB962C8B-B14F-4D97-AF65-F5344CB8AC3E}">
        <p14:creationId xmlns:p14="http://schemas.microsoft.com/office/powerpoint/2010/main" val="209437510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04DD1A40-1983-444D-ACB5-0761EA68748A}" type="slidenum">
              <a:rPr lang="zh-CN" altLang="en-US" sz="1200" b="0">
                <a:solidFill>
                  <a:srgbClr val="000000"/>
                </a:solidFill>
                <a:latin typeface="Arial" panose="020B0604020202020204" pitchFamily="34" charset="0"/>
              </a:rPr>
              <a:pPr/>
              <a:t>48</a:t>
            </a:fld>
            <a:endParaRPr lang="en-US" altLang="zh-CN" sz="1200" b="0">
              <a:solidFill>
                <a:srgbClr val="000000"/>
              </a:solidFill>
              <a:latin typeface="Arial" panose="020B0604020202020204" pitchFamily="34" charset="0"/>
            </a:endParaRPr>
          </a:p>
        </p:txBody>
      </p:sp>
      <p:sp>
        <p:nvSpPr>
          <p:cNvPr id="114691" name="Rectangle 2"/>
          <p:cNvSpPr>
            <a:spLocks noGrp="1" noRot="1" noChangeAspect="1" noChangeArrowheads="1" noTextEdit="1"/>
          </p:cNvSpPr>
          <p:nvPr>
            <p:ph type="sldImg"/>
          </p:nvPr>
        </p:nvSpPr>
        <p:spPr>
          <a:ln/>
        </p:spPr>
      </p:sp>
      <p:sp>
        <p:nvSpPr>
          <p:cNvPr id="114692"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dirty="0"/>
          </a:p>
        </p:txBody>
      </p:sp>
    </p:spTree>
    <p:extLst>
      <p:ext uri="{BB962C8B-B14F-4D97-AF65-F5344CB8AC3E}">
        <p14:creationId xmlns:p14="http://schemas.microsoft.com/office/powerpoint/2010/main" val="28339742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813A3864-A91B-455E-8670-F9DBFEAF5AD9}" type="slidenum">
              <a:rPr lang="zh-CN" altLang="en-US" sz="1200" b="0">
                <a:latin typeface="Arial" panose="020B0604020202020204" pitchFamily="34" charset="0"/>
              </a:rPr>
              <a:pPr/>
              <a:t>49</a:t>
            </a:fld>
            <a:endParaRPr lang="en-US" altLang="zh-CN" sz="1200" b="0">
              <a:latin typeface="Arial" panose="020B0604020202020204" pitchFamily="34" charset="0"/>
            </a:endParaRPr>
          </a:p>
        </p:txBody>
      </p:sp>
      <p:sp>
        <p:nvSpPr>
          <p:cNvPr id="116739" name="Rectangle 2"/>
          <p:cNvSpPr>
            <a:spLocks noGrp="1" noRot="1" noChangeAspect="1" noChangeArrowheads="1" noTextEdit="1"/>
          </p:cNvSpPr>
          <p:nvPr>
            <p:ph type="sldImg"/>
          </p:nvPr>
        </p:nvSpPr>
        <p:spPr>
          <a:ln/>
        </p:spPr>
      </p:sp>
      <p:sp>
        <p:nvSpPr>
          <p:cNvPr id="11674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楷体_GB2312" pitchFamily="49" charset="-122"/>
              <a:ea typeface="楷体_GB2312" pitchFamily="49" charset="-122"/>
            </a:endParaRPr>
          </a:p>
        </p:txBody>
      </p:sp>
    </p:spTree>
    <p:extLst>
      <p:ext uri="{BB962C8B-B14F-4D97-AF65-F5344CB8AC3E}">
        <p14:creationId xmlns:p14="http://schemas.microsoft.com/office/powerpoint/2010/main" val="20819362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BD7FCC81-B2B5-40A5-96A4-40E8EF71B30F}" type="slidenum">
              <a:rPr lang="zh-CN" altLang="en-US" sz="1200" b="0">
                <a:solidFill>
                  <a:srgbClr val="000000"/>
                </a:solidFill>
                <a:latin typeface="Arial" panose="020B0604020202020204" pitchFamily="34" charset="0"/>
              </a:rPr>
              <a:pPr/>
              <a:t>50</a:t>
            </a:fld>
            <a:endParaRPr lang="en-US" altLang="zh-CN" sz="1200" b="0">
              <a:solidFill>
                <a:srgbClr val="000000"/>
              </a:solidFill>
              <a:latin typeface="Arial" panose="020B0604020202020204" pitchFamily="34" charset="0"/>
            </a:endParaRPr>
          </a:p>
        </p:txBody>
      </p:sp>
      <p:sp>
        <p:nvSpPr>
          <p:cNvPr id="118787" name="Rectangle 2"/>
          <p:cNvSpPr>
            <a:spLocks noGrp="1" noRot="1" noChangeAspect="1" noChangeArrowheads="1" noTextEdit="1"/>
          </p:cNvSpPr>
          <p:nvPr>
            <p:ph type="sldImg"/>
          </p:nvPr>
        </p:nvSpPr>
        <p:spPr>
          <a:ln/>
        </p:spPr>
      </p:sp>
      <p:sp>
        <p:nvSpPr>
          <p:cNvPr id="118788"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lvl="2" eaLnBrk="1" hangingPunct="1"/>
            <a:endParaRPr lang="en-US" altLang="zh-CN" dirty="0"/>
          </a:p>
        </p:txBody>
      </p:sp>
    </p:spTree>
    <p:extLst>
      <p:ext uri="{BB962C8B-B14F-4D97-AF65-F5344CB8AC3E}">
        <p14:creationId xmlns:p14="http://schemas.microsoft.com/office/powerpoint/2010/main" val="160251170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6C633D4E-7294-4B6F-8387-F3E10194C772}" type="slidenum">
              <a:rPr lang="zh-CN" altLang="en-US" sz="1200" b="0">
                <a:solidFill>
                  <a:srgbClr val="000000"/>
                </a:solidFill>
                <a:latin typeface="Arial" panose="020B0604020202020204" pitchFamily="34" charset="0"/>
              </a:rPr>
              <a:pPr/>
              <a:t>51</a:t>
            </a:fld>
            <a:endParaRPr lang="en-US" altLang="zh-CN" sz="1200" b="0">
              <a:solidFill>
                <a:srgbClr val="000000"/>
              </a:solidFill>
              <a:latin typeface="Arial" panose="020B0604020202020204" pitchFamily="34" charset="0"/>
            </a:endParaRPr>
          </a:p>
        </p:txBody>
      </p:sp>
      <p:sp>
        <p:nvSpPr>
          <p:cNvPr id="102403" name="Rectangle 2"/>
          <p:cNvSpPr>
            <a:spLocks noGrp="1" noRot="1" noChangeAspect="1" noChangeArrowheads="1" noTextEdit="1"/>
          </p:cNvSpPr>
          <p:nvPr>
            <p:ph type="sldImg"/>
          </p:nvPr>
        </p:nvSpPr>
        <p:spPr>
          <a:ln/>
        </p:spPr>
      </p:sp>
      <p:sp>
        <p:nvSpPr>
          <p:cNvPr id="126980"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en-US" altLang="zh-CN" dirty="0"/>
          </a:p>
        </p:txBody>
      </p:sp>
    </p:spTree>
    <p:extLst>
      <p:ext uri="{BB962C8B-B14F-4D97-AF65-F5344CB8AC3E}">
        <p14:creationId xmlns:p14="http://schemas.microsoft.com/office/powerpoint/2010/main" val="375477476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4B8D7A25-884A-4DE8-9057-2C7976F00BD4}" type="slidenum">
              <a:rPr lang="zh-CN" altLang="en-US" sz="1200" b="0">
                <a:solidFill>
                  <a:srgbClr val="000000"/>
                </a:solidFill>
                <a:latin typeface="Arial" panose="020B0604020202020204" pitchFamily="34" charset="0"/>
              </a:rPr>
              <a:pPr algn="r" eaLnBrk="1" hangingPunct="1"/>
              <a:t>52</a:t>
            </a:fld>
            <a:endParaRPr lang="en-US" altLang="zh-CN" sz="1200" b="0">
              <a:solidFill>
                <a:srgbClr val="000000"/>
              </a:solidFill>
              <a:latin typeface="Arial" panose="020B0604020202020204" pitchFamily="34" charset="0"/>
            </a:endParaRPr>
          </a:p>
        </p:txBody>
      </p:sp>
      <p:sp>
        <p:nvSpPr>
          <p:cNvPr id="112643" name="Rectangle 2"/>
          <p:cNvSpPr>
            <a:spLocks noGrp="1" noRot="1" noChangeAspect="1" noChangeArrowheads="1" noTextEdit="1"/>
          </p:cNvSpPr>
          <p:nvPr>
            <p:ph type="sldImg"/>
          </p:nvPr>
        </p:nvSpPr>
        <p:spPr>
          <a:ln/>
        </p:spPr>
      </p:sp>
      <p:sp>
        <p:nvSpPr>
          <p:cNvPr id="137220"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p>
        </p:txBody>
      </p:sp>
    </p:spTree>
    <p:extLst>
      <p:ext uri="{BB962C8B-B14F-4D97-AF65-F5344CB8AC3E}">
        <p14:creationId xmlns:p14="http://schemas.microsoft.com/office/powerpoint/2010/main" val="410149625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6C633D4E-7294-4B6F-8387-F3E10194C772}" type="slidenum">
              <a:rPr lang="zh-CN" altLang="en-US" sz="1200" b="0">
                <a:solidFill>
                  <a:srgbClr val="000000"/>
                </a:solidFill>
                <a:latin typeface="Arial" panose="020B0604020202020204" pitchFamily="34" charset="0"/>
              </a:rPr>
              <a:pPr/>
              <a:t>53</a:t>
            </a:fld>
            <a:endParaRPr lang="en-US" altLang="zh-CN" sz="1200" b="0">
              <a:solidFill>
                <a:srgbClr val="000000"/>
              </a:solidFill>
              <a:latin typeface="Arial" panose="020B0604020202020204" pitchFamily="34" charset="0"/>
            </a:endParaRPr>
          </a:p>
        </p:txBody>
      </p:sp>
      <p:sp>
        <p:nvSpPr>
          <p:cNvPr id="102403" name="Rectangle 2"/>
          <p:cNvSpPr>
            <a:spLocks noGrp="1" noRot="1" noChangeAspect="1" noChangeArrowheads="1" noTextEdit="1"/>
          </p:cNvSpPr>
          <p:nvPr>
            <p:ph type="sldImg"/>
          </p:nvPr>
        </p:nvSpPr>
        <p:spPr>
          <a:ln/>
        </p:spPr>
      </p:sp>
      <p:sp>
        <p:nvSpPr>
          <p:cNvPr id="126980"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en-US" altLang="zh-CN" dirty="0"/>
          </a:p>
        </p:txBody>
      </p:sp>
    </p:spTree>
    <p:extLst>
      <p:ext uri="{BB962C8B-B14F-4D97-AF65-F5344CB8AC3E}">
        <p14:creationId xmlns:p14="http://schemas.microsoft.com/office/powerpoint/2010/main" val="40211857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F5042A41-2D7F-400D-93DB-161D52F48961}" type="slidenum">
              <a:rPr lang="zh-CN" altLang="en-US" sz="1200" b="0">
                <a:solidFill>
                  <a:srgbClr val="000000"/>
                </a:solidFill>
                <a:latin typeface="Arial" panose="020B0604020202020204" pitchFamily="34" charset="0"/>
              </a:rPr>
              <a:pPr algn="r" eaLnBrk="1" hangingPunct="1"/>
              <a:t>54</a:t>
            </a:fld>
            <a:endParaRPr lang="en-US" altLang="zh-CN" sz="1200" b="0">
              <a:solidFill>
                <a:srgbClr val="000000"/>
              </a:solidFill>
              <a:latin typeface="Arial" panose="020B0604020202020204" pitchFamily="34" charset="0"/>
            </a:endParaRPr>
          </a:p>
        </p:txBody>
      </p:sp>
      <p:sp>
        <p:nvSpPr>
          <p:cNvPr id="106499" name="Rectangle 2"/>
          <p:cNvSpPr>
            <a:spLocks noGrp="1" noRot="1" noChangeAspect="1" noChangeArrowheads="1" noTextEdit="1"/>
          </p:cNvSpPr>
          <p:nvPr>
            <p:ph type="sldImg"/>
          </p:nvPr>
        </p:nvSpPr>
        <p:spPr>
          <a:ln/>
        </p:spPr>
      </p:sp>
      <p:sp>
        <p:nvSpPr>
          <p:cNvPr id="10650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zh-CN" altLang="en-US" dirty="0"/>
          </a:p>
        </p:txBody>
      </p:sp>
    </p:spTree>
    <p:extLst>
      <p:ext uri="{BB962C8B-B14F-4D97-AF65-F5344CB8AC3E}">
        <p14:creationId xmlns:p14="http://schemas.microsoft.com/office/powerpoint/2010/main" val="419486620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D13AAE4E-79AF-4110-9CE3-ED168A4785AC}" type="slidenum">
              <a:rPr lang="zh-CN" altLang="en-US" sz="1200" b="0">
                <a:solidFill>
                  <a:srgbClr val="000000"/>
                </a:solidFill>
                <a:latin typeface="Arial" panose="020B0604020202020204" pitchFamily="34" charset="0"/>
              </a:rPr>
              <a:pPr algn="r" eaLnBrk="1" hangingPunct="1"/>
              <a:t>55</a:t>
            </a:fld>
            <a:endParaRPr lang="en-US" altLang="zh-CN" sz="1200" b="0">
              <a:solidFill>
                <a:srgbClr val="000000"/>
              </a:solidFill>
              <a:latin typeface="Arial" panose="020B0604020202020204" pitchFamily="34" charset="0"/>
            </a:endParaRPr>
          </a:p>
        </p:txBody>
      </p:sp>
      <p:sp>
        <p:nvSpPr>
          <p:cNvPr id="108547" name="Rectangle 2"/>
          <p:cNvSpPr>
            <a:spLocks noGrp="1" noRot="1" noChangeAspect="1" noChangeArrowheads="1" noTextEdit="1"/>
          </p:cNvSpPr>
          <p:nvPr>
            <p:ph type="sldImg"/>
          </p:nvPr>
        </p:nvSpPr>
        <p:spPr>
          <a:ln/>
        </p:spPr>
      </p:sp>
      <p:sp>
        <p:nvSpPr>
          <p:cNvPr id="133124"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p>
        </p:txBody>
      </p:sp>
    </p:spTree>
    <p:extLst>
      <p:ext uri="{BB962C8B-B14F-4D97-AF65-F5344CB8AC3E}">
        <p14:creationId xmlns:p14="http://schemas.microsoft.com/office/powerpoint/2010/main" val="253641391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EDA0B588-DFBC-4002-A6B3-60D39C99BFC5}" type="slidenum">
              <a:rPr lang="zh-CN" altLang="en-US" sz="1200" b="0">
                <a:solidFill>
                  <a:srgbClr val="000000"/>
                </a:solidFill>
                <a:latin typeface="Arial" panose="020B0604020202020204" pitchFamily="34" charset="0"/>
              </a:rPr>
              <a:pPr algn="r" eaLnBrk="1" hangingPunct="1"/>
              <a:t>56</a:t>
            </a:fld>
            <a:endParaRPr lang="en-US" altLang="zh-CN" sz="1200" b="0">
              <a:solidFill>
                <a:srgbClr val="000000"/>
              </a:solidFill>
              <a:latin typeface="Arial" panose="020B0604020202020204" pitchFamily="34" charset="0"/>
            </a:endParaRPr>
          </a:p>
        </p:txBody>
      </p:sp>
      <p:sp>
        <p:nvSpPr>
          <p:cNvPr id="110595"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latin typeface="Arial" panose="020B0604020202020204" pitchFamily="34" charset="0"/>
            </a:endParaRPr>
          </a:p>
        </p:txBody>
      </p:sp>
    </p:spTree>
    <p:extLst>
      <p:ext uri="{BB962C8B-B14F-4D97-AF65-F5344CB8AC3E}">
        <p14:creationId xmlns:p14="http://schemas.microsoft.com/office/powerpoint/2010/main" val="381012430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EDA0B588-DFBC-4002-A6B3-60D39C99BFC5}" type="slidenum">
              <a:rPr lang="zh-CN" altLang="en-US" sz="1200" b="0">
                <a:solidFill>
                  <a:srgbClr val="000000"/>
                </a:solidFill>
                <a:latin typeface="Arial" panose="020B0604020202020204" pitchFamily="34" charset="0"/>
              </a:rPr>
              <a:pPr algn="r" eaLnBrk="1" hangingPunct="1"/>
              <a:t>57</a:t>
            </a:fld>
            <a:endParaRPr lang="en-US" altLang="zh-CN" sz="1200" b="0">
              <a:solidFill>
                <a:srgbClr val="000000"/>
              </a:solidFill>
              <a:latin typeface="Arial" panose="020B0604020202020204" pitchFamily="34" charset="0"/>
            </a:endParaRPr>
          </a:p>
        </p:txBody>
      </p:sp>
      <p:sp>
        <p:nvSpPr>
          <p:cNvPr id="110595"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latin typeface="Arial" panose="020B0604020202020204" pitchFamily="34" charset="0"/>
            </a:endParaRPr>
          </a:p>
        </p:txBody>
      </p:sp>
    </p:spTree>
    <p:extLst>
      <p:ext uri="{BB962C8B-B14F-4D97-AF65-F5344CB8AC3E}">
        <p14:creationId xmlns:p14="http://schemas.microsoft.com/office/powerpoint/2010/main" val="371217723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EDA0B588-DFBC-4002-A6B3-60D39C99BFC5}" type="slidenum">
              <a:rPr lang="zh-CN" altLang="en-US" sz="1200" b="0">
                <a:solidFill>
                  <a:srgbClr val="000000"/>
                </a:solidFill>
                <a:latin typeface="Arial" panose="020B0604020202020204" pitchFamily="34" charset="0"/>
              </a:rPr>
              <a:pPr algn="r" eaLnBrk="1" hangingPunct="1"/>
              <a:t>58</a:t>
            </a:fld>
            <a:endParaRPr lang="en-US" altLang="zh-CN" sz="1200" b="0">
              <a:solidFill>
                <a:srgbClr val="000000"/>
              </a:solidFill>
              <a:latin typeface="Arial" panose="020B0604020202020204" pitchFamily="34" charset="0"/>
            </a:endParaRPr>
          </a:p>
        </p:txBody>
      </p:sp>
      <p:sp>
        <p:nvSpPr>
          <p:cNvPr id="110595"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latin typeface="Arial" panose="020B0604020202020204" pitchFamily="34" charset="0"/>
            </a:endParaRPr>
          </a:p>
        </p:txBody>
      </p:sp>
    </p:spTree>
    <p:extLst>
      <p:ext uri="{BB962C8B-B14F-4D97-AF65-F5344CB8AC3E}">
        <p14:creationId xmlns:p14="http://schemas.microsoft.com/office/powerpoint/2010/main" val="323494546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EDA0B588-DFBC-4002-A6B3-60D39C99BFC5}" type="slidenum">
              <a:rPr lang="zh-CN" altLang="en-US" sz="1200" b="0">
                <a:solidFill>
                  <a:srgbClr val="000000"/>
                </a:solidFill>
                <a:latin typeface="Arial" panose="020B0604020202020204" pitchFamily="34" charset="0"/>
              </a:rPr>
              <a:pPr algn="r" eaLnBrk="1" hangingPunct="1"/>
              <a:t>59</a:t>
            </a:fld>
            <a:endParaRPr lang="en-US" altLang="zh-CN" sz="1200" b="0">
              <a:solidFill>
                <a:srgbClr val="000000"/>
              </a:solidFill>
              <a:latin typeface="Arial" panose="020B0604020202020204" pitchFamily="34" charset="0"/>
            </a:endParaRPr>
          </a:p>
        </p:txBody>
      </p:sp>
      <p:sp>
        <p:nvSpPr>
          <p:cNvPr id="110595"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latin typeface="Arial" panose="020B0604020202020204" pitchFamily="34" charset="0"/>
            </a:endParaRPr>
          </a:p>
        </p:txBody>
      </p:sp>
    </p:spTree>
    <p:extLst>
      <p:ext uri="{BB962C8B-B14F-4D97-AF65-F5344CB8AC3E}">
        <p14:creationId xmlns:p14="http://schemas.microsoft.com/office/powerpoint/2010/main" val="317645816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4B8D7A25-884A-4DE8-9057-2C7976F00BD4}" type="slidenum">
              <a:rPr lang="zh-CN" altLang="en-US" sz="1200" b="0">
                <a:solidFill>
                  <a:srgbClr val="000000"/>
                </a:solidFill>
                <a:latin typeface="Arial" panose="020B0604020202020204" pitchFamily="34" charset="0"/>
              </a:rPr>
              <a:pPr algn="r" eaLnBrk="1" hangingPunct="1"/>
              <a:t>60</a:t>
            </a:fld>
            <a:endParaRPr lang="en-US" altLang="zh-CN" sz="1200" b="0">
              <a:solidFill>
                <a:srgbClr val="000000"/>
              </a:solidFill>
              <a:latin typeface="Arial" panose="020B0604020202020204" pitchFamily="34" charset="0"/>
            </a:endParaRPr>
          </a:p>
        </p:txBody>
      </p:sp>
      <p:sp>
        <p:nvSpPr>
          <p:cNvPr id="112643" name="Rectangle 2"/>
          <p:cNvSpPr>
            <a:spLocks noGrp="1" noRot="1" noChangeAspect="1" noChangeArrowheads="1" noTextEdit="1"/>
          </p:cNvSpPr>
          <p:nvPr>
            <p:ph type="sldImg"/>
          </p:nvPr>
        </p:nvSpPr>
        <p:spPr>
          <a:ln/>
        </p:spPr>
      </p:sp>
      <p:sp>
        <p:nvSpPr>
          <p:cNvPr id="137220"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latin typeface="Arial" panose="020B0604020202020204" pitchFamily="34" charset="0"/>
            </a:endParaRPr>
          </a:p>
        </p:txBody>
      </p:sp>
    </p:spTree>
    <p:extLst>
      <p:ext uri="{BB962C8B-B14F-4D97-AF65-F5344CB8AC3E}">
        <p14:creationId xmlns:p14="http://schemas.microsoft.com/office/powerpoint/2010/main" val="390790688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4B8D7A25-884A-4DE8-9057-2C7976F00BD4}" type="slidenum">
              <a:rPr lang="zh-CN" altLang="en-US" sz="1200" b="0">
                <a:solidFill>
                  <a:srgbClr val="000000"/>
                </a:solidFill>
                <a:latin typeface="Arial" panose="020B0604020202020204" pitchFamily="34" charset="0"/>
              </a:rPr>
              <a:pPr algn="r" eaLnBrk="1" hangingPunct="1"/>
              <a:t>61</a:t>
            </a:fld>
            <a:endParaRPr lang="en-US" altLang="zh-CN" sz="1200" b="0">
              <a:solidFill>
                <a:srgbClr val="000000"/>
              </a:solidFill>
              <a:latin typeface="Arial" panose="020B0604020202020204" pitchFamily="34" charset="0"/>
            </a:endParaRPr>
          </a:p>
        </p:txBody>
      </p:sp>
      <p:sp>
        <p:nvSpPr>
          <p:cNvPr id="112643" name="Rectangle 2"/>
          <p:cNvSpPr>
            <a:spLocks noGrp="1" noRot="1" noChangeAspect="1" noChangeArrowheads="1" noTextEdit="1"/>
          </p:cNvSpPr>
          <p:nvPr>
            <p:ph type="sldImg"/>
          </p:nvPr>
        </p:nvSpPr>
        <p:spPr>
          <a:ln/>
        </p:spPr>
      </p:sp>
      <p:sp>
        <p:nvSpPr>
          <p:cNvPr id="137220"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latin typeface="Arial" panose="020B0604020202020204" pitchFamily="34" charset="0"/>
            </a:endParaRPr>
          </a:p>
        </p:txBody>
      </p:sp>
    </p:spTree>
    <p:extLst>
      <p:ext uri="{BB962C8B-B14F-4D97-AF65-F5344CB8AC3E}">
        <p14:creationId xmlns:p14="http://schemas.microsoft.com/office/powerpoint/2010/main" val="206220641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txBox="1">
            <a:spLocks noGrp="1" noChangeArrowheads="1"/>
          </p:cNvSpPr>
          <p:nvPr/>
        </p:nvSpPr>
        <p:spPr bwMode="auto">
          <a:xfrm>
            <a:off x="5797023" y="6743622"/>
            <a:ext cx="4435304" cy="3545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08" tIns="45704" rIns="91408" bIns="45704" anchor="b"/>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fld id="{4B8D7A25-884A-4DE8-9057-2C7976F00BD4}" type="slidenum">
              <a:rPr lang="zh-CN" altLang="en-US" sz="1200" b="0">
                <a:solidFill>
                  <a:srgbClr val="000000"/>
                </a:solidFill>
                <a:latin typeface="Arial" panose="020B0604020202020204" pitchFamily="34" charset="0"/>
              </a:rPr>
              <a:pPr algn="r" eaLnBrk="1" hangingPunct="1"/>
              <a:t>62</a:t>
            </a:fld>
            <a:endParaRPr lang="en-US" altLang="zh-CN" sz="1200" b="0">
              <a:solidFill>
                <a:srgbClr val="000000"/>
              </a:solidFill>
              <a:latin typeface="Arial" panose="020B0604020202020204" pitchFamily="34" charset="0"/>
            </a:endParaRPr>
          </a:p>
        </p:txBody>
      </p:sp>
      <p:sp>
        <p:nvSpPr>
          <p:cNvPr id="112643" name="Rectangle 2"/>
          <p:cNvSpPr>
            <a:spLocks noGrp="1" noRot="1" noChangeAspect="1" noChangeArrowheads="1" noTextEdit="1"/>
          </p:cNvSpPr>
          <p:nvPr>
            <p:ph type="sldImg"/>
          </p:nvPr>
        </p:nvSpPr>
        <p:spPr>
          <a:ln/>
        </p:spPr>
      </p:sp>
      <p:sp>
        <p:nvSpPr>
          <p:cNvPr id="137220" name="Rectangle 3"/>
          <p:cNvSpPr>
            <a:spLocks noGrp="1" noChangeArrowheads="1"/>
          </p:cNvSpPr>
          <p:nvPr>
            <p:ph type="body" idx="1"/>
          </p:nvPr>
        </p:nvSpPr>
        <p:spPr>
          <a:xfrm>
            <a:off x="1364006" y="3371809"/>
            <a:ext cx="7506604" cy="3194520"/>
          </a:xfrm>
          <a:ln/>
        </p:spPr>
        <p:txBody>
          <a:bodyPr/>
          <a:lstStyle/>
          <a:p>
            <a:pPr algn="just" eaLnBrk="1" hangingPunct="1">
              <a:defRPr/>
            </a:pPr>
            <a:endParaRPr lang="zh-CN" altLang="en-US" dirty="0"/>
          </a:p>
        </p:txBody>
      </p:sp>
    </p:spTree>
    <p:extLst>
      <p:ext uri="{BB962C8B-B14F-4D97-AF65-F5344CB8AC3E}">
        <p14:creationId xmlns:p14="http://schemas.microsoft.com/office/powerpoint/2010/main" val="389641178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BF1EED8B-97B1-415D-8331-E49E42B9A480}" type="slidenum">
              <a:rPr lang="zh-CN" altLang="en-US" smtClean="0"/>
              <a:pPr>
                <a:defRPr/>
              </a:pPr>
              <a:t>64</a:t>
            </a:fld>
            <a:endParaRPr lang="en-US" altLang="zh-CN"/>
          </a:p>
        </p:txBody>
      </p:sp>
    </p:spTree>
    <p:extLst>
      <p:ext uri="{BB962C8B-B14F-4D97-AF65-F5344CB8AC3E}">
        <p14:creationId xmlns:p14="http://schemas.microsoft.com/office/powerpoint/2010/main" val="8946174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65</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zh-CN" altLang="en-US" dirty="0"/>
          </a:p>
        </p:txBody>
      </p:sp>
    </p:spTree>
    <p:extLst>
      <p:ext uri="{BB962C8B-B14F-4D97-AF65-F5344CB8AC3E}">
        <p14:creationId xmlns:p14="http://schemas.microsoft.com/office/powerpoint/2010/main" val="211670105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66</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zh-CN" altLang="en-US" dirty="0"/>
          </a:p>
        </p:txBody>
      </p:sp>
    </p:spTree>
    <p:extLst>
      <p:ext uri="{BB962C8B-B14F-4D97-AF65-F5344CB8AC3E}">
        <p14:creationId xmlns:p14="http://schemas.microsoft.com/office/powerpoint/2010/main" val="26815885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67</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120703542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68</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latin typeface="宋体" panose="02010600030101010101" pitchFamily="2" charset="-122"/>
            </a:endParaRPr>
          </a:p>
        </p:txBody>
      </p:sp>
    </p:spTree>
    <p:extLst>
      <p:ext uri="{BB962C8B-B14F-4D97-AF65-F5344CB8AC3E}">
        <p14:creationId xmlns:p14="http://schemas.microsoft.com/office/powerpoint/2010/main" val="9127841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69</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360438892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70</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zh-CN" altLang="en-US" dirty="0"/>
          </a:p>
        </p:txBody>
      </p:sp>
    </p:spTree>
    <p:extLst>
      <p:ext uri="{BB962C8B-B14F-4D97-AF65-F5344CB8AC3E}">
        <p14:creationId xmlns:p14="http://schemas.microsoft.com/office/powerpoint/2010/main" val="809134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71</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75417761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72</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48833822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73</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83777456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74</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zh-CN" altLang="en-US" dirty="0"/>
          </a:p>
        </p:txBody>
      </p:sp>
    </p:spTree>
    <p:extLst>
      <p:ext uri="{BB962C8B-B14F-4D97-AF65-F5344CB8AC3E}">
        <p14:creationId xmlns:p14="http://schemas.microsoft.com/office/powerpoint/2010/main" val="342676981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75</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31764724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76</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91201800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77</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390827803"/>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78</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271373896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79</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630626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80</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305884192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81</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58462912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82</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zh-CN" altLang="en-US" dirty="0"/>
          </a:p>
        </p:txBody>
      </p:sp>
    </p:spTree>
    <p:extLst>
      <p:ext uri="{BB962C8B-B14F-4D97-AF65-F5344CB8AC3E}">
        <p14:creationId xmlns:p14="http://schemas.microsoft.com/office/powerpoint/2010/main" val="378854578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83</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latin typeface="宋体" panose="02010600030101010101" pitchFamily="2" charset="-122"/>
            </a:endParaRPr>
          </a:p>
        </p:txBody>
      </p:sp>
    </p:spTree>
    <p:extLst>
      <p:ext uri="{BB962C8B-B14F-4D97-AF65-F5344CB8AC3E}">
        <p14:creationId xmlns:p14="http://schemas.microsoft.com/office/powerpoint/2010/main" val="410090449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84</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zh-CN" altLang="en-US" dirty="0"/>
          </a:p>
        </p:txBody>
      </p:sp>
    </p:spTree>
    <p:extLst>
      <p:ext uri="{BB962C8B-B14F-4D97-AF65-F5344CB8AC3E}">
        <p14:creationId xmlns:p14="http://schemas.microsoft.com/office/powerpoint/2010/main" val="395165028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85</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zh-CN" altLang="en-US" dirty="0">
              <a:latin typeface="宋体" panose="02010600030101010101" pitchFamily="2" charset="-122"/>
            </a:endParaRPr>
          </a:p>
        </p:txBody>
      </p:sp>
    </p:spTree>
    <p:extLst>
      <p:ext uri="{BB962C8B-B14F-4D97-AF65-F5344CB8AC3E}">
        <p14:creationId xmlns:p14="http://schemas.microsoft.com/office/powerpoint/2010/main" val="198809332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86</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zh-CN" altLang="en-US" dirty="0">
              <a:latin typeface="宋体" panose="02010600030101010101" pitchFamily="2" charset="-122"/>
            </a:endParaRPr>
          </a:p>
        </p:txBody>
      </p:sp>
    </p:spTree>
    <p:extLst>
      <p:ext uri="{BB962C8B-B14F-4D97-AF65-F5344CB8AC3E}">
        <p14:creationId xmlns:p14="http://schemas.microsoft.com/office/powerpoint/2010/main" val="272793606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87</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zh-CN" altLang="en-US" dirty="0"/>
          </a:p>
        </p:txBody>
      </p:sp>
    </p:spTree>
    <p:extLst>
      <p:ext uri="{BB962C8B-B14F-4D97-AF65-F5344CB8AC3E}">
        <p14:creationId xmlns:p14="http://schemas.microsoft.com/office/powerpoint/2010/main" val="1762067892"/>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E4EF4C4-5646-4CB3-B36F-E2F83C71D72A}" type="slidenum">
              <a:rPr lang="zh-CN" altLang="en-US" sz="1200" b="0">
                <a:solidFill>
                  <a:srgbClr val="000000"/>
                </a:solidFill>
                <a:latin typeface="Arial" panose="020B0604020202020204" pitchFamily="34" charset="0"/>
              </a:rPr>
              <a:pPr/>
              <a:t>88</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just" eaLnBrk="1" hangingPunct="1"/>
            <a:endParaRPr lang="en-US" altLang="zh-CN" dirty="0"/>
          </a:p>
        </p:txBody>
      </p:sp>
    </p:spTree>
    <p:extLst>
      <p:ext uri="{BB962C8B-B14F-4D97-AF65-F5344CB8AC3E}">
        <p14:creationId xmlns:p14="http://schemas.microsoft.com/office/powerpoint/2010/main" val="7666622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BCD6CB34-0033-4E97-B9F3-E349968D419B}" type="slidenum">
              <a:rPr lang="zh-CN" altLang="en-US" sz="1200" b="0">
                <a:solidFill>
                  <a:srgbClr val="000000"/>
                </a:solidFill>
                <a:latin typeface="Arial" panose="020B0604020202020204" pitchFamily="34" charset="0"/>
              </a:rPr>
              <a:pPr/>
              <a:t>90</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141211479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BCD6CB34-0033-4E97-B9F3-E349968D419B}" type="slidenum">
              <a:rPr lang="zh-CN" altLang="en-US" sz="1200" b="0">
                <a:solidFill>
                  <a:srgbClr val="000000"/>
                </a:solidFill>
                <a:latin typeface="Arial" panose="020B0604020202020204" pitchFamily="34" charset="0"/>
              </a:rPr>
              <a:pPr/>
              <a:t>91</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342132399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BCD6CB34-0033-4E97-B9F3-E349968D419B}" type="slidenum">
              <a:rPr lang="zh-CN" altLang="en-US" sz="1200" b="0">
                <a:solidFill>
                  <a:srgbClr val="000000"/>
                </a:solidFill>
                <a:latin typeface="Arial" panose="020B0604020202020204" pitchFamily="34" charset="0"/>
              </a:rPr>
              <a:pPr/>
              <a:t>92</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dirty="0"/>
          </a:p>
        </p:txBody>
      </p:sp>
    </p:spTree>
    <p:extLst>
      <p:ext uri="{BB962C8B-B14F-4D97-AF65-F5344CB8AC3E}">
        <p14:creationId xmlns:p14="http://schemas.microsoft.com/office/powerpoint/2010/main" val="304502928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BCD6CB34-0033-4E97-B9F3-E349968D419B}" type="slidenum">
              <a:rPr lang="zh-CN" altLang="en-US" sz="1200" b="0">
                <a:solidFill>
                  <a:srgbClr val="000000"/>
                </a:solidFill>
                <a:latin typeface="Arial" panose="020B0604020202020204" pitchFamily="34" charset="0"/>
              </a:rPr>
              <a:pPr/>
              <a:t>93</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Tree>
    <p:extLst>
      <p:ext uri="{BB962C8B-B14F-4D97-AF65-F5344CB8AC3E}">
        <p14:creationId xmlns:p14="http://schemas.microsoft.com/office/powerpoint/2010/main" val="142733978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BCD6CB34-0033-4E97-B9F3-E349968D419B}" type="slidenum">
              <a:rPr lang="zh-CN" altLang="en-US" sz="1200" b="0">
                <a:solidFill>
                  <a:srgbClr val="000000"/>
                </a:solidFill>
                <a:latin typeface="Arial" panose="020B0604020202020204" pitchFamily="34" charset="0"/>
              </a:rPr>
              <a:pPr/>
              <a:t>94</a:t>
            </a:fld>
            <a:endParaRPr lang="en-US" altLang="zh-CN" sz="1200" b="0">
              <a:solidFill>
                <a:srgbClr val="000000"/>
              </a:solidFill>
              <a:latin typeface="Arial" panose="020B0604020202020204" pitchFamily="34" charset="0"/>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dirty="0"/>
          </a:p>
        </p:txBody>
      </p:sp>
    </p:spTree>
    <p:extLst>
      <p:ext uri="{BB962C8B-B14F-4D97-AF65-F5344CB8AC3E}">
        <p14:creationId xmlns:p14="http://schemas.microsoft.com/office/powerpoint/2010/main" val="3127987633"/>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CD6CB34-0033-4E97-B9F3-E349968D419B}"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95</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xfrm>
            <a:off x="1364006" y="3371809"/>
            <a:ext cx="7506604" cy="319452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Tree>
    <p:extLst>
      <p:ext uri="{BB962C8B-B14F-4D97-AF65-F5344CB8AC3E}">
        <p14:creationId xmlns:p14="http://schemas.microsoft.com/office/powerpoint/2010/main" val="145142746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686227A3-F21F-4EBC-841F-A25E04F2143D}" type="slidenum">
              <a:rPr lang="zh-CN" altLang="en-US" sz="1200" b="0">
                <a:latin typeface="Arial" panose="020B0604020202020204" pitchFamily="34" charset="0"/>
              </a:rPr>
              <a:pPr/>
              <a:t>96</a:t>
            </a:fld>
            <a:endParaRPr lang="en-US" altLang="zh-CN" sz="1200" b="0">
              <a:latin typeface="Arial" panose="020B0604020202020204" pitchFamily="34" charset="0"/>
            </a:endParaRPr>
          </a:p>
        </p:txBody>
      </p:sp>
      <p:sp>
        <p:nvSpPr>
          <p:cNvPr id="123907" name="Rectangle 2"/>
          <p:cNvSpPr>
            <a:spLocks noGrp="1" noRot="1" noChangeAspect="1" noChangeArrowheads="1" noTextEdit="1"/>
          </p:cNvSpPr>
          <p:nvPr>
            <p:ph type="sldImg"/>
          </p:nvPr>
        </p:nvSpPr>
        <p:spPr>
          <a:ln/>
        </p:spPr>
      </p:sp>
      <p:sp>
        <p:nvSpPr>
          <p:cNvPr id="1239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dirty="0"/>
          </a:p>
        </p:txBody>
      </p:sp>
    </p:spTree>
    <p:extLst>
      <p:ext uri="{BB962C8B-B14F-4D97-AF65-F5344CB8AC3E}">
        <p14:creationId xmlns:p14="http://schemas.microsoft.com/office/powerpoint/2010/main" val="364682100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幻灯片图像占位符 1"/>
          <p:cNvSpPr>
            <a:spLocks noGrp="1" noRot="1" noChangeAspect="1" noTextEdit="1"/>
          </p:cNvSpPr>
          <p:nvPr>
            <p:ph type="sldImg"/>
          </p:nvPr>
        </p:nvSpPr>
        <p:spPr>
          <a:ln/>
        </p:spPr>
      </p:sp>
      <p:sp>
        <p:nvSpPr>
          <p:cNvPr id="131075"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p>
        </p:txBody>
      </p:sp>
      <p:sp>
        <p:nvSpPr>
          <p:cNvPr id="131076"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B3D7ECF8-3D88-4A6E-881E-DF2CD361C20D}" type="slidenum">
              <a:rPr lang="zh-CN" altLang="en-US" sz="1200" b="0">
                <a:latin typeface="Arial" panose="020B0604020202020204" pitchFamily="34" charset="0"/>
              </a:rPr>
              <a:pPr/>
              <a:t>97</a:t>
            </a:fld>
            <a:endParaRPr lang="en-US" altLang="zh-CN" sz="1200" b="0">
              <a:latin typeface="Arial" panose="020B0604020202020204" pitchFamily="34" charset="0"/>
            </a:endParaRPr>
          </a:p>
        </p:txBody>
      </p:sp>
    </p:spTree>
    <p:extLst>
      <p:ext uri="{BB962C8B-B14F-4D97-AF65-F5344CB8AC3E}">
        <p14:creationId xmlns:p14="http://schemas.microsoft.com/office/powerpoint/2010/main" val="75131193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幻灯片图像占位符 1"/>
          <p:cNvSpPr>
            <a:spLocks noGrp="1" noRot="1" noChangeAspect="1" noTextEdit="1"/>
          </p:cNvSpPr>
          <p:nvPr>
            <p:ph type="sldImg"/>
          </p:nvPr>
        </p:nvSpPr>
        <p:spPr>
          <a:ln/>
        </p:spPr>
      </p:sp>
      <p:sp>
        <p:nvSpPr>
          <p:cNvPr id="133123" name="备注占位符 2"/>
          <p:cNvSpPr>
            <a:spLocks noGrp="1"/>
          </p:cNvSpPr>
          <p:nvPr>
            <p:ph type="body" idx="1"/>
          </p:nvPr>
        </p:nvSpPr>
        <p:spPr>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defRPr/>
            </a:pPr>
            <a:endParaRPr lang="zh-CN" altLang="en-US" dirty="0"/>
          </a:p>
        </p:txBody>
      </p:sp>
      <p:sp>
        <p:nvSpPr>
          <p:cNvPr id="133124"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57C15B51-FA19-4614-B3A9-488A29C55B3C}" type="slidenum">
              <a:rPr lang="zh-CN" altLang="en-US" sz="1200" b="0">
                <a:solidFill>
                  <a:srgbClr val="000000"/>
                </a:solidFill>
                <a:latin typeface="Arial" panose="020B0604020202020204" pitchFamily="34" charset="0"/>
              </a:rPr>
              <a:pPr/>
              <a:t>98</a:t>
            </a:fld>
            <a:endParaRPr lang="en-US" altLang="zh-CN" sz="1200" b="0">
              <a:solidFill>
                <a:srgbClr val="000000"/>
              </a:solidFill>
              <a:latin typeface="Arial" panose="020B0604020202020204" pitchFamily="34" charset="0"/>
            </a:endParaRPr>
          </a:p>
        </p:txBody>
      </p:sp>
    </p:spTree>
    <p:extLst>
      <p:ext uri="{BB962C8B-B14F-4D97-AF65-F5344CB8AC3E}">
        <p14:creationId xmlns:p14="http://schemas.microsoft.com/office/powerpoint/2010/main" val="385672353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B875CE19-2F8E-4D1E-B24F-77C3A281BB48}" type="slidenum">
              <a:rPr lang="zh-CN" altLang="en-US" sz="1200" b="0">
                <a:latin typeface="Arial" panose="020B0604020202020204" pitchFamily="34" charset="0"/>
              </a:rPr>
              <a:pPr/>
              <a:t>99</a:t>
            </a:fld>
            <a:endParaRPr lang="en-US" altLang="zh-CN" sz="1200" b="0">
              <a:latin typeface="Arial" panose="020B0604020202020204" pitchFamily="34" charset="0"/>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dirty="0"/>
          </a:p>
        </p:txBody>
      </p:sp>
    </p:spTree>
    <p:extLst>
      <p:ext uri="{BB962C8B-B14F-4D97-AF65-F5344CB8AC3E}">
        <p14:creationId xmlns:p14="http://schemas.microsoft.com/office/powerpoint/2010/main" val="181944921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幻灯片图像占位符 1"/>
          <p:cNvSpPr>
            <a:spLocks noGrp="1" noRot="1" noChangeAspect="1" noTextEdit="1"/>
          </p:cNvSpPr>
          <p:nvPr>
            <p:ph type="sldImg"/>
          </p:nvPr>
        </p:nvSpPr>
        <p:spPr>
          <a:ln/>
        </p:spPr>
      </p:sp>
      <p:sp>
        <p:nvSpPr>
          <p:cNvPr id="137219"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p>
        </p:txBody>
      </p:sp>
      <p:sp>
        <p:nvSpPr>
          <p:cNvPr id="137220"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8DE826A3-48BE-419B-B01E-4BA25CD03D9C}" type="slidenum">
              <a:rPr lang="zh-CN" altLang="en-US" sz="1200" b="0">
                <a:solidFill>
                  <a:srgbClr val="000000"/>
                </a:solidFill>
                <a:latin typeface="Arial" panose="020B0604020202020204" pitchFamily="34" charset="0"/>
              </a:rPr>
              <a:pPr/>
              <a:t>100</a:t>
            </a:fld>
            <a:endParaRPr lang="en-US" altLang="zh-CN" sz="1200" b="0">
              <a:solidFill>
                <a:srgbClr val="000000"/>
              </a:solidFill>
              <a:latin typeface="Arial" panose="020B0604020202020204" pitchFamily="34" charset="0"/>
            </a:endParaRPr>
          </a:p>
        </p:txBody>
      </p:sp>
    </p:spTree>
    <p:extLst>
      <p:ext uri="{BB962C8B-B14F-4D97-AF65-F5344CB8AC3E}">
        <p14:creationId xmlns:p14="http://schemas.microsoft.com/office/powerpoint/2010/main" val="53189965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幻灯片图像占位符 1"/>
          <p:cNvSpPr>
            <a:spLocks noGrp="1" noRot="1" noChangeAspect="1" noTextEdit="1"/>
          </p:cNvSpPr>
          <p:nvPr>
            <p:ph type="sldImg"/>
          </p:nvPr>
        </p:nvSpPr>
        <p:spPr>
          <a:ln/>
        </p:spPr>
      </p:sp>
      <p:sp>
        <p:nvSpPr>
          <p:cNvPr id="139267"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latin typeface="Arial" panose="020B0604020202020204" pitchFamily="34" charset="0"/>
            </a:endParaRPr>
          </a:p>
        </p:txBody>
      </p:sp>
      <p:sp>
        <p:nvSpPr>
          <p:cNvPr id="139268"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DD3BE94C-DE57-445E-AF84-15AAE433DD6D}" type="slidenum">
              <a:rPr lang="zh-CN" altLang="en-US" sz="1200" b="0">
                <a:solidFill>
                  <a:srgbClr val="000000"/>
                </a:solidFill>
                <a:latin typeface="Arial" panose="020B0604020202020204" pitchFamily="34" charset="0"/>
              </a:rPr>
              <a:pPr/>
              <a:t>101</a:t>
            </a:fld>
            <a:endParaRPr lang="en-US" altLang="zh-CN" sz="1200" b="0">
              <a:solidFill>
                <a:srgbClr val="000000"/>
              </a:solidFill>
              <a:latin typeface="Arial" panose="020B0604020202020204" pitchFamily="34" charset="0"/>
            </a:endParaRPr>
          </a:p>
        </p:txBody>
      </p:sp>
    </p:spTree>
    <p:extLst>
      <p:ext uri="{BB962C8B-B14F-4D97-AF65-F5344CB8AC3E}">
        <p14:creationId xmlns:p14="http://schemas.microsoft.com/office/powerpoint/2010/main" val="4117238623"/>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幻灯片图像占位符 1"/>
          <p:cNvSpPr>
            <a:spLocks noGrp="1" noRot="1" noChangeAspect="1" noTextEdit="1"/>
          </p:cNvSpPr>
          <p:nvPr>
            <p:ph type="sldImg"/>
          </p:nvPr>
        </p:nvSpPr>
        <p:spPr>
          <a:ln/>
        </p:spPr>
      </p:sp>
      <p:sp>
        <p:nvSpPr>
          <p:cNvPr id="141315"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latin typeface="Arial" panose="020B0604020202020204" pitchFamily="34" charset="0"/>
            </a:endParaRPr>
          </a:p>
        </p:txBody>
      </p:sp>
      <p:sp>
        <p:nvSpPr>
          <p:cNvPr id="141316"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774AF58E-EB25-46B0-BD30-020D1B979050}" type="slidenum">
              <a:rPr lang="zh-CN" altLang="en-US" sz="1200" b="0">
                <a:solidFill>
                  <a:srgbClr val="000000"/>
                </a:solidFill>
                <a:latin typeface="Arial" panose="020B0604020202020204" pitchFamily="34" charset="0"/>
              </a:rPr>
              <a:pPr/>
              <a:t>102</a:t>
            </a:fld>
            <a:endParaRPr lang="en-US" altLang="zh-CN" sz="1200" b="0">
              <a:solidFill>
                <a:srgbClr val="000000"/>
              </a:solidFill>
              <a:latin typeface="Arial" panose="020B0604020202020204" pitchFamily="34" charset="0"/>
            </a:endParaRPr>
          </a:p>
        </p:txBody>
      </p:sp>
    </p:spTree>
    <p:extLst>
      <p:ext uri="{BB962C8B-B14F-4D97-AF65-F5344CB8AC3E}">
        <p14:creationId xmlns:p14="http://schemas.microsoft.com/office/powerpoint/2010/main" val="289439901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幻灯片图像占位符 1"/>
          <p:cNvSpPr>
            <a:spLocks noGrp="1" noRot="1" noChangeAspect="1" noTextEdit="1"/>
          </p:cNvSpPr>
          <p:nvPr>
            <p:ph type="sldImg"/>
          </p:nvPr>
        </p:nvSpPr>
        <p:spPr>
          <a:ln/>
        </p:spPr>
      </p:sp>
      <p:sp>
        <p:nvSpPr>
          <p:cNvPr id="143363"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latin typeface="Arial" panose="020B0604020202020204" pitchFamily="34" charset="0"/>
            </a:endParaRPr>
          </a:p>
        </p:txBody>
      </p:sp>
      <p:sp>
        <p:nvSpPr>
          <p:cNvPr id="143364"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1E30D101-7003-4A57-8741-742BC920A636}" type="slidenum">
              <a:rPr lang="zh-CN" altLang="en-US" sz="1200" b="0">
                <a:solidFill>
                  <a:srgbClr val="000000"/>
                </a:solidFill>
                <a:latin typeface="Arial" panose="020B0604020202020204" pitchFamily="34" charset="0"/>
              </a:rPr>
              <a:pPr/>
              <a:t>103</a:t>
            </a:fld>
            <a:endParaRPr lang="en-US" altLang="zh-CN" sz="1200" b="0">
              <a:solidFill>
                <a:srgbClr val="000000"/>
              </a:solidFill>
              <a:latin typeface="Arial" panose="020B0604020202020204" pitchFamily="34" charset="0"/>
            </a:endParaRPr>
          </a:p>
        </p:txBody>
      </p:sp>
    </p:spTree>
    <p:extLst>
      <p:ext uri="{BB962C8B-B14F-4D97-AF65-F5344CB8AC3E}">
        <p14:creationId xmlns:p14="http://schemas.microsoft.com/office/powerpoint/2010/main" val="372169376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幻灯片图像占位符 1"/>
          <p:cNvSpPr>
            <a:spLocks noGrp="1" noRot="1" noChangeAspect="1" noTextEdit="1"/>
          </p:cNvSpPr>
          <p:nvPr>
            <p:ph type="sldImg"/>
          </p:nvPr>
        </p:nvSpPr>
        <p:spPr>
          <a:ln/>
        </p:spPr>
      </p:sp>
      <p:sp>
        <p:nvSpPr>
          <p:cNvPr id="145411"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latin typeface="Arial" panose="020B0604020202020204" pitchFamily="34" charset="0"/>
            </a:endParaRPr>
          </a:p>
        </p:txBody>
      </p:sp>
      <p:sp>
        <p:nvSpPr>
          <p:cNvPr id="145412"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2857BC5D-607A-4532-8BC3-947A742BB549}" type="slidenum">
              <a:rPr lang="zh-CN" altLang="en-US" sz="1200" b="0">
                <a:solidFill>
                  <a:srgbClr val="000000"/>
                </a:solidFill>
                <a:latin typeface="Arial" panose="020B0604020202020204" pitchFamily="34" charset="0"/>
              </a:rPr>
              <a:pPr/>
              <a:t>104</a:t>
            </a:fld>
            <a:endParaRPr lang="en-US" altLang="zh-CN" sz="1200" b="0">
              <a:solidFill>
                <a:srgbClr val="000000"/>
              </a:solidFill>
              <a:latin typeface="Arial" panose="020B0604020202020204" pitchFamily="34" charset="0"/>
            </a:endParaRPr>
          </a:p>
        </p:txBody>
      </p:sp>
    </p:spTree>
    <p:extLst>
      <p:ext uri="{BB962C8B-B14F-4D97-AF65-F5344CB8AC3E}">
        <p14:creationId xmlns:p14="http://schemas.microsoft.com/office/powerpoint/2010/main" val="348424586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10"/>
          </p:nvPr>
        </p:nvSpPr>
        <p:spPr/>
        <p:txBody>
          <a:bodyPr/>
          <a:lstStyle/>
          <a:p>
            <a:pPr>
              <a:defRPr/>
            </a:pPr>
            <a:fld id="{BF1EED8B-97B1-415D-8331-E49E42B9A480}" type="slidenum">
              <a:rPr lang="zh-CN" altLang="en-US" smtClean="0">
                <a:solidFill>
                  <a:srgbClr val="000000"/>
                </a:solidFill>
              </a:rPr>
              <a:pPr>
                <a:defRPr/>
              </a:pPr>
              <a:t>105</a:t>
            </a:fld>
            <a:endParaRPr lang="en-US" altLang="zh-CN">
              <a:solidFill>
                <a:srgbClr val="000000"/>
              </a:solidFill>
            </a:endParaRPr>
          </a:p>
        </p:txBody>
      </p:sp>
    </p:spTree>
    <p:extLst>
      <p:ext uri="{BB962C8B-B14F-4D97-AF65-F5344CB8AC3E}">
        <p14:creationId xmlns:p14="http://schemas.microsoft.com/office/powerpoint/2010/main" val="252937872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1804" indent="-284487">
              <a:defRPr sz="1100" b="1">
                <a:solidFill>
                  <a:schemeClr val="tx1"/>
                </a:solidFill>
                <a:latin typeface="Times New Roman" panose="02020603050405020304" pitchFamily="18" charset="0"/>
                <a:ea typeface="楷体_GB2312" pitchFamily="49" charset="-122"/>
              </a:defRPr>
            </a:lvl2pPr>
            <a:lvl3pPr marL="1142534" indent="-227895">
              <a:defRPr sz="1100" b="1">
                <a:solidFill>
                  <a:schemeClr val="tx1"/>
                </a:solidFill>
                <a:latin typeface="Times New Roman" panose="02020603050405020304" pitchFamily="18" charset="0"/>
                <a:ea typeface="楷体_GB2312" pitchFamily="49" charset="-122"/>
              </a:defRPr>
            </a:lvl3pPr>
            <a:lvl4pPr marL="1599851" indent="-227895">
              <a:defRPr sz="1100" b="1">
                <a:solidFill>
                  <a:schemeClr val="tx1"/>
                </a:solidFill>
                <a:latin typeface="Times New Roman" panose="02020603050405020304" pitchFamily="18" charset="0"/>
                <a:ea typeface="楷体_GB2312" pitchFamily="49" charset="-122"/>
              </a:defRPr>
            </a:lvl4pPr>
            <a:lvl5pPr marL="2055640" indent="-227895">
              <a:defRPr sz="1100" b="1">
                <a:solidFill>
                  <a:schemeClr val="tx1"/>
                </a:solidFill>
                <a:latin typeface="Times New Roman" panose="02020603050405020304" pitchFamily="18" charset="0"/>
                <a:ea typeface="楷体_GB2312" pitchFamily="49" charset="-122"/>
              </a:defRPr>
            </a:lvl5pPr>
            <a:lvl6pPr marL="2496134" indent="-227895"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36629" indent="-227895"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377123" indent="-227895"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17617" indent="-227895"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686227A3-F21F-4EBC-841F-A25E04F2143D}" type="slidenum">
              <a:rPr lang="zh-CN" altLang="en-US" sz="1200" b="0">
                <a:solidFill>
                  <a:srgbClr val="000000"/>
                </a:solidFill>
                <a:latin typeface="Arial" panose="020B0604020202020204" pitchFamily="34" charset="0"/>
              </a:rPr>
              <a:pPr/>
              <a:t>106</a:t>
            </a:fld>
            <a:endParaRPr lang="en-US" altLang="zh-CN" sz="1200" b="0">
              <a:solidFill>
                <a:srgbClr val="000000"/>
              </a:solidFill>
              <a:latin typeface="Arial" panose="020B0604020202020204" pitchFamily="34" charset="0"/>
            </a:endParaRPr>
          </a:p>
        </p:txBody>
      </p:sp>
      <p:sp>
        <p:nvSpPr>
          <p:cNvPr id="123907" name="Rectangle 2"/>
          <p:cNvSpPr>
            <a:spLocks noGrp="1" noRot="1" noChangeAspect="1" noChangeArrowheads="1" noTextEdit="1"/>
          </p:cNvSpPr>
          <p:nvPr>
            <p:ph type="sldImg"/>
          </p:nvPr>
        </p:nvSpPr>
        <p:spPr>
          <a:ln/>
        </p:spPr>
      </p:sp>
      <p:sp>
        <p:nvSpPr>
          <p:cNvPr id="1239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Tree>
    <p:extLst>
      <p:ext uri="{BB962C8B-B14F-4D97-AF65-F5344CB8AC3E}">
        <p14:creationId xmlns:p14="http://schemas.microsoft.com/office/powerpoint/2010/main" val="124972509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幻灯片图像占位符 1"/>
          <p:cNvSpPr>
            <a:spLocks noGrp="1" noRot="1" noChangeAspect="1" noTextEdit="1"/>
          </p:cNvSpPr>
          <p:nvPr>
            <p:ph type="sldImg"/>
          </p:nvPr>
        </p:nvSpPr>
        <p:spPr>
          <a:ln/>
        </p:spPr>
      </p:sp>
      <p:sp>
        <p:nvSpPr>
          <p:cNvPr id="147459"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
        <p:nvSpPr>
          <p:cNvPr id="147460"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1060220">
              <a:defRPr sz="1100" b="1">
                <a:solidFill>
                  <a:schemeClr val="tx1"/>
                </a:solidFill>
                <a:latin typeface="Times New Roman" panose="02020603050405020304" pitchFamily="18" charset="0"/>
                <a:ea typeface="楷体_GB2312" pitchFamily="49" charset="-122"/>
              </a:defRPr>
            </a:lvl1pPr>
            <a:lvl2pPr marL="826908" indent="-317431" defTabSz="1060220">
              <a:defRPr sz="1100" b="1">
                <a:solidFill>
                  <a:schemeClr val="tx1"/>
                </a:solidFill>
                <a:latin typeface="Times New Roman" panose="02020603050405020304" pitchFamily="18" charset="0"/>
                <a:ea typeface="楷体_GB2312" pitchFamily="49" charset="-122"/>
              </a:defRPr>
            </a:lvl2pPr>
            <a:lvl3pPr marL="1276074" indent="-252358" defTabSz="1060220">
              <a:defRPr sz="1100" b="1">
                <a:solidFill>
                  <a:schemeClr val="tx1"/>
                </a:solidFill>
                <a:latin typeface="Times New Roman" panose="02020603050405020304" pitchFamily="18" charset="0"/>
                <a:ea typeface="楷体_GB2312" pitchFamily="49" charset="-122"/>
              </a:defRPr>
            </a:lvl3pPr>
            <a:lvl4pPr marL="1783963" indent="-252358" defTabSz="1060220">
              <a:defRPr sz="1100" b="1">
                <a:solidFill>
                  <a:schemeClr val="tx1"/>
                </a:solidFill>
                <a:latin typeface="Times New Roman" panose="02020603050405020304" pitchFamily="18" charset="0"/>
                <a:ea typeface="楷体_GB2312" pitchFamily="49" charset="-122"/>
              </a:defRPr>
            </a:lvl4pPr>
            <a:lvl5pPr marL="2295027" indent="-252358" defTabSz="1060220">
              <a:defRPr sz="1100" b="1">
                <a:solidFill>
                  <a:schemeClr val="tx1"/>
                </a:solidFill>
                <a:latin typeface="Times New Roman" panose="02020603050405020304" pitchFamily="18" charset="0"/>
                <a:ea typeface="楷体_GB2312" pitchFamily="49" charset="-122"/>
              </a:defRPr>
            </a:lvl5pPr>
            <a:lvl6pPr marL="2752128"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209229"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6663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41234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1060220" rtl="0" eaLnBrk="1" fontAlgn="base" latinLnBrk="0" hangingPunct="1">
              <a:lnSpc>
                <a:spcPct val="100000"/>
              </a:lnSpc>
              <a:spcBef>
                <a:spcPct val="0"/>
              </a:spcBef>
              <a:spcAft>
                <a:spcPct val="0"/>
              </a:spcAft>
              <a:buClrTx/>
              <a:buSzTx/>
              <a:buFontTx/>
              <a:buNone/>
              <a:tabLst/>
              <a:defRPr/>
            </a:pPr>
            <a:fld id="{3885159C-5E51-487C-BBC8-6B765E9FE5F4}"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1060220" rtl="0" eaLnBrk="1" fontAlgn="base" latinLnBrk="0" hangingPunct="1">
                <a:lnSpc>
                  <a:spcPct val="100000"/>
                </a:lnSpc>
                <a:spcBef>
                  <a:spcPct val="0"/>
                </a:spcBef>
                <a:spcAft>
                  <a:spcPct val="0"/>
                </a:spcAft>
                <a:buClrTx/>
                <a:buSzTx/>
                <a:buFontTx/>
                <a:buNone/>
                <a:tabLst/>
                <a:defRPr/>
              </a:pPr>
              <a:t>107</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1772651159"/>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108</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948873" eaLnBrk="1" hangingPunct="1">
              <a:defRPr/>
            </a:pPr>
            <a:endParaRPr lang="en-US" altLang="zh-CN" dirty="0"/>
          </a:p>
        </p:txBody>
      </p:sp>
    </p:spTree>
    <p:extLst>
      <p:ext uri="{BB962C8B-B14F-4D97-AF65-F5344CB8AC3E}">
        <p14:creationId xmlns:p14="http://schemas.microsoft.com/office/powerpoint/2010/main" val="1252655556"/>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109</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948873" eaLnBrk="1" hangingPunct="1">
              <a:defRPr/>
            </a:pPr>
            <a:endParaRPr lang="en-US" altLang="zh-CN" dirty="0"/>
          </a:p>
        </p:txBody>
      </p:sp>
    </p:spTree>
    <p:extLst>
      <p:ext uri="{BB962C8B-B14F-4D97-AF65-F5344CB8AC3E}">
        <p14:creationId xmlns:p14="http://schemas.microsoft.com/office/powerpoint/2010/main" val="142876698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110</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dirty="0"/>
          </a:p>
        </p:txBody>
      </p:sp>
    </p:spTree>
    <p:extLst>
      <p:ext uri="{BB962C8B-B14F-4D97-AF65-F5344CB8AC3E}">
        <p14:creationId xmlns:p14="http://schemas.microsoft.com/office/powerpoint/2010/main" val="2395964504"/>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111</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dirty="0"/>
          </a:p>
        </p:txBody>
      </p:sp>
    </p:spTree>
    <p:extLst>
      <p:ext uri="{BB962C8B-B14F-4D97-AF65-F5344CB8AC3E}">
        <p14:creationId xmlns:p14="http://schemas.microsoft.com/office/powerpoint/2010/main" val="60647014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112</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dirty="0"/>
          </a:p>
        </p:txBody>
      </p:sp>
    </p:spTree>
    <p:extLst>
      <p:ext uri="{BB962C8B-B14F-4D97-AF65-F5344CB8AC3E}">
        <p14:creationId xmlns:p14="http://schemas.microsoft.com/office/powerpoint/2010/main" val="269477466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113</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dirty="0"/>
          </a:p>
        </p:txBody>
      </p:sp>
    </p:spTree>
    <p:extLst>
      <p:ext uri="{BB962C8B-B14F-4D97-AF65-F5344CB8AC3E}">
        <p14:creationId xmlns:p14="http://schemas.microsoft.com/office/powerpoint/2010/main" val="34551434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114</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dirty="0"/>
          </a:p>
        </p:txBody>
      </p:sp>
    </p:spTree>
    <p:extLst>
      <p:ext uri="{BB962C8B-B14F-4D97-AF65-F5344CB8AC3E}">
        <p14:creationId xmlns:p14="http://schemas.microsoft.com/office/powerpoint/2010/main" val="1970533813"/>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115</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dirty="0"/>
          </a:p>
        </p:txBody>
      </p:sp>
    </p:spTree>
    <p:extLst>
      <p:ext uri="{BB962C8B-B14F-4D97-AF65-F5344CB8AC3E}">
        <p14:creationId xmlns:p14="http://schemas.microsoft.com/office/powerpoint/2010/main" val="420884527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116</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1137764022"/>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117</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128301895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118</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216009774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119</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110640150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120</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375963760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121</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73577884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122</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188574777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123</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35351952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124</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103314287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125</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565842997"/>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126</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52418726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127</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159659996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128</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30219273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129</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311992844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130</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b="1" dirty="0">
              <a:latin typeface="Arial" panose="020B0604020202020204" pitchFamily="34" charset="0"/>
            </a:endParaRPr>
          </a:p>
        </p:txBody>
      </p:sp>
    </p:spTree>
    <p:extLst>
      <p:ext uri="{BB962C8B-B14F-4D97-AF65-F5344CB8AC3E}">
        <p14:creationId xmlns:p14="http://schemas.microsoft.com/office/powerpoint/2010/main" val="1636240579"/>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875CE19-2F8E-4D1E-B24F-77C3A281BB48}"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131</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
        <p:nvSpPr>
          <p:cNvPr id="135171" name="Rectangle 2"/>
          <p:cNvSpPr>
            <a:spLocks noGrp="1" noRot="1" noChangeAspect="1" noChangeArrowheads="1" noTextEdit="1"/>
          </p:cNvSpPr>
          <p:nvPr>
            <p:ph type="sldImg"/>
          </p:nvPr>
        </p:nvSpPr>
        <p:spPr>
          <a:ln/>
        </p:spPr>
      </p:sp>
      <p:sp>
        <p:nvSpPr>
          <p:cNvPr id="1351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dirty="0"/>
          </a:p>
        </p:txBody>
      </p:sp>
    </p:spTree>
    <p:extLst>
      <p:ext uri="{BB962C8B-B14F-4D97-AF65-F5344CB8AC3E}">
        <p14:creationId xmlns:p14="http://schemas.microsoft.com/office/powerpoint/2010/main" val="98178542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幻灯片图像占位符 1"/>
          <p:cNvSpPr>
            <a:spLocks noGrp="1" noRot="1" noChangeAspect="1" noTextEdit="1"/>
          </p:cNvSpPr>
          <p:nvPr>
            <p:ph type="sldImg"/>
          </p:nvPr>
        </p:nvSpPr>
        <p:spPr>
          <a:ln/>
        </p:spPr>
      </p:sp>
      <p:sp>
        <p:nvSpPr>
          <p:cNvPr id="147459"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a:latin typeface="Times New Roman" panose="02020603050405020304" pitchFamily="18" charset="0"/>
            </a:endParaRPr>
          </a:p>
        </p:txBody>
      </p:sp>
      <p:sp>
        <p:nvSpPr>
          <p:cNvPr id="147460"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1060220">
              <a:defRPr sz="1100" b="1">
                <a:solidFill>
                  <a:schemeClr val="tx1"/>
                </a:solidFill>
                <a:latin typeface="Times New Roman" panose="02020603050405020304" pitchFamily="18" charset="0"/>
                <a:ea typeface="楷体_GB2312" pitchFamily="49" charset="-122"/>
              </a:defRPr>
            </a:lvl1pPr>
            <a:lvl2pPr marL="826908" indent="-317431" defTabSz="1060220">
              <a:defRPr sz="1100" b="1">
                <a:solidFill>
                  <a:schemeClr val="tx1"/>
                </a:solidFill>
                <a:latin typeface="Times New Roman" panose="02020603050405020304" pitchFamily="18" charset="0"/>
                <a:ea typeface="楷体_GB2312" pitchFamily="49" charset="-122"/>
              </a:defRPr>
            </a:lvl2pPr>
            <a:lvl3pPr marL="1276074" indent="-252358" defTabSz="1060220">
              <a:defRPr sz="1100" b="1">
                <a:solidFill>
                  <a:schemeClr val="tx1"/>
                </a:solidFill>
                <a:latin typeface="Times New Roman" panose="02020603050405020304" pitchFamily="18" charset="0"/>
                <a:ea typeface="楷体_GB2312" pitchFamily="49" charset="-122"/>
              </a:defRPr>
            </a:lvl3pPr>
            <a:lvl4pPr marL="1783963" indent="-252358" defTabSz="1060220">
              <a:defRPr sz="1100" b="1">
                <a:solidFill>
                  <a:schemeClr val="tx1"/>
                </a:solidFill>
                <a:latin typeface="Times New Roman" panose="02020603050405020304" pitchFamily="18" charset="0"/>
                <a:ea typeface="楷体_GB2312" pitchFamily="49" charset="-122"/>
              </a:defRPr>
            </a:lvl4pPr>
            <a:lvl5pPr marL="2295027" indent="-252358" defTabSz="1060220">
              <a:defRPr sz="1100" b="1">
                <a:solidFill>
                  <a:schemeClr val="tx1"/>
                </a:solidFill>
                <a:latin typeface="Times New Roman" panose="02020603050405020304" pitchFamily="18" charset="0"/>
                <a:ea typeface="楷体_GB2312" pitchFamily="49" charset="-122"/>
              </a:defRPr>
            </a:lvl5pPr>
            <a:lvl6pPr marL="2752128"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209229"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6663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41234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3885159C-5E51-487C-BBC8-6B765E9FE5F4}" type="slidenum">
              <a:rPr lang="zh-CN" altLang="en-US" sz="1200" b="0">
                <a:solidFill>
                  <a:srgbClr val="000000"/>
                </a:solidFill>
                <a:latin typeface="Arial" panose="020B0604020202020204" pitchFamily="34" charset="0"/>
                <a:ea typeface="宋体" panose="02010600030101010101" pitchFamily="2" charset="-122"/>
              </a:rPr>
              <a:pPr/>
              <a:t>132</a:t>
            </a:fld>
            <a:endParaRPr lang="en-US" altLang="zh-CN" sz="1200" b="0">
              <a:solidFill>
                <a:srgbClr val="000000"/>
              </a:solidFill>
              <a:latin typeface="Arial" panose="020B0604020202020204" pitchFamily="34" charset="0"/>
              <a:ea typeface="宋体" panose="02010600030101010101" pitchFamily="2" charset="-122"/>
            </a:endParaRPr>
          </a:p>
        </p:txBody>
      </p:sp>
    </p:spTree>
    <p:extLst>
      <p:ext uri="{BB962C8B-B14F-4D97-AF65-F5344CB8AC3E}">
        <p14:creationId xmlns:p14="http://schemas.microsoft.com/office/powerpoint/2010/main" val="24679102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6" name="幻灯片图像占位符 1"/>
          <p:cNvSpPr>
            <a:spLocks noGrp="1" noRot="1" noChangeAspect="1" noTextEdit="1"/>
          </p:cNvSpPr>
          <p:nvPr>
            <p:ph type="sldImg"/>
          </p:nvPr>
        </p:nvSpPr>
        <p:spPr>
          <a:ln/>
        </p:spPr>
      </p:sp>
      <p:sp>
        <p:nvSpPr>
          <p:cNvPr id="149507"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latin typeface="Arial" panose="020B0604020202020204" pitchFamily="34" charset="0"/>
            </a:endParaRPr>
          </a:p>
        </p:txBody>
      </p:sp>
      <p:sp>
        <p:nvSpPr>
          <p:cNvPr id="149508"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1060220">
              <a:defRPr sz="1100" b="1">
                <a:solidFill>
                  <a:schemeClr val="tx1"/>
                </a:solidFill>
                <a:latin typeface="Times New Roman" panose="02020603050405020304" pitchFamily="18" charset="0"/>
                <a:ea typeface="楷体_GB2312" pitchFamily="49" charset="-122"/>
              </a:defRPr>
            </a:lvl1pPr>
            <a:lvl2pPr marL="826908" indent="-317431" defTabSz="1060220">
              <a:defRPr sz="1100" b="1">
                <a:solidFill>
                  <a:schemeClr val="tx1"/>
                </a:solidFill>
                <a:latin typeface="Times New Roman" panose="02020603050405020304" pitchFamily="18" charset="0"/>
                <a:ea typeface="楷体_GB2312" pitchFamily="49" charset="-122"/>
              </a:defRPr>
            </a:lvl2pPr>
            <a:lvl3pPr marL="1276074" indent="-252358" defTabSz="1060220">
              <a:defRPr sz="1100" b="1">
                <a:solidFill>
                  <a:schemeClr val="tx1"/>
                </a:solidFill>
                <a:latin typeface="Times New Roman" panose="02020603050405020304" pitchFamily="18" charset="0"/>
                <a:ea typeface="楷体_GB2312" pitchFamily="49" charset="-122"/>
              </a:defRPr>
            </a:lvl3pPr>
            <a:lvl4pPr marL="1783963" indent="-252358" defTabSz="1060220">
              <a:defRPr sz="1100" b="1">
                <a:solidFill>
                  <a:schemeClr val="tx1"/>
                </a:solidFill>
                <a:latin typeface="Times New Roman" panose="02020603050405020304" pitchFamily="18" charset="0"/>
                <a:ea typeface="楷体_GB2312" pitchFamily="49" charset="-122"/>
              </a:defRPr>
            </a:lvl4pPr>
            <a:lvl5pPr marL="2295027" indent="-252358" defTabSz="1060220">
              <a:defRPr sz="1100" b="1">
                <a:solidFill>
                  <a:schemeClr val="tx1"/>
                </a:solidFill>
                <a:latin typeface="Times New Roman" panose="02020603050405020304" pitchFamily="18" charset="0"/>
                <a:ea typeface="楷体_GB2312" pitchFamily="49" charset="-122"/>
              </a:defRPr>
            </a:lvl5pPr>
            <a:lvl6pPr marL="2752128"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209229"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6663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41234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9757BE6C-C0B5-4B63-96F7-07CDEE8383A2}" type="slidenum">
              <a:rPr lang="zh-CN" altLang="en-US" sz="1200" b="0">
                <a:solidFill>
                  <a:srgbClr val="000000"/>
                </a:solidFill>
                <a:latin typeface="Arial" panose="020B0604020202020204" pitchFamily="34" charset="0"/>
                <a:ea typeface="宋体" panose="02010600030101010101" pitchFamily="2" charset="-122"/>
              </a:rPr>
              <a:pPr/>
              <a:t>133</a:t>
            </a:fld>
            <a:endParaRPr lang="zh-CN" altLang="en-US" sz="1200" b="0">
              <a:solidFill>
                <a:srgbClr val="000000"/>
              </a:solidFill>
              <a:latin typeface="Arial" panose="020B0604020202020204" pitchFamily="34" charset="0"/>
              <a:ea typeface="宋体" panose="02010600030101010101" pitchFamily="2" charset="-122"/>
            </a:endParaRPr>
          </a:p>
        </p:txBody>
      </p:sp>
    </p:spTree>
    <p:extLst>
      <p:ext uri="{BB962C8B-B14F-4D97-AF65-F5344CB8AC3E}">
        <p14:creationId xmlns:p14="http://schemas.microsoft.com/office/powerpoint/2010/main" val="2351258582"/>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幻灯片图像占位符 1"/>
          <p:cNvSpPr>
            <a:spLocks noGrp="1" noRot="1" noChangeAspect="1" noTextEdit="1"/>
          </p:cNvSpPr>
          <p:nvPr>
            <p:ph type="sldImg"/>
          </p:nvPr>
        </p:nvSpPr>
        <p:spPr>
          <a:ln/>
        </p:spPr>
      </p:sp>
      <p:sp>
        <p:nvSpPr>
          <p:cNvPr id="147459"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
        <p:nvSpPr>
          <p:cNvPr id="147460"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1060220">
              <a:defRPr sz="1100" b="1">
                <a:solidFill>
                  <a:schemeClr val="tx1"/>
                </a:solidFill>
                <a:latin typeface="Times New Roman" panose="02020603050405020304" pitchFamily="18" charset="0"/>
                <a:ea typeface="楷体_GB2312" pitchFamily="49" charset="-122"/>
              </a:defRPr>
            </a:lvl1pPr>
            <a:lvl2pPr marL="826908" indent="-317431" defTabSz="1060220">
              <a:defRPr sz="1100" b="1">
                <a:solidFill>
                  <a:schemeClr val="tx1"/>
                </a:solidFill>
                <a:latin typeface="Times New Roman" panose="02020603050405020304" pitchFamily="18" charset="0"/>
                <a:ea typeface="楷体_GB2312" pitchFamily="49" charset="-122"/>
              </a:defRPr>
            </a:lvl2pPr>
            <a:lvl3pPr marL="1276074" indent="-252358" defTabSz="1060220">
              <a:defRPr sz="1100" b="1">
                <a:solidFill>
                  <a:schemeClr val="tx1"/>
                </a:solidFill>
                <a:latin typeface="Times New Roman" panose="02020603050405020304" pitchFamily="18" charset="0"/>
                <a:ea typeface="楷体_GB2312" pitchFamily="49" charset="-122"/>
              </a:defRPr>
            </a:lvl3pPr>
            <a:lvl4pPr marL="1783963" indent="-252358" defTabSz="1060220">
              <a:defRPr sz="1100" b="1">
                <a:solidFill>
                  <a:schemeClr val="tx1"/>
                </a:solidFill>
                <a:latin typeface="Times New Roman" panose="02020603050405020304" pitchFamily="18" charset="0"/>
                <a:ea typeface="楷体_GB2312" pitchFamily="49" charset="-122"/>
              </a:defRPr>
            </a:lvl4pPr>
            <a:lvl5pPr marL="2295027" indent="-252358" defTabSz="1060220">
              <a:defRPr sz="1100" b="1">
                <a:solidFill>
                  <a:schemeClr val="tx1"/>
                </a:solidFill>
                <a:latin typeface="Times New Roman" panose="02020603050405020304" pitchFamily="18" charset="0"/>
                <a:ea typeface="楷体_GB2312" pitchFamily="49" charset="-122"/>
              </a:defRPr>
            </a:lvl5pPr>
            <a:lvl6pPr marL="2752128"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209229"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6663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41234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3885159C-5E51-487C-BBC8-6B765E9FE5F4}" type="slidenum">
              <a:rPr lang="zh-CN" altLang="en-US" sz="1200" b="0">
                <a:solidFill>
                  <a:srgbClr val="000000"/>
                </a:solidFill>
                <a:latin typeface="Arial" panose="020B0604020202020204" pitchFamily="34" charset="0"/>
                <a:ea typeface="宋体" panose="02010600030101010101" pitchFamily="2" charset="-122"/>
              </a:rPr>
              <a:pPr/>
              <a:t>134</a:t>
            </a:fld>
            <a:endParaRPr lang="en-US" altLang="zh-CN" sz="1200" b="0">
              <a:solidFill>
                <a:srgbClr val="000000"/>
              </a:solidFill>
              <a:latin typeface="Arial" panose="020B0604020202020204" pitchFamily="34" charset="0"/>
              <a:ea typeface="宋体" panose="02010600030101010101" pitchFamily="2" charset="-122"/>
            </a:endParaRPr>
          </a:p>
        </p:txBody>
      </p:sp>
    </p:spTree>
    <p:extLst>
      <p:ext uri="{BB962C8B-B14F-4D97-AF65-F5344CB8AC3E}">
        <p14:creationId xmlns:p14="http://schemas.microsoft.com/office/powerpoint/2010/main" val="189587613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幻灯片图像占位符 1"/>
          <p:cNvSpPr>
            <a:spLocks noGrp="1" noRot="1" noChangeAspect="1" noTextEdit="1"/>
          </p:cNvSpPr>
          <p:nvPr>
            <p:ph type="sldImg"/>
          </p:nvPr>
        </p:nvSpPr>
        <p:spPr>
          <a:ln/>
        </p:spPr>
      </p:sp>
      <p:sp>
        <p:nvSpPr>
          <p:cNvPr id="147459"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
        <p:nvSpPr>
          <p:cNvPr id="147460"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1060220">
              <a:defRPr sz="1100" b="1">
                <a:solidFill>
                  <a:schemeClr val="tx1"/>
                </a:solidFill>
                <a:latin typeface="Times New Roman" panose="02020603050405020304" pitchFamily="18" charset="0"/>
                <a:ea typeface="楷体_GB2312" pitchFamily="49" charset="-122"/>
              </a:defRPr>
            </a:lvl1pPr>
            <a:lvl2pPr marL="826908" indent="-317431" defTabSz="1060220">
              <a:defRPr sz="1100" b="1">
                <a:solidFill>
                  <a:schemeClr val="tx1"/>
                </a:solidFill>
                <a:latin typeface="Times New Roman" panose="02020603050405020304" pitchFamily="18" charset="0"/>
                <a:ea typeface="楷体_GB2312" pitchFamily="49" charset="-122"/>
              </a:defRPr>
            </a:lvl2pPr>
            <a:lvl3pPr marL="1276074" indent="-252358" defTabSz="1060220">
              <a:defRPr sz="1100" b="1">
                <a:solidFill>
                  <a:schemeClr val="tx1"/>
                </a:solidFill>
                <a:latin typeface="Times New Roman" panose="02020603050405020304" pitchFamily="18" charset="0"/>
                <a:ea typeface="楷体_GB2312" pitchFamily="49" charset="-122"/>
              </a:defRPr>
            </a:lvl3pPr>
            <a:lvl4pPr marL="1783963" indent="-252358" defTabSz="1060220">
              <a:defRPr sz="1100" b="1">
                <a:solidFill>
                  <a:schemeClr val="tx1"/>
                </a:solidFill>
                <a:latin typeface="Times New Roman" panose="02020603050405020304" pitchFamily="18" charset="0"/>
                <a:ea typeface="楷体_GB2312" pitchFamily="49" charset="-122"/>
              </a:defRPr>
            </a:lvl4pPr>
            <a:lvl5pPr marL="2295027" indent="-252358" defTabSz="1060220">
              <a:defRPr sz="1100" b="1">
                <a:solidFill>
                  <a:schemeClr val="tx1"/>
                </a:solidFill>
                <a:latin typeface="Times New Roman" panose="02020603050405020304" pitchFamily="18" charset="0"/>
                <a:ea typeface="楷体_GB2312" pitchFamily="49" charset="-122"/>
              </a:defRPr>
            </a:lvl5pPr>
            <a:lvl6pPr marL="2752128"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209229"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6663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41234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3885159C-5E51-487C-BBC8-6B765E9FE5F4}" type="slidenum">
              <a:rPr lang="zh-CN" altLang="en-US" sz="1200" b="0">
                <a:solidFill>
                  <a:srgbClr val="000000"/>
                </a:solidFill>
                <a:latin typeface="Arial" panose="020B0604020202020204" pitchFamily="34" charset="0"/>
                <a:ea typeface="宋体" panose="02010600030101010101" pitchFamily="2" charset="-122"/>
              </a:rPr>
              <a:pPr/>
              <a:t>135</a:t>
            </a:fld>
            <a:endParaRPr lang="en-US" altLang="zh-CN" sz="1200" b="0">
              <a:solidFill>
                <a:srgbClr val="000000"/>
              </a:solidFill>
              <a:latin typeface="Arial" panose="020B0604020202020204" pitchFamily="34" charset="0"/>
              <a:ea typeface="宋体" panose="02010600030101010101" pitchFamily="2" charset="-122"/>
            </a:endParaRPr>
          </a:p>
        </p:txBody>
      </p:sp>
    </p:spTree>
    <p:extLst>
      <p:ext uri="{BB962C8B-B14F-4D97-AF65-F5344CB8AC3E}">
        <p14:creationId xmlns:p14="http://schemas.microsoft.com/office/powerpoint/2010/main" val="378853851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幻灯片图像占位符 1"/>
          <p:cNvSpPr>
            <a:spLocks noGrp="1" noRot="1" noChangeAspect="1" noTextEdit="1"/>
          </p:cNvSpPr>
          <p:nvPr>
            <p:ph type="sldImg"/>
          </p:nvPr>
        </p:nvSpPr>
        <p:spPr>
          <a:ln/>
        </p:spPr>
      </p:sp>
      <p:sp>
        <p:nvSpPr>
          <p:cNvPr id="147459" name="备注占位符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p>
        </p:txBody>
      </p:sp>
      <p:sp>
        <p:nvSpPr>
          <p:cNvPr id="147460"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1060220">
              <a:defRPr sz="1100" b="1">
                <a:solidFill>
                  <a:schemeClr val="tx1"/>
                </a:solidFill>
                <a:latin typeface="Times New Roman" panose="02020603050405020304" pitchFamily="18" charset="0"/>
                <a:ea typeface="楷体_GB2312" pitchFamily="49" charset="-122"/>
              </a:defRPr>
            </a:lvl1pPr>
            <a:lvl2pPr marL="826908" indent="-317431" defTabSz="1060220">
              <a:defRPr sz="1100" b="1">
                <a:solidFill>
                  <a:schemeClr val="tx1"/>
                </a:solidFill>
                <a:latin typeface="Times New Roman" panose="02020603050405020304" pitchFamily="18" charset="0"/>
                <a:ea typeface="楷体_GB2312" pitchFamily="49" charset="-122"/>
              </a:defRPr>
            </a:lvl2pPr>
            <a:lvl3pPr marL="1276074" indent="-252358" defTabSz="1060220">
              <a:defRPr sz="1100" b="1">
                <a:solidFill>
                  <a:schemeClr val="tx1"/>
                </a:solidFill>
                <a:latin typeface="Times New Roman" panose="02020603050405020304" pitchFamily="18" charset="0"/>
                <a:ea typeface="楷体_GB2312" pitchFamily="49" charset="-122"/>
              </a:defRPr>
            </a:lvl3pPr>
            <a:lvl4pPr marL="1783963" indent="-252358" defTabSz="1060220">
              <a:defRPr sz="1100" b="1">
                <a:solidFill>
                  <a:schemeClr val="tx1"/>
                </a:solidFill>
                <a:latin typeface="Times New Roman" panose="02020603050405020304" pitchFamily="18" charset="0"/>
                <a:ea typeface="楷体_GB2312" pitchFamily="49" charset="-122"/>
              </a:defRPr>
            </a:lvl4pPr>
            <a:lvl5pPr marL="2295027" indent="-252358" defTabSz="1060220">
              <a:defRPr sz="1100" b="1">
                <a:solidFill>
                  <a:schemeClr val="tx1"/>
                </a:solidFill>
                <a:latin typeface="Times New Roman" panose="02020603050405020304" pitchFamily="18" charset="0"/>
                <a:ea typeface="楷体_GB2312" pitchFamily="49" charset="-122"/>
              </a:defRPr>
            </a:lvl5pPr>
            <a:lvl6pPr marL="2752128"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209229"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6663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4123430" indent="-252358" defTabSz="106022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fld id="{3885159C-5E51-487C-BBC8-6B765E9FE5F4}" type="slidenum">
              <a:rPr lang="zh-CN" altLang="en-US" sz="1200" b="0">
                <a:solidFill>
                  <a:srgbClr val="000000"/>
                </a:solidFill>
                <a:latin typeface="Arial" panose="020B0604020202020204" pitchFamily="34" charset="0"/>
                <a:ea typeface="宋体" panose="02010600030101010101" pitchFamily="2" charset="-122"/>
              </a:rPr>
              <a:pPr/>
              <a:t>136</a:t>
            </a:fld>
            <a:endParaRPr lang="en-US" altLang="zh-CN" sz="1200" b="0">
              <a:solidFill>
                <a:srgbClr val="000000"/>
              </a:solidFill>
              <a:latin typeface="Arial" panose="020B0604020202020204" pitchFamily="34" charset="0"/>
              <a:ea typeface="宋体" panose="02010600030101010101" pitchFamily="2" charset="-122"/>
            </a:endParaRPr>
          </a:p>
        </p:txBody>
      </p:sp>
    </p:spTree>
    <p:extLst>
      <p:ext uri="{BB962C8B-B14F-4D97-AF65-F5344CB8AC3E}">
        <p14:creationId xmlns:p14="http://schemas.microsoft.com/office/powerpoint/2010/main" val="245253773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幻灯片图像占位符 1"/>
          <p:cNvSpPr>
            <a:spLocks noGrp="1" noRot="1" noChangeAspect="1" noTextEdit="1"/>
          </p:cNvSpPr>
          <p:nvPr>
            <p:ph type="sldImg"/>
          </p:nvPr>
        </p:nvSpPr>
        <p:spPr>
          <a:ln/>
        </p:spPr>
      </p:sp>
      <p:sp>
        <p:nvSpPr>
          <p:cNvPr id="98307" name="备注占位符 2"/>
          <p:cNvSpPr>
            <a:spLocks noGrp="1"/>
          </p:cNvSpPr>
          <p:nvPr>
            <p:ph type="body" idx="1"/>
          </p:nvPr>
        </p:nvSpPr>
        <p:spPr>
          <a:ln/>
        </p:spPr>
        <p:txBody>
          <a:bodyPr/>
          <a:lstStyle/>
          <a:p>
            <a:pPr eaLnBrk="1" hangingPunct="1">
              <a:defRPr/>
            </a:pPr>
            <a:endParaRPr lang="zh-CN" altLang="en-US" dirty="0"/>
          </a:p>
        </p:txBody>
      </p:sp>
      <p:sp>
        <p:nvSpPr>
          <p:cNvPr id="90116" name="灯片编号占位符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69770" indent="-295212">
              <a:defRPr sz="1100" b="1">
                <a:solidFill>
                  <a:schemeClr val="tx1"/>
                </a:solidFill>
                <a:latin typeface="Times New Roman" panose="02020603050405020304" pitchFamily="18" charset="0"/>
                <a:ea typeface="楷体_GB2312" pitchFamily="49" charset="-122"/>
              </a:defRPr>
            </a:lvl2pPr>
            <a:lvl3pPr marL="1185608" indent="-236487">
              <a:defRPr sz="1100" b="1">
                <a:solidFill>
                  <a:schemeClr val="tx1"/>
                </a:solidFill>
                <a:latin typeface="Times New Roman" panose="02020603050405020304" pitchFamily="18" charset="0"/>
                <a:ea typeface="楷体_GB2312" pitchFamily="49" charset="-122"/>
              </a:defRPr>
            </a:lvl3pPr>
            <a:lvl4pPr marL="1660165" indent="-236487">
              <a:defRPr sz="1100" b="1">
                <a:solidFill>
                  <a:schemeClr val="tx1"/>
                </a:solidFill>
                <a:latin typeface="Times New Roman" panose="02020603050405020304" pitchFamily="18" charset="0"/>
                <a:ea typeface="楷体_GB2312" pitchFamily="49" charset="-122"/>
              </a:defRPr>
            </a:lvl4pPr>
            <a:lvl5pPr marL="2133138" indent="-236487">
              <a:defRPr sz="1100" b="1">
                <a:solidFill>
                  <a:schemeClr val="tx1"/>
                </a:solidFill>
                <a:latin typeface="Times New Roman" panose="02020603050405020304" pitchFamily="18" charset="0"/>
                <a:ea typeface="楷体_GB2312" pitchFamily="49" charset="-122"/>
              </a:defRPr>
            </a:lvl5pPr>
            <a:lvl6pPr marL="2590238"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3047340"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5044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961541" indent="-236487"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A0BB7FD1-B0D1-49B5-96F0-5FFCAEF1C883}" type="slidenum">
              <a:rPr kumimoji="0" lang="zh-CN" altLang="en-US"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137</a:t>
            </a:fld>
            <a:endParaRPr kumimoji="0" lang="en-US" altLang="zh-CN" sz="1200" b="0" i="0" u="none" strike="noStrike" kern="1200" cap="none" spc="0" normalizeH="0" baseline="0" noProof="0">
              <a:ln>
                <a:noFill/>
              </a:ln>
              <a:solidFill>
                <a:srgbClr val="000000"/>
              </a:solidFill>
              <a:effectLst/>
              <a:uLnTx/>
              <a:uFillTx/>
              <a:latin typeface="Arial" panose="020B0604020202020204" pitchFamily="34" charset="0"/>
              <a:ea typeface="楷体_GB2312" pitchFamily="49" charset="-122"/>
              <a:cs typeface="+mn-cs"/>
            </a:endParaRPr>
          </a:p>
        </p:txBody>
      </p:sp>
    </p:spTree>
    <p:extLst>
      <p:ext uri="{BB962C8B-B14F-4D97-AF65-F5344CB8AC3E}">
        <p14:creationId xmlns:p14="http://schemas.microsoft.com/office/powerpoint/2010/main" val="362552719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幻灯片图像占位符 1"/>
          <p:cNvSpPr>
            <a:spLocks noGrp="1" noRot="1" noChangeAspect="1" noTextEdit="1"/>
          </p:cNvSpPr>
          <p:nvPr>
            <p:ph type="sldImg"/>
          </p:nvPr>
        </p:nvSpPr>
        <p:spPr>
          <a:xfrm>
            <a:off x="139700" y="768350"/>
            <a:ext cx="6821488" cy="3836988"/>
          </a:xfrm>
        </p:spPr>
      </p:sp>
      <p:sp>
        <p:nvSpPr>
          <p:cNvPr id="116739" name="备注占位符 2"/>
          <p:cNvSpPr>
            <a:spLocks noGrp="1"/>
          </p:cNvSpPr>
          <p:nvPr>
            <p:ph type="body" idx="1"/>
          </p:nvPr>
        </p:nvSpPr>
        <p:spPr>
          <a:noFill/>
        </p:spPr>
        <p:txBody>
          <a:bodyPr/>
          <a:lstStyle/>
          <a:p>
            <a:pPr eaLnBrk="1" hangingPunct="1"/>
            <a:endParaRPr kumimoji="1" lang="zh-CN" altLang="en-US" dirty="0">
              <a:latin typeface="Arial" panose="020B0604020202020204" pitchFamily="34" charset="0"/>
            </a:endParaRPr>
          </a:p>
        </p:txBody>
      </p:sp>
      <p:sp>
        <p:nvSpPr>
          <p:cNvPr id="116740" name="灯片编号占位符 3"/>
          <p:cNvSpPr>
            <a:spLocks noGrp="1"/>
          </p:cNvSpPr>
          <p:nvPr>
            <p:ph type="sldNum" sz="quarter" idx="5"/>
          </p:nvPr>
        </p:nvSpPr>
        <p:spPr>
          <a:noFill/>
        </p:spPr>
        <p:txBody>
          <a:bodyPr/>
          <a:lstStyle>
            <a:lvl1pPr defTabSz="989965" eaLnBrk="0" hangingPunct="0">
              <a:defRPr>
                <a:solidFill>
                  <a:schemeClr val="tx1"/>
                </a:solidFill>
                <a:latin typeface="Tahoma" panose="020B0604030504040204" pitchFamily="34" charset="0"/>
                <a:ea typeface="宋体" panose="02010600030101010101" pitchFamily="2" charset="-122"/>
              </a:defRPr>
            </a:lvl1pPr>
            <a:lvl2pPr marL="770890" indent="-296545" defTabSz="989965" eaLnBrk="0" hangingPunct="0">
              <a:defRPr>
                <a:solidFill>
                  <a:schemeClr val="tx1"/>
                </a:solidFill>
                <a:latin typeface="Tahoma" panose="020B0604030504040204" pitchFamily="34" charset="0"/>
                <a:ea typeface="宋体" panose="02010600030101010101" pitchFamily="2" charset="-122"/>
              </a:defRPr>
            </a:lvl2pPr>
            <a:lvl3pPr marL="1186180" indent="-237490" defTabSz="989965" eaLnBrk="0" hangingPunct="0">
              <a:defRPr>
                <a:solidFill>
                  <a:schemeClr val="tx1"/>
                </a:solidFill>
                <a:latin typeface="Tahoma" panose="020B0604030504040204" pitchFamily="34" charset="0"/>
                <a:ea typeface="宋体" panose="02010600030101010101" pitchFamily="2" charset="-122"/>
              </a:defRPr>
            </a:lvl3pPr>
            <a:lvl4pPr marL="1660525" indent="-237490" defTabSz="989965" eaLnBrk="0" hangingPunct="0">
              <a:defRPr>
                <a:solidFill>
                  <a:schemeClr val="tx1"/>
                </a:solidFill>
                <a:latin typeface="Tahoma" panose="020B0604030504040204" pitchFamily="34" charset="0"/>
                <a:ea typeface="宋体" panose="02010600030101010101" pitchFamily="2" charset="-122"/>
              </a:defRPr>
            </a:lvl4pPr>
            <a:lvl5pPr marL="2134870" indent="-237490" defTabSz="989965" eaLnBrk="0" hangingPunct="0">
              <a:defRPr>
                <a:solidFill>
                  <a:schemeClr val="tx1"/>
                </a:solidFill>
                <a:latin typeface="Tahoma" panose="020B0604030504040204" pitchFamily="34" charset="0"/>
                <a:ea typeface="宋体" panose="02010600030101010101" pitchFamily="2" charset="-122"/>
              </a:defRPr>
            </a:lvl5pPr>
            <a:lvl6pPr marL="2609215" indent="-237490" defTabSz="989965"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3083560" indent="-237490" defTabSz="989965"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558540" indent="-237490" defTabSz="989965"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4032885" indent="-237490" defTabSz="989965"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eaLnBrk="1" hangingPunct="1"/>
            <a:fld id="{1CF6401E-EA17-4D07-B855-28725AEF3B1F}" type="slidenum">
              <a:rPr lang="zh-CN" altLang="en-US">
                <a:latin typeface="Arial" panose="020B0604020202020204" pitchFamily="34" charset="0"/>
              </a:rPr>
              <a:t>138</a:t>
            </a:fld>
            <a:endParaRPr lang="en-US" altLang="zh-CN">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Rounded Rectangle 15"/>
          <p:cNvSpPr/>
          <p:nvPr/>
        </p:nvSpPr>
        <p:spPr>
          <a:xfrm>
            <a:off x="228600" y="171450"/>
            <a:ext cx="8696325" cy="4525963"/>
          </a:xfrm>
          <a:prstGeom prst="roundRect">
            <a:avLst>
              <a:gd name="adj" fmla="val 1272"/>
            </a:avLst>
          </a:prstGeom>
          <a:gradFill>
            <a:gsLst>
              <a:gs pos="0">
                <a:schemeClr val="accent1">
                  <a:lumMod val="75000"/>
                </a:schemeClr>
              </a:gs>
              <a:gs pos="10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eaLnBrk="1" hangingPunct="1">
              <a:defRPr/>
            </a:pPr>
            <a:endParaRPr lang="en-US" sz="1800" b="0" dirty="0">
              <a:solidFill>
                <a:prstClr val="white"/>
              </a:solidFill>
            </a:endParaRPr>
          </a:p>
        </p:txBody>
      </p:sp>
      <p:grpSp>
        <p:nvGrpSpPr>
          <p:cNvPr id="5" name="Group 9"/>
          <p:cNvGrpSpPr>
            <a:grpSpLocks noChangeAspect="1"/>
          </p:cNvGrpSpPr>
          <p:nvPr/>
        </p:nvGrpSpPr>
        <p:grpSpPr bwMode="auto">
          <a:xfrm>
            <a:off x="211138" y="4014788"/>
            <a:ext cx="8723312" cy="1000125"/>
            <a:chOff x="-3905250" y="4294188"/>
            <a:chExt cx="13011150" cy="1892300"/>
          </a:xfrm>
        </p:grpSpPr>
        <p:sp>
          <p:nvSpPr>
            <p:cNvPr id="6" name="Freeform 14"/>
            <p:cNvSpPr>
              <a:spLocks/>
            </p:cNvSpPr>
            <p:nvPr/>
          </p:nvSpPr>
          <p:spPr bwMode="hidden">
            <a:xfrm>
              <a:off x="4810681" y="4501439"/>
              <a:ext cx="4295219" cy="1015234"/>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 name="Freeform 18"/>
            <p:cNvSpPr>
              <a:spLocks/>
            </p:cNvSpPr>
            <p:nvPr/>
          </p:nvSpPr>
          <p:spPr bwMode="hidden">
            <a:xfrm>
              <a:off x="-308538" y="4318217"/>
              <a:ext cx="8280254" cy="1210470"/>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 name="Freeform 22"/>
            <p:cNvSpPr>
              <a:spLocks/>
            </p:cNvSpPr>
            <p:nvPr/>
          </p:nvSpPr>
          <p:spPr bwMode="hidden">
            <a:xfrm>
              <a:off x="4014" y="4336239"/>
              <a:ext cx="8164231" cy="1102339"/>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9" name="Freeform 26"/>
            <p:cNvSpPr>
              <a:spLocks/>
            </p:cNvSpPr>
            <p:nvPr/>
          </p:nvSpPr>
          <p:spPr bwMode="hidden">
            <a:xfrm>
              <a:off x="4157164" y="4315213"/>
              <a:ext cx="4939265" cy="928129"/>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10" name="Freeform 10"/>
            <p:cNvSpPr>
              <a:spLocks/>
            </p:cNvSpPr>
            <p:nvPr/>
          </p:nvSpPr>
          <p:spPr bwMode="hidden">
            <a:xfrm>
              <a:off x="-3905250" y="4294188"/>
              <a:ext cx="13011150"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 name="Title 1"/>
          <p:cNvSpPr>
            <a:spLocks noGrp="1"/>
          </p:cNvSpPr>
          <p:nvPr>
            <p:ph type="ctrTitle"/>
          </p:nvPr>
        </p:nvSpPr>
        <p:spPr>
          <a:xfrm>
            <a:off x="685800" y="1200152"/>
            <a:ext cx="7772400" cy="1335081"/>
          </a:xfrm>
        </p:spPr>
        <p:txBody>
          <a:bodyPr anchor="b">
            <a:normAutofit/>
          </a:bodyPr>
          <a:lstStyle>
            <a:lvl1pPr>
              <a:defRPr sz="4400">
                <a:solidFill>
                  <a:srgbClr val="FFFFFF"/>
                </a:solidFill>
              </a:defRPr>
            </a:lvl1pPr>
          </a:lstStyle>
          <a:p>
            <a:r>
              <a:rPr lang="zh-CN" altLang="en-US"/>
              <a:t>单击此处编辑母版标题样式</a:t>
            </a:r>
            <a:endParaRPr lang="en-US" dirty="0"/>
          </a:p>
        </p:txBody>
      </p:sp>
      <p:sp>
        <p:nvSpPr>
          <p:cNvPr id="3" name="Subtitle 2"/>
          <p:cNvSpPr>
            <a:spLocks noGrp="1"/>
          </p:cNvSpPr>
          <p:nvPr>
            <p:ph type="subTitle" idx="1"/>
          </p:nvPr>
        </p:nvSpPr>
        <p:spPr>
          <a:xfrm>
            <a:off x="1371600" y="2667001"/>
            <a:ext cx="6400800" cy="1104900"/>
          </a:xfrm>
        </p:spPr>
        <p:txBody>
          <a:bodyPr>
            <a:normAutofit/>
          </a:bodyPr>
          <a:lstStyle>
            <a:lvl1pPr marL="0" indent="0" algn="ctr">
              <a:buNone/>
              <a:defRPr sz="2000">
                <a:solidFill>
                  <a:srgbClr val="FFFFFF"/>
                </a:solidFill>
              </a:defRPr>
            </a:lvl1pPr>
            <a:lvl2pPr marL="457189" indent="0" algn="ctr">
              <a:buNone/>
              <a:defRPr>
                <a:solidFill>
                  <a:schemeClr val="tx1">
                    <a:tint val="75000"/>
                  </a:schemeClr>
                </a:solidFill>
              </a:defRPr>
            </a:lvl2pPr>
            <a:lvl3pPr marL="914378"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2"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zh-CN" altLang="en-US"/>
              <a:t>单击此处编辑母版副标题样式</a:t>
            </a:r>
            <a:endParaRPr lang="en-US" dirty="0"/>
          </a:p>
        </p:txBody>
      </p:sp>
      <p:sp>
        <p:nvSpPr>
          <p:cNvPr id="11" name="Date Placeholder 3"/>
          <p:cNvSpPr>
            <a:spLocks noGrp="1"/>
          </p:cNvSpPr>
          <p:nvPr>
            <p:ph type="dt" sz="half" idx="10"/>
          </p:nvPr>
        </p:nvSpPr>
        <p:spPr/>
        <p:txBody>
          <a:bodyPr rtlCol="0"/>
          <a:lstStyle>
            <a:lvl1pPr>
              <a:defRPr b="1">
                <a:latin typeface="Times New Roman" panose="02020603050405020304" pitchFamily="18" charset="0"/>
                <a:ea typeface="楷体_GB2312"/>
                <a:cs typeface="楷体_GB2312"/>
              </a:defRPr>
            </a:lvl1pPr>
          </a:lstStyle>
          <a:p>
            <a:pPr>
              <a:defRPr/>
            </a:pPr>
            <a:endParaRPr lang="en-US" altLang="zh-CN"/>
          </a:p>
        </p:txBody>
      </p:sp>
      <p:sp>
        <p:nvSpPr>
          <p:cNvPr id="12" name="Footer Placeholder 4"/>
          <p:cNvSpPr>
            <a:spLocks noGrp="1"/>
          </p:cNvSpPr>
          <p:nvPr>
            <p:ph type="ftr" sz="quarter" idx="11"/>
          </p:nvPr>
        </p:nvSpPr>
        <p:spPr/>
        <p:txBody>
          <a:bodyPr rtlCol="0"/>
          <a:lstStyle>
            <a:lvl1pPr algn="ctr">
              <a:defRPr b="1">
                <a:latin typeface="Times New Roman" panose="02020603050405020304" pitchFamily="18" charset="0"/>
                <a:ea typeface="楷体_GB2312"/>
                <a:cs typeface="楷体_GB2312"/>
              </a:defRPr>
            </a:lvl1pPr>
          </a:lstStyle>
          <a:p>
            <a:pPr>
              <a:defRPr/>
            </a:pPr>
            <a:endParaRPr lang="en-US" altLang="zh-CN"/>
          </a:p>
        </p:txBody>
      </p:sp>
      <p:sp>
        <p:nvSpPr>
          <p:cNvPr id="13" name="Slide Number Placeholder 5"/>
          <p:cNvSpPr>
            <a:spLocks noGrp="1"/>
          </p:cNvSpPr>
          <p:nvPr>
            <p:ph type="sldNum" sz="quarter" idx="12"/>
          </p:nvPr>
        </p:nvSpPr>
        <p:spPr/>
        <p:txBody>
          <a:bodyPr/>
          <a:lstStyle>
            <a:lvl1pPr>
              <a:defRPr b="1">
                <a:latin typeface="Times New Roman" panose="02020603050405020304" pitchFamily="18" charset="0"/>
              </a:defRPr>
            </a:lvl1pPr>
          </a:lstStyle>
          <a:p>
            <a:pPr>
              <a:defRPr/>
            </a:pPr>
            <a:fld id="{4354DE9C-EF8A-434A-A9AF-80EBC91D7122}" type="slidenum">
              <a:rPr lang="zh-CN" altLang="en-US"/>
              <a:pPr>
                <a:defRPr/>
              </a:pPr>
              <a:t>‹#›</a:t>
            </a:fld>
            <a:endParaRPr lang="en-US" altLang="zh-CN"/>
          </a:p>
        </p:txBody>
      </p:sp>
    </p:spTree>
    <p:extLst>
      <p:ext uri="{BB962C8B-B14F-4D97-AF65-F5344CB8AC3E}">
        <p14:creationId xmlns:p14="http://schemas.microsoft.com/office/powerpoint/2010/main" val="30514810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标题和内容">
    <p:spTree>
      <p:nvGrpSpPr>
        <p:cNvPr id="1" name=""/>
        <p:cNvGrpSpPr/>
        <p:nvPr/>
      </p:nvGrpSpPr>
      <p:grpSpPr>
        <a:xfrm>
          <a:off x="0" y="0"/>
          <a:ext cx="0" cy="0"/>
          <a:chOff x="0" y="0"/>
          <a:chExt cx="0" cy="0"/>
        </a:xfrm>
      </p:grpSpPr>
      <p:grpSp>
        <p:nvGrpSpPr>
          <p:cNvPr id="4" name="组合 6"/>
          <p:cNvGrpSpPr>
            <a:grpSpLocks/>
          </p:cNvGrpSpPr>
          <p:nvPr userDrawn="1"/>
        </p:nvGrpSpPr>
        <p:grpSpPr bwMode="auto">
          <a:xfrm>
            <a:off x="0" y="195263"/>
            <a:ext cx="755650" cy="431800"/>
            <a:chOff x="-786" y="195486"/>
            <a:chExt cx="756363" cy="432048"/>
          </a:xfrm>
        </p:grpSpPr>
        <p:sp>
          <p:nvSpPr>
            <p:cNvPr id="5" name="五边形 4"/>
            <p:cNvSpPr/>
            <p:nvPr/>
          </p:nvSpPr>
          <p:spPr>
            <a:xfrm>
              <a:off x="-786" y="195486"/>
              <a:ext cx="756363" cy="432048"/>
            </a:xfrm>
            <a:prstGeom prst="homePlate">
              <a:avLst/>
            </a:prstGeom>
            <a:solidFill>
              <a:schemeClr val="bg2">
                <a:lumMod val="50000"/>
              </a:schemeClr>
            </a:solidFill>
            <a:ln w="25400" cap="flat" cmpd="sng" algn="ctr">
              <a:noFill/>
              <a:prstDash val="solid"/>
            </a:ln>
            <a:effectLst/>
          </p:spPr>
          <p:txBody>
            <a:bodyPr anchor="ctr"/>
            <a:lstStyle/>
            <a:p>
              <a:pPr algn="ctr" eaLnBrk="1" hangingPunct="1">
                <a:defRPr/>
              </a:pPr>
              <a:endParaRPr lang="zh-CN" altLang="en-US" sz="1800" b="0">
                <a:solidFill>
                  <a:srgbClr val="FFFFFF"/>
                </a:solidFill>
                <a:latin typeface="Calibri" pitchFamily="34" charset="0"/>
                <a:ea typeface="楷体_GB2312"/>
                <a:cs typeface="楷体_GB2312"/>
              </a:endParaRPr>
            </a:p>
          </p:txBody>
        </p:sp>
        <p:sp>
          <p:nvSpPr>
            <p:cNvPr id="6" name="五边形 8"/>
            <p:cNvSpPr>
              <a:spLocks noChangeArrowheads="1"/>
            </p:cNvSpPr>
            <p:nvPr/>
          </p:nvSpPr>
          <p:spPr bwMode="auto">
            <a:xfrm>
              <a:off x="-786" y="197074"/>
              <a:ext cx="756363" cy="88951"/>
            </a:xfrm>
            <a:prstGeom prst="homePlate">
              <a:avLst>
                <a:gd name="adj" fmla="val 49995"/>
              </a:avLst>
            </a:prstGeom>
            <a:solidFill>
              <a:schemeClr val="bg1">
                <a:alpha val="30196"/>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eaLnBrk="1" hangingPunct="1"/>
              <a:endParaRPr lang="zh-CN" altLang="en-US" sz="1800" b="0">
                <a:solidFill>
                  <a:srgbClr val="FFFFFF"/>
                </a:solidFill>
                <a:latin typeface="Calibri" panose="020F0502020204030204" pitchFamily="34" charset="0"/>
              </a:endParaRPr>
            </a:p>
          </p:txBody>
        </p:sp>
      </p:grpSp>
      <p:sp>
        <p:nvSpPr>
          <p:cNvPr id="3" name="Content Placeholder 2"/>
          <p:cNvSpPr>
            <a:spLocks noGrp="1"/>
          </p:cNvSpPr>
          <p:nvPr>
            <p:ph idx="1"/>
          </p:nvPr>
        </p:nvSpPr>
        <p:spPr/>
        <p:txBody>
          <a:bodyPr/>
          <a:lstStyle>
            <a:lvl1pPr>
              <a:defRPr baseline="0">
                <a:latin typeface="Times New Roman" panose="02020603050405020304" pitchFamily="18" charset="0"/>
              </a:defRPr>
            </a:lvl1pPr>
            <a:lvl2pPr>
              <a:defRPr baseline="0">
                <a:latin typeface="Times New Roman" panose="02020603050405020304" pitchFamily="18" charset="0"/>
              </a:defRPr>
            </a:lvl2pPr>
            <a:lvl3pPr>
              <a:defRPr baseline="0">
                <a:latin typeface="Times New Roman" panose="02020603050405020304" pitchFamily="18" charset="0"/>
              </a:defRPr>
            </a:lvl3pPr>
            <a:lvl4pPr>
              <a:defRPr baseline="0">
                <a:latin typeface="Times New Roman" panose="02020603050405020304" pitchFamily="18" charset="0"/>
              </a:defRPr>
            </a:lvl4pPr>
            <a:lvl5pPr>
              <a:defRPr baseline="0">
                <a:latin typeface="Times New Roman" panose="02020603050405020304" pitchFamily="18" charset="0"/>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endParaRPr lang="en-US" dirty="0"/>
          </a:p>
        </p:txBody>
      </p:sp>
      <p:sp>
        <p:nvSpPr>
          <p:cNvPr id="7" name="Title 6"/>
          <p:cNvSpPr>
            <a:spLocks noGrp="1"/>
          </p:cNvSpPr>
          <p:nvPr>
            <p:ph type="title"/>
          </p:nvPr>
        </p:nvSpPr>
        <p:spPr>
          <a:xfrm>
            <a:off x="755577" y="267495"/>
            <a:ext cx="7931224" cy="360040"/>
          </a:xfrm>
        </p:spPr>
        <p:txBody>
          <a:bodyPr/>
          <a:lstStyle>
            <a:lvl1pPr algn="l">
              <a:defRPr b="1" baseline="0">
                <a:latin typeface="Times New Roman" panose="02020603050405020304" pitchFamily="18" charset="0"/>
                <a:ea typeface="黑体" panose="02010609060101010101" pitchFamily="49" charset="-122"/>
              </a:defRPr>
            </a:lvl1pPr>
          </a:lstStyle>
          <a:p>
            <a:r>
              <a:rPr lang="zh-CN" altLang="en-US" dirty="0"/>
              <a:t>单击此处编辑母版标题样式</a:t>
            </a:r>
            <a:endParaRPr lang="en-US" dirty="0"/>
          </a:p>
        </p:txBody>
      </p:sp>
      <p:sp>
        <p:nvSpPr>
          <p:cNvPr id="8" name="Date Placeholder 3"/>
          <p:cNvSpPr>
            <a:spLocks noGrp="1"/>
          </p:cNvSpPr>
          <p:nvPr>
            <p:ph type="dt" sz="half" idx="10"/>
          </p:nvPr>
        </p:nvSpPr>
        <p:spPr/>
        <p:txBody>
          <a:bodyPr rtlCol="0"/>
          <a:lstStyle>
            <a:lvl1pPr>
              <a:defRPr b="1">
                <a:latin typeface="Times New Roman" panose="02020603050405020304" pitchFamily="18" charset="0"/>
                <a:ea typeface="楷体_GB2312"/>
                <a:cs typeface="楷体_GB2312"/>
              </a:defRPr>
            </a:lvl1pPr>
          </a:lstStyle>
          <a:p>
            <a:pPr>
              <a:defRPr/>
            </a:pPr>
            <a:endParaRPr lang="en-US" altLang="zh-CN"/>
          </a:p>
        </p:txBody>
      </p:sp>
      <p:sp>
        <p:nvSpPr>
          <p:cNvPr id="9" name="Footer Placeholder 4"/>
          <p:cNvSpPr>
            <a:spLocks noGrp="1"/>
          </p:cNvSpPr>
          <p:nvPr>
            <p:ph type="ftr" sz="quarter" idx="11"/>
          </p:nvPr>
        </p:nvSpPr>
        <p:spPr/>
        <p:txBody>
          <a:bodyPr rtlCol="0"/>
          <a:lstStyle>
            <a:lvl1pPr algn="ctr">
              <a:defRPr b="1">
                <a:latin typeface="Times New Roman" panose="02020603050405020304" pitchFamily="18" charset="0"/>
                <a:ea typeface="楷体_GB2312"/>
                <a:cs typeface="楷体_GB2312"/>
              </a:defRPr>
            </a:lvl1pPr>
          </a:lstStyle>
          <a:p>
            <a:pPr>
              <a:defRPr/>
            </a:pPr>
            <a:endParaRPr lang="en-US" altLang="zh-CN"/>
          </a:p>
        </p:txBody>
      </p:sp>
      <p:sp>
        <p:nvSpPr>
          <p:cNvPr id="10" name="Slide Number Placeholder 5"/>
          <p:cNvSpPr>
            <a:spLocks noGrp="1"/>
          </p:cNvSpPr>
          <p:nvPr>
            <p:ph type="sldNum" sz="quarter" idx="12"/>
          </p:nvPr>
        </p:nvSpPr>
        <p:spPr/>
        <p:txBody>
          <a:bodyPr/>
          <a:lstStyle>
            <a:lvl1pPr>
              <a:defRPr b="1">
                <a:latin typeface="Times New Roman" panose="02020603050405020304" pitchFamily="18" charset="0"/>
              </a:defRPr>
            </a:lvl1pPr>
          </a:lstStyle>
          <a:p>
            <a:pPr>
              <a:defRPr/>
            </a:pPr>
            <a:fld id="{8776E3E9-DC9E-4990-BCC9-4E58880CF638}" type="slidenum">
              <a:rPr lang="zh-CN" altLang="en-US"/>
              <a:pPr>
                <a:defRPr/>
              </a:pPr>
              <a:t>‹#›</a:t>
            </a:fld>
            <a:endParaRPr lang="en-US" altLang="zh-CN"/>
          </a:p>
        </p:txBody>
      </p:sp>
    </p:spTree>
    <p:extLst>
      <p:ext uri="{BB962C8B-B14F-4D97-AF65-F5344CB8AC3E}">
        <p14:creationId xmlns:p14="http://schemas.microsoft.com/office/powerpoint/2010/main" val="22711178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空白">
    <p:spTree>
      <p:nvGrpSpPr>
        <p:cNvPr id="1" name=""/>
        <p:cNvGrpSpPr/>
        <p:nvPr/>
      </p:nvGrpSpPr>
      <p:grpSpPr>
        <a:xfrm>
          <a:off x="0" y="0"/>
          <a:ext cx="0" cy="0"/>
          <a:chOff x="0" y="0"/>
          <a:chExt cx="0" cy="0"/>
        </a:xfrm>
      </p:grpSpPr>
      <p:sp>
        <p:nvSpPr>
          <p:cNvPr id="2" name="Rectangle 11"/>
          <p:cNvSpPr>
            <a:spLocks noGrp="1" noChangeArrowheads="1"/>
          </p:cNvSpPr>
          <p:nvPr>
            <p:ph type="dt" sz="half" idx="10"/>
          </p:nvPr>
        </p:nvSpPr>
        <p:spPr>
          <a:ln/>
        </p:spPr>
        <p:txBody>
          <a:bodyPr/>
          <a:lstStyle>
            <a:lvl1pPr>
              <a:defRPr/>
            </a:lvl1pPr>
          </a:lstStyle>
          <a:p>
            <a:pPr>
              <a:defRPr/>
            </a:pPr>
            <a:fld id="{BFB77E6A-F5D0-4B81-A6A2-7670B3152CB5}" type="datetime1">
              <a:rPr lang="zh-CN" altLang="en-US"/>
              <a:pPr>
                <a:defRPr/>
              </a:pPr>
              <a:t>2025/4/29</a:t>
            </a:fld>
            <a:endParaRPr lang="en-US" altLang="zh-CN"/>
          </a:p>
        </p:txBody>
      </p:sp>
      <p:sp>
        <p:nvSpPr>
          <p:cNvPr id="3" name="Rectangle 12"/>
          <p:cNvSpPr>
            <a:spLocks noGrp="1" noChangeArrowheads="1"/>
          </p:cNvSpPr>
          <p:nvPr>
            <p:ph type="ftr" sz="quarter" idx="11"/>
          </p:nvPr>
        </p:nvSpPr>
        <p:spPr>
          <a:ln/>
        </p:spPr>
        <p:txBody>
          <a:bodyPr/>
          <a:lstStyle>
            <a:lvl1pPr>
              <a:defRPr/>
            </a:lvl1pPr>
          </a:lstStyle>
          <a:p>
            <a:pPr>
              <a:defRPr/>
            </a:pPr>
            <a:endParaRPr lang="en-US" altLang="zh-CN"/>
          </a:p>
        </p:txBody>
      </p:sp>
      <p:sp>
        <p:nvSpPr>
          <p:cNvPr id="4" name="Rectangle 13"/>
          <p:cNvSpPr>
            <a:spLocks noGrp="1" noChangeArrowheads="1"/>
          </p:cNvSpPr>
          <p:nvPr>
            <p:ph type="sldNum" sz="quarter" idx="12"/>
          </p:nvPr>
        </p:nvSpPr>
        <p:spPr>
          <a:ln/>
        </p:spPr>
        <p:txBody>
          <a:bodyPr/>
          <a:lstStyle>
            <a:lvl1pPr>
              <a:defRPr/>
            </a:lvl1pPr>
          </a:lstStyle>
          <a:p>
            <a:pPr>
              <a:defRPr/>
            </a:pPr>
            <a:fld id="{97AD1EE5-475A-487C-B002-8DFD5D5D9196}" type="slidenum">
              <a:rPr lang="zh-CN" altLang="en-US"/>
              <a:pPr>
                <a:defRPr/>
              </a:pPr>
              <a:t>‹#›</a:t>
            </a:fld>
            <a:endParaRPr lang="en-US" altLang="zh-CN"/>
          </a:p>
        </p:txBody>
      </p:sp>
    </p:spTree>
    <p:extLst>
      <p:ext uri="{BB962C8B-B14F-4D97-AF65-F5344CB8AC3E}">
        <p14:creationId xmlns:p14="http://schemas.microsoft.com/office/powerpoint/2010/main" val="27891151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Rounded Rectangle 15"/>
          <p:cNvSpPr/>
          <p:nvPr/>
        </p:nvSpPr>
        <p:spPr>
          <a:xfrm>
            <a:off x="228600" y="171450"/>
            <a:ext cx="8696325" cy="4525963"/>
          </a:xfrm>
          <a:prstGeom prst="roundRect">
            <a:avLst>
              <a:gd name="adj" fmla="val 1272"/>
            </a:avLst>
          </a:prstGeom>
          <a:gradFill>
            <a:gsLst>
              <a:gs pos="0">
                <a:schemeClr val="accent1">
                  <a:lumMod val="75000"/>
                </a:schemeClr>
              </a:gs>
              <a:gs pos="10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eaLnBrk="1" hangingPunct="1">
              <a:defRPr/>
            </a:pPr>
            <a:endParaRPr lang="en-US" sz="1800" b="0" dirty="0">
              <a:solidFill>
                <a:prstClr val="white"/>
              </a:solidFill>
            </a:endParaRPr>
          </a:p>
        </p:txBody>
      </p:sp>
      <p:grpSp>
        <p:nvGrpSpPr>
          <p:cNvPr id="5" name="Group 9"/>
          <p:cNvGrpSpPr>
            <a:grpSpLocks noChangeAspect="1"/>
          </p:cNvGrpSpPr>
          <p:nvPr/>
        </p:nvGrpSpPr>
        <p:grpSpPr bwMode="auto">
          <a:xfrm>
            <a:off x="211138" y="4014788"/>
            <a:ext cx="8723312" cy="1000125"/>
            <a:chOff x="-3905250" y="4294188"/>
            <a:chExt cx="13011150" cy="1892300"/>
          </a:xfrm>
        </p:grpSpPr>
        <p:sp>
          <p:nvSpPr>
            <p:cNvPr id="6" name="Freeform 14"/>
            <p:cNvSpPr>
              <a:spLocks/>
            </p:cNvSpPr>
            <p:nvPr/>
          </p:nvSpPr>
          <p:spPr bwMode="hidden">
            <a:xfrm>
              <a:off x="4810681" y="4501439"/>
              <a:ext cx="4295219" cy="1015234"/>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 name="Freeform 18"/>
            <p:cNvSpPr>
              <a:spLocks/>
            </p:cNvSpPr>
            <p:nvPr/>
          </p:nvSpPr>
          <p:spPr bwMode="hidden">
            <a:xfrm>
              <a:off x="-308538" y="4318217"/>
              <a:ext cx="8280254" cy="1210470"/>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 name="Freeform 22"/>
            <p:cNvSpPr>
              <a:spLocks/>
            </p:cNvSpPr>
            <p:nvPr/>
          </p:nvSpPr>
          <p:spPr bwMode="hidden">
            <a:xfrm>
              <a:off x="4014" y="4336239"/>
              <a:ext cx="8164231" cy="1102339"/>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9" name="Freeform 26"/>
            <p:cNvSpPr>
              <a:spLocks/>
            </p:cNvSpPr>
            <p:nvPr/>
          </p:nvSpPr>
          <p:spPr bwMode="hidden">
            <a:xfrm>
              <a:off x="4157164" y="4315213"/>
              <a:ext cx="4939265" cy="928129"/>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10" name="Freeform 10"/>
            <p:cNvSpPr>
              <a:spLocks/>
            </p:cNvSpPr>
            <p:nvPr/>
          </p:nvSpPr>
          <p:spPr bwMode="hidden">
            <a:xfrm>
              <a:off x="-3905250" y="4294188"/>
              <a:ext cx="13011150"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 name="Title 1"/>
          <p:cNvSpPr>
            <a:spLocks noGrp="1"/>
          </p:cNvSpPr>
          <p:nvPr>
            <p:ph type="ctrTitle"/>
          </p:nvPr>
        </p:nvSpPr>
        <p:spPr>
          <a:xfrm>
            <a:off x="685800" y="1200152"/>
            <a:ext cx="7772400" cy="1335081"/>
          </a:xfrm>
        </p:spPr>
        <p:txBody>
          <a:bodyPr anchor="b">
            <a:normAutofit/>
          </a:bodyPr>
          <a:lstStyle>
            <a:lvl1pPr>
              <a:defRPr sz="4400">
                <a:solidFill>
                  <a:srgbClr val="FFFFFF"/>
                </a:solidFill>
              </a:defRPr>
            </a:lvl1pPr>
          </a:lstStyle>
          <a:p>
            <a:r>
              <a:rPr lang="zh-CN" altLang="en-US"/>
              <a:t>单击此处编辑母版标题样式</a:t>
            </a:r>
            <a:endParaRPr lang="en-US" dirty="0"/>
          </a:p>
        </p:txBody>
      </p:sp>
      <p:sp>
        <p:nvSpPr>
          <p:cNvPr id="3" name="Subtitle 2"/>
          <p:cNvSpPr>
            <a:spLocks noGrp="1"/>
          </p:cNvSpPr>
          <p:nvPr>
            <p:ph type="subTitle" idx="1"/>
          </p:nvPr>
        </p:nvSpPr>
        <p:spPr>
          <a:xfrm>
            <a:off x="1371600" y="2667001"/>
            <a:ext cx="6400800" cy="1104900"/>
          </a:xfrm>
        </p:spPr>
        <p:txBody>
          <a:bodyPr>
            <a:normAutofit/>
          </a:bodyPr>
          <a:lstStyle>
            <a:lvl1pPr marL="0" indent="0" algn="ctr">
              <a:buNone/>
              <a:defRPr sz="2000">
                <a:solidFill>
                  <a:srgbClr val="FFFFFF"/>
                </a:solidFill>
              </a:defRPr>
            </a:lvl1pPr>
            <a:lvl2pPr marL="457178" indent="0" algn="ctr">
              <a:buNone/>
              <a:defRPr>
                <a:solidFill>
                  <a:schemeClr val="tx1">
                    <a:tint val="75000"/>
                  </a:schemeClr>
                </a:solidFill>
              </a:defRPr>
            </a:lvl2pPr>
            <a:lvl3pPr marL="914355" indent="0" algn="ctr">
              <a:buNone/>
              <a:defRPr>
                <a:solidFill>
                  <a:schemeClr val="tx1">
                    <a:tint val="75000"/>
                  </a:schemeClr>
                </a:solidFill>
              </a:defRPr>
            </a:lvl3pPr>
            <a:lvl4pPr marL="1371532" indent="0" algn="ctr">
              <a:buNone/>
              <a:defRPr>
                <a:solidFill>
                  <a:schemeClr val="tx1">
                    <a:tint val="75000"/>
                  </a:schemeClr>
                </a:solidFill>
              </a:defRPr>
            </a:lvl4pPr>
            <a:lvl5pPr marL="1828709" indent="0" algn="ctr">
              <a:buNone/>
              <a:defRPr>
                <a:solidFill>
                  <a:schemeClr val="tx1">
                    <a:tint val="75000"/>
                  </a:schemeClr>
                </a:solidFill>
              </a:defRPr>
            </a:lvl5pPr>
            <a:lvl6pPr marL="2285886" indent="0" algn="ctr">
              <a:buNone/>
              <a:defRPr>
                <a:solidFill>
                  <a:schemeClr val="tx1">
                    <a:tint val="75000"/>
                  </a:schemeClr>
                </a:solidFill>
              </a:defRPr>
            </a:lvl6pPr>
            <a:lvl7pPr marL="2743064" indent="0" algn="ctr">
              <a:buNone/>
              <a:defRPr>
                <a:solidFill>
                  <a:schemeClr val="tx1">
                    <a:tint val="75000"/>
                  </a:schemeClr>
                </a:solidFill>
              </a:defRPr>
            </a:lvl7pPr>
            <a:lvl8pPr marL="3200240" indent="0" algn="ctr">
              <a:buNone/>
              <a:defRPr>
                <a:solidFill>
                  <a:schemeClr val="tx1">
                    <a:tint val="75000"/>
                  </a:schemeClr>
                </a:solidFill>
              </a:defRPr>
            </a:lvl8pPr>
            <a:lvl9pPr marL="3657418" indent="0" algn="ctr">
              <a:buNone/>
              <a:defRPr>
                <a:solidFill>
                  <a:schemeClr val="tx1">
                    <a:tint val="75000"/>
                  </a:schemeClr>
                </a:solidFill>
              </a:defRPr>
            </a:lvl9pPr>
          </a:lstStyle>
          <a:p>
            <a:r>
              <a:rPr lang="zh-CN" altLang="en-US"/>
              <a:t>单击此处编辑母版副标题样式</a:t>
            </a:r>
            <a:endParaRPr lang="en-US" dirty="0"/>
          </a:p>
        </p:txBody>
      </p:sp>
      <p:sp>
        <p:nvSpPr>
          <p:cNvPr id="11" name="Date Placeholder 3"/>
          <p:cNvSpPr>
            <a:spLocks noGrp="1"/>
          </p:cNvSpPr>
          <p:nvPr>
            <p:ph type="dt" sz="half" idx="10"/>
          </p:nvPr>
        </p:nvSpPr>
        <p:spPr/>
        <p:txBody>
          <a:bodyPr rtlCol="0"/>
          <a:lstStyle>
            <a:lvl1pPr>
              <a:defRPr b="1">
                <a:latin typeface="Times New Roman" panose="02020603050405020304" pitchFamily="18" charset="0"/>
                <a:ea typeface="楷体_GB2312"/>
                <a:cs typeface="楷体_GB2312"/>
              </a:defRPr>
            </a:lvl1pPr>
          </a:lstStyle>
          <a:p>
            <a:pPr>
              <a:defRPr/>
            </a:pPr>
            <a:endParaRPr lang="en-US" altLang="zh-CN"/>
          </a:p>
        </p:txBody>
      </p:sp>
      <p:sp>
        <p:nvSpPr>
          <p:cNvPr id="12" name="Footer Placeholder 4"/>
          <p:cNvSpPr>
            <a:spLocks noGrp="1"/>
          </p:cNvSpPr>
          <p:nvPr>
            <p:ph type="ftr" sz="quarter" idx="11"/>
          </p:nvPr>
        </p:nvSpPr>
        <p:spPr/>
        <p:txBody>
          <a:bodyPr rtlCol="0"/>
          <a:lstStyle>
            <a:lvl1pPr algn="ctr">
              <a:defRPr b="1">
                <a:latin typeface="Times New Roman" panose="02020603050405020304" pitchFamily="18" charset="0"/>
                <a:ea typeface="楷体_GB2312"/>
                <a:cs typeface="楷体_GB2312"/>
              </a:defRPr>
            </a:lvl1pPr>
          </a:lstStyle>
          <a:p>
            <a:pPr>
              <a:defRPr/>
            </a:pPr>
            <a:endParaRPr lang="en-US" altLang="zh-CN"/>
          </a:p>
        </p:txBody>
      </p:sp>
      <p:sp>
        <p:nvSpPr>
          <p:cNvPr id="13" name="Slide Number Placeholder 5"/>
          <p:cNvSpPr>
            <a:spLocks noGrp="1"/>
          </p:cNvSpPr>
          <p:nvPr>
            <p:ph type="sldNum" sz="quarter" idx="12"/>
          </p:nvPr>
        </p:nvSpPr>
        <p:spPr/>
        <p:txBody>
          <a:bodyPr/>
          <a:lstStyle>
            <a:lvl1pPr>
              <a:defRPr b="1">
                <a:latin typeface="Times New Roman" panose="02020603050405020304" pitchFamily="18" charset="0"/>
                <a:ea typeface="楷体_GB2312" pitchFamily="49" charset="-122"/>
              </a:defRPr>
            </a:lvl1pPr>
          </a:lstStyle>
          <a:p>
            <a:pPr>
              <a:defRPr/>
            </a:pPr>
            <a:fld id="{560CBABA-6F55-496A-B8A4-3CA2470A0480}" type="slidenum">
              <a:rPr lang="zh-CN" altLang="en-US"/>
              <a:pPr>
                <a:defRPr/>
              </a:pPr>
              <a:t>‹#›</a:t>
            </a:fld>
            <a:endParaRPr lang="en-US" altLang="zh-CN"/>
          </a:p>
        </p:txBody>
      </p:sp>
    </p:spTree>
    <p:extLst>
      <p:ext uri="{BB962C8B-B14F-4D97-AF65-F5344CB8AC3E}">
        <p14:creationId xmlns:p14="http://schemas.microsoft.com/office/powerpoint/2010/main" val="25467666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标题和内容">
    <p:spTree>
      <p:nvGrpSpPr>
        <p:cNvPr id="1" name=""/>
        <p:cNvGrpSpPr/>
        <p:nvPr/>
      </p:nvGrpSpPr>
      <p:grpSpPr>
        <a:xfrm>
          <a:off x="0" y="0"/>
          <a:ext cx="0" cy="0"/>
          <a:chOff x="0" y="0"/>
          <a:chExt cx="0" cy="0"/>
        </a:xfrm>
      </p:grpSpPr>
      <p:grpSp>
        <p:nvGrpSpPr>
          <p:cNvPr id="4" name="组合 6"/>
          <p:cNvGrpSpPr>
            <a:grpSpLocks/>
          </p:cNvGrpSpPr>
          <p:nvPr userDrawn="1"/>
        </p:nvGrpSpPr>
        <p:grpSpPr bwMode="auto">
          <a:xfrm>
            <a:off x="0" y="195263"/>
            <a:ext cx="755650" cy="431800"/>
            <a:chOff x="-786" y="195486"/>
            <a:chExt cx="756363" cy="432048"/>
          </a:xfrm>
        </p:grpSpPr>
        <p:sp>
          <p:nvSpPr>
            <p:cNvPr id="5" name="五边形 4"/>
            <p:cNvSpPr/>
            <p:nvPr/>
          </p:nvSpPr>
          <p:spPr>
            <a:xfrm>
              <a:off x="-786" y="195486"/>
              <a:ext cx="756363" cy="432048"/>
            </a:xfrm>
            <a:prstGeom prst="homePlate">
              <a:avLst/>
            </a:prstGeom>
            <a:solidFill>
              <a:schemeClr val="bg2">
                <a:lumMod val="50000"/>
              </a:schemeClr>
            </a:solidFill>
            <a:ln w="25400" cap="flat" cmpd="sng" algn="ctr">
              <a:noFill/>
              <a:prstDash val="solid"/>
            </a:ln>
            <a:effectLst/>
          </p:spPr>
          <p:txBody>
            <a:bodyPr anchor="ctr"/>
            <a:lstStyle/>
            <a:p>
              <a:pPr algn="ctr" eaLnBrk="1" hangingPunct="1">
                <a:defRPr/>
              </a:pPr>
              <a:endParaRPr lang="zh-CN" altLang="en-US" sz="1800" b="0">
                <a:solidFill>
                  <a:srgbClr val="FFFFFF"/>
                </a:solidFill>
                <a:latin typeface="Calibri" pitchFamily="34" charset="0"/>
                <a:ea typeface="华文楷体" panose="02010600040101010101" pitchFamily="2" charset="-122"/>
              </a:endParaRPr>
            </a:p>
          </p:txBody>
        </p:sp>
        <p:sp>
          <p:nvSpPr>
            <p:cNvPr id="6" name="五边形 8"/>
            <p:cNvSpPr>
              <a:spLocks noChangeArrowheads="1"/>
            </p:cNvSpPr>
            <p:nvPr/>
          </p:nvSpPr>
          <p:spPr bwMode="auto">
            <a:xfrm>
              <a:off x="-786" y="197074"/>
              <a:ext cx="756363" cy="88951"/>
            </a:xfrm>
            <a:prstGeom prst="homePlate">
              <a:avLst>
                <a:gd name="adj" fmla="val 49995"/>
              </a:avLst>
            </a:prstGeom>
            <a:solidFill>
              <a:schemeClr val="bg1">
                <a:alpha val="30196"/>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eaLnBrk="1" hangingPunct="1"/>
              <a:endParaRPr lang="zh-CN" altLang="en-US" sz="1800" b="0">
                <a:solidFill>
                  <a:srgbClr val="FFFFFF"/>
                </a:solidFill>
                <a:latin typeface="Calibri" panose="020F0502020204030204" pitchFamily="34" charset="0"/>
                <a:ea typeface="华文楷体" panose="02010600040101010101" pitchFamily="2" charset="-122"/>
              </a:endParaRPr>
            </a:p>
          </p:txBody>
        </p:sp>
      </p:grpSp>
      <p:sp>
        <p:nvSpPr>
          <p:cNvPr id="3" name="Content Placeholder 2"/>
          <p:cNvSpPr>
            <a:spLocks noGrp="1"/>
          </p:cNvSpPr>
          <p:nvPr>
            <p:ph idx="1"/>
          </p:nvPr>
        </p:nvSpPr>
        <p:spPr/>
        <p:txBody>
          <a:bodyPr/>
          <a:lstStyle>
            <a:lvl1pPr>
              <a:defRPr baseline="0">
                <a:latin typeface="Times New Roman" panose="02020603050405020304" pitchFamily="18" charset="0"/>
              </a:defRPr>
            </a:lvl1pPr>
            <a:lvl2pPr>
              <a:defRPr baseline="0">
                <a:latin typeface="Times New Roman" panose="02020603050405020304" pitchFamily="18" charset="0"/>
              </a:defRPr>
            </a:lvl2pPr>
            <a:lvl3pPr>
              <a:defRPr baseline="0">
                <a:latin typeface="Times New Roman" panose="02020603050405020304" pitchFamily="18" charset="0"/>
              </a:defRPr>
            </a:lvl3pPr>
            <a:lvl4pPr>
              <a:defRPr baseline="0">
                <a:latin typeface="Times New Roman" panose="02020603050405020304" pitchFamily="18" charset="0"/>
              </a:defRPr>
            </a:lvl4pPr>
            <a:lvl5pPr>
              <a:defRPr baseline="0">
                <a:latin typeface="Times New Roman" panose="02020603050405020304" pitchFamily="18" charset="0"/>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endParaRPr lang="en-US" dirty="0"/>
          </a:p>
        </p:txBody>
      </p:sp>
      <p:sp>
        <p:nvSpPr>
          <p:cNvPr id="7" name="Title 6"/>
          <p:cNvSpPr>
            <a:spLocks noGrp="1"/>
          </p:cNvSpPr>
          <p:nvPr>
            <p:ph type="title"/>
          </p:nvPr>
        </p:nvSpPr>
        <p:spPr>
          <a:xfrm>
            <a:off x="755577" y="267495"/>
            <a:ext cx="7931224" cy="360040"/>
          </a:xfrm>
        </p:spPr>
        <p:txBody>
          <a:bodyPr/>
          <a:lstStyle>
            <a:lvl1pPr algn="l">
              <a:defRPr b="1" baseline="0">
                <a:latin typeface="Times New Roman" panose="02020603050405020304" pitchFamily="18" charset="0"/>
                <a:ea typeface="黑体" panose="02010609060101010101" pitchFamily="49" charset="-122"/>
              </a:defRPr>
            </a:lvl1pPr>
          </a:lstStyle>
          <a:p>
            <a:r>
              <a:rPr lang="zh-CN" altLang="en-US" dirty="0"/>
              <a:t>单击此处编辑母版标题样式</a:t>
            </a:r>
            <a:endParaRPr lang="en-US" dirty="0"/>
          </a:p>
        </p:txBody>
      </p:sp>
      <p:sp>
        <p:nvSpPr>
          <p:cNvPr id="8" name="Date Placeholder 3"/>
          <p:cNvSpPr>
            <a:spLocks noGrp="1"/>
          </p:cNvSpPr>
          <p:nvPr>
            <p:ph type="dt" sz="half" idx="10"/>
          </p:nvPr>
        </p:nvSpPr>
        <p:spPr/>
        <p:txBody>
          <a:bodyPr rtlCol="0"/>
          <a:lstStyle>
            <a:lvl1pPr>
              <a:defRPr b="1">
                <a:latin typeface="Times New Roman" panose="02020603050405020304" pitchFamily="18" charset="0"/>
                <a:ea typeface="楷体_GB2312"/>
                <a:cs typeface="楷体_GB2312"/>
              </a:defRPr>
            </a:lvl1pPr>
          </a:lstStyle>
          <a:p>
            <a:pPr>
              <a:defRPr/>
            </a:pPr>
            <a:endParaRPr lang="en-US" altLang="zh-CN"/>
          </a:p>
        </p:txBody>
      </p:sp>
      <p:sp>
        <p:nvSpPr>
          <p:cNvPr id="9" name="Footer Placeholder 4"/>
          <p:cNvSpPr>
            <a:spLocks noGrp="1"/>
          </p:cNvSpPr>
          <p:nvPr>
            <p:ph type="ftr" sz="quarter" idx="11"/>
          </p:nvPr>
        </p:nvSpPr>
        <p:spPr/>
        <p:txBody>
          <a:bodyPr rtlCol="0"/>
          <a:lstStyle>
            <a:lvl1pPr algn="ctr">
              <a:defRPr b="1">
                <a:latin typeface="Times New Roman" panose="02020603050405020304" pitchFamily="18" charset="0"/>
                <a:ea typeface="楷体_GB2312"/>
                <a:cs typeface="楷体_GB2312"/>
              </a:defRPr>
            </a:lvl1pPr>
          </a:lstStyle>
          <a:p>
            <a:pPr>
              <a:defRPr/>
            </a:pPr>
            <a:endParaRPr lang="en-US" altLang="zh-CN"/>
          </a:p>
        </p:txBody>
      </p:sp>
      <p:sp>
        <p:nvSpPr>
          <p:cNvPr id="10" name="Slide Number Placeholder 5"/>
          <p:cNvSpPr>
            <a:spLocks noGrp="1"/>
          </p:cNvSpPr>
          <p:nvPr>
            <p:ph type="sldNum" sz="quarter" idx="12"/>
          </p:nvPr>
        </p:nvSpPr>
        <p:spPr/>
        <p:txBody>
          <a:bodyPr/>
          <a:lstStyle>
            <a:lvl1pPr>
              <a:defRPr b="1">
                <a:latin typeface="Times New Roman" panose="02020603050405020304" pitchFamily="18" charset="0"/>
                <a:ea typeface="楷体_GB2312" pitchFamily="49" charset="-122"/>
              </a:defRPr>
            </a:lvl1pPr>
          </a:lstStyle>
          <a:p>
            <a:pPr>
              <a:defRPr/>
            </a:pPr>
            <a:fld id="{A00E0565-7E0D-4A75-9ADF-0735BA62E8F7}" type="slidenum">
              <a:rPr lang="zh-CN" altLang="en-US"/>
              <a:pPr>
                <a:defRPr/>
              </a:pPr>
              <a:t>‹#›</a:t>
            </a:fld>
            <a:endParaRPr lang="en-US" altLang="zh-CN"/>
          </a:p>
        </p:txBody>
      </p:sp>
    </p:spTree>
    <p:extLst>
      <p:ext uri="{BB962C8B-B14F-4D97-AF65-F5344CB8AC3E}">
        <p14:creationId xmlns:p14="http://schemas.microsoft.com/office/powerpoint/2010/main" val="775913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Rounded Rectangle 15"/>
          <p:cNvSpPr/>
          <p:nvPr/>
        </p:nvSpPr>
        <p:spPr>
          <a:xfrm>
            <a:off x="228600" y="171450"/>
            <a:ext cx="8696325" cy="4525963"/>
          </a:xfrm>
          <a:prstGeom prst="roundRect">
            <a:avLst>
              <a:gd name="adj" fmla="val 1272"/>
            </a:avLst>
          </a:prstGeom>
          <a:gradFill>
            <a:gsLst>
              <a:gs pos="0">
                <a:schemeClr val="accent1">
                  <a:lumMod val="75000"/>
                </a:schemeClr>
              </a:gs>
              <a:gs pos="10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eaLnBrk="1" hangingPunct="1">
              <a:defRPr/>
            </a:pPr>
            <a:endParaRPr lang="en-US" sz="1800" b="0" dirty="0">
              <a:solidFill>
                <a:prstClr val="white"/>
              </a:solidFill>
            </a:endParaRPr>
          </a:p>
        </p:txBody>
      </p:sp>
      <p:grpSp>
        <p:nvGrpSpPr>
          <p:cNvPr id="5" name="Group 9"/>
          <p:cNvGrpSpPr>
            <a:grpSpLocks noChangeAspect="1"/>
          </p:cNvGrpSpPr>
          <p:nvPr/>
        </p:nvGrpSpPr>
        <p:grpSpPr bwMode="auto">
          <a:xfrm>
            <a:off x="211138" y="4014788"/>
            <a:ext cx="8723312" cy="1000125"/>
            <a:chOff x="-3905250" y="4294188"/>
            <a:chExt cx="13011150" cy="1892300"/>
          </a:xfrm>
        </p:grpSpPr>
        <p:sp>
          <p:nvSpPr>
            <p:cNvPr id="6" name="Freeform 14"/>
            <p:cNvSpPr>
              <a:spLocks/>
            </p:cNvSpPr>
            <p:nvPr/>
          </p:nvSpPr>
          <p:spPr bwMode="hidden">
            <a:xfrm>
              <a:off x="4810681" y="4501439"/>
              <a:ext cx="4295219" cy="1015234"/>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 name="Freeform 18"/>
            <p:cNvSpPr>
              <a:spLocks/>
            </p:cNvSpPr>
            <p:nvPr/>
          </p:nvSpPr>
          <p:spPr bwMode="hidden">
            <a:xfrm>
              <a:off x="-308538" y="4318217"/>
              <a:ext cx="8280254" cy="1210470"/>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 name="Freeform 22"/>
            <p:cNvSpPr>
              <a:spLocks/>
            </p:cNvSpPr>
            <p:nvPr/>
          </p:nvSpPr>
          <p:spPr bwMode="hidden">
            <a:xfrm>
              <a:off x="4014" y="4336239"/>
              <a:ext cx="8164231" cy="1102339"/>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9" name="Freeform 26"/>
            <p:cNvSpPr>
              <a:spLocks/>
            </p:cNvSpPr>
            <p:nvPr/>
          </p:nvSpPr>
          <p:spPr bwMode="hidden">
            <a:xfrm>
              <a:off x="4157164" y="4315213"/>
              <a:ext cx="4939265" cy="928129"/>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10" name="Freeform 10"/>
            <p:cNvSpPr>
              <a:spLocks/>
            </p:cNvSpPr>
            <p:nvPr/>
          </p:nvSpPr>
          <p:spPr bwMode="hidden">
            <a:xfrm>
              <a:off x="-3905250" y="4294188"/>
              <a:ext cx="13011150"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 name="Title 1"/>
          <p:cNvSpPr>
            <a:spLocks noGrp="1"/>
          </p:cNvSpPr>
          <p:nvPr>
            <p:ph type="ctrTitle"/>
          </p:nvPr>
        </p:nvSpPr>
        <p:spPr>
          <a:xfrm>
            <a:off x="685800" y="1200152"/>
            <a:ext cx="7772400" cy="1335081"/>
          </a:xfrm>
        </p:spPr>
        <p:txBody>
          <a:bodyPr anchor="b">
            <a:normAutofit/>
          </a:bodyPr>
          <a:lstStyle>
            <a:lvl1pPr>
              <a:defRPr sz="4400">
                <a:solidFill>
                  <a:srgbClr val="FFFFFF"/>
                </a:solidFill>
              </a:defRPr>
            </a:lvl1pPr>
          </a:lstStyle>
          <a:p>
            <a:r>
              <a:rPr lang="zh-CN" altLang="en-US"/>
              <a:t>单击此处编辑母版标题样式</a:t>
            </a:r>
            <a:endParaRPr lang="en-US" dirty="0"/>
          </a:p>
        </p:txBody>
      </p:sp>
      <p:sp>
        <p:nvSpPr>
          <p:cNvPr id="3" name="Subtitle 2"/>
          <p:cNvSpPr>
            <a:spLocks noGrp="1"/>
          </p:cNvSpPr>
          <p:nvPr>
            <p:ph type="subTitle" idx="1"/>
          </p:nvPr>
        </p:nvSpPr>
        <p:spPr>
          <a:xfrm>
            <a:off x="1371600" y="2667001"/>
            <a:ext cx="6400800" cy="1104900"/>
          </a:xfrm>
        </p:spPr>
        <p:txBody>
          <a:bodyPr>
            <a:normAutofit/>
          </a:bodyPr>
          <a:lstStyle>
            <a:lvl1pPr marL="0" indent="0" algn="ctr">
              <a:buNone/>
              <a:defRPr sz="2000">
                <a:solidFill>
                  <a:srgbClr val="FFFFFF"/>
                </a:solidFill>
              </a:defRPr>
            </a:lvl1pPr>
            <a:lvl2pPr marL="457178" indent="0" algn="ctr">
              <a:buNone/>
              <a:defRPr>
                <a:solidFill>
                  <a:schemeClr val="tx1">
                    <a:tint val="75000"/>
                  </a:schemeClr>
                </a:solidFill>
              </a:defRPr>
            </a:lvl2pPr>
            <a:lvl3pPr marL="914355" indent="0" algn="ctr">
              <a:buNone/>
              <a:defRPr>
                <a:solidFill>
                  <a:schemeClr val="tx1">
                    <a:tint val="75000"/>
                  </a:schemeClr>
                </a:solidFill>
              </a:defRPr>
            </a:lvl3pPr>
            <a:lvl4pPr marL="1371532" indent="0" algn="ctr">
              <a:buNone/>
              <a:defRPr>
                <a:solidFill>
                  <a:schemeClr val="tx1">
                    <a:tint val="75000"/>
                  </a:schemeClr>
                </a:solidFill>
              </a:defRPr>
            </a:lvl4pPr>
            <a:lvl5pPr marL="1828709" indent="0" algn="ctr">
              <a:buNone/>
              <a:defRPr>
                <a:solidFill>
                  <a:schemeClr val="tx1">
                    <a:tint val="75000"/>
                  </a:schemeClr>
                </a:solidFill>
              </a:defRPr>
            </a:lvl5pPr>
            <a:lvl6pPr marL="2285886" indent="0" algn="ctr">
              <a:buNone/>
              <a:defRPr>
                <a:solidFill>
                  <a:schemeClr val="tx1">
                    <a:tint val="75000"/>
                  </a:schemeClr>
                </a:solidFill>
              </a:defRPr>
            </a:lvl6pPr>
            <a:lvl7pPr marL="2743064" indent="0" algn="ctr">
              <a:buNone/>
              <a:defRPr>
                <a:solidFill>
                  <a:schemeClr val="tx1">
                    <a:tint val="75000"/>
                  </a:schemeClr>
                </a:solidFill>
              </a:defRPr>
            </a:lvl7pPr>
            <a:lvl8pPr marL="3200240" indent="0" algn="ctr">
              <a:buNone/>
              <a:defRPr>
                <a:solidFill>
                  <a:schemeClr val="tx1">
                    <a:tint val="75000"/>
                  </a:schemeClr>
                </a:solidFill>
              </a:defRPr>
            </a:lvl8pPr>
            <a:lvl9pPr marL="3657418" indent="0" algn="ctr">
              <a:buNone/>
              <a:defRPr>
                <a:solidFill>
                  <a:schemeClr val="tx1">
                    <a:tint val="75000"/>
                  </a:schemeClr>
                </a:solidFill>
              </a:defRPr>
            </a:lvl9pPr>
          </a:lstStyle>
          <a:p>
            <a:r>
              <a:rPr lang="zh-CN" altLang="en-US"/>
              <a:t>单击此处编辑母版副标题样式</a:t>
            </a:r>
            <a:endParaRPr lang="en-US" dirty="0"/>
          </a:p>
        </p:txBody>
      </p:sp>
      <p:sp>
        <p:nvSpPr>
          <p:cNvPr id="11" name="Date Placeholder 3"/>
          <p:cNvSpPr>
            <a:spLocks noGrp="1"/>
          </p:cNvSpPr>
          <p:nvPr>
            <p:ph type="dt" sz="half" idx="10"/>
          </p:nvPr>
        </p:nvSpPr>
        <p:spPr/>
        <p:txBody>
          <a:bodyPr rtlCol="0"/>
          <a:lstStyle>
            <a:lvl1pPr>
              <a:defRPr b="1">
                <a:latin typeface="Times New Roman" panose="02020603050405020304" pitchFamily="18" charset="0"/>
                <a:ea typeface="楷体_GB2312"/>
                <a:cs typeface="楷体_GB2312"/>
              </a:defRPr>
            </a:lvl1pPr>
          </a:lstStyle>
          <a:p>
            <a:pPr>
              <a:defRPr/>
            </a:pPr>
            <a:endParaRPr lang="en-US" altLang="zh-CN"/>
          </a:p>
        </p:txBody>
      </p:sp>
      <p:sp>
        <p:nvSpPr>
          <p:cNvPr id="12" name="Footer Placeholder 4"/>
          <p:cNvSpPr>
            <a:spLocks noGrp="1"/>
          </p:cNvSpPr>
          <p:nvPr>
            <p:ph type="ftr" sz="quarter" idx="11"/>
          </p:nvPr>
        </p:nvSpPr>
        <p:spPr/>
        <p:txBody>
          <a:bodyPr rtlCol="0"/>
          <a:lstStyle>
            <a:lvl1pPr algn="ctr">
              <a:defRPr b="1">
                <a:latin typeface="Times New Roman" panose="02020603050405020304" pitchFamily="18" charset="0"/>
                <a:ea typeface="楷体_GB2312"/>
                <a:cs typeface="楷体_GB2312"/>
              </a:defRPr>
            </a:lvl1pPr>
          </a:lstStyle>
          <a:p>
            <a:pPr>
              <a:defRPr/>
            </a:pPr>
            <a:endParaRPr lang="en-US" altLang="zh-CN"/>
          </a:p>
        </p:txBody>
      </p:sp>
      <p:sp>
        <p:nvSpPr>
          <p:cNvPr id="13" name="Slide Number Placeholder 5"/>
          <p:cNvSpPr>
            <a:spLocks noGrp="1"/>
          </p:cNvSpPr>
          <p:nvPr>
            <p:ph type="sldNum" sz="quarter" idx="12"/>
          </p:nvPr>
        </p:nvSpPr>
        <p:spPr/>
        <p:txBody>
          <a:bodyPr/>
          <a:lstStyle>
            <a:lvl1pPr>
              <a:defRPr b="1">
                <a:latin typeface="Times New Roman" panose="02020603050405020304" pitchFamily="18" charset="0"/>
                <a:ea typeface="楷体_GB2312" pitchFamily="49" charset="-122"/>
              </a:defRPr>
            </a:lvl1pPr>
          </a:lstStyle>
          <a:p>
            <a:pPr>
              <a:defRPr/>
            </a:pPr>
            <a:fld id="{7C56C03C-35D5-499B-BA7A-3F39A34ECDE0}" type="slidenum">
              <a:rPr lang="zh-CN" altLang="en-US"/>
              <a:pPr>
                <a:defRPr/>
              </a:pPr>
              <a:t>‹#›</a:t>
            </a:fld>
            <a:endParaRPr lang="en-US" altLang="zh-CN"/>
          </a:p>
        </p:txBody>
      </p:sp>
    </p:spTree>
    <p:extLst>
      <p:ext uri="{BB962C8B-B14F-4D97-AF65-F5344CB8AC3E}">
        <p14:creationId xmlns:p14="http://schemas.microsoft.com/office/powerpoint/2010/main" val="35172761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obj" preserve="1">
  <p:cSld name="标题和内容">
    <p:spTree>
      <p:nvGrpSpPr>
        <p:cNvPr id="1" name=""/>
        <p:cNvGrpSpPr/>
        <p:nvPr/>
      </p:nvGrpSpPr>
      <p:grpSpPr>
        <a:xfrm>
          <a:off x="0" y="0"/>
          <a:ext cx="0" cy="0"/>
          <a:chOff x="0" y="0"/>
          <a:chExt cx="0" cy="0"/>
        </a:xfrm>
      </p:grpSpPr>
      <p:grpSp>
        <p:nvGrpSpPr>
          <p:cNvPr id="4" name="组合 6"/>
          <p:cNvGrpSpPr>
            <a:grpSpLocks/>
          </p:cNvGrpSpPr>
          <p:nvPr userDrawn="1"/>
        </p:nvGrpSpPr>
        <p:grpSpPr bwMode="auto">
          <a:xfrm>
            <a:off x="0" y="195263"/>
            <a:ext cx="755650" cy="431800"/>
            <a:chOff x="-786" y="195486"/>
            <a:chExt cx="756363" cy="432048"/>
          </a:xfrm>
        </p:grpSpPr>
        <p:sp>
          <p:nvSpPr>
            <p:cNvPr id="5" name="五边形 4"/>
            <p:cNvSpPr/>
            <p:nvPr/>
          </p:nvSpPr>
          <p:spPr>
            <a:xfrm>
              <a:off x="-786" y="195486"/>
              <a:ext cx="756363" cy="432048"/>
            </a:xfrm>
            <a:prstGeom prst="homePlate">
              <a:avLst/>
            </a:prstGeom>
            <a:solidFill>
              <a:schemeClr val="bg2">
                <a:lumMod val="50000"/>
              </a:schemeClr>
            </a:solidFill>
            <a:ln w="25400" cap="flat" cmpd="sng" algn="ctr">
              <a:noFill/>
              <a:prstDash val="solid"/>
            </a:ln>
            <a:effectLst/>
          </p:spPr>
          <p:txBody>
            <a:bodyPr anchor="ctr"/>
            <a:lstStyle/>
            <a:p>
              <a:pPr algn="ctr" eaLnBrk="1" hangingPunct="1">
                <a:defRPr/>
              </a:pPr>
              <a:endParaRPr lang="zh-CN" altLang="en-US" sz="1800" b="0">
                <a:solidFill>
                  <a:srgbClr val="FFFFFF"/>
                </a:solidFill>
                <a:latin typeface="Calibri" pitchFamily="34" charset="0"/>
                <a:ea typeface="华文楷体" panose="02010600040101010101" pitchFamily="2" charset="-122"/>
              </a:endParaRPr>
            </a:p>
          </p:txBody>
        </p:sp>
        <p:sp>
          <p:nvSpPr>
            <p:cNvPr id="6" name="五边形 8"/>
            <p:cNvSpPr>
              <a:spLocks noChangeArrowheads="1"/>
            </p:cNvSpPr>
            <p:nvPr/>
          </p:nvSpPr>
          <p:spPr bwMode="auto">
            <a:xfrm>
              <a:off x="-786" y="197074"/>
              <a:ext cx="756363" cy="88951"/>
            </a:xfrm>
            <a:prstGeom prst="homePlate">
              <a:avLst>
                <a:gd name="adj" fmla="val 49995"/>
              </a:avLst>
            </a:prstGeom>
            <a:solidFill>
              <a:schemeClr val="bg1">
                <a:alpha val="30196"/>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eaLnBrk="1" hangingPunct="1"/>
              <a:endParaRPr lang="zh-CN" altLang="en-US" sz="1800" b="0">
                <a:solidFill>
                  <a:srgbClr val="FFFFFF"/>
                </a:solidFill>
                <a:latin typeface="Calibri" panose="020F0502020204030204" pitchFamily="34" charset="0"/>
                <a:ea typeface="华文楷体" panose="02010600040101010101" pitchFamily="2" charset="-122"/>
              </a:endParaRPr>
            </a:p>
          </p:txBody>
        </p:sp>
      </p:grpSp>
      <p:sp>
        <p:nvSpPr>
          <p:cNvPr id="3" name="Content Placeholder 2"/>
          <p:cNvSpPr>
            <a:spLocks noGrp="1"/>
          </p:cNvSpPr>
          <p:nvPr>
            <p:ph idx="1"/>
          </p:nvPr>
        </p:nvSpPr>
        <p:spPr>
          <a:xfrm>
            <a:off x="467543" y="1044338"/>
            <a:ext cx="8219257" cy="3615643"/>
          </a:xfrm>
        </p:spPr>
        <p:txBody>
          <a:bodyPr/>
          <a:lstStyle>
            <a:lvl1pPr marL="269875" indent="-269875">
              <a:buClrTx/>
              <a:buFont typeface="Wingdings" panose="05000000000000000000" pitchFamily="2" charset="2"/>
              <a:buChar char="Ø"/>
              <a:defRPr baseline="0">
                <a:solidFill>
                  <a:schemeClr val="tx1"/>
                </a:solidFill>
                <a:latin typeface="Times New Roman" panose="02020603050405020304" pitchFamily="18" charset="0"/>
              </a:defRPr>
            </a:lvl1pPr>
            <a:lvl2pPr marL="573088" indent="-269875">
              <a:buClrTx/>
              <a:buFont typeface="Wingdings" panose="05000000000000000000" pitchFamily="2" charset="2"/>
              <a:buChar char="Ø"/>
              <a:defRPr baseline="0">
                <a:solidFill>
                  <a:schemeClr val="tx1"/>
                </a:solidFill>
                <a:latin typeface="Times New Roman" panose="02020603050405020304" pitchFamily="18" charset="0"/>
              </a:defRPr>
            </a:lvl2pPr>
            <a:lvl3pPr marL="852488" indent="-225425">
              <a:buClrTx/>
              <a:buFont typeface="Wingdings" panose="05000000000000000000" pitchFamily="2" charset="2"/>
              <a:buChar char="Ø"/>
              <a:defRPr baseline="0">
                <a:solidFill>
                  <a:schemeClr val="tx1"/>
                </a:solidFill>
                <a:latin typeface="Times New Roman" panose="02020603050405020304" pitchFamily="18" charset="0"/>
              </a:defRPr>
            </a:lvl3pPr>
            <a:lvl4pPr marL="1139825" indent="-225425">
              <a:buClrTx/>
              <a:buFont typeface="Wingdings" panose="05000000000000000000" pitchFamily="2" charset="2"/>
              <a:buChar char="Ø"/>
              <a:defRPr baseline="0">
                <a:solidFill>
                  <a:schemeClr val="tx1"/>
                </a:solidFill>
                <a:latin typeface="Times New Roman" panose="02020603050405020304" pitchFamily="18" charset="0"/>
              </a:defRPr>
            </a:lvl4pPr>
            <a:lvl5pPr marL="1458913" indent="-225425">
              <a:buClrTx/>
              <a:buFont typeface="Wingdings" panose="05000000000000000000" pitchFamily="2" charset="2"/>
              <a:buChar char="Ø"/>
              <a:defRPr baseline="0">
                <a:solidFill>
                  <a:schemeClr val="tx1"/>
                </a:solidFill>
                <a:latin typeface="Times New Roman" panose="02020603050405020304" pitchFamily="18" charset="0"/>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endParaRPr lang="en-US" dirty="0"/>
          </a:p>
        </p:txBody>
      </p:sp>
      <p:sp>
        <p:nvSpPr>
          <p:cNvPr id="7" name="Title 6"/>
          <p:cNvSpPr>
            <a:spLocks noGrp="1"/>
          </p:cNvSpPr>
          <p:nvPr>
            <p:ph type="title"/>
          </p:nvPr>
        </p:nvSpPr>
        <p:spPr>
          <a:xfrm>
            <a:off x="755577" y="267495"/>
            <a:ext cx="7931224" cy="360040"/>
          </a:xfrm>
        </p:spPr>
        <p:txBody>
          <a:bodyPr/>
          <a:lstStyle>
            <a:lvl1pPr algn="l">
              <a:defRPr sz="3000" b="1" baseline="0">
                <a:solidFill>
                  <a:schemeClr val="tx1"/>
                </a:solidFill>
                <a:latin typeface="Times New Roman" panose="02020603050405020304" pitchFamily="18" charset="0"/>
                <a:ea typeface="黑体" panose="02010609060101010101" pitchFamily="49" charset="-122"/>
              </a:defRPr>
            </a:lvl1pPr>
          </a:lstStyle>
          <a:p>
            <a:r>
              <a:rPr lang="zh-CN" altLang="en-US" dirty="0"/>
              <a:t>单击此处编辑母版标题样式</a:t>
            </a:r>
            <a:endParaRPr lang="en-US" dirty="0"/>
          </a:p>
        </p:txBody>
      </p:sp>
      <p:sp>
        <p:nvSpPr>
          <p:cNvPr id="10" name="Slide Number Placeholder 5"/>
          <p:cNvSpPr>
            <a:spLocks noGrp="1"/>
          </p:cNvSpPr>
          <p:nvPr>
            <p:ph type="sldNum" sz="quarter" idx="12"/>
          </p:nvPr>
        </p:nvSpPr>
        <p:spPr>
          <a:xfrm>
            <a:off x="8630022" y="4870450"/>
            <a:ext cx="513978" cy="273050"/>
          </a:xfrm>
        </p:spPr>
        <p:txBody>
          <a:bodyPr/>
          <a:lstStyle>
            <a:lvl1pPr>
              <a:defRPr b="1">
                <a:latin typeface="Times New Roman" panose="02020603050405020304" pitchFamily="18" charset="0"/>
                <a:ea typeface="楷体_GB2312" pitchFamily="49" charset="-122"/>
              </a:defRPr>
            </a:lvl1pPr>
          </a:lstStyle>
          <a:p>
            <a:pPr>
              <a:defRPr/>
            </a:pPr>
            <a:fld id="{AA35DEC3-0C51-495B-B28A-93C301D17AAE}" type="slidenum">
              <a:rPr lang="zh-CN" altLang="en-US"/>
              <a:pPr>
                <a:defRPr/>
              </a:pPr>
              <a:t>‹#›</a:t>
            </a:fld>
            <a:endParaRPr lang="en-US" altLang="zh-CN"/>
          </a:p>
        </p:txBody>
      </p:sp>
    </p:spTree>
    <p:extLst>
      <p:ext uri="{BB962C8B-B14F-4D97-AF65-F5344CB8AC3E}">
        <p14:creationId xmlns:p14="http://schemas.microsoft.com/office/powerpoint/2010/main" val="19507872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Rounded Rectangle 15"/>
          <p:cNvSpPr/>
          <p:nvPr/>
        </p:nvSpPr>
        <p:spPr>
          <a:xfrm>
            <a:off x="228600" y="171450"/>
            <a:ext cx="8696325" cy="4525963"/>
          </a:xfrm>
          <a:prstGeom prst="roundRect">
            <a:avLst>
              <a:gd name="adj" fmla="val 1272"/>
            </a:avLst>
          </a:prstGeom>
          <a:gradFill>
            <a:gsLst>
              <a:gs pos="0">
                <a:schemeClr val="accent1">
                  <a:lumMod val="75000"/>
                </a:schemeClr>
              </a:gs>
              <a:gs pos="10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eaLnBrk="1" hangingPunct="1">
              <a:defRPr/>
            </a:pPr>
            <a:endParaRPr lang="en-US" sz="1800" b="0" dirty="0">
              <a:solidFill>
                <a:prstClr val="white"/>
              </a:solidFill>
            </a:endParaRPr>
          </a:p>
        </p:txBody>
      </p:sp>
      <p:grpSp>
        <p:nvGrpSpPr>
          <p:cNvPr id="5" name="Group 9"/>
          <p:cNvGrpSpPr>
            <a:grpSpLocks noChangeAspect="1"/>
          </p:cNvGrpSpPr>
          <p:nvPr/>
        </p:nvGrpSpPr>
        <p:grpSpPr bwMode="auto">
          <a:xfrm>
            <a:off x="211138" y="4014788"/>
            <a:ext cx="8723312" cy="1000125"/>
            <a:chOff x="-3905250" y="4294188"/>
            <a:chExt cx="13011150" cy="1892300"/>
          </a:xfrm>
        </p:grpSpPr>
        <p:sp>
          <p:nvSpPr>
            <p:cNvPr id="6" name="Freeform 14"/>
            <p:cNvSpPr>
              <a:spLocks/>
            </p:cNvSpPr>
            <p:nvPr/>
          </p:nvSpPr>
          <p:spPr bwMode="hidden">
            <a:xfrm>
              <a:off x="4810681" y="4501439"/>
              <a:ext cx="4295219" cy="1015234"/>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 name="Freeform 18"/>
            <p:cNvSpPr>
              <a:spLocks/>
            </p:cNvSpPr>
            <p:nvPr/>
          </p:nvSpPr>
          <p:spPr bwMode="hidden">
            <a:xfrm>
              <a:off x="-308538" y="4318217"/>
              <a:ext cx="8280254" cy="1210470"/>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 name="Freeform 22"/>
            <p:cNvSpPr>
              <a:spLocks/>
            </p:cNvSpPr>
            <p:nvPr/>
          </p:nvSpPr>
          <p:spPr bwMode="hidden">
            <a:xfrm>
              <a:off x="4014" y="4336239"/>
              <a:ext cx="8164231" cy="1102339"/>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9" name="Freeform 26"/>
            <p:cNvSpPr>
              <a:spLocks/>
            </p:cNvSpPr>
            <p:nvPr/>
          </p:nvSpPr>
          <p:spPr bwMode="hidden">
            <a:xfrm>
              <a:off x="4157164" y="4315213"/>
              <a:ext cx="4939265" cy="928129"/>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10" name="Freeform 10"/>
            <p:cNvSpPr>
              <a:spLocks/>
            </p:cNvSpPr>
            <p:nvPr/>
          </p:nvSpPr>
          <p:spPr bwMode="hidden">
            <a:xfrm>
              <a:off x="-3905250" y="4294188"/>
              <a:ext cx="13011150"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 name="Title 1"/>
          <p:cNvSpPr>
            <a:spLocks noGrp="1"/>
          </p:cNvSpPr>
          <p:nvPr>
            <p:ph type="ctrTitle"/>
          </p:nvPr>
        </p:nvSpPr>
        <p:spPr>
          <a:xfrm>
            <a:off x="685800" y="1200152"/>
            <a:ext cx="7772400" cy="1335081"/>
          </a:xfrm>
        </p:spPr>
        <p:txBody>
          <a:bodyPr anchor="b">
            <a:normAutofit/>
          </a:bodyPr>
          <a:lstStyle>
            <a:lvl1pPr>
              <a:defRPr sz="4400">
                <a:solidFill>
                  <a:srgbClr val="FFFFFF"/>
                </a:solidFill>
              </a:defRPr>
            </a:lvl1pPr>
          </a:lstStyle>
          <a:p>
            <a:r>
              <a:rPr lang="zh-CN" altLang="en-US"/>
              <a:t>单击此处编辑母版标题样式</a:t>
            </a:r>
            <a:endParaRPr lang="en-US" dirty="0"/>
          </a:p>
        </p:txBody>
      </p:sp>
      <p:sp>
        <p:nvSpPr>
          <p:cNvPr id="3" name="Subtitle 2"/>
          <p:cNvSpPr>
            <a:spLocks noGrp="1"/>
          </p:cNvSpPr>
          <p:nvPr>
            <p:ph type="subTitle" idx="1"/>
          </p:nvPr>
        </p:nvSpPr>
        <p:spPr>
          <a:xfrm>
            <a:off x="1371600" y="2667001"/>
            <a:ext cx="6400800" cy="1104900"/>
          </a:xfrm>
        </p:spPr>
        <p:txBody>
          <a:bodyPr>
            <a:normAutofit/>
          </a:bodyPr>
          <a:lstStyle>
            <a:lvl1pPr marL="0" indent="0" algn="ctr">
              <a:buNone/>
              <a:defRPr sz="2000">
                <a:solidFill>
                  <a:srgbClr val="FFFFFF"/>
                </a:solidFill>
              </a:defRPr>
            </a:lvl1pPr>
            <a:lvl2pPr marL="457178" indent="0" algn="ctr">
              <a:buNone/>
              <a:defRPr>
                <a:solidFill>
                  <a:schemeClr val="tx1">
                    <a:tint val="75000"/>
                  </a:schemeClr>
                </a:solidFill>
              </a:defRPr>
            </a:lvl2pPr>
            <a:lvl3pPr marL="914355" indent="0" algn="ctr">
              <a:buNone/>
              <a:defRPr>
                <a:solidFill>
                  <a:schemeClr val="tx1">
                    <a:tint val="75000"/>
                  </a:schemeClr>
                </a:solidFill>
              </a:defRPr>
            </a:lvl3pPr>
            <a:lvl4pPr marL="1371532" indent="0" algn="ctr">
              <a:buNone/>
              <a:defRPr>
                <a:solidFill>
                  <a:schemeClr val="tx1">
                    <a:tint val="75000"/>
                  </a:schemeClr>
                </a:solidFill>
              </a:defRPr>
            </a:lvl4pPr>
            <a:lvl5pPr marL="1828709" indent="0" algn="ctr">
              <a:buNone/>
              <a:defRPr>
                <a:solidFill>
                  <a:schemeClr val="tx1">
                    <a:tint val="75000"/>
                  </a:schemeClr>
                </a:solidFill>
              </a:defRPr>
            </a:lvl5pPr>
            <a:lvl6pPr marL="2285886" indent="0" algn="ctr">
              <a:buNone/>
              <a:defRPr>
                <a:solidFill>
                  <a:schemeClr val="tx1">
                    <a:tint val="75000"/>
                  </a:schemeClr>
                </a:solidFill>
              </a:defRPr>
            </a:lvl6pPr>
            <a:lvl7pPr marL="2743064" indent="0" algn="ctr">
              <a:buNone/>
              <a:defRPr>
                <a:solidFill>
                  <a:schemeClr val="tx1">
                    <a:tint val="75000"/>
                  </a:schemeClr>
                </a:solidFill>
              </a:defRPr>
            </a:lvl7pPr>
            <a:lvl8pPr marL="3200240" indent="0" algn="ctr">
              <a:buNone/>
              <a:defRPr>
                <a:solidFill>
                  <a:schemeClr val="tx1">
                    <a:tint val="75000"/>
                  </a:schemeClr>
                </a:solidFill>
              </a:defRPr>
            </a:lvl8pPr>
            <a:lvl9pPr marL="3657418" indent="0" algn="ctr">
              <a:buNone/>
              <a:defRPr>
                <a:solidFill>
                  <a:schemeClr val="tx1">
                    <a:tint val="75000"/>
                  </a:schemeClr>
                </a:solidFill>
              </a:defRPr>
            </a:lvl9pPr>
          </a:lstStyle>
          <a:p>
            <a:r>
              <a:rPr lang="zh-CN" altLang="en-US"/>
              <a:t>单击此处编辑母版副标题样式</a:t>
            </a:r>
            <a:endParaRPr lang="en-US" dirty="0"/>
          </a:p>
        </p:txBody>
      </p:sp>
      <p:sp>
        <p:nvSpPr>
          <p:cNvPr id="11" name="Date Placeholder 3"/>
          <p:cNvSpPr>
            <a:spLocks noGrp="1"/>
          </p:cNvSpPr>
          <p:nvPr>
            <p:ph type="dt" sz="half" idx="10"/>
          </p:nvPr>
        </p:nvSpPr>
        <p:spPr/>
        <p:txBody>
          <a:bodyPr rtlCol="0"/>
          <a:lstStyle>
            <a:lvl1pPr>
              <a:defRPr b="1">
                <a:latin typeface="Times New Roman" panose="02020603050405020304" pitchFamily="18" charset="0"/>
                <a:ea typeface="楷体_GB2312"/>
                <a:cs typeface="楷体_GB2312"/>
              </a:defRPr>
            </a:lvl1pPr>
          </a:lstStyle>
          <a:p>
            <a:pPr>
              <a:defRPr/>
            </a:pPr>
            <a:endParaRPr lang="en-US" altLang="zh-CN"/>
          </a:p>
        </p:txBody>
      </p:sp>
      <p:sp>
        <p:nvSpPr>
          <p:cNvPr id="12" name="Footer Placeholder 4"/>
          <p:cNvSpPr>
            <a:spLocks noGrp="1"/>
          </p:cNvSpPr>
          <p:nvPr>
            <p:ph type="ftr" sz="quarter" idx="11"/>
          </p:nvPr>
        </p:nvSpPr>
        <p:spPr/>
        <p:txBody>
          <a:bodyPr rtlCol="0"/>
          <a:lstStyle>
            <a:lvl1pPr algn="ctr">
              <a:defRPr b="1">
                <a:latin typeface="Times New Roman" panose="02020603050405020304" pitchFamily="18" charset="0"/>
                <a:ea typeface="楷体_GB2312"/>
                <a:cs typeface="楷体_GB2312"/>
              </a:defRPr>
            </a:lvl1pPr>
          </a:lstStyle>
          <a:p>
            <a:pPr>
              <a:defRPr/>
            </a:pPr>
            <a:endParaRPr lang="en-US" altLang="zh-CN"/>
          </a:p>
        </p:txBody>
      </p:sp>
      <p:sp>
        <p:nvSpPr>
          <p:cNvPr id="13" name="Slide Number Placeholder 5"/>
          <p:cNvSpPr>
            <a:spLocks noGrp="1"/>
          </p:cNvSpPr>
          <p:nvPr>
            <p:ph type="sldNum" sz="quarter" idx="12"/>
          </p:nvPr>
        </p:nvSpPr>
        <p:spPr/>
        <p:txBody>
          <a:bodyPr/>
          <a:lstStyle>
            <a:lvl1pPr>
              <a:defRPr b="1">
                <a:latin typeface="Times New Roman" panose="02020603050405020304" pitchFamily="18" charset="0"/>
                <a:ea typeface="楷体_GB2312" pitchFamily="49" charset="-122"/>
              </a:defRPr>
            </a:lvl1pPr>
          </a:lstStyle>
          <a:p>
            <a:pPr>
              <a:defRPr/>
            </a:pPr>
            <a:fld id="{4491DB1B-3F0E-4672-9E8C-12D65E84953C}" type="slidenum">
              <a:rPr lang="zh-CN" altLang="en-US"/>
              <a:pPr>
                <a:defRPr/>
              </a:pPr>
              <a:t>‹#›</a:t>
            </a:fld>
            <a:endParaRPr lang="en-US" altLang="zh-CN"/>
          </a:p>
        </p:txBody>
      </p:sp>
    </p:spTree>
    <p:extLst>
      <p:ext uri="{BB962C8B-B14F-4D97-AF65-F5344CB8AC3E}">
        <p14:creationId xmlns:p14="http://schemas.microsoft.com/office/powerpoint/2010/main" val="4548217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obj" preserve="1">
  <p:cSld name="标题和内容">
    <p:spTree>
      <p:nvGrpSpPr>
        <p:cNvPr id="1" name=""/>
        <p:cNvGrpSpPr/>
        <p:nvPr/>
      </p:nvGrpSpPr>
      <p:grpSpPr>
        <a:xfrm>
          <a:off x="0" y="0"/>
          <a:ext cx="0" cy="0"/>
          <a:chOff x="0" y="0"/>
          <a:chExt cx="0" cy="0"/>
        </a:xfrm>
      </p:grpSpPr>
      <p:grpSp>
        <p:nvGrpSpPr>
          <p:cNvPr id="4" name="组合 6"/>
          <p:cNvGrpSpPr>
            <a:grpSpLocks/>
          </p:cNvGrpSpPr>
          <p:nvPr userDrawn="1"/>
        </p:nvGrpSpPr>
        <p:grpSpPr bwMode="auto">
          <a:xfrm>
            <a:off x="0" y="195263"/>
            <a:ext cx="755650" cy="431800"/>
            <a:chOff x="-786" y="195486"/>
            <a:chExt cx="756363" cy="432048"/>
          </a:xfrm>
        </p:grpSpPr>
        <p:sp>
          <p:nvSpPr>
            <p:cNvPr id="5" name="五边形 4"/>
            <p:cNvSpPr/>
            <p:nvPr/>
          </p:nvSpPr>
          <p:spPr>
            <a:xfrm>
              <a:off x="-786" y="195486"/>
              <a:ext cx="756363" cy="432048"/>
            </a:xfrm>
            <a:prstGeom prst="homePlate">
              <a:avLst/>
            </a:prstGeom>
            <a:solidFill>
              <a:schemeClr val="bg2">
                <a:lumMod val="50000"/>
              </a:schemeClr>
            </a:solidFill>
            <a:ln w="25400" cap="flat" cmpd="sng" algn="ctr">
              <a:noFill/>
              <a:prstDash val="solid"/>
            </a:ln>
            <a:effectLst/>
          </p:spPr>
          <p:txBody>
            <a:bodyPr anchor="ctr"/>
            <a:lstStyle/>
            <a:p>
              <a:pPr algn="ctr" eaLnBrk="1" hangingPunct="1">
                <a:defRPr/>
              </a:pPr>
              <a:endParaRPr lang="zh-CN" altLang="en-US" sz="1800" b="0">
                <a:solidFill>
                  <a:srgbClr val="FFFFFF"/>
                </a:solidFill>
                <a:latin typeface="Calibri" pitchFamily="34" charset="0"/>
                <a:ea typeface="华文楷体" panose="02010600040101010101" pitchFamily="2" charset="-122"/>
              </a:endParaRPr>
            </a:p>
          </p:txBody>
        </p:sp>
        <p:sp>
          <p:nvSpPr>
            <p:cNvPr id="6" name="五边形 8"/>
            <p:cNvSpPr>
              <a:spLocks noChangeArrowheads="1"/>
            </p:cNvSpPr>
            <p:nvPr/>
          </p:nvSpPr>
          <p:spPr bwMode="auto">
            <a:xfrm>
              <a:off x="-786" y="197074"/>
              <a:ext cx="756363" cy="88951"/>
            </a:xfrm>
            <a:prstGeom prst="homePlate">
              <a:avLst>
                <a:gd name="adj" fmla="val 49995"/>
              </a:avLst>
            </a:prstGeom>
            <a:solidFill>
              <a:schemeClr val="bg1">
                <a:alpha val="30196"/>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eaLnBrk="1" hangingPunct="1"/>
              <a:endParaRPr lang="zh-CN" altLang="en-US" sz="1800" b="0">
                <a:solidFill>
                  <a:srgbClr val="FFFFFF"/>
                </a:solidFill>
                <a:latin typeface="Calibri" panose="020F0502020204030204" pitchFamily="34" charset="0"/>
                <a:ea typeface="华文楷体" panose="02010600040101010101" pitchFamily="2" charset="-122"/>
              </a:endParaRPr>
            </a:p>
          </p:txBody>
        </p:sp>
      </p:grpSp>
      <p:sp>
        <p:nvSpPr>
          <p:cNvPr id="3" name="Content Placeholder 2"/>
          <p:cNvSpPr>
            <a:spLocks noGrp="1"/>
          </p:cNvSpPr>
          <p:nvPr>
            <p:ph idx="1"/>
          </p:nvPr>
        </p:nvSpPr>
        <p:spPr/>
        <p:txBody>
          <a:bodyPr/>
          <a:lstStyle>
            <a:lvl1pPr>
              <a:defRPr baseline="0">
                <a:latin typeface="Times New Roman" panose="02020603050405020304" pitchFamily="18" charset="0"/>
              </a:defRPr>
            </a:lvl1pPr>
            <a:lvl2pPr>
              <a:defRPr baseline="0">
                <a:latin typeface="Times New Roman" panose="02020603050405020304" pitchFamily="18" charset="0"/>
              </a:defRPr>
            </a:lvl2pPr>
            <a:lvl3pPr>
              <a:defRPr baseline="0">
                <a:latin typeface="Times New Roman" panose="02020603050405020304" pitchFamily="18" charset="0"/>
              </a:defRPr>
            </a:lvl3pPr>
            <a:lvl4pPr>
              <a:defRPr baseline="0">
                <a:latin typeface="Times New Roman" panose="02020603050405020304" pitchFamily="18" charset="0"/>
              </a:defRPr>
            </a:lvl4pPr>
            <a:lvl5pPr>
              <a:defRPr baseline="0">
                <a:latin typeface="Times New Roman" panose="02020603050405020304" pitchFamily="18" charset="0"/>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endParaRPr lang="en-US" dirty="0"/>
          </a:p>
        </p:txBody>
      </p:sp>
      <p:sp>
        <p:nvSpPr>
          <p:cNvPr id="7" name="Title 6"/>
          <p:cNvSpPr>
            <a:spLocks noGrp="1"/>
          </p:cNvSpPr>
          <p:nvPr>
            <p:ph type="title"/>
          </p:nvPr>
        </p:nvSpPr>
        <p:spPr>
          <a:xfrm>
            <a:off x="755577" y="267495"/>
            <a:ext cx="7931224" cy="360040"/>
          </a:xfrm>
        </p:spPr>
        <p:txBody>
          <a:bodyPr/>
          <a:lstStyle>
            <a:lvl1pPr algn="l">
              <a:defRPr b="1" baseline="0">
                <a:latin typeface="Times New Roman" panose="02020603050405020304" pitchFamily="18" charset="0"/>
                <a:ea typeface="黑体" panose="02010609060101010101" pitchFamily="49" charset="-122"/>
              </a:defRPr>
            </a:lvl1pPr>
          </a:lstStyle>
          <a:p>
            <a:r>
              <a:rPr lang="zh-CN" altLang="en-US" dirty="0"/>
              <a:t>单击此处编辑母版标题样式</a:t>
            </a:r>
            <a:endParaRPr lang="en-US" dirty="0"/>
          </a:p>
        </p:txBody>
      </p:sp>
      <p:sp>
        <p:nvSpPr>
          <p:cNvPr id="8" name="Date Placeholder 3"/>
          <p:cNvSpPr>
            <a:spLocks noGrp="1"/>
          </p:cNvSpPr>
          <p:nvPr>
            <p:ph type="dt" sz="half" idx="10"/>
          </p:nvPr>
        </p:nvSpPr>
        <p:spPr/>
        <p:txBody>
          <a:bodyPr rtlCol="0"/>
          <a:lstStyle>
            <a:lvl1pPr>
              <a:defRPr b="1">
                <a:latin typeface="Times New Roman" panose="02020603050405020304" pitchFamily="18" charset="0"/>
                <a:ea typeface="楷体_GB2312"/>
                <a:cs typeface="楷体_GB2312"/>
              </a:defRPr>
            </a:lvl1pPr>
          </a:lstStyle>
          <a:p>
            <a:pPr>
              <a:defRPr/>
            </a:pPr>
            <a:endParaRPr lang="en-US" altLang="zh-CN"/>
          </a:p>
        </p:txBody>
      </p:sp>
      <p:sp>
        <p:nvSpPr>
          <p:cNvPr id="9" name="Footer Placeholder 4"/>
          <p:cNvSpPr>
            <a:spLocks noGrp="1"/>
          </p:cNvSpPr>
          <p:nvPr>
            <p:ph type="ftr" sz="quarter" idx="11"/>
          </p:nvPr>
        </p:nvSpPr>
        <p:spPr/>
        <p:txBody>
          <a:bodyPr rtlCol="0"/>
          <a:lstStyle>
            <a:lvl1pPr algn="ctr">
              <a:defRPr b="1">
                <a:latin typeface="Times New Roman" panose="02020603050405020304" pitchFamily="18" charset="0"/>
                <a:ea typeface="楷体_GB2312"/>
                <a:cs typeface="楷体_GB2312"/>
              </a:defRPr>
            </a:lvl1pPr>
          </a:lstStyle>
          <a:p>
            <a:pPr>
              <a:defRPr/>
            </a:pPr>
            <a:endParaRPr lang="en-US" altLang="zh-CN"/>
          </a:p>
        </p:txBody>
      </p:sp>
      <p:sp>
        <p:nvSpPr>
          <p:cNvPr id="10" name="Slide Number Placeholder 5"/>
          <p:cNvSpPr>
            <a:spLocks noGrp="1"/>
          </p:cNvSpPr>
          <p:nvPr>
            <p:ph type="sldNum" sz="quarter" idx="12"/>
          </p:nvPr>
        </p:nvSpPr>
        <p:spPr/>
        <p:txBody>
          <a:bodyPr/>
          <a:lstStyle>
            <a:lvl1pPr>
              <a:defRPr b="1">
                <a:latin typeface="Times New Roman" panose="02020603050405020304" pitchFamily="18" charset="0"/>
                <a:ea typeface="楷体_GB2312" pitchFamily="49" charset="-122"/>
              </a:defRPr>
            </a:lvl1pPr>
          </a:lstStyle>
          <a:p>
            <a:pPr>
              <a:defRPr/>
            </a:pPr>
            <a:fld id="{FF42F544-B2FE-4093-ACBD-2464918D1545}" type="slidenum">
              <a:rPr lang="zh-CN" altLang="en-US"/>
              <a:pPr>
                <a:defRPr/>
              </a:pPr>
              <a:t>‹#›</a:t>
            </a:fld>
            <a:endParaRPr lang="en-US" altLang="zh-CN"/>
          </a:p>
        </p:txBody>
      </p:sp>
    </p:spTree>
    <p:extLst>
      <p:ext uri="{BB962C8B-B14F-4D97-AF65-F5344CB8AC3E}">
        <p14:creationId xmlns:p14="http://schemas.microsoft.com/office/powerpoint/2010/main" val="16451069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Rounded Rectangle 15"/>
          <p:cNvSpPr/>
          <p:nvPr/>
        </p:nvSpPr>
        <p:spPr>
          <a:xfrm>
            <a:off x="228600" y="171450"/>
            <a:ext cx="8696325" cy="4525963"/>
          </a:xfrm>
          <a:prstGeom prst="roundRect">
            <a:avLst>
              <a:gd name="adj" fmla="val 1272"/>
            </a:avLst>
          </a:prstGeom>
          <a:gradFill>
            <a:gsLst>
              <a:gs pos="0">
                <a:schemeClr val="accent1">
                  <a:lumMod val="75000"/>
                </a:schemeClr>
              </a:gs>
              <a:gs pos="10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sz="1800" b="0">
              <a:solidFill>
                <a:prstClr val="white"/>
              </a:solidFill>
            </a:endParaRPr>
          </a:p>
        </p:txBody>
      </p:sp>
      <p:grpSp>
        <p:nvGrpSpPr>
          <p:cNvPr id="5" name="Group 9"/>
          <p:cNvGrpSpPr>
            <a:grpSpLocks noChangeAspect="1"/>
          </p:cNvGrpSpPr>
          <p:nvPr/>
        </p:nvGrpSpPr>
        <p:grpSpPr bwMode="auto">
          <a:xfrm>
            <a:off x="211138" y="4014788"/>
            <a:ext cx="8723312" cy="1000125"/>
            <a:chOff x="-3905250" y="4294188"/>
            <a:chExt cx="13011150" cy="1892300"/>
          </a:xfrm>
        </p:grpSpPr>
        <p:sp>
          <p:nvSpPr>
            <p:cNvPr id="6" name="Freeform 14"/>
            <p:cNvSpPr>
              <a:spLocks/>
            </p:cNvSpPr>
            <p:nvPr/>
          </p:nvSpPr>
          <p:spPr bwMode="hidden">
            <a:xfrm>
              <a:off x="4810125" y="4500563"/>
              <a:ext cx="4295775" cy="1016000"/>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 name="Freeform 18"/>
            <p:cNvSpPr>
              <a:spLocks/>
            </p:cNvSpPr>
            <p:nvPr/>
          </p:nvSpPr>
          <p:spPr bwMode="hidden">
            <a:xfrm>
              <a:off x="-309563" y="4318000"/>
              <a:ext cx="8280401" cy="1209675"/>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 name="Freeform 22"/>
            <p:cNvSpPr>
              <a:spLocks/>
            </p:cNvSpPr>
            <p:nvPr/>
          </p:nvSpPr>
          <p:spPr bwMode="hidden">
            <a:xfrm>
              <a:off x="3175" y="4335463"/>
              <a:ext cx="8166100" cy="1101725"/>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9" name="Freeform 26"/>
            <p:cNvSpPr>
              <a:spLocks/>
            </p:cNvSpPr>
            <p:nvPr/>
          </p:nvSpPr>
          <p:spPr bwMode="hidden">
            <a:xfrm>
              <a:off x="4156075" y="4316413"/>
              <a:ext cx="4940300" cy="927100"/>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10" name="Freeform 10"/>
            <p:cNvSpPr>
              <a:spLocks/>
            </p:cNvSpPr>
            <p:nvPr/>
          </p:nvSpPr>
          <p:spPr bwMode="hidden">
            <a:xfrm>
              <a:off x="-3905250" y="4294188"/>
              <a:ext cx="13011150"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 name="Title 1"/>
          <p:cNvSpPr>
            <a:spLocks noGrp="1"/>
          </p:cNvSpPr>
          <p:nvPr>
            <p:ph type="ctrTitle"/>
          </p:nvPr>
        </p:nvSpPr>
        <p:spPr>
          <a:xfrm>
            <a:off x="685800" y="1200152"/>
            <a:ext cx="7772400" cy="1335081"/>
          </a:xfrm>
        </p:spPr>
        <p:txBody>
          <a:bodyPr anchor="b">
            <a:normAutofit/>
          </a:bodyPr>
          <a:lstStyle>
            <a:lvl1pPr>
              <a:defRPr sz="4400">
                <a:solidFill>
                  <a:srgbClr val="FFFFFF"/>
                </a:solidFill>
              </a:defRPr>
            </a:lvl1pPr>
          </a:lstStyle>
          <a:p>
            <a:r>
              <a:rPr lang="zh-CN" altLang="en-US"/>
              <a:t>单击此处编辑母版标题样式</a:t>
            </a:r>
            <a:endParaRPr lang="en-US" dirty="0"/>
          </a:p>
        </p:txBody>
      </p:sp>
      <p:sp>
        <p:nvSpPr>
          <p:cNvPr id="3" name="Subtitle 2"/>
          <p:cNvSpPr>
            <a:spLocks noGrp="1"/>
          </p:cNvSpPr>
          <p:nvPr>
            <p:ph type="subTitle" idx="1"/>
          </p:nvPr>
        </p:nvSpPr>
        <p:spPr>
          <a:xfrm>
            <a:off x="1371600" y="2667001"/>
            <a:ext cx="6400800" cy="1104900"/>
          </a:xfrm>
        </p:spPr>
        <p:txBody>
          <a:bodyPr>
            <a:normAutofit/>
          </a:bodyPr>
          <a:lstStyle>
            <a:lvl1pPr marL="0" indent="0" algn="ctr">
              <a:buNone/>
              <a:defRPr sz="2000">
                <a:solidFill>
                  <a:srgbClr val="FFFFFF"/>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endParaRPr lang="en-US" dirty="0"/>
          </a:p>
        </p:txBody>
      </p:sp>
      <p:sp>
        <p:nvSpPr>
          <p:cNvPr id="11" name="Date Placeholder 3"/>
          <p:cNvSpPr>
            <a:spLocks noGrp="1"/>
          </p:cNvSpPr>
          <p:nvPr>
            <p:ph type="dt" sz="half" idx="10"/>
          </p:nvPr>
        </p:nvSpPr>
        <p:spPr/>
        <p:txBody>
          <a:bodyPr/>
          <a:lstStyle>
            <a:lvl1pPr eaLnBrk="0" hangingPunct="0">
              <a:defRPr b="1">
                <a:latin typeface="Times New Roman" panose="02020603050405020304" pitchFamily="18" charset="0"/>
                <a:ea typeface="楷体_GB2312"/>
                <a:cs typeface="楷体_GB2312"/>
              </a:defRPr>
            </a:lvl1pPr>
          </a:lstStyle>
          <a:p>
            <a:pPr>
              <a:defRPr/>
            </a:pPr>
            <a:endParaRPr lang="en-US" altLang="zh-CN"/>
          </a:p>
        </p:txBody>
      </p:sp>
      <p:sp>
        <p:nvSpPr>
          <p:cNvPr id="12" name="Footer Placeholder 4"/>
          <p:cNvSpPr>
            <a:spLocks noGrp="1"/>
          </p:cNvSpPr>
          <p:nvPr>
            <p:ph type="ftr" sz="quarter" idx="11"/>
          </p:nvPr>
        </p:nvSpPr>
        <p:spPr/>
        <p:txBody>
          <a:bodyPr/>
          <a:lstStyle>
            <a:lvl1pPr eaLnBrk="0" hangingPunct="0">
              <a:defRPr b="1">
                <a:latin typeface="Times New Roman" panose="02020603050405020304" pitchFamily="18" charset="0"/>
                <a:ea typeface="楷体_GB2312"/>
                <a:cs typeface="楷体_GB2312"/>
              </a:defRPr>
            </a:lvl1pPr>
          </a:lstStyle>
          <a:p>
            <a:pPr>
              <a:defRPr/>
            </a:pPr>
            <a:endParaRPr lang="en-US" altLang="zh-CN"/>
          </a:p>
        </p:txBody>
      </p:sp>
      <p:sp>
        <p:nvSpPr>
          <p:cNvPr id="13" name="Slide Number Placeholder 5"/>
          <p:cNvSpPr>
            <a:spLocks noGrp="1"/>
          </p:cNvSpPr>
          <p:nvPr>
            <p:ph type="sldNum" sz="quarter" idx="12"/>
          </p:nvPr>
        </p:nvSpPr>
        <p:spPr/>
        <p:txBody>
          <a:bodyPr/>
          <a:lstStyle>
            <a:lvl1pPr eaLnBrk="0" hangingPunct="0">
              <a:defRPr b="1">
                <a:latin typeface="Times New Roman" panose="02020603050405020304" pitchFamily="18" charset="0"/>
                <a:ea typeface="楷体_GB2312"/>
                <a:cs typeface="楷体_GB2312"/>
              </a:defRPr>
            </a:lvl1pPr>
          </a:lstStyle>
          <a:p>
            <a:pPr>
              <a:defRPr/>
            </a:pPr>
            <a:fld id="{CFF391A9-F9C7-4646-A335-5AD55868CA55}" type="slidenum">
              <a:rPr lang="zh-CN" altLang="en-US"/>
              <a:pPr>
                <a:defRPr/>
              </a:pPr>
              <a:t>‹#›</a:t>
            </a:fld>
            <a:endParaRPr lang="en-US" altLang="zh-CN"/>
          </a:p>
        </p:txBody>
      </p:sp>
    </p:spTree>
    <p:extLst>
      <p:ext uri="{BB962C8B-B14F-4D97-AF65-F5344CB8AC3E}">
        <p14:creationId xmlns:p14="http://schemas.microsoft.com/office/powerpoint/2010/main" val="650345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 preserve="1">
  <p:cSld name="标题和内容">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a:defRPr baseline="0">
                <a:latin typeface="Times New Roman" panose="02020603050405020304" pitchFamily="18" charset="0"/>
              </a:defRPr>
            </a:lvl1pPr>
            <a:lvl2pPr>
              <a:defRPr baseline="0">
                <a:latin typeface="Times New Roman" panose="02020603050405020304" pitchFamily="18" charset="0"/>
              </a:defRPr>
            </a:lvl2pPr>
            <a:lvl3pPr>
              <a:defRPr baseline="0">
                <a:latin typeface="Times New Roman" panose="02020603050405020304" pitchFamily="18" charset="0"/>
              </a:defRPr>
            </a:lvl3pPr>
            <a:lvl4pPr>
              <a:defRPr baseline="0">
                <a:latin typeface="Times New Roman" panose="02020603050405020304" pitchFamily="18" charset="0"/>
              </a:defRPr>
            </a:lvl4pPr>
            <a:lvl5pPr>
              <a:defRPr baseline="0">
                <a:latin typeface="Times New Roman" panose="02020603050405020304" pitchFamily="18" charset="0"/>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endParaRPr lang="en-US" dirty="0"/>
          </a:p>
        </p:txBody>
      </p:sp>
      <p:sp>
        <p:nvSpPr>
          <p:cNvPr id="7" name="Title 6"/>
          <p:cNvSpPr>
            <a:spLocks noGrp="1"/>
          </p:cNvSpPr>
          <p:nvPr>
            <p:ph type="title"/>
          </p:nvPr>
        </p:nvSpPr>
        <p:spPr>
          <a:xfrm>
            <a:off x="755576" y="267494"/>
            <a:ext cx="7931224" cy="360040"/>
          </a:xfrm>
        </p:spPr>
        <p:txBody>
          <a:bodyPr/>
          <a:lstStyle>
            <a:lvl1pPr algn="l">
              <a:defRPr b="1" baseline="0">
                <a:latin typeface="Times New Roman" panose="02020603050405020304" pitchFamily="18" charset="0"/>
                <a:ea typeface="黑体" panose="02010609060101010101" pitchFamily="49" charset="-122"/>
              </a:defRPr>
            </a:lvl1pPr>
          </a:lstStyle>
          <a:p>
            <a:r>
              <a:rPr lang="zh-CN" altLang="en-US" dirty="0"/>
              <a:t>单击此处编辑母版标题样式</a:t>
            </a:r>
            <a:endParaRPr lang="en-US" dirty="0"/>
          </a:p>
        </p:txBody>
      </p:sp>
      <p:sp>
        <p:nvSpPr>
          <p:cNvPr id="4" name="Date Placeholder 3"/>
          <p:cNvSpPr>
            <a:spLocks noGrp="1"/>
          </p:cNvSpPr>
          <p:nvPr>
            <p:ph type="dt" sz="half" idx="10"/>
          </p:nvPr>
        </p:nvSpPr>
        <p:spPr/>
        <p:txBody>
          <a:bodyPr/>
          <a:lstStyle>
            <a:lvl1pPr eaLnBrk="0" hangingPunct="0">
              <a:defRPr b="1">
                <a:latin typeface="Times New Roman" panose="02020603050405020304" pitchFamily="18" charset="0"/>
                <a:ea typeface="楷体_GB2312"/>
                <a:cs typeface="楷体_GB2312"/>
              </a:defRPr>
            </a:lvl1pPr>
          </a:lstStyle>
          <a:p>
            <a:pPr>
              <a:defRPr/>
            </a:pPr>
            <a:endParaRPr lang="en-US" altLang="zh-CN"/>
          </a:p>
        </p:txBody>
      </p:sp>
      <p:sp>
        <p:nvSpPr>
          <p:cNvPr id="5" name="Footer Placeholder 4"/>
          <p:cNvSpPr>
            <a:spLocks noGrp="1"/>
          </p:cNvSpPr>
          <p:nvPr>
            <p:ph type="ftr" sz="quarter" idx="11"/>
          </p:nvPr>
        </p:nvSpPr>
        <p:spPr/>
        <p:txBody>
          <a:bodyPr/>
          <a:lstStyle>
            <a:lvl1pPr eaLnBrk="0" hangingPunct="0">
              <a:defRPr b="1">
                <a:latin typeface="Times New Roman" panose="02020603050405020304" pitchFamily="18" charset="0"/>
                <a:ea typeface="楷体_GB2312"/>
                <a:cs typeface="楷体_GB2312"/>
              </a:defRPr>
            </a:lvl1pPr>
          </a:lstStyle>
          <a:p>
            <a:pPr>
              <a:defRPr/>
            </a:pPr>
            <a:endParaRPr lang="en-US" altLang="zh-CN"/>
          </a:p>
        </p:txBody>
      </p:sp>
      <p:sp>
        <p:nvSpPr>
          <p:cNvPr id="6" name="Slide Number Placeholder 5"/>
          <p:cNvSpPr>
            <a:spLocks noGrp="1"/>
          </p:cNvSpPr>
          <p:nvPr>
            <p:ph type="sldNum" sz="quarter" idx="12"/>
          </p:nvPr>
        </p:nvSpPr>
        <p:spPr/>
        <p:txBody>
          <a:bodyPr/>
          <a:lstStyle>
            <a:lvl1pPr eaLnBrk="0" hangingPunct="0">
              <a:defRPr b="1">
                <a:latin typeface="Times New Roman" panose="02020603050405020304" pitchFamily="18" charset="0"/>
                <a:ea typeface="楷体_GB2312"/>
                <a:cs typeface="楷体_GB2312"/>
              </a:defRPr>
            </a:lvl1pPr>
          </a:lstStyle>
          <a:p>
            <a:pPr>
              <a:defRPr/>
            </a:pPr>
            <a:fld id="{DCDD32E7-4F9B-4644-B8D3-91CB554F1EEB}" type="slidenum">
              <a:rPr lang="zh-CN" altLang="en-US"/>
              <a:pPr>
                <a:defRPr/>
              </a:pPr>
              <a:t>‹#›</a:t>
            </a:fld>
            <a:endParaRPr lang="en-US" altLang="zh-CN"/>
          </a:p>
        </p:txBody>
      </p:sp>
    </p:spTree>
    <p:extLst>
      <p:ext uri="{BB962C8B-B14F-4D97-AF65-F5344CB8AC3E}">
        <p14:creationId xmlns:p14="http://schemas.microsoft.com/office/powerpoint/2010/main" val="38245611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Rounded Rectangle 15"/>
          <p:cNvSpPr/>
          <p:nvPr/>
        </p:nvSpPr>
        <p:spPr>
          <a:xfrm>
            <a:off x="228600" y="171450"/>
            <a:ext cx="8696325" cy="4525963"/>
          </a:xfrm>
          <a:prstGeom prst="roundRect">
            <a:avLst>
              <a:gd name="adj" fmla="val 1272"/>
            </a:avLst>
          </a:prstGeom>
          <a:gradFill>
            <a:gsLst>
              <a:gs pos="0">
                <a:schemeClr val="accent1">
                  <a:lumMod val="75000"/>
                </a:schemeClr>
              </a:gs>
              <a:gs pos="10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en-US" altLang="zh-CN" sz="1800" b="0">
              <a:solidFill>
                <a:srgbClr val="FFFFFF"/>
              </a:solidFill>
              <a:latin typeface="Candara" panose="020E0502030303020204" pitchFamily="34" charset="0"/>
            </a:endParaRPr>
          </a:p>
        </p:txBody>
      </p:sp>
      <p:grpSp>
        <p:nvGrpSpPr>
          <p:cNvPr id="5" name="Group 9"/>
          <p:cNvGrpSpPr>
            <a:grpSpLocks noChangeAspect="1"/>
          </p:cNvGrpSpPr>
          <p:nvPr/>
        </p:nvGrpSpPr>
        <p:grpSpPr bwMode="auto">
          <a:xfrm>
            <a:off x="211138" y="4014788"/>
            <a:ext cx="8723312" cy="1000125"/>
            <a:chOff x="-3905250" y="4294188"/>
            <a:chExt cx="13011150" cy="1892300"/>
          </a:xfrm>
        </p:grpSpPr>
        <p:sp>
          <p:nvSpPr>
            <p:cNvPr id="6" name="Freeform 14"/>
            <p:cNvSpPr>
              <a:spLocks/>
            </p:cNvSpPr>
            <p:nvPr/>
          </p:nvSpPr>
          <p:spPr bwMode="hidden">
            <a:xfrm>
              <a:off x="4810681" y="4501439"/>
              <a:ext cx="4295219" cy="1015234"/>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 name="Freeform 18"/>
            <p:cNvSpPr>
              <a:spLocks/>
            </p:cNvSpPr>
            <p:nvPr/>
          </p:nvSpPr>
          <p:spPr bwMode="hidden">
            <a:xfrm>
              <a:off x="-308538" y="4318217"/>
              <a:ext cx="8280254" cy="1210470"/>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 name="Freeform 22"/>
            <p:cNvSpPr>
              <a:spLocks/>
            </p:cNvSpPr>
            <p:nvPr/>
          </p:nvSpPr>
          <p:spPr bwMode="hidden">
            <a:xfrm>
              <a:off x="4014" y="4336239"/>
              <a:ext cx="8164231" cy="1102339"/>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9" name="Freeform 26"/>
            <p:cNvSpPr>
              <a:spLocks/>
            </p:cNvSpPr>
            <p:nvPr/>
          </p:nvSpPr>
          <p:spPr bwMode="hidden">
            <a:xfrm>
              <a:off x="4157164" y="4315213"/>
              <a:ext cx="4939265" cy="928129"/>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10" name="Freeform 10"/>
            <p:cNvSpPr>
              <a:spLocks/>
            </p:cNvSpPr>
            <p:nvPr/>
          </p:nvSpPr>
          <p:spPr bwMode="hidden">
            <a:xfrm>
              <a:off x="-3905250" y="4294188"/>
              <a:ext cx="13011150"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 name="Title 1"/>
          <p:cNvSpPr>
            <a:spLocks noGrp="1"/>
          </p:cNvSpPr>
          <p:nvPr>
            <p:ph type="ctrTitle"/>
          </p:nvPr>
        </p:nvSpPr>
        <p:spPr>
          <a:xfrm>
            <a:off x="685800" y="1200152"/>
            <a:ext cx="7772400" cy="1335081"/>
          </a:xfrm>
        </p:spPr>
        <p:txBody>
          <a:bodyPr anchor="b">
            <a:normAutofit/>
          </a:bodyPr>
          <a:lstStyle>
            <a:lvl1pPr>
              <a:defRPr sz="4400">
                <a:solidFill>
                  <a:srgbClr val="FFFFFF"/>
                </a:solidFill>
              </a:defRPr>
            </a:lvl1pPr>
          </a:lstStyle>
          <a:p>
            <a:r>
              <a:rPr lang="zh-CN" altLang="en-US"/>
              <a:t>单击此处编辑母版标题样式</a:t>
            </a:r>
            <a:endParaRPr lang="en-US" dirty="0"/>
          </a:p>
        </p:txBody>
      </p:sp>
      <p:sp>
        <p:nvSpPr>
          <p:cNvPr id="3" name="Subtitle 2"/>
          <p:cNvSpPr>
            <a:spLocks noGrp="1"/>
          </p:cNvSpPr>
          <p:nvPr>
            <p:ph type="subTitle" idx="1"/>
          </p:nvPr>
        </p:nvSpPr>
        <p:spPr>
          <a:xfrm>
            <a:off x="1371600" y="2667001"/>
            <a:ext cx="6400800" cy="1104900"/>
          </a:xfrm>
        </p:spPr>
        <p:txBody>
          <a:bodyPr>
            <a:normAutofit/>
          </a:bodyPr>
          <a:lstStyle>
            <a:lvl1pPr marL="0" indent="0" algn="ctr">
              <a:buNone/>
              <a:defRPr sz="2000">
                <a:solidFill>
                  <a:srgbClr val="FFFFFF"/>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endParaRPr lang="en-US" dirty="0"/>
          </a:p>
        </p:txBody>
      </p:sp>
      <p:sp>
        <p:nvSpPr>
          <p:cNvPr id="11" name="Date Placeholder 3"/>
          <p:cNvSpPr>
            <a:spLocks noGrp="1"/>
          </p:cNvSpPr>
          <p:nvPr>
            <p:ph type="dt" sz="half" idx="10"/>
          </p:nvPr>
        </p:nvSpPr>
        <p:spPr/>
        <p:txBody>
          <a:bodyPr/>
          <a:lstStyle>
            <a:lvl1pPr>
              <a:defRPr b="1">
                <a:latin typeface="Times New Roman" panose="02020603050405020304" pitchFamily="18" charset="0"/>
                <a:ea typeface="楷体_GB2312" pitchFamily="49" charset="-122"/>
              </a:defRPr>
            </a:lvl1pPr>
          </a:lstStyle>
          <a:p>
            <a:pPr>
              <a:defRPr/>
            </a:pPr>
            <a:endParaRPr lang="en-US" altLang="zh-CN"/>
          </a:p>
        </p:txBody>
      </p:sp>
      <p:sp>
        <p:nvSpPr>
          <p:cNvPr id="12" name="Footer Placeholder 4"/>
          <p:cNvSpPr>
            <a:spLocks noGrp="1"/>
          </p:cNvSpPr>
          <p:nvPr>
            <p:ph type="ftr" sz="quarter" idx="11"/>
          </p:nvPr>
        </p:nvSpPr>
        <p:spPr/>
        <p:txBody>
          <a:bodyPr/>
          <a:lstStyle>
            <a:lvl1pPr>
              <a:defRPr b="1">
                <a:latin typeface="Times New Roman" panose="02020603050405020304" pitchFamily="18" charset="0"/>
                <a:ea typeface="楷体_GB2312" pitchFamily="49" charset="-122"/>
              </a:defRPr>
            </a:lvl1pPr>
          </a:lstStyle>
          <a:p>
            <a:pPr>
              <a:defRPr/>
            </a:pPr>
            <a:endParaRPr lang="en-US" altLang="zh-CN"/>
          </a:p>
        </p:txBody>
      </p:sp>
      <p:sp>
        <p:nvSpPr>
          <p:cNvPr id="13" name="Slide Number Placeholder 5"/>
          <p:cNvSpPr>
            <a:spLocks noGrp="1"/>
          </p:cNvSpPr>
          <p:nvPr>
            <p:ph type="sldNum" sz="quarter" idx="12"/>
          </p:nvPr>
        </p:nvSpPr>
        <p:spPr/>
        <p:txBody>
          <a:bodyPr/>
          <a:lstStyle>
            <a:lvl1pPr>
              <a:defRPr b="1">
                <a:latin typeface="Times New Roman" panose="02020603050405020304" pitchFamily="18" charset="0"/>
                <a:ea typeface="楷体_GB2312" pitchFamily="49" charset="-122"/>
              </a:defRPr>
            </a:lvl1pPr>
          </a:lstStyle>
          <a:p>
            <a:pPr>
              <a:defRPr/>
            </a:pPr>
            <a:fld id="{EEBD4A1F-64A4-481F-B88B-75016B515571}" type="slidenum">
              <a:rPr lang="zh-CN" altLang="en-US"/>
              <a:pPr>
                <a:defRPr/>
              </a:pPr>
              <a:t>‹#›</a:t>
            </a:fld>
            <a:endParaRPr lang="en-US" altLang="zh-CN"/>
          </a:p>
        </p:txBody>
      </p:sp>
    </p:spTree>
    <p:extLst>
      <p:ext uri="{BB962C8B-B14F-4D97-AF65-F5344CB8AC3E}">
        <p14:creationId xmlns:p14="http://schemas.microsoft.com/office/powerpoint/2010/main" val="14809237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reserve="1">
  <p:cSld name="标题和内容">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a:defRPr baseline="0">
                <a:latin typeface="Times New Roman" panose="02020603050405020304" pitchFamily="18" charset="0"/>
              </a:defRPr>
            </a:lvl1pPr>
            <a:lvl2pPr>
              <a:defRPr baseline="0">
                <a:latin typeface="Times New Roman" panose="02020603050405020304" pitchFamily="18" charset="0"/>
              </a:defRPr>
            </a:lvl2pPr>
            <a:lvl3pPr>
              <a:defRPr baseline="0">
                <a:latin typeface="Times New Roman" panose="02020603050405020304" pitchFamily="18" charset="0"/>
              </a:defRPr>
            </a:lvl3pPr>
            <a:lvl4pPr>
              <a:defRPr baseline="0">
                <a:latin typeface="Times New Roman" panose="02020603050405020304" pitchFamily="18" charset="0"/>
              </a:defRPr>
            </a:lvl4pPr>
            <a:lvl5pPr>
              <a:defRPr baseline="0">
                <a:latin typeface="Times New Roman" panose="02020603050405020304" pitchFamily="18" charset="0"/>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endParaRPr lang="en-US" dirty="0"/>
          </a:p>
        </p:txBody>
      </p:sp>
      <p:sp>
        <p:nvSpPr>
          <p:cNvPr id="7" name="Title 6"/>
          <p:cNvSpPr>
            <a:spLocks noGrp="1"/>
          </p:cNvSpPr>
          <p:nvPr>
            <p:ph type="title"/>
          </p:nvPr>
        </p:nvSpPr>
        <p:spPr>
          <a:xfrm>
            <a:off x="755576" y="267494"/>
            <a:ext cx="7931224" cy="360040"/>
          </a:xfrm>
        </p:spPr>
        <p:txBody>
          <a:bodyPr/>
          <a:lstStyle>
            <a:lvl1pPr algn="l">
              <a:defRPr b="1" baseline="0">
                <a:latin typeface="Times New Roman" panose="02020603050405020304" pitchFamily="18" charset="0"/>
                <a:ea typeface="黑体" panose="02010609060101010101" pitchFamily="49" charset="-122"/>
              </a:defRPr>
            </a:lvl1pPr>
          </a:lstStyle>
          <a:p>
            <a:r>
              <a:rPr lang="zh-CN" altLang="en-US" dirty="0"/>
              <a:t>单击此处编辑母版标题样式</a:t>
            </a:r>
            <a:endParaRPr lang="en-US" dirty="0"/>
          </a:p>
        </p:txBody>
      </p:sp>
      <p:sp>
        <p:nvSpPr>
          <p:cNvPr id="4" name="Date Placeholder 3"/>
          <p:cNvSpPr>
            <a:spLocks noGrp="1"/>
          </p:cNvSpPr>
          <p:nvPr>
            <p:ph type="dt" sz="half" idx="10"/>
          </p:nvPr>
        </p:nvSpPr>
        <p:spPr/>
        <p:txBody>
          <a:bodyPr/>
          <a:lstStyle>
            <a:lvl1pPr>
              <a:defRPr b="1">
                <a:latin typeface="Times New Roman" panose="02020603050405020304" pitchFamily="18" charset="0"/>
                <a:ea typeface="楷体_GB2312" pitchFamily="49" charset="-122"/>
              </a:defRPr>
            </a:lvl1pPr>
          </a:lstStyle>
          <a:p>
            <a:pPr>
              <a:defRPr/>
            </a:pPr>
            <a:endParaRPr lang="en-US" altLang="zh-CN"/>
          </a:p>
        </p:txBody>
      </p:sp>
      <p:sp>
        <p:nvSpPr>
          <p:cNvPr id="5" name="Footer Placeholder 4"/>
          <p:cNvSpPr>
            <a:spLocks noGrp="1"/>
          </p:cNvSpPr>
          <p:nvPr>
            <p:ph type="ftr" sz="quarter" idx="11"/>
          </p:nvPr>
        </p:nvSpPr>
        <p:spPr/>
        <p:txBody>
          <a:bodyPr/>
          <a:lstStyle>
            <a:lvl1pPr>
              <a:defRPr b="1">
                <a:latin typeface="Times New Roman" panose="02020603050405020304" pitchFamily="18" charset="0"/>
                <a:ea typeface="楷体_GB2312" pitchFamily="49" charset="-122"/>
              </a:defRPr>
            </a:lvl1pPr>
          </a:lstStyle>
          <a:p>
            <a:pPr>
              <a:defRPr/>
            </a:pPr>
            <a:endParaRPr lang="en-US" altLang="zh-CN"/>
          </a:p>
        </p:txBody>
      </p:sp>
      <p:sp>
        <p:nvSpPr>
          <p:cNvPr id="6" name="Slide Number Placeholder 5"/>
          <p:cNvSpPr>
            <a:spLocks noGrp="1"/>
          </p:cNvSpPr>
          <p:nvPr>
            <p:ph type="sldNum" sz="quarter" idx="12"/>
          </p:nvPr>
        </p:nvSpPr>
        <p:spPr/>
        <p:txBody>
          <a:bodyPr/>
          <a:lstStyle>
            <a:lvl1pPr>
              <a:defRPr b="1">
                <a:latin typeface="Times New Roman" panose="02020603050405020304" pitchFamily="18" charset="0"/>
                <a:ea typeface="楷体_GB2312" pitchFamily="49" charset="-122"/>
              </a:defRPr>
            </a:lvl1pPr>
          </a:lstStyle>
          <a:p>
            <a:pPr>
              <a:defRPr/>
            </a:pPr>
            <a:fld id="{07D3E535-419A-497F-A425-2DAF1B5C1D8B}" type="slidenum">
              <a:rPr lang="zh-CN" altLang="en-US"/>
              <a:pPr>
                <a:defRPr/>
              </a:pPr>
              <a:t>‹#›</a:t>
            </a:fld>
            <a:endParaRPr lang="en-US" altLang="zh-CN"/>
          </a:p>
        </p:txBody>
      </p:sp>
    </p:spTree>
    <p:extLst>
      <p:ext uri="{BB962C8B-B14F-4D97-AF65-F5344CB8AC3E}">
        <p14:creationId xmlns:p14="http://schemas.microsoft.com/office/powerpoint/2010/main" val="32053062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Rounded Rectangle 15"/>
          <p:cNvSpPr/>
          <p:nvPr/>
        </p:nvSpPr>
        <p:spPr>
          <a:xfrm>
            <a:off x="228600" y="171450"/>
            <a:ext cx="8696325" cy="4525963"/>
          </a:xfrm>
          <a:prstGeom prst="roundRect">
            <a:avLst>
              <a:gd name="adj" fmla="val 1272"/>
            </a:avLst>
          </a:prstGeom>
          <a:gradFill>
            <a:gsLst>
              <a:gs pos="0">
                <a:schemeClr val="accent1">
                  <a:lumMod val="75000"/>
                </a:schemeClr>
              </a:gs>
              <a:gs pos="10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en-US" altLang="zh-CN" sz="1800" b="0">
              <a:solidFill>
                <a:srgbClr val="FFFFFF"/>
              </a:solidFill>
              <a:latin typeface="Candara" panose="020E0502030303020204" pitchFamily="34" charset="0"/>
            </a:endParaRPr>
          </a:p>
        </p:txBody>
      </p:sp>
      <p:grpSp>
        <p:nvGrpSpPr>
          <p:cNvPr id="5" name="Group 9"/>
          <p:cNvGrpSpPr>
            <a:grpSpLocks noChangeAspect="1"/>
          </p:cNvGrpSpPr>
          <p:nvPr/>
        </p:nvGrpSpPr>
        <p:grpSpPr bwMode="auto">
          <a:xfrm>
            <a:off x="211138" y="4014788"/>
            <a:ext cx="8723312" cy="1000125"/>
            <a:chOff x="-3905250" y="4294188"/>
            <a:chExt cx="13011150" cy="1892300"/>
          </a:xfrm>
        </p:grpSpPr>
        <p:sp>
          <p:nvSpPr>
            <p:cNvPr id="6" name="Freeform 14"/>
            <p:cNvSpPr>
              <a:spLocks/>
            </p:cNvSpPr>
            <p:nvPr/>
          </p:nvSpPr>
          <p:spPr bwMode="hidden">
            <a:xfrm>
              <a:off x="4810681" y="4501439"/>
              <a:ext cx="4295219" cy="1015234"/>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 name="Freeform 18"/>
            <p:cNvSpPr>
              <a:spLocks/>
            </p:cNvSpPr>
            <p:nvPr/>
          </p:nvSpPr>
          <p:spPr bwMode="hidden">
            <a:xfrm>
              <a:off x="-308538" y="4318217"/>
              <a:ext cx="8280254" cy="1210470"/>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 name="Freeform 22"/>
            <p:cNvSpPr>
              <a:spLocks/>
            </p:cNvSpPr>
            <p:nvPr/>
          </p:nvSpPr>
          <p:spPr bwMode="hidden">
            <a:xfrm>
              <a:off x="4014" y="4336239"/>
              <a:ext cx="8164231" cy="1102339"/>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9" name="Freeform 26"/>
            <p:cNvSpPr>
              <a:spLocks/>
            </p:cNvSpPr>
            <p:nvPr/>
          </p:nvSpPr>
          <p:spPr bwMode="hidden">
            <a:xfrm>
              <a:off x="4157164" y="4315213"/>
              <a:ext cx="4939265" cy="928129"/>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10" name="Freeform 10"/>
            <p:cNvSpPr>
              <a:spLocks/>
            </p:cNvSpPr>
            <p:nvPr/>
          </p:nvSpPr>
          <p:spPr bwMode="hidden">
            <a:xfrm>
              <a:off x="-3905250" y="4294188"/>
              <a:ext cx="13011150"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 name="Title 1"/>
          <p:cNvSpPr>
            <a:spLocks noGrp="1"/>
          </p:cNvSpPr>
          <p:nvPr>
            <p:ph type="ctrTitle"/>
          </p:nvPr>
        </p:nvSpPr>
        <p:spPr>
          <a:xfrm>
            <a:off x="685800" y="1200152"/>
            <a:ext cx="7772400" cy="1335081"/>
          </a:xfrm>
        </p:spPr>
        <p:txBody>
          <a:bodyPr anchor="b">
            <a:normAutofit/>
          </a:bodyPr>
          <a:lstStyle>
            <a:lvl1pPr>
              <a:defRPr sz="4400">
                <a:solidFill>
                  <a:srgbClr val="FFFFFF"/>
                </a:solidFill>
              </a:defRPr>
            </a:lvl1pPr>
          </a:lstStyle>
          <a:p>
            <a:r>
              <a:rPr lang="zh-CN" altLang="en-US"/>
              <a:t>单击此处编辑母版标题样式</a:t>
            </a:r>
            <a:endParaRPr lang="en-US" dirty="0"/>
          </a:p>
        </p:txBody>
      </p:sp>
      <p:sp>
        <p:nvSpPr>
          <p:cNvPr id="3" name="Subtitle 2"/>
          <p:cNvSpPr>
            <a:spLocks noGrp="1"/>
          </p:cNvSpPr>
          <p:nvPr>
            <p:ph type="subTitle" idx="1"/>
          </p:nvPr>
        </p:nvSpPr>
        <p:spPr>
          <a:xfrm>
            <a:off x="1371600" y="2667001"/>
            <a:ext cx="6400800" cy="1104900"/>
          </a:xfrm>
        </p:spPr>
        <p:txBody>
          <a:bodyPr>
            <a:normAutofit/>
          </a:bodyPr>
          <a:lstStyle>
            <a:lvl1pPr marL="0" indent="0" algn="ctr">
              <a:buNone/>
              <a:defRPr sz="2000">
                <a:solidFill>
                  <a:srgbClr val="FFFFFF"/>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endParaRPr lang="en-US" dirty="0"/>
          </a:p>
        </p:txBody>
      </p:sp>
      <p:sp>
        <p:nvSpPr>
          <p:cNvPr id="11" name="Date Placeholder 3"/>
          <p:cNvSpPr>
            <a:spLocks noGrp="1"/>
          </p:cNvSpPr>
          <p:nvPr>
            <p:ph type="dt" sz="half" idx="10"/>
          </p:nvPr>
        </p:nvSpPr>
        <p:spPr/>
        <p:txBody>
          <a:bodyPr/>
          <a:lstStyle>
            <a:lvl1pPr>
              <a:defRPr b="1">
                <a:latin typeface="Times New Roman" panose="02020603050405020304" pitchFamily="18" charset="0"/>
                <a:ea typeface="楷体_GB2312" pitchFamily="49" charset="-122"/>
              </a:defRPr>
            </a:lvl1pPr>
          </a:lstStyle>
          <a:p>
            <a:pPr>
              <a:defRPr/>
            </a:pPr>
            <a:endParaRPr lang="en-US" altLang="zh-CN"/>
          </a:p>
        </p:txBody>
      </p:sp>
      <p:sp>
        <p:nvSpPr>
          <p:cNvPr id="12" name="Footer Placeholder 4"/>
          <p:cNvSpPr>
            <a:spLocks noGrp="1"/>
          </p:cNvSpPr>
          <p:nvPr>
            <p:ph type="ftr" sz="quarter" idx="11"/>
          </p:nvPr>
        </p:nvSpPr>
        <p:spPr/>
        <p:txBody>
          <a:bodyPr/>
          <a:lstStyle>
            <a:lvl1pPr>
              <a:defRPr b="1">
                <a:latin typeface="Times New Roman" panose="02020603050405020304" pitchFamily="18" charset="0"/>
                <a:ea typeface="楷体_GB2312" pitchFamily="49" charset="-122"/>
              </a:defRPr>
            </a:lvl1pPr>
          </a:lstStyle>
          <a:p>
            <a:pPr>
              <a:defRPr/>
            </a:pPr>
            <a:endParaRPr lang="en-US" altLang="zh-CN"/>
          </a:p>
        </p:txBody>
      </p:sp>
      <p:sp>
        <p:nvSpPr>
          <p:cNvPr id="13" name="Slide Number Placeholder 5"/>
          <p:cNvSpPr>
            <a:spLocks noGrp="1"/>
          </p:cNvSpPr>
          <p:nvPr>
            <p:ph type="sldNum" sz="quarter" idx="12"/>
          </p:nvPr>
        </p:nvSpPr>
        <p:spPr/>
        <p:txBody>
          <a:bodyPr/>
          <a:lstStyle>
            <a:lvl1pPr>
              <a:defRPr b="1">
                <a:latin typeface="Times New Roman" panose="02020603050405020304" pitchFamily="18" charset="0"/>
                <a:ea typeface="楷体_GB2312" pitchFamily="49" charset="-122"/>
              </a:defRPr>
            </a:lvl1pPr>
          </a:lstStyle>
          <a:p>
            <a:pPr>
              <a:defRPr/>
            </a:pPr>
            <a:fld id="{916BBB1A-B77E-4769-AFE0-87064943197D}" type="slidenum">
              <a:rPr lang="zh-CN" altLang="en-US"/>
              <a:pPr>
                <a:defRPr/>
              </a:pPr>
              <a:t>‹#›</a:t>
            </a:fld>
            <a:endParaRPr lang="en-US" altLang="zh-CN"/>
          </a:p>
        </p:txBody>
      </p:sp>
    </p:spTree>
    <p:extLst>
      <p:ext uri="{BB962C8B-B14F-4D97-AF65-F5344CB8AC3E}">
        <p14:creationId xmlns:p14="http://schemas.microsoft.com/office/powerpoint/2010/main" val="5646026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标题和内容">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a:defRPr baseline="0">
                <a:latin typeface="Times New Roman" panose="02020603050405020304" pitchFamily="18" charset="0"/>
              </a:defRPr>
            </a:lvl1pPr>
            <a:lvl2pPr>
              <a:defRPr baseline="0">
                <a:latin typeface="Times New Roman" panose="02020603050405020304" pitchFamily="18" charset="0"/>
              </a:defRPr>
            </a:lvl2pPr>
            <a:lvl3pPr>
              <a:defRPr baseline="0">
                <a:latin typeface="Times New Roman" panose="02020603050405020304" pitchFamily="18" charset="0"/>
              </a:defRPr>
            </a:lvl3pPr>
            <a:lvl4pPr>
              <a:defRPr baseline="0">
                <a:latin typeface="Times New Roman" panose="02020603050405020304" pitchFamily="18" charset="0"/>
              </a:defRPr>
            </a:lvl4pPr>
            <a:lvl5pPr>
              <a:defRPr baseline="0">
                <a:latin typeface="Times New Roman" panose="02020603050405020304" pitchFamily="18" charset="0"/>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endParaRPr lang="en-US" dirty="0"/>
          </a:p>
        </p:txBody>
      </p:sp>
      <p:sp>
        <p:nvSpPr>
          <p:cNvPr id="7" name="Title 6"/>
          <p:cNvSpPr>
            <a:spLocks noGrp="1"/>
          </p:cNvSpPr>
          <p:nvPr>
            <p:ph type="title"/>
          </p:nvPr>
        </p:nvSpPr>
        <p:spPr>
          <a:xfrm>
            <a:off x="755576" y="267494"/>
            <a:ext cx="7931224" cy="360040"/>
          </a:xfrm>
        </p:spPr>
        <p:txBody>
          <a:bodyPr/>
          <a:lstStyle>
            <a:lvl1pPr algn="l">
              <a:defRPr b="1" baseline="0">
                <a:latin typeface="Times New Roman" panose="02020603050405020304" pitchFamily="18" charset="0"/>
                <a:ea typeface="黑体" panose="02010609060101010101" pitchFamily="49" charset="-122"/>
              </a:defRPr>
            </a:lvl1pPr>
          </a:lstStyle>
          <a:p>
            <a:r>
              <a:rPr lang="zh-CN" altLang="en-US" dirty="0"/>
              <a:t>单击此处编辑母版标题样式</a:t>
            </a:r>
            <a:endParaRPr lang="en-US" dirty="0"/>
          </a:p>
        </p:txBody>
      </p:sp>
      <p:sp>
        <p:nvSpPr>
          <p:cNvPr id="4" name="Date Placeholder 3"/>
          <p:cNvSpPr>
            <a:spLocks noGrp="1"/>
          </p:cNvSpPr>
          <p:nvPr>
            <p:ph type="dt" sz="half" idx="10"/>
          </p:nvPr>
        </p:nvSpPr>
        <p:spPr/>
        <p:txBody>
          <a:bodyPr/>
          <a:lstStyle>
            <a:lvl1pPr>
              <a:defRPr b="1">
                <a:latin typeface="Times New Roman" panose="02020603050405020304" pitchFamily="18" charset="0"/>
                <a:ea typeface="楷体_GB2312" pitchFamily="49" charset="-122"/>
              </a:defRPr>
            </a:lvl1pPr>
          </a:lstStyle>
          <a:p>
            <a:pPr>
              <a:defRPr/>
            </a:pPr>
            <a:endParaRPr lang="en-US" altLang="zh-CN"/>
          </a:p>
        </p:txBody>
      </p:sp>
      <p:sp>
        <p:nvSpPr>
          <p:cNvPr id="5" name="Footer Placeholder 4"/>
          <p:cNvSpPr>
            <a:spLocks noGrp="1"/>
          </p:cNvSpPr>
          <p:nvPr>
            <p:ph type="ftr" sz="quarter" idx="11"/>
          </p:nvPr>
        </p:nvSpPr>
        <p:spPr/>
        <p:txBody>
          <a:bodyPr/>
          <a:lstStyle>
            <a:lvl1pPr>
              <a:defRPr b="1">
                <a:latin typeface="Times New Roman" panose="02020603050405020304" pitchFamily="18" charset="0"/>
                <a:ea typeface="楷体_GB2312" pitchFamily="49" charset="-122"/>
              </a:defRPr>
            </a:lvl1pPr>
          </a:lstStyle>
          <a:p>
            <a:pPr>
              <a:defRPr/>
            </a:pPr>
            <a:endParaRPr lang="en-US" altLang="zh-CN"/>
          </a:p>
        </p:txBody>
      </p:sp>
      <p:sp>
        <p:nvSpPr>
          <p:cNvPr id="6" name="Slide Number Placeholder 5"/>
          <p:cNvSpPr>
            <a:spLocks noGrp="1"/>
          </p:cNvSpPr>
          <p:nvPr>
            <p:ph type="sldNum" sz="quarter" idx="12"/>
          </p:nvPr>
        </p:nvSpPr>
        <p:spPr/>
        <p:txBody>
          <a:bodyPr/>
          <a:lstStyle>
            <a:lvl1pPr>
              <a:defRPr b="1">
                <a:latin typeface="Times New Roman" panose="02020603050405020304" pitchFamily="18" charset="0"/>
                <a:ea typeface="楷体_GB2312" pitchFamily="49" charset="-122"/>
              </a:defRPr>
            </a:lvl1pPr>
          </a:lstStyle>
          <a:p>
            <a:pPr>
              <a:defRPr/>
            </a:pPr>
            <a:fld id="{751F737D-225A-4EE7-99C0-1EAEE7AD27FB}" type="slidenum">
              <a:rPr lang="zh-CN" altLang="en-US"/>
              <a:pPr>
                <a:defRPr/>
              </a:pPr>
              <a:t>‹#›</a:t>
            </a:fld>
            <a:endParaRPr lang="en-US" altLang="zh-CN"/>
          </a:p>
        </p:txBody>
      </p:sp>
    </p:spTree>
    <p:extLst>
      <p:ext uri="{BB962C8B-B14F-4D97-AF65-F5344CB8AC3E}">
        <p14:creationId xmlns:p14="http://schemas.microsoft.com/office/powerpoint/2010/main" val="8688341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Rounded Rectangle 15"/>
          <p:cNvSpPr/>
          <p:nvPr/>
        </p:nvSpPr>
        <p:spPr>
          <a:xfrm>
            <a:off x="228601" y="171451"/>
            <a:ext cx="8696325" cy="4525963"/>
          </a:xfrm>
          <a:prstGeom prst="roundRect">
            <a:avLst>
              <a:gd name="adj" fmla="val 1272"/>
            </a:avLst>
          </a:prstGeom>
          <a:gradFill>
            <a:gsLst>
              <a:gs pos="0">
                <a:schemeClr val="accent1">
                  <a:lumMod val="75000"/>
                </a:schemeClr>
              </a:gs>
              <a:gs pos="10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eaLnBrk="1" hangingPunct="1">
              <a:defRPr/>
            </a:pPr>
            <a:endParaRPr lang="en-US" sz="1800" b="0" dirty="0">
              <a:solidFill>
                <a:prstClr val="white"/>
              </a:solidFill>
            </a:endParaRPr>
          </a:p>
        </p:txBody>
      </p:sp>
      <p:grpSp>
        <p:nvGrpSpPr>
          <p:cNvPr id="5" name="Group 9"/>
          <p:cNvGrpSpPr>
            <a:grpSpLocks noChangeAspect="1"/>
          </p:cNvGrpSpPr>
          <p:nvPr/>
        </p:nvGrpSpPr>
        <p:grpSpPr bwMode="auto">
          <a:xfrm>
            <a:off x="211138" y="4014788"/>
            <a:ext cx="8723312" cy="1000125"/>
            <a:chOff x="-3905250" y="4294188"/>
            <a:chExt cx="13011150" cy="1892300"/>
          </a:xfrm>
        </p:grpSpPr>
        <p:sp>
          <p:nvSpPr>
            <p:cNvPr id="6" name="Freeform 14"/>
            <p:cNvSpPr>
              <a:spLocks/>
            </p:cNvSpPr>
            <p:nvPr/>
          </p:nvSpPr>
          <p:spPr bwMode="hidden">
            <a:xfrm>
              <a:off x="4810681" y="4501439"/>
              <a:ext cx="4295219" cy="1015234"/>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800"/>
            </a:p>
          </p:txBody>
        </p:sp>
        <p:sp>
          <p:nvSpPr>
            <p:cNvPr id="7" name="Freeform 18"/>
            <p:cNvSpPr>
              <a:spLocks/>
            </p:cNvSpPr>
            <p:nvPr/>
          </p:nvSpPr>
          <p:spPr bwMode="hidden">
            <a:xfrm>
              <a:off x="-308538" y="4318217"/>
              <a:ext cx="8280254" cy="1210470"/>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800"/>
            </a:p>
          </p:txBody>
        </p:sp>
        <p:sp>
          <p:nvSpPr>
            <p:cNvPr id="8" name="Freeform 22"/>
            <p:cNvSpPr>
              <a:spLocks/>
            </p:cNvSpPr>
            <p:nvPr/>
          </p:nvSpPr>
          <p:spPr bwMode="hidden">
            <a:xfrm>
              <a:off x="4014" y="4336239"/>
              <a:ext cx="8164231" cy="1102339"/>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800"/>
            </a:p>
          </p:txBody>
        </p:sp>
        <p:sp>
          <p:nvSpPr>
            <p:cNvPr id="9" name="Freeform 26"/>
            <p:cNvSpPr>
              <a:spLocks/>
            </p:cNvSpPr>
            <p:nvPr/>
          </p:nvSpPr>
          <p:spPr bwMode="hidden">
            <a:xfrm>
              <a:off x="4157164" y="4315213"/>
              <a:ext cx="4939265" cy="928129"/>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800"/>
            </a:p>
          </p:txBody>
        </p:sp>
        <p:sp useBgFill="1">
          <p:nvSpPr>
            <p:cNvPr id="10" name="Freeform 10"/>
            <p:cNvSpPr>
              <a:spLocks/>
            </p:cNvSpPr>
            <p:nvPr/>
          </p:nvSpPr>
          <p:spPr bwMode="hidden">
            <a:xfrm>
              <a:off x="-3905250" y="4294188"/>
              <a:ext cx="13011150"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800"/>
            </a:p>
          </p:txBody>
        </p:sp>
      </p:grpSp>
      <p:sp>
        <p:nvSpPr>
          <p:cNvPr id="2" name="Title 1"/>
          <p:cNvSpPr>
            <a:spLocks noGrp="1"/>
          </p:cNvSpPr>
          <p:nvPr>
            <p:ph type="ctrTitle"/>
          </p:nvPr>
        </p:nvSpPr>
        <p:spPr>
          <a:xfrm>
            <a:off x="685800" y="1200152"/>
            <a:ext cx="7772400" cy="1335081"/>
          </a:xfrm>
        </p:spPr>
        <p:txBody>
          <a:bodyPr anchor="b">
            <a:normAutofit/>
          </a:bodyPr>
          <a:lstStyle>
            <a:lvl1pPr>
              <a:defRPr sz="4400">
                <a:solidFill>
                  <a:srgbClr val="FFFFFF"/>
                </a:solidFill>
              </a:defRPr>
            </a:lvl1pPr>
          </a:lstStyle>
          <a:p>
            <a:r>
              <a:rPr lang="zh-CN" altLang="en-US"/>
              <a:t>单击此处编辑母版标题样式</a:t>
            </a:r>
            <a:endParaRPr lang="en-US" dirty="0"/>
          </a:p>
        </p:txBody>
      </p:sp>
      <p:sp>
        <p:nvSpPr>
          <p:cNvPr id="3" name="Subtitle 2"/>
          <p:cNvSpPr>
            <a:spLocks noGrp="1"/>
          </p:cNvSpPr>
          <p:nvPr>
            <p:ph type="subTitle" idx="1"/>
          </p:nvPr>
        </p:nvSpPr>
        <p:spPr>
          <a:xfrm>
            <a:off x="1371600" y="2667001"/>
            <a:ext cx="6400800" cy="1104900"/>
          </a:xfrm>
        </p:spPr>
        <p:txBody>
          <a:bodyPr>
            <a:normAutofit/>
          </a:bodyPr>
          <a:lstStyle>
            <a:lvl1pPr marL="0" indent="0" algn="ctr">
              <a:buNone/>
              <a:defRPr sz="2000">
                <a:solidFill>
                  <a:srgbClr val="FFFFFF"/>
                </a:solidFill>
              </a:defRPr>
            </a:lvl1pPr>
            <a:lvl2pPr marL="457178" indent="0" algn="ctr">
              <a:buNone/>
              <a:defRPr>
                <a:solidFill>
                  <a:schemeClr val="tx1">
                    <a:tint val="75000"/>
                  </a:schemeClr>
                </a:solidFill>
              </a:defRPr>
            </a:lvl2pPr>
            <a:lvl3pPr marL="914355" indent="0" algn="ctr">
              <a:buNone/>
              <a:defRPr>
                <a:solidFill>
                  <a:schemeClr val="tx1">
                    <a:tint val="75000"/>
                  </a:schemeClr>
                </a:solidFill>
              </a:defRPr>
            </a:lvl3pPr>
            <a:lvl4pPr marL="1371532" indent="0" algn="ctr">
              <a:buNone/>
              <a:defRPr>
                <a:solidFill>
                  <a:schemeClr val="tx1">
                    <a:tint val="75000"/>
                  </a:schemeClr>
                </a:solidFill>
              </a:defRPr>
            </a:lvl4pPr>
            <a:lvl5pPr marL="1828709" indent="0" algn="ctr">
              <a:buNone/>
              <a:defRPr>
                <a:solidFill>
                  <a:schemeClr val="tx1">
                    <a:tint val="75000"/>
                  </a:schemeClr>
                </a:solidFill>
              </a:defRPr>
            </a:lvl5pPr>
            <a:lvl6pPr marL="2285886" indent="0" algn="ctr">
              <a:buNone/>
              <a:defRPr>
                <a:solidFill>
                  <a:schemeClr val="tx1">
                    <a:tint val="75000"/>
                  </a:schemeClr>
                </a:solidFill>
              </a:defRPr>
            </a:lvl6pPr>
            <a:lvl7pPr marL="2743064" indent="0" algn="ctr">
              <a:buNone/>
              <a:defRPr>
                <a:solidFill>
                  <a:schemeClr val="tx1">
                    <a:tint val="75000"/>
                  </a:schemeClr>
                </a:solidFill>
              </a:defRPr>
            </a:lvl7pPr>
            <a:lvl8pPr marL="3200240" indent="0" algn="ctr">
              <a:buNone/>
              <a:defRPr>
                <a:solidFill>
                  <a:schemeClr val="tx1">
                    <a:tint val="75000"/>
                  </a:schemeClr>
                </a:solidFill>
              </a:defRPr>
            </a:lvl8pPr>
            <a:lvl9pPr marL="3657418" indent="0" algn="ctr">
              <a:buNone/>
              <a:defRPr>
                <a:solidFill>
                  <a:schemeClr val="tx1">
                    <a:tint val="75000"/>
                  </a:schemeClr>
                </a:solidFill>
              </a:defRPr>
            </a:lvl9pPr>
          </a:lstStyle>
          <a:p>
            <a:r>
              <a:rPr lang="zh-CN" altLang="en-US"/>
              <a:t>单击此处编辑母版副标题样式</a:t>
            </a:r>
            <a:endParaRPr lang="en-US" dirty="0"/>
          </a:p>
        </p:txBody>
      </p:sp>
      <p:sp>
        <p:nvSpPr>
          <p:cNvPr id="11" name="Date Placeholder 3"/>
          <p:cNvSpPr>
            <a:spLocks noGrp="1"/>
          </p:cNvSpPr>
          <p:nvPr>
            <p:ph type="dt" sz="half" idx="10"/>
          </p:nvPr>
        </p:nvSpPr>
        <p:spPr/>
        <p:txBody>
          <a:bodyPr rtlCol="0"/>
          <a:lstStyle>
            <a:lvl1pPr>
              <a:defRPr b="1">
                <a:latin typeface="Times New Roman" panose="02020603050405020304" pitchFamily="18" charset="0"/>
                <a:ea typeface="楷体_GB2312"/>
                <a:cs typeface="楷体_GB2312"/>
              </a:defRPr>
            </a:lvl1pPr>
          </a:lstStyle>
          <a:p>
            <a:pPr>
              <a:defRPr/>
            </a:pPr>
            <a:endParaRPr lang="en-US" altLang="zh-CN"/>
          </a:p>
        </p:txBody>
      </p:sp>
      <p:sp>
        <p:nvSpPr>
          <p:cNvPr id="12" name="Footer Placeholder 4"/>
          <p:cNvSpPr>
            <a:spLocks noGrp="1"/>
          </p:cNvSpPr>
          <p:nvPr>
            <p:ph type="ftr" sz="quarter" idx="11"/>
          </p:nvPr>
        </p:nvSpPr>
        <p:spPr/>
        <p:txBody>
          <a:bodyPr rtlCol="0"/>
          <a:lstStyle>
            <a:lvl1pPr algn="ctr">
              <a:defRPr b="1">
                <a:latin typeface="Times New Roman" panose="02020603050405020304" pitchFamily="18" charset="0"/>
                <a:ea typeface="楷体_GB2312"/>
                <a:cs typeface="楷体_GB2312"/>
              </a:defRPr>
            </a:lvl1pPr>
          </a:lstStyle>
          <a:p>
            <a:pPr>
              <a:defRPr/>
            </a:pPr>
            <a:endParaRPr lang="en-US" altLang="zh-CN"/>
          </a:p>
        </p:txBody>
      </p:sp>
      <p:sp>
        <p:nvSpPr>
          <p:cNvPr id="13" name="Slide Number Placeholder 5"/>
          <p:cNvSpPr>
            <a:spLocks noGrp="1"/>
          </p:cNvSpPr>
          <p:nvPr>
            <p:ph type="sldNum" sz="quarter" idx="12"/>
          </p:nvPr>
        </p:nvSpPr>
        <p:spPr/>
        <p:txBody>
          <a:bodyPr/>
          <a:lstStyle>
            <a:lvl1pPr>
              <a:defRPr b="1">
                <a:latin typeface="Times New Roman" panose="02020603050405020304" pitchFamily="18" charset="0"/>
              </a:defRPr>
            </a:lvl1pPr>
          </a:lstStyle>
          <a:p>
            <a:pPr>
              <a:defRPr/>
            </a:pPr>
            <a:fld id="{4354DE9C-EF8A-434A-A9AF-80EBC91D7122}" type="slidenum">
              <a:rPr lang="zh-CN" altLang="en-US"/>
              <a:pPr>
                <a:defRPr/>
              </a:pPr>
              <a:t>‹#›</a:t>
            </a:fld>
            <a:endParaRPr lang="en-US" altLang="zh-CN"/>
          </a:p>
        </p:txBody>
      </p:sp>
    </p:spTree>
    <p:extLst>
      <p:ext uri="{BB962C8B-B14F-4D97-AF65-F5344CB8AC3E}">
        <p14:creationId xmlns:p14="http://schemas.microsoft.com/office/powerpoint/2010/main" val="5591491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obj" preserve="1">
  <p:cSld name="标题和内容">
    <p:spTree>
      <p:nvGrpSpPr>
        <p:cNvPr id="1" name=""/>
        <p:cNvGrpSpPr/>
        <p:nvPr/>
      </p:nvGrpSpPr>
      <p:grpSpPr>
        <a:xfrm>
          <a:off x="0" y="0"/>
          <a:ext cx="0" cy="0"/>
          <a:chOff x="0" y="0"/>
          <a:chExt cx="0" cy="0"/>
        </a:xfrm>
      </p:grpSpPr>
      <p:grpSp>
        <p:nvGrpSpPr>
          <p:cNvPr id="4" name="组合 6"/>
          <p:cNvGrpSpPr>
            <a:grpSpLocks/>
          </p:cNvGrpSpPr>
          <p:nvPr userDrawn="1"/>
        </p:nvGrpSpPr>
        <p:grpSpPr bwMode="auto">
          <a:xfrm>
            <a:off x="0" y="195264"/>
            <a:ext cx="755650" cy="431800"/>
            <a:chOff x="-786" y="195486"/>
            <a:chExt cx="756363" cy="432048"/>
          </a:xfrm>
        </p:grpSpPr>
        <p:sp>
          <p:nvSpPr>
            <p:cNvPr id="5" name="五边形 4"/>
            <p:cNvSpPr/>
            <p:nvPr/>
          </p:nvSpPr>
          <p:spPr>
            <a:xfrm>
              <a:off x="-786" y="195486"/>
              <a:ext cx="756363" cy="432048"/>
            </a:xfrm>
            <a:prstGeom prst="homePlate">
              <a:avLst/>
            </a:prstGeom>
            <a:solidFill>
              <a:schemeClr val="bg2">
                <a:lumMod val="50000"/>
              </a:schemeClr>
            </a:solidFill>
            <a:ln w="25400" cap="flat" cmpd="sng" algn="ctr">
              <a:noFill/>
              <a:prstDash val="solid"/>
            </a:ln>
            <a:effectLst/>
          </p:spPr>
          <p:txBody>
            <a:bodyPr anchor="ctr"/>
            <a:lstStyle/>
            <a:p>
              <a:pPr algn="ctr" eaLnBrk="1" hangingPunct="1">
                <a:defRPr/>
              </a:pPr>
              <a:endParaRPr lang="zh-CN" altLang="en-US" sz="1800" b="0">
                <a:solidFill>
                  <a:srgbClr val="FFFFFF"/>
                </a:solidFill>
                <a:latin typeface="Calibri" pitchFamily="34" charset="0"/>
                <a:ea typeface="楷体_GB2312"/>
                <a:cs typeface="楷体_GB2312"/>
              </a:endParaRPr>
            </a:p>
          </p:txBody>
        </p:sp>
        <p:sp>
          <p:nvSpPr>
            <p:cNvPr id="6" name="五边形 8"/>
            <p:cNvSpPr>
              <a:spLocks noChangeArrowheads="1"/>
            </p:cNvSpPr>
            <p:nvPr/>
          </p:nvSpPr>
          <p:spPr bwMode="auto">
            <a:xfrm>
              <a:off x="-786" y="197074"/>
              <a:ext cx="756363" cy="88951"/>
            </a:xfrm>
            <a:prstGeom prst="homePlate">
              <a:avLst>
                <a:gd name="adj" fmla="val 49995"/>
              </a:avLst>
            </a:prstGeom>
            <a:solidFill>
              <a:schemeClr val="bg1">
                <a:alpha val="30196"/>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eaLnBrk="1" hangingPunct="1"/>
              <a:endParaRPr lang="zh-CN" altLang="en-US" sz="1800" b="0">
                <a:solidFill>
                  <a:srgbClr val="FFFFFF"/>
                </a:solidFill>
                <a:latin typeface="Calibri" panose="020F0502020204030204" pitchFamily="34" charset="0"/>
              </a:endParaRPr>
            </a:p>
          </p:txBody>
        </p:sp>
      </p:grpSp>
      <p:sp>
        <p:nvSpPr>
          <p:cNvPr id="3" name="Content Placeholder 2"/>
          <p:cNvSpPr>
            <a:spLocks noGrp="1"/>
          </p:cNvSpPr>
          <p:nvPr>
            <p:ph idx="1"/>
          </p:nvPr>
        </p:nvSpPr>
        <p:spPr/>
        <p:txBody>
          <a:bodyPr/>
          <a:lstStyle>
            <a:lvl1pPr>
              <a:defRPr baseline="0">
                <a:latin typeface="Times New Roman" panose="02020603050405020304" pitchFamily="18" charset="0"/>
              </a:defRPr>
            </a:lvl1pPr>
            <a:lvl2pPr>
              <a:defRPr baseline="0">
                <a:latin typeface="Times New Roman" panose="02020603050405020304" pitchFamily="18" charset="0"/>
              </a:defRPr>
            </a:lvl2pPr>
            <a:lvl3pPr>
              <a:defRPr baseline="0">
                <a:latin typeface="Times New Roman" panose="02020603050405020304" pitchFamily="18" charset="0"/>
              </a:defRPr>
            </a:lvl3pPr>
            <a:lvl4pPr>
              <a:defRPr baseline="0">
                <a:latin typeface="Times New Roman" panose="02020603050405020304" pitchFamily="18" charset="0"/>
              </a:defRPr>
            </a:lvl4pPr>
            <a:lvl5pPr>
              <a:defRPr baseline="0">
                <a:latin typeface="Times New Roman" panose="02020603050405020304" pitchFamily="18" charset="0"/>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endParaRPr lang="en-US" dirty="0"/>
          </a:p>
        </p:txBody>
      </p:sp>
      <p:sp>
        <p:nvSpPr>
          <p:cNvPr id="7" name="Title 6"/>
          <p:cNvSpPr>
            <a:spLocks noGrp="1"/>
          </p:cNvSpPr>
          <p:nvPr>
            <p:ph type="title"/>
          </p:nvPr>
        </p:nvSpPr>
        <p:spPr>
          <a:xfrm>
            <a:off x="755577" y="267495"/>
            <a:ext cx="7931224" cy="360040"/>
          </a:xfrm>
        </p:spPr>
        <p:txBody>
          <a:bodyPr/>
          <a:lstStyle>
            <a:lvl1pPr algn="l">
              <a:defRPr b="1" baseline="0">
                <a:latin typeface="Times New Roman" panose="02020603050405020304" pitchFamily="18" charset="0"/>
                <a:ea typeface="黑体" panose="02010609060101010101" pitchFamily="49" charset="-122"/>
              </a:defRPr>
            </a:lvl1pPr>
          </a:lstStyle>
          <a:p>
            <a:r>
              <a:rPr lang="zh-CN" altLang="en-US" dirty="0"/>
              <a:t>单击此处编辑母版标题样式</a:t>
            </a:r>
            <a:endParaRPr lang="en-US" dirty="0"/>
          </a:p>
        </p:txBody>
      </p:sp>
      <p:sp>
        <p:nvSpPr>
          <p:cNvPr id="8" name="Date Placeholder 3"/>
          <p:cNvSpPr>
            <a:spLocks noGrp="1"/>
          </p:cNvSpPr>
          <p:nvPr>
            <p:ph type="dt" sz="half" idx="10"/>
          </p:nvPr>
        </p:nvSpPr>
        <p:spPr/>
        <p:txBody>
          <a:bodyPr rtlCol="0"/>
          <a:lstStyle>
            <a:lvl1pPr>
              <a:defRPr b="1">
                <a:latin typeface="Times New Roman" panose="02020603050405020304" pitchFamily="18" charset="0"/>
                <a:ea typeface="楷体_GB2312"/>
                <a:cs typeface="楷体_GB2312"/>
              </a:defRPr>
            </a:lvl1pPr>
          </a:lstStyle>
          <a:p>
            <a:pPr>
              <a:defRPr/>
            </a:pPr>
            <a:endParaRPr lang="en-US" altLang="zh-CN"/>
          </a:p>
        </p:txBody>
      </p:sp>
      <p:sp>
        <p:nvSpPr>
          <p:cNvPr id="9" name="Footer Placeholder 4"/>
          <p:cNvSpPr>
            <a:spLocks noGrp="1"/>
          </p:cNvSpPr>
          <p:nvPr>
            <p:ph type="ftr" sz="quarter" idx="11"/>
          </p:nvPr>
        </p:nvSpPr>
        <p:spPr/>
        <p:txBody>
          <a:bodyPr rtlCol="0"/>
          <a:lstStyle>
            <a:lvl1pPr algn="ctr">
              <a:defRPr b="1">
                <a:latin typeface="Times New Roman" panose="02020603050405020304" pitchFamily="18" charset="0"/>
                <a:ea typeface="楷体_GB2312"/>
                <a:cs typeface="楷体_GB2312"/>
              </a:defRPr>
            </a:lvl1pPr>
          </a:lstStyle>
          <a:p>
            <a:pPr>
              <a:defRPr/>
            </a:pPr>
            <a:endParaRPr lang="en-US" altLang="zh-CN"/>
          </a:p>
        </p:txBody>
      </p:sp>
      <p:sp>
        <p:nvSpPr>
          <p:cNvPr id="10" name="Slide Number Placeholder 5"/>
          <p:cNvSpPr>
            <a:spLocks noGrp="1"/>
          </p:cNvSpPr>
          <p:nvPr>
            <p:ph type="sldNum" sz="quarter" idx="12"/>
          </p:nvPr>
        </p:nvSpPr>
        <p:spPr/>
        <p:txBody>
          <a:bodyPr/>
          <a:lstStyle>
            <a:lvl1pPr>
              <a:defRPr b="1">
                <a:latin typeface="Times New Roman" panose="02020603050405020304" pitchFamily="18" charset="0"/>
              </a:defRPr>
            </a:lvl1pPr>
          </a:lstStyle>
          <a:p>
            <a:pPr>
              <a:defRPr/>
            </a:pPr>
            <a:fld id="{8776E3E9-DC9E-4990-BCC9-4E58880CF638}" type="slidenum">
              <a:rPr lang="zh-CN" altLang="en-US"/>
              <a:pPr>
                <a:defRPr/>
              </a:pPr>
              <a:t>‹#›</a:t>
            </a:fld>
            <a:endParaRPr lang="en-US" altLang="zh-CN"/>
          </a:p>
        </p:txBody>
      </p:sp>
    </p:spTree>
    <p:extLst>
      <p:ext uri="{BB962C8B-B14F-4D97-AF65-F5344CB8AC3E}">
        <p14:creationId xmlns:p14="http://schemas.microsoft.com/office/powerpoint/2010/main" val="72121665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5.xml"/><Relationship Id="rId1" Type="http://schemas.openxmlformats.org/officeDocument/2006/relationships/slideLayout" Target="../slideLayouts/slideLayout4.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7.xml"/><Relationship Id="rId1" Type="http://schemas.openxmlformats.org/officeDocument/2006/relationships/slideLayout" Target="../slideLayouts/slideLayout6.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9.xml"/><Relationship Id="rId1" Type="http://schemas.openxmlformats.org/officeDocument/2006/relationships/slideLayout" Target="../slideLayouts/slideLayout8.xml"/></Relationships>
</file>

<file path=ppt/slideMasters/_rels/slideMaster5.xml.rels><?xml version="1.0" encoding="UTF-8" standalone="yes"?>
<Relationships xmlns="http://schemas.openxmlformats.org/package/2006/relationships"><Relationship Id="rId3" Type="http://schemas.openxmlformats.org/officeDocument/2006/relationships/theme" Target="../theme/theme5.xml"/><Relationship Id="rId2" Type="http://schemas.openxmlformats.org/officeDocument/2006/relationships/slideLayout" Target="../slideLayouts/slideLayout11.xml"/><Relationship Id="rId1" Type="http://schemas.openxmlformats.org/officeDocument/2006/relationships/slideLayout" Target="../slideLayouts/slideLayout10.xml"/></Relationships>
</file>

<file path=ppt/slideMasters/_rels/slideMaster6.xml.rels><?xml version="1.0" encoding="UTF-8" standalone="yes"?>
<Relationships xmlns="http://schemas.openxmlformats.org/package/2006/relationships"><Relationship Id="rId3" Type="http://schemas.openxmlformats.org/officeDocument/2006/relationships/theme" Target="../theme/theme6.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_rels/slideMaster7.xml.rels><?xml version="1.0" encoding="UTF-8" standalone="yes"?>
<Relationships xmlns="http://schemas.openxmlformats.org/package/2006/relationships"><Relationship Id="rId3" Type="http://schemas.openxmlformats.org/officeDocument/2006/relationships/theme" Target="../theme/theme7.xml"/><Relationship Id="rId2" Type="http://schemas.openxmlformats.org/officeDocument/2006/relationships/slideLayout" Target="../slideLayouts/slideLayout15.xml"/><Relationship Id="rId1" Type="http://schemas.openxmlformats.org/officeDocument/2006/relationships/slideLayout" Target="../slideLayouts/slideLayout14.xml"/></Relationships>
</file>

<file path=ppt/slideMasters/_rels/slideMaster8.xml.rels><?xml version="1.0" encoding="UTF-8" standalone="yes"?>
<Relationships xmlns="http://schemas.openxmlformats.org/package/2006/relationships"><Relationship Id="rId3" Type="http://schemas.openxmlformats.org/officeDocument/2006/relationships/theme" Target="../theme/theme8.xml"/><Relationship Id="rId2" Type="http://schemas.openxmlformats.org/officeDocument/2006/relationships/slideLayout" Target="../slideLayouts/slideLayout17.xml"/><Relationship Id="rId1"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27" name="Group 15"/>
          <p:cNvGrpSpPr>
            <a:grpSpLocks noChangeAspect="1"/>
          </p:cNvGrpSpPr>
          <p:nvPr/>
        </p:nvGrpSpPr>
        <p:grpSpPr bwMode="auto">
          <a:xfrm>
            <a:off x="211138" y="1058863"/>
            <a:ext cx="8824912" cy="576262"/>
            <a:chOff x="-3905251" y="4294188"/>
            <a:chExt cx="13027839" cy="1892300"/>
          </a:xfrm>
        </p:grpSpPr>
        <p:sp>
          <p:nvSpPr>
            <p:cNvPr id="1033" name="Freeform 14"/>
            <p:cNvSpPr>
              <a:spLocks/>
            </p:cNvSpPr>
            <p:nvPr/>
          </p:nvSpPr>
          <p:spPr bwMode="hidden">
            <a:xfrm>
              <a:off x="4810441" y="4502706"/>
              <a:ext cx="4295743" cy="1011313"/>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34" name="Freeform 18"/>
            <p:cNvSpPr>
              <a:spLocks/>
            </p:cNvSpPr>
            <p:nvPr/>
          </p:nvSpPr>
          <p:spPr bwMode="hidden">
            <a:xfrm>
              <a:off x="-310233" y="4320251"/>
              <a:ext cx="8282134" cy="1209405"/>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35" name="Freeform 22"/>
            <p:cNvSpPr>
              <a:spLocks/>
            </p:cNvSpPr>
            <p:nvPr/>
          </p:nvSpPr>
          <p:spPr bwMode="hidden">
            <a:xfrm>
              <a:off x="3804" y="4335892"/>
              <a:ext cx="8164957" cy="1099931"/>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1036" name="Freeform 26"/>
            <p:cNvSpPr>
              <a:spLocks/>
            </p:cNvSpPr>
            <p:nvPr/>
          </p:nvSpPr>
          <p:spPr bwMode="hidden">
            <a:xfrm>
              <a:off x="4156589" y="4315040"/>
              <a:ext cx="4940221" cy="927905"/>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1037" name="Freeform 10"/>
            <p:cNvSpPr>
              <a:spLocks/>
            </p:cNvSpPr>
            <p:nvPr/>
          </p:nvSpPr>
          <p:spPr bwMode="hidden">
            <a:xfrm>
              <a:off x="-3905251" y="4294188"/>
              <a:ext cx="13027839"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028" name="Title Placeholder 1"/>
          <p:cNvSpPr>
            <a:spLocks noGrp="1"/>
          </p:cNvSpPr>
          <p:nvPr>
            <p:ph type="title"/>
          </p:nvPr>
        </p:nvSpPr>
        <p:spPr bwMode="auto">
          <a:xfrm>
            <a:off x="900113" y="268288"/>
            <a:ext cx="7786687"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ctr" anchorCtr="0" compatLnSpc="1">
            <a:prstTxWarp prst="textNoShape">
              <a:avLst/>
            </a:prstTxWarp>
          </a:bodyPr>
          <a:lstStyle/>
          <a:p>
            <a:pPr lvl="0"/>
            <a:r>
              <a:rPr lang="zh-CN" altLang="en-US"/>
              <a:t>单击此处编辑母版标题样式</a:t>
            </a:r>
          </a:p>
        </p:txBody>
      </p:sp>
      <p:sp>
        <p:nvSpPr>
          <p:cNvPr id="4" name="Date Placeholder 3"/>
          <p:cNvSpPr>
            <a:spLocks noGrp="1"/>
          </p:cNvSpPr>
          <p:nvPr>
            <p:ph type="dt" sz="half" idx="2"/>
          </p:nvPr>
        </p:nvSpPr>
        <p:spPr>
          <a:xfrm>
            <a:off x="5164138" y="4687888"/>
            <a:ext cx="3786187" cy="273050"/>
          </a:xfrm>
          <a:prstGeom prst="rect">
            <a:avLst/>
          </a:prstGeom>
        </p:spPr>
        <p:txBody>
          <a:bodyPr vert="horz" wrap="square" lIns="68580" tIns="34290" rIns="68580" bIns="34290" numCol="1" anchor="ctr" anchorCtr="0" compatLnSpc="1">
            <a:prstTxWarp prst="textNoShape">
              <a:avLst/>
            </a:prstTxWarp>
          </a:bodyPr>
          <a:lstStyle>
            <a:lvl1pPr algn="r" eaLnBrk="1" hangingPunct="1">
              <a:defRPr sz="1000" b="0">
                <a:solidFill>
                  <a:srgbClr val="073E87"/>
                </a:solidFill>
                <a:latin typeface="Tahoma" pitchFamily="34" charset="0"/>
                <a:ea typeface="楷体_GB2312"/>
                <a:cs typeface="楷体_GB2312"/>
              </a:defRPr>
            </a:lvl1pPr>
          </a:lstStyle>
          <a:p>
            <a:pPr>
              <a:defRPr/>
            </a:pPr>
            <a:endParaRPr lang="en-US" altLang="zh-CN"/>
          </a:p>
        </p:txBody>
      </p:sp>
      <p:sp>
        <p:nvSpPr>
          <p:cNvPr id="5" name="Footer Placeholder 4"/>
          <p:cNvSpPr>
            <a:spLocks noGrp="1"/>
          </p:cNvSpPr>
          <p:nvPr>
            <p:ph type="ftr" sz="quarter" idx="3"/>
          </p:nvPr>
        </p:nvSpPr>
        <p:spPr>
          <a:xfrm>
            <a:off x="193675" y="4687888"/>
            <a:ext cx="3786188" cy="273050"/>
          </a:xfrm>
          <a:prstGeom prst="rect">
            <a:avLst/>
          </a:prstGeom>
        </p:spPr>
        <p:txBody>
          <a:bodyPr vert="horz" wrap="square" lIns="68580" tIns="34290" rIns="68580" bIns="34290" numCol="1" anchor="ctr" anchorCtr="0" compatLnSpc="1">
            <a:prstTxWarp prst="textNoShape">
              <a:avLst/>
            </a:prstTxWarp>
          </a:bodyPr>
          <a:lstStyle>
            <a:lvl1pPr eaLnBrk="1" hangingPunct="1">
              <a:defRPr sz="1000" b="0">
                <a:solidFill>
                  <a:srgbClr val="073E87"/>
                </a:solidFill>
                <a:latin typeface="Tahoma" pitchFamily="34" charset="0"/>
                <a:ea typeface="楷体_GB2312"/>
                <a:cs typeface="楷体_GB2312"/>
              </a:defRPr>
            </a:lvl1pPr>
          </a:lstStyle>
          <a:p>
            <a:pPr>
              <a:defRPr/>
            </a:pPr>
            <a:endParaRPr lang="en-US" altLang="zh-CN"/>
          </a:p>
        </p:txBody>
      </p:sp>
      <p:sp>
        <p:nvSpPr>
          <p:cNvPr id="6" name="Slide Number Placeholder 5"/>
          <p:cNvSpPr>
            <a:spLocks noGrp="1"/>
          </p:cNvSpPr>
          <p:nvPr>
            <p:ph type="sldNum" sz="quarter" idx="4"/>
          </p:nvPr>
        </p:nvSpPr>
        <p:spPr>
          <a:xfrm>
            <a:off x="3990975" y="4687888"/>
            <a:ext cx="1162050" cy="273050"/>
          </a:xfrm>
          <a:prstGeom prst="rect">
            <a:avLst/>
          </a:prstGeom>
        </p:spPr>
        <p:txBody>
          <a:bodyPr vert="horz" wrap="square" lIns="68580" tIns="34290" rIns="68580" bIns="34290" numCol="1" anchor="ctr" anchorCtr="0" compatLnSpc="1">
            <a:prstTxWarp prst="textNoShape">
              <a:avLst/>
            </a:prstTxWarp>
          </a:bodyPr>
          <a:lstStyle>
            <a:lvl1pPr algn="ctr" eaLnBrk="1" hangingPunct="1">
              <a:defRPr sz="1000" b="0">
                <a:solidFill>
                  <a:srgbClr val="073E87"/>
                </a:solidFill>
                <a:latin typeface="Tahoma" panose="020B0604030504040204" pitchFamily="34" charset="0"/>
                <a:ea typeface="楷体_GB2312" pitchFamily="49" charset="-122"/>
                <a:cs typeface="+mn-cs"/>
              </a:defRPr>
            </a:lvl1pPr>
          </a:lstStyle>
          <a:p>
            <a:pPr>
              <a:defRPr/>
            </a:pPr>
            <a:fld id="{BDCB7CAD-2C0E-4EC3-AA0F-652A11C2BD42}" type="slidenum">
              <a:rPr lang="zh-CN" altLang="en-US"/>
              <a:pPr>
                <a:defRPr/>
              </a:pPr>
              <a:t>‹#›</a:t>
            </a:fld>
            <a:endParaRPr lang="en-US" altLang="zh-CN"/>
          </a:p>
        </p:txBody>
      </p:sp>
      <p:sp>
        <p:nvSpPr>
          <p:cNvPr id="1032" name="Text Placeholder 2"/>
          <p:cNvSpPr>
            <a:spLocks noGrp="1"/>
          </p:cNvSpPr>
          <p:nvPr>
            <p:ph type="body" idx="1"/>
          </p:nvPr>
        </p:nvSpPr>
        <p:spPr bwMode="auto">
          <a:xfrm>
            <a:off x="228600" y="1368425"/>
            <a:ext cx="5927725" cy="322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 bg1="lt1" tx1="dk1" bg2="lt2" tx2="dk2" accent1="accent1" accent2="accent2" accent3="accent3" accent4="accent4" accent5="accent5" accent6="accent6" hlink="hlink" folHlink="folHlink"/>
  <p:sldLayoutIdLst>
    <p:sldLayoutId id="2147485104" r:id="rId1"/>
    <p:sldLayoutId id="2147485105" r:id="rId2"/>
    <p:sldLayoutId id="2147485122" r:id="rId3"/>
  </p:sldLayoutIdLst>
  <p:txStyles>
    <p:titleStyle>
      <a:lvl1pPr algn="l" rtl="0" eaLnBrk="0" fontAlgn="base" hangingPunct="0">
        <a:spcBef>
          <a:spcPct val="0"/>
        </a:spcBef>
        <a:spcAft>
          <a:spcPct val="0"/>
        </a:spcAft>
        <a:defRPr sz="4000" kern="1200">
          <a:solidFill>
            <a:srgbClr val="FFFFFF"/>
          </a:solidFill>
          <a:latin typeface="+mj-lt"/>
          <a:ea typeface="黑体" panose="02010609060101010101" pitchFamily="49" charset="-122"/>
          <a:cs typeface="+mj-cs"/>
        </a:defRPr>
      </a:lvl1pPr>
      <a:lvl2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2pPr>
      <a:lvl3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3pPr>
      <a:lvl4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4pPr>
      <a:lvl5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71463" indent="-271463" algn="l" rtl="0" eaLnBrk="0" fontAlgn="base" hangingPunct="0">
        <a:spcBef>
          <a:spcPct val="20000"/>
        </a:spcBef>
        <a:spcAft>
          <a:spcPct val="0"/>
        </a:spcAft>
        <a:buClr>
          <a:schemeClr val="accent1"/>
        </a:buClr>
        <a:buSzPct val="100000"/>
        <a:buFont typeface="Symbol" panose="05050102010706020507" pitchFamily="18" charset="2"/>
        <a:buChar char=""/>
        <a:defRPr sz="2400" kern="1200">
          <a:solidFill>
            <a:schemeClr val="tx2"/>
          </a:solidFill>
          <a:latin typeface="+mn-lt"/>
          <a:ea typeface="+mn-ea"/>
          <a:cs typeface="+mn-cs"/>
        </a:defRPr>
      </a:lvl1pPr>
      <a:lvl2pPr marL="574675" indent="-271463" algn="l" rtl="0" eaLnBrk="0" fontAlgn="base" hangingPunct="0">
        <a:spcBef>
          <a:spcPct val="20000"/>
        </a:spcBef>
        <a:spcAft>
          <a:spcPct val="0"/>
        </a:spcAft>
        <a:buClr>
          <a:schemeClr val="accent1"/>
        </a:buClr>
        <a:buSzPct val="100000"/>
        <a:buFont typeface="Symbol" panose="05050102010706020507" pitchFamily="18" charset="2"/>
        <a:buChar char=""/>
        <a:defRPr sz="2200" kern="1200">
          <a:solidFill>
            <a:schemeClr val="tx2"/>
          </a:solidFill>
          <a:latin typeface="+mn-lt"/>
          <a:ea typeface="+mn-ea"/>
          <a:cs typeface="+mn-cs"/>
        </a:defRPr>
      </a:lvl2pPr>
      <a:lvl3pPr marL="854075"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3pPr>
      <a:lvl4pPr marL="1141413"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4pPr>
      <a:lvl5pPr marL="1460500" indent="-227013" algn="l" rtl="0" eaLnBrk="0" fontAlgn="base" hangingPunct="0">
        <a:spcBef>
          <a:spcPct val="20000"/>
        </a:spcBef>
        <a:spcAft>
          <a:spcPct val="0"/>
        </a:spcAft>
        <a:buClr>
          <a:schemeClr val="accent1"/>
        </a:buClr>
        <a:buSzPct val="100000"/>
        <a:buFont typeface="Symbol" panose="05050102010706020507" pitchFamily="18" charset="2"/>
        <a:buChar char=""/>
        <a:defRPr sz="1600" kern="1200">
          <a:solidFill>
            <a:schemeClr val="tx2"/>
          </a:solidFill>
          <a:latin typeface="+mn-lt"/>
          <a:ea typeface="+mn-ea"/>
          <a:cs typeface="+mn-cs"/>
        </a:defRPr>
      </a:lvl5pPr>
      <a:lvl6pPr marL="1783036"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068"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099"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132"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p:bodyStyle>
    <p:otherStyle>
      <a:defPPr>
        <a:defRPr lang="en-US"/>
      </a:defPPr>
      <a:lvl1pPr marL="0" algn="l" defTabSz="914378" rtl="0" eaLnBrk="1" latinLnBrk="0" hangingPunct="1">
        <a:defRPr sz="1800" kern="1200">
          <a:solidFill>
            <a:schemeClr val="tx1"/>
          </a:solidFill>
          <a:latin typeface="+mn-lt"/>
          <a:ea typeface="+mn-ea"/>
          <a:cs typeface="+mn-cs"/>
        </a:defRPr>
      </a:lvl1pPr>
      <a:lvl2pPr marL="457189" algn="l" defTabSz="914378" rtl="0" eaLnBrk="1" latinLnBrk="0" hangingPunct="1">
        <a:defRPr sz="1800" kern="1200">
          <a:solidFill>
            <a:schemeClr val="tx1"/>
          </a:solidFill>
          <a:latin typeface="+mn-lt"/>
          <a:ea typeface="+mn-ea"/>
          <a:cs typeface="+mn-cs"/>
        </a:defRPr>
      </a:lvl2pPr>
      <a:lvl3pPr marL="914378" algn="l" defTabSz="914378" rtl="0" eaLnBrk="1" latinLnBrk="0" hangingPunct="1">
        <a:defRPr sz="1800" kern="1200">
          <a:solidFill>
            <a:schemeClr val="tx1"/>
          </a:solidFill>
          <a:latin typeface="+mn-lt"/>
          <a:ea typeface="+mn-ea"/>
          <a:cs typeface="+mn-cs"/>
        </a:defRPr>
      </a:lvl3pPr>
      <a:lvl4pPr marL="1371566" algn="l" defTabSz="914378" rtl="0" eaLnBrk="1" latinLnBrk="0" hangingPunct="1">
        <a:defRPr sz="1800" kern="1200">
          <a:solidFill>
            <a:schemeClr val="tx1"/>
          </a:solidFill>
          <a:latin typeface="+mn-lt"/>
          <a:ea typeface="+mn-ea"/>
          <a:cs typeface="+mn-cs"/>
        </a:defRPr>
      </a:lvl4pPr>
      <a:lvl5pPr marL="1828754" algn="l" defTabSz="914378" rtl="0" eaLnBrk="1" latinLnBrk="0" hangingPunct="1">
        <a:defRPr sz="1800" kern="1200">
          <a:solidFill>
            <a:schemeClr val="tx1"/>
          </a:solidFill>
          <a:latin typeface="+mn-lt"/>
          <a:ea typeface="+mn-ea"/>
          <a:cs typeface="+mn-cs"/>
        </a:defRPr>
      </a:lvl5pPr>
      <a:lvl6pPr marL="2285943" algn="l" defTabSz="914378" rtl="0" eaLnBrk="1" latinLnBrk="0" hangingPunct="1">
        <a:defRPr sz="1800" kern="1200">
          <a:solidFill>
            <a:schemeClr val="tx1"/>
          </a:solidFill>
          <a:latin typeface="+mn-lt"/>
          <a:ea typeface="+mn-ea"/>
          <a:cs typeface="+mn-cs"/>
        </a:defRPr>
      </a:lvl6pPr>
      <a:lvl7pPr marL="2743132" algn="l" defTabSz="914378" rtl="0" eaLnBrk="1" latinLnBrk="0" hangingPunct="1">
        <a:defRPr sz="1800" kern="1200">
          <a:solidFill>
            <a:schemeClr val="tx1"/>
          </a:solidFill>
          <a:latin typeface="+mn-lt"/>
          <a:ea typeface="+mn-ea"/>
          <a:cs typeface="+mn-cs"/>
        </a:defRPr>
      </a:lvl7pPr>
      <a:lvl8pPr marL="3200320" algn="l" defTabSz="914378" rtl="0" eaLnBrk="1" latinLnBrk="0" hangingPunct="1">
        <a:defRPr sz="1800" kern="1200">
          <a:solidFill>
            <a:schemeClr val="tx1"/>
          </a:solidFill>
          <a:latin typeface="+mn-lt"/>
          <a:ea typeface="+mn-ea"/>
          <a:cs typeface="+mn-cs"/>
        </a:defRPr>
      </a:lvl8pPr>
      <a:lvl9pPr marL="3657509" algn="l" defTabSz="91437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ounded Rectangle 13"/>
          <p:cNvSpPr/>
          <p:nvPr/>
        </p:nvSpPr>
        <p:spPr>
          <a:xfrm>
            <a:off x="228600" y="171450"/>
            <a:ext cx="8696325" cy="1404938"/>
          </a:xfrm>
          <a:prstGeom prst="roundRect">
            <a:avLst>
              <a:gd name="adj" fmla="val 3362"/>
            </a:avLst>
          </a:prstGeom>
          <a:gradFill>
            <a:gsLst>
              <a:gs pos="0">
                <a:schemeClr val="accent1">
                  <a:lumMod val="75000"/>
                </a:schemeClr>
              </a:gs>
              <a:gs pos="9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eaLnBrk="1" hangingPunct="1">
              <a:defRPr/>
            </a:pPr>
            <a:endParaRPr lang="en-US" sz="1800" b="0" dirty="0">
              <a:solidFill>
                <a:prstClr val="white"/>
              </a:solidFill>
            </a:endParaRPr>
          </a:p>
        </p:txBody>
      </p:sp>
      <p:grpSp>
        <p:nvGrpSpPr>
          <p:cNvPr id="2051" name="Group 15"/>
          <p:cNvGrpSpPr>
            <a:grpSpLocks noChangeAspect="1"/>
          </p:cNvGrpSpPr>
          <p:nvPr/>
        </p:nvGrpSpPr>
        <p:grpSpPr bwMode="auto">
          <a:xfrm>
            <a:off x="211138" y="1058863"/>
            <a:ext cx="8824912" cy="576262"/>
            <a:chOff x="-3905251" y="4294188"/>
            <a:chExt cx="13027839" cy="1892300"/>
          </a:xfrm>
        </p:grpSpPr>
        <p:sp>
          <p:nvSpPr>
            <p:cNvPr id="2057" name="Freeform 14"/>
            <p:cNvSpPr>
              <a:spLocks/>
            </p:cNvSpPr>
            <p:nvPr/>
          </p:nvSpPr>
          <p:spPr bwMode="hidden">
            <a:xfrm>
              <a:off x="4810441" y="4502706"/>
              <a:ext cx="4295743" cy="1011313"/>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058" name="Freeform 18"/>
            <p:cNvSpPr>
              <a:spLocks/>
            </p:cNvSpPr>
            <p:nvPr/>
          </p:nvSpPr>
          <p:spPr bwMode="hidden">
            <a:xfrm>
              <a:off x="-310233" y="4320251"/>
              <a:ext cx="8282134" cy="1209405"/>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059" name="Freeform 22"/>
            <p:cNvSpPr>
              <a:spLocks/>
            </p:cNvSpPr>
            <p:nvPr/>
          </p:nvSpPr>
          <p:spPr bwMode="hidden">
            <a:xfrm>
              <a:off x="3804" y="4335892"/>
              <a:ext cx="8164957" cy="1099931"/>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2060" name="Freeform 26"/>
            <p:cNvSpPr>
              <a:spLocks/>
            </p:cNvSpPr>
            <p:nvPr/>
          </p:nvSpPr>
          <p:spPr bwMode="hidden">
            <a:xfrm>
              <a:off x="4156589" y="4315040"/>
              <a:ext cx="4940221" cy="927905"/>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2061" name="Freeform 10"/>
            <p:cNvSpPr>
              <a:spLocks/>
            </p:cNvSpPr>
            <p:nvPr/>
          </p:nvSpPr>
          <p:spPr bwMode="hidden">
            <a:xfrm>
              <a:off x="-3905251" y="4294188"/>
              <a:ext cx="13027839"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052" name="Title Placeholder 1"/>
          <p:cNvSpPr>
            <a:spLocks noGrp="1"/>
          </p:cNvSpPr>
          <p:nvPr>
            <p:ph type="title"/>
          </p:nvPr>
        </p:nvSpPr>
        <p:spPr bwMode="auto">
          <a:xfrm>
            <a:off x="900113" y="268288"/>
            <a:ext cx="7786687"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ctr" anchorCtr="0" compatLnSpc="1">
            <a:prstTxWarp prst="textNoShape">
              <a:avLst/>
            </a:prstTxWarp>
          </a:bodyPr>
          <a:lstStyle/>
          <a:p>
            <a:pPr lvl="0"/>
            <a:r>
              <a:rPr lang="zh-CN" altLang="en-US"/>
              <a:t>单击此处编辑母版标题样式</a:t>
            </a:r>
          </a:p>
        </p:txBody>
      </p:sp>
      <p:sp>
        <p:nvSpPr>
          <p:cNvPr id="4" name="Date Placeholder 3"/>
          <p:cNvSpPr>
            <a:spLocks noGrp="1"/>
          </p:cNvSpPr>
          <p:nvPr>
            <p:ph type="dt" sz="half" idx="2"/>
          </p:nvPr>
        </p:nvSpPr>
        <p:spPr>
          <a:xfrm>
            <a:off x="5164138" y="4687888"/>
            <a:ext cx="3786187" cy="273050"/>
          </a:xfrm>
          <a:prstGeom prst="rect">
            <a:avLst/>
          </a:prstGeom>
        </p:spPr>
        <p:txBody>
          <a:bodyPr vert="horz" wrap="square" lIns="68580" tIns="34290" rIns="68580" bIns="34290" numCol="1" anchor="ctr" anchorCtr="0" compatLnSpc="1">
            <a:prstTxWarp prst="textNoShape">
              <a:avLst/>
            </a:prstTxWarp>
          </a:bodyPr>
          <a:lstStyle>
            <a:lvl1pPr algn="r" eaLnBrk="1" hangingPunct="1">
              <a:defRPr sz="1000" b="0">
                <a:solidFill>
                  <a:srgbClr val="073E87"/>
                </a:solidFill>
                <a:latin typeface="Tahoma" pitchFamily="34" charset="0"/>
                <a:ea typeface="华文楷体" panose="02010600040101010101" pitchFamily="2" charset="-122"/>
                <a:cs typeface="+mn-cs"/>
              </a:defRPr>
            </a:lvl1pPr>
          </a:lstStyle>
          <a:p>
            <a:pPr>
              <a:defRPr/>
            </a:pPr>
            <a:endParaRPr lang="en-US" altLang="zh-CN"/>
          </a:p>
        </p:txBody>
      </p:sp>
      <p:sp>
        <p:nvSpPr>
          <p:cNvPr id="5" name="Footer Placeholder 4"/>
          <p:cNvSpPr>
            <a:spLocks noGrp="1"/>
          </p:cNvSpPr>
          <p:nvPr>
            <p:ph type="ftr" sz="quarter" idx="3"/>
          </p:nvPr>
        </p:nvSpPr>
        <p:spPr>
          <a:xfrm>
            <a:off x="193675" y="4687888"/>
            <a:ext cx="3786188" cy="273050"/>
          </a:xfrm>
          <a:prstGeom prst="rect">
            <a:avLst/>
          </a:prstGeom>
        </p:spPr>
        <p:txBody>
          <a:bodyPr vert="horz" wrap="square" lIns="68580" tIns="34290" rIns="68580" bIns="34290" numCol="1" anchor="ctr" anchorCtr="0" compatLnSpc="1">
            <a:prstTxWarp prst="textNoShape">
              <a:avLst/>
            </a:prstTxWarp>
          </a:bodyPr>
          <a:lstStyle>
            <a:lvl1pPr eaLnBrk="1" hangingPunct="1">
              <a:defRPr sz="1000" b="0">
                <a:solidFill>
                  <a:srgbClr val="073E87"/>
                </a:solidFill>
                <a:latin typeface="Tahoma" pitchFamily="34" charset="0"/>
                <a:ea typeface="华文楷体" panose="02010600040101010101" pitchFamily="2" charset="-122"/>
                <a:cs typeface="+mn-cs"/>
              </a:defRPr>
            </a:lvl1pPr>
          </a:lstStyle>
          <a:p>
            <a:pPr>
              <a:defRPr/>
            </a:pPr>
            <a:endParaRPr lang="en-US" altLang="zh-CN"/>
          </a:p>
        </p:txBody>
      </p:sp>
      <p:sp>
        <p:nvSpPr>
          <p:cNvPr id="6" name="Slide Number Placeholder 5"/>
          <p:cNvSpPr>
            <a:spLocks noGrp="1"/>
          </p:cNvSpPr>
          <p:nvPr>
            <p:ph type="sldNum" sz="quarter" idx="4"/>
          </p:nvPr>
        </p:nvSpPr>
        <p:spPr>
          <a:xfrm>
            <a:off x="3990975" y="4687888"/>
            <a:ext cx="1162050" cy="273050"/>
          </a:xfrm>
          <a:prstGeom prst="rect">
            <a:avLst/>
          </a:prstGeom>
        </p:spPr>
        <p:txBody>
          <a:bodyPr vert="horz" wrap="square" lIns="68580" tIns="34290" rIns="68580" bIns="34290" numCol="1" anchor="ctr" anchorCtr="0" compatLnSpc="1">
            <a:prstTxWarp prst="textNoShape">
              <a:avLst/>
            </a:prstTxWarp>
          </a:bodyPr>
          <a:lstStyle>
            <a:lvl1pPr algn="ctr" eaLnBrk="1" hangingPunct="1">
              <a:defRPr sz="1000" b="0">
                <a:solidFill>
                  <a:srgbClr val="073E87"/>
                </a:solidFill>
                <a:latin typeface="Tahoma" panose="020B0604030504040204" pitchFamily="34" charset="0"/>
                <a:ea typeface="华文楷体" panose="02010600040101010101" pitchFamily="2" charset="-122"/>
                <a:cs typeface="+mn-cs"/>
              </a:defRPr>
            </a:lvl1pPr>
          </a:lstStyle>
          <a:p>
            <a:pPr>
              <a:defRPr/>
            </a:pPr>
            <a:fld id="{790BFD99-4A90-400A-8C45-252C7A9211C1}" type="slidenum">
              <a:rPr lang="zh-CN" altLang="en-US"/>
              <a:pPr>
                <a:defRPr/>
              </a:pPr>
              <a:t>‹#›</a:t>
            </a:fld>
            <a:endParaRPr lang="en-US" altLang="zh-CN"/>
          </a:p>
        </p:txBody>
      </p:sp>
      <p:sp>
        <p:nvSpPr>
          <p:cNvPr id="2056" name="Text Placeholder 2"/>
          <p:cNvSpPr>
            <a:spLocks noGrp="1"/>
          </p:cNvSpPr>
          <p:nvPr>
            <p:ph type="body" idx="1"/>
          </p:nvPr>
        </p:nvSpPr>
        <p:spPr bwMode="auto">
          <a:xfrm>
            <a:off x="228600" y="1368425"/>
            <a:ext cx="5927725" cy="322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 bg1="lt1" tx1="dk1" bg2="lt2" tx2="dk2" accent1="accent1" accent2="accent2" accent3="accent3" accent4="accent4" accent5="accent5" accent6="accent6" hlink="hlink" folHlink="folHlink"/>
  <p:sldLayoutIdLst>
    <p:sldLayoutId id="2147485106" r:id="rId1"/>
    <p:sldLayoutId id="2147485107" r:id="rId2"/>
  </p:sldLayoutIdLst>
  <p:txStyles>
    <p:titleStyle>
      <a:lvl1pPr algn="l" rtl="0" eaLnBrk="0" fontAlgn="base" hangingPunct="0">
        <a:spcBef>
          <a:spcPct val="0"/>
        </a:spcBef>
        <a:spcAft>
          <a:spcPct val="0"/>
        </a:spcAft>
        <a:defRPr sz="4000" kern="1200">
          <a:solidFill>
            <a:srgbClr val="FFFFFF"/>
          </a:solidFill>
          <a:latin typeface="+mj-lt"/>
          <a:ea typeface="黑体" panose="02010609060101010101" pitchFamily="49" charset="-122"/>
          <a:cs typeface="+mj-cs"/>
        </a:defRPr>
      </a:lvl1pPr>
      <a:lvl2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2pPr>
      <a:lvl3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3pPr>
      <a:lvl4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4pPr>
      <a:lvl5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69875" indent="-269875" algn="l" rtl="0" eaLnBrk="0" fontAlgn="base" hangingPunct="0">
        <a:spcBef>
          <a:spcPct val="20000"/>
        </a:spcBef>
        <a:spcAft>
          <a:spcPct val="0"/>
        </a:spcAft>
        <a:buClr>
          <a:schemeClr val="accent1"/>
        </a:buClr>
        <a:buSzPct val="100000"/>
        <a:buFont typeface="Symbol" panose="05050102010706020507" pitchFamily="18" charset="2"/>
        <a:buChar char=""/>
        <a:defRPr sz="2400" kern="1200">
          <a:solidFill>
            <a:schemeClr val="tx2"/>
          </a:solidFill>
          <a:latin typeface="+mn-lt"/>
          <a:ea typeface="+mn-ea"/>
          <a:cs typeface="+mn-cs"/>
        </a:defRPr>
      </a:lvl1pPr>
      <a:lvl2pPr marL="573088" indent="-269875" algn="l" rtl="0" eaLnBrk="0" fontAlgn="base" hangingPunct="0">
        <a:spcBef>
          <a:spcPct val="20000"/>
        </a:spcBef>
        <a:spcAft>
          <a:spcPct val="0"/>
        </a:spcAft>
        <a:buClr>
          <a:schemeClr val="accent1"/>
        </a:buClr>
        <a:buSzPct val="100000"/>
        <a:buFont typeface="Symbol" panose="05050102010706020507" pitchFamily="18" charset="2"/>
        <a:buChar char=""/>
        <a:defRPr sz="2200" kern="1200">
          <a:solidFill>
            <a:schemeClr val="tx2"/>
          </a:solidFill>
          <a:latin typeface="+mn-lt"/>
          <a:ea typeface="+mn-ea"/>
          <a:cs typeface="+mn-cs"/>
        </a:defRPr>
      </a:lvl2pPr>
      <a:lvl3pPr marL="852488" indent="-225425"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3pPr>
      <a:lvl4pPr marL="1139825" indent="-225425"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4pPr>
      <a:lvl5pPr marL="1458913" indent="-225425" algn="l" rtl="0" eaLnBrk="0" fontAlgn="base" hangingPunct="0">
        <a:spcBef>
          <a:spcPct val="20000"/>
        </a:spcBef>
        <a:spcAft>
          <a:spcPct val="0"/>
        </a:spcAft>
        <a:buClr>
          <a:schemeClr val="accent1"/>
        </a:buClr>
        <a:buSzPct val="100000"/>
        <a:buFont typeface="Symbol" panose="05050102010706020507" pitchFamily="18" charset="2"/>
        <a:buChar char=""/>
        <a:defRPr sz="1600" kern="1200">
          <a:solidFill>
            <a:schemeClr val="tx2"/>
          </a:solidFill>
          <a:latin typeface="+mn-lt"/>
          <a:ea typeface="+mn-ea"/>
          <a:cs typeface="+mn-cs"/>
        </a:defRPr>
      </a:lvl5pPr>
      <a:lvl6pPr marL="1782992"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016"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039"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064"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p:bodyStyle>
    <p:otherStyle>
      <a:defPPr>
        <a:defRPr lang="en-US"/>
      </a:defPPr>
      <a:lvl1pPr marL="0" algn="l" defTabSz="914355" rtl="0" eaLnBrk="1" latinLnBrk="0" hangingPunct="1">
        <a:defRPr sz="1800" kern="1200">
          <a:solidFill>
            <a:schemeClr val="tx1"/>
          </a:solidFill>
          <a:latin typeface="+mn-lt"/>
          <a:ea typeface="+mn-ea"/>
          <a:cs typeface="+mn-cs"/>
        </a:defRPr>
      </a:lvl1pPr>
      <a:lvl2pPr marL="457178" algn="l" defTabSz="914355" rtl="0" eaLnBrk="1" latinLnBrk="0" hangingPunct="1">
        <a:defRPr sz="1800" kern="1200">
          <a:solidFill>
            <a:schemeClr val="tx1"/>
          </a:solidFill>
          <a:latin typeface="+mn-lt"/>
          <a:ea typeface="+mn-ea"/>
          <a:cs typeface="+mn-cs"/>
        </a:defRPr>
      </a:lvl2pPr>
      <a:lvl3pPr marL="914355" algn="l" defTabSz="914355" rtl="0" eaLnBrk="1" latinLnBrk="0" hangingPunct="1">
        <a:defRPr sz="1800" kern="1200">
          <a:solidFill>
            <a:schemeClr val="tx1"/>
          </a:solidFill>
          <a:latin typeface="+mn-lt"/>
          <a:ea typeface="+mn-ea"/>
          <a:cs typeface="+mn-cs"/>
        </a:defRPr>
      </a:lvl3pPr>
      <a:lvl4pPr marL="1371532" algn="l" defTabSz="914355" rtl="0" eaLnBrk="1" latinLnBrk="0" hangingPunct="1">
        <a:defRPr sz="1800" kern="1200">
          <a:solidFill>
            <a:schemeClr val="tx1"/>
          </a:solidFill>
          <a:latin typeface="+mn-lt"/>
          <a:ea typeface="+mn-ea"/>
          <a:cs typeface="+mn-cs"/>
        </a:defRPr>
      </a:lvl4pPr>
      <a:lvl5pPr marL="1828709" algn="l" defTabSz="914355" rtl="0" eaLnBrk="1" latinLnBrk="0" hangingPunct="1">
        <a:defRPr sz="1800" kern="1200">
          <a:solidFill>
            <a:schemeClr val="tx1"/>
          </a:solidFill>
          <a:latin typeface="+mn-lt"/>
          <a:ea typeface="+mn-ea"/>
          <a:cs typeface="+mn-cs"/>
        </a:defRPr>
      </a:lvl5pPr>
      <a:lvl6pPr marL="2285886" algn="l" defTabSz="914355" rtl="0" eaLnBrk="1" latinLnBrk="0" hangingPunct="1">
        <a:defRPr sz="1800" kern="1200">
          <a:solidFill>
            <a:schemeClr val="tx1"/>
          </a:solidFill>
          <a:latin typeface="+mn-lt"/>
          <a:ea typeface="+mn-ea"/>
          <a:cs typeface="+mn-cs"/>
        </a:defRPr>
      </a:lvl6pPr>
      <a:lvl7pPr marL="2743064" algn="l" defTabSz="914355" rtl="0" eaLnBrk="1" latinLnBrk="0" hangingPunct="1">
        <a:defRPr sz="1800" kern="1200">
          <a:solidFill>
            <a:schemeClr val="tx1"/>
          </a:solidFill>
          <a:latin typeface="+mn-lt"/>
          <a:ea typeface="+mn-ea"/>
          <a:cs typeface="+mn-cs"/>
        </a:defRPr>
      </a:lvl7pPr>
      <a:lvl8pPr marL="3200240" algn="l" defTabSz="914355" rtl="0" eaLnBrk="1" latinLnBrk="0" hangingPunct="1">
        <a:defRPr sz="1800" kern="1200">
          <a:solidFill>
            <a:schemeClr val="tx1"/>
          </a:solidFill>
          <a:latin typeface="+mn-lt"/>
          <a:ea typeface="+mn-ea"/>
          <a:cs typeface="+mn-cs"/>
        </a:defRPr>
      </a:lvl8pPr>
      <a:lvl9pPr marL="3657418" algn="l" defTabSz="914355"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ounded Rectangle 13"/>
          <p:cNvSpPr/>
          <p:nvPr/>
        </p:nvSpPr>
        <p:spPr>
          <a:xfrm>
            <a:off x="228600" y="171450"/>
            <a:ext cx="8696325" cy="1404938"/>
          </a:xfrm>
          <a:prstGeom prst="roundRect">
            <a:avLst>
              <a:gd name="adj" fmla="val 3362"/>
            </a:avLst>
          </a:prstGeom>
          <a:gradFill>
            <a:gsLst>
              <a:gs pos="0">
                <a:schemeClr val="accent1">
                  <a:lumMod val="75000"/>
                </a:schemeClr>
              </a:gs>
              <a:gs pos="9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eaLnBrk="1" hangingPunct="1">
              <a:defRPr/>
            </a:pPr>
            <a:endParaRPr lang="en-US" sz="1800" b="0" dirty="0">
              <a:solidFill>
                <a:prstClr val="white"/>
              </a:solidFill>
            </a:endParaRPr>
          </a:p>
        </p:txBody>
      </p:sp>
      <p:grpSp>
        <p:nvGrpSpPr>
          <p:cNvPr id="3075" name="Group 15"/>
          <p:cNvGrpSpPr>
            <a:grpSpLocks noChangeAspect="1"/>
          </p:cNvGrpSpPr>
          <p:nvPr/>
        </p:nvGrpSpPr>
        <p:grpSpPr bwMode="auto">
          <a:xfrm>
            <a:off x="211138" y="1058863"/>
            <a:ext cx="8824912" cy="576262"/>
            <a:chOff x="-3905251" y="4294188"/>
            <a:chExt cx="13027839" cy="1892300"/>
          </a:xfrm>
        </p:grpSpPr>
        <p:sp>
          <p:nvSpPr>
            <p:cNvPr id="3081" name="Freeform 14"/>
            <p:cNvSpPr>
              <a:spLocks/>
            </p:cNvSpPr>
            <p:nvPr/>
          </p:nvSpPr>
          <p:spPr bwMode="hidden">
            <a:xfrm>
              <a:off x="4810441" y="4502706"/>
              <a:ext cx="4295743" cy="1011313"/>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082" name="Freeform 18"/>
            <p:cNvSpPr>
              <a:spLocks/>
            </p:cNvSpPr>
            <p:nvPr/>
          </p:nvSpPr>
          <p:spPr bwMode="hidden">
            <a:xfrm>
              <a:off x="-310233" y="4320251"/>
              <a:ext cx="8282134" cy="1209405"/>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083" name="Freeform 22"/>
            <p:cNvSpPr>
              <a:spLocks/>
            </p:cNvSpPr>
            <p:nvPr/>
          </p:nvSpPr>
          <p:spPr bwMode="hidden">
            <a:xfrm>
              <a:off x="3804" y="4335892"/>
              <a:ext cx="8164957" cy="1099931"/>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3084" name="Freeform 26"/>
            <p:cNvSpPr>
              <a:spLocks/>
            </p:cNvSpPr>
            <p:nvPr/>
          </p:nvSpPr>
          <p:spPr bwMode="hidden">
            <a:xfrm>
              <a:off x="4156589" y="4315040"/>
              <a:ext cx="4940221" cy="927905"/>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3085" name="Freeform 10"/>
            <p:cNvSpPr>
              <a:spLocks/>
            </p:cNvSpPr>
            <p:nvPr/>
          </p:nvSpPr>
          <p:spPr bwMode="hidden">
            <a:xfrm>
              <a:off x="-3905251" y="4294188"/>
              <a:ext cx="13027839"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076" name="Title Placeholder 1"/>
          <p:cNvSpPr>
            <a:spLocks noGrp="1"/>
          </p:cNvSpPr>
          <p:nvPr>
            <p:ph type="title"/>
          </p:nvPr>
        </p:nvSpPr>
        <p:spPr bwMode="auto">
          <a:xfrm>
            <a:off x="900113" y="268288"/>
            <a:ext cx="7786687"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ctr" anchorCtr="0" compatLnSpc="1">
            <a:prstTxWarp prst="textNoShape">
              <a:avLst/>
            </a:prstTxWarp>
          </a:bodyPr>
          <a:lstStyle/>
          <a:p>
            <a:pPr lvl="0"/>
            <a:r>
              <a:rPr lang="zh-CN" altLang="en-US"/>
              <a:t>单击此处编辑母版标题样式</a:t>
            </a:r>
          </a:p>
        </p:txBody>
      </p:sp>
      <p:sp>
        <p:nvSpPr>
          <p:cNvPr id="4" name="Date Placeholder 3"/>
          <p:cNvSpPr>
            <a:spLocks noGrp="1"/>
          </p:cNvSpPr>
          <p:nvPr>
            <p:ph type="dt" sz="half" idx="2"/>
          </p:nvPr>
        </p:nvSpPr>
        <p:spPr>
          <a:xfrm>
            <a:off x="5164138" y="4687888"/>
            <a:ext cx="3786187" cy="273050"/>
          </a:xfrm>
          <a:prstGeom prst="rect">
            <a:avLst/>
          </a:prstGeom>
        </p:spPr>
        <p:txBody>
          <a:bodyPr vert="horz" wrap="square" lIns="68580" tIns="34290" rIns="68580" bIns="34290" numCol="1" anchor="ctr" anchorCtr="0" compatLnSpc="1">
            <a:prstTxWarp prst="textNoShape">
              <a:avLst/>
            </a:prstTxWarp>
          </a:bodyPr>
          <a:lstStyle>
            <a:lvl1pPr algn="r" eaLnBrk="1" hangingPunct="1">
              <a:defRPr sz="1000" b="0">
                <a:solidFill>
                  <a:srgbClr val="073E87"/>
                </a:solidFill>
                <a:latin typeface="Tahoma" pitchFamily="34" charset="0"/>
                <a:ea typeface="华文楷体" panose="02010600040101010101" pitchFamily="2" charset="-122"/>
                <a:cs typeface="+mn-cs"/>
              </a:defRPr>
            </a:lvl1pPr>
          </a:lstStyle>
          <a:p>
            <a:pPr>
              <a:defRPr/>
            </a:pPr>
            <a:endParaRPr lang="en-US" altLang="zh-CN"/>
          </a:p>
        </p:txBody>
      </p:sp>
      <p:sp>
        <p:nvSpPr>
          <p:cNvPr id="5" name="Footer Placeholder 4"/>
          <p:cNvSpPr>
            <a:spLocks noGrp="1"/>
          </p:cNvSpPr>
          <p:nvPr>
            <p:ph type="ftr" sz="quarter" idx="3"/>
          </p:nvPr>
        </p:nvSpPr>
        <p:spPr>
          <a:xfrm>
            <a:off x="193675" y="4687888"/>
            <a:ext cx="3786188" cy="273050"/>
          </a:xfrm>
          <a:prstGeom prst="rect">
            <a:avLst/>
          </a:prstGeom>
        </p:spPr>
        <p:txBody>
          <a:bodyPr vert="horz" wrap="square" lIns="68580" tIns="34290" rIns="68580" bIns="34290" numCol="1" anchor="ctr" anchorCtr="0" compatLnSpc="1">
            <a:prstTxWarp prst="textNoShape">
              <a:avLst/>
            </a:prstTxWarp>
          </a:bodyPr>
          <a:lstStyle>
            <a:lvl1pPr eaLnBrk="1" hangingPunct="1">
              <a:defRPr sz="1000" b="0">
                <a:solidFill>
                  <a:srgbClr val="073E87"/>
                </a:solidFill>
                <a:latin typeface="Tahoma" pitchFamily="34" charset="0"/>
                <a:ea typeface="华文楷体" panose="02010600040101010101" pitchFamily="2" charset="-122"/>
                <a:cs typeface="+mn-cs"/>
              </a:defRPr>
            </a:lvl1pPr>
          </a:lstStyle>
          <a:p>
            <a:pPr>
              <a:defRPr/>
            </a:pPr>
            <a:endParaRPr lang="en-US" altLang="zh-CN"/>
          </a:p>
        </p:txBody>
      </p:sp>
      <p:sp>
        <p:nvSpPr>
          <p:cNvPr id="6" name="Slide Number Placeholder 5"/>
          <p:cNvSpPr>
            <a:spLocks noGrp="1"/>
          </p:cNvSpPr>
          <p:nvPr>
            <p:ph type="sldNum" sz="quarter" idx="4"/>
          </p:nvPr>
        </p:nvSpPr>
        <p:spPr>
          <a:xfrm>
            <a:off x="3990975" y="4687888"/>
            <a:ext cx="1162050" cy="273050"/>
          </a:xfrm>
          <a:prstGeom prst="rect">
            <a:avLst/>
          </a:prstGeom>
        </p:spPr>
        <p:txBody>
          <a:bodyPr vert="horz" wrap="square" lIns="68580" tIns="34290" rIns="68580" bIns="34290" numCol="1" anchor="ctr" anchorCtr="0" compatLnSpc="1">
            <a:prstTxWarp prst="textNoShape">
              <a:avLst/>
            </a:prstTxWarp>
          </a:bodyPr>
          <a:lstStyle>
            <a:lvl1pPr algn="ctr" eaLnBrk="1" hangingPunct="1">
              <a:defRPr sz="1000" b="0">
                <a:solidFill>
                  <a:srgbClr val="073E87"/>
                </a:solidFill>
                <a:latin typeface="Tahoma" panose="020B0604030504040204" pitchFamily="34" charset="0"/>
                <a:ea typeface="华文楷体" panose="02010600040101010101" pitchFamily="2" charset="-122"/>
                <a:cs typeface="+mn-cs"/>
              </a:defRPr>
            </a:lvl1pPr>
          </a:lstStyle>
          <a:p>
            <a:pPr>
              <a:defRPr/>
            </a:pPr>
            <a:fld id="{567E3C83-3872-460E-910F-BEB2F2B30AC4}" type="slidenum">
              <a:rPr lang="zh-CN" altLang="en-US"/>
              <a:pPr>
                <a:defRPr/>
              </a:pPr>
              <a:t>‹#›</a:t>
            </a:fld>
            <a:endParaRPr lang="en-US" altLang="zh-CN"/>
          </a:p>
        </p:txBody>
      </p:sp>
      <p:sp>
        <p:nvSpPr>
          <p:cNvPr id="3080" name="Text Placeholder 2"/>
          <p:cNvSpPr>
            <a:spLocks noGrp="1"/>
          </p:cNvSpPr>
          <p:nvPr>
            <p:ph type="body" idx="1"/>
          </p:nvPr>
        </p:nvSpPr>
        <p:spPr bwMode="auto">
          <a:xfrm>
            <a:off x="228600" y="1368425"/>
            <a:ext cx="5927725" cy="322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 bg1="lt1" tx1="dk1" bg2="lt2" tx2="dk2" accent1="accent1" accent2="accent2" accent3="accent3" accent4="accent4" accent5="accent5" accent6="accent6" hlink="hlink" folHlink="folHlink"/>
  <p:sldLayoutIdLst>
    <p:sldLayoutId id="2147485108" r:id="rId1"/>
    <p:sldLayoutId id="2147485109" r:id="rId2"/>
  </p:sldLayoutIdLst>
  <p:txStyles>
    <p:titleStyle>
      <a:lvl1pPr algn="l" rtl="0" eaLnBrk="0" fontAlgn="base" hangingPunct="0">
        <a:spcBef>
          <a:spcPct val="0"/>
        </a:spcBef>
        <a:spcAft>
          <a:spcPct val="0"/>
        </a:spcAft>
        <a:defRPr sz="4000" kern="1200">
          <a:solidFill>
            <a:srgbClr val="FFFFFF"/>
          </a:solidFill>
          <a:latin typeface="+mj-lt"/>
          <a:ea typeface="黑体" panose="02010609060101010101" pitchFamily="49" charset="-122"/>
          <a:cs typeface="+mj-cs"/>
        </a:defRPr>
      </a:lvl1pPr>
      <a:lvl2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2pPr>
      <a:lvl3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3pPr>
      <a:lvl4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4pPr>
      <a:lvl5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69875" indent="-269875" algn="l" rtl="0" eaLnBrk="0" fontAlgn="base" hangingPunct="0">
        <a:spcBef>
          <a:spcPct val="20000"/>
        </a:spcBef>
        <a:spcAft>
          <a:spcPct val="0"/>
        </a:spcAft>
        <a:buClr>
          <a:schemeClr val="accent1"/>
        </a:buClr>
        <a:buSzPct val="100000"/>
        <a:buFont typeface="Symbol" panose="05050102010706020507" pitchFamily="18" charset="2"/>
        <a:buChar char=""/>
        <a:defRPr sz="2400" kern="1200">
          <a:solidFill>
            <a:schemeClr val="tx2"/>
          </a:solidFill>
          <a:latin typeface="+mn-lt"/>
          <a:ea typeface="+mn-ea"/>
          <a:cs typeface="+mn-cs"/>
        </a:defRPr>
      </a:lvl1pPr>
      <a:lvl2pPr marL="573088" indent="-269875" algn="l" rtl="0" eaLnBrk="0" fontAlgn="base" hangingPunct="0">
        <a:spcBef>
          <a:spcPct val="20000"/>
        </a:spcBef>
        <a:spcAft>
          <a:spcPct val="0"/>
        </a:spcAft>
        <a:buClr>
          <a:schemeClr val="accent1"/>
        </a:buClr>
        <a:buSzPct val="100000"/>
        <a:buFont typeface="Symbol" panose="05050102010706020507" pitchFamily="18" charset="2"/>
        <a:buChar char=""/>
        <a:defRPr sz="2200" kern="1200">
          <a:solidFill>
            <a:schemeClr val="tx2"/>
          </a:solidFill>
          <a:latin typeface="+mn-lt"/>
          <a:ea typeface="+mn-ea"/>
          <a:cs typeface="+mn-cs"/>
        </a:defRPr>
      </a:lvl2pPr>
      <a:lvl3pPr marL="852488" indent="-225425"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3pPr>
      <a:lvl4pPr marL="1139825" indent="-225425"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4pPr>
      <a:lvl5pPr marL="1458913" indent="-225425" algn="l" rtl="0" eaLnBrk="0" fontAlgn="base" hangingPunct="0">
        <a:spcBef>
          <a:spcPct val="20000"/>
        </a:spcBef>
        <a:spcAft>
          <a:spcPct val="0"/>
        </a:spcAft>
        <a:buClr>
          <a:schemeClr val="accent1"/>
        </a:buClr>
        <a:buSzPct val="100000"/>
        <a:buFont typeface="Symbol" panose="05050102010706020507" pitchFamily="18" charset="2"/>
        <a:buChar char=""/>
        <a:defRPr sz="1600" kern="1200">
          <a:solidFill>
            <a:schemeClr val="tx2"/>
          </a:solidFill>
          <a:latin typeface="+mn-lt"/>
          <a:ea typeface="+mn-ea"/>
          <a:cs typeface="+mn-cs"/>
        </a:defRPr>
      </a:lvl5pPr>
      <a:lvl6pPr marL="1782992"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016"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039"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064"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p:bodyStyle>
    <p:otherStyle>
      <a:defPPr>
        <a:defRPr lang="en-US"/>
      </a:defPPr>
      <a:lvl1pPr marL="0" algn="l" defTabSz="914355" rtl="0" eaLnBrk="1" latinLnBrk="0" hangingPunct="1">
        <a:defRPr sz="1800" kern="1200">
          <a:solidFill>
            <a:schemeClr val="tx1"/>
          </a:solidFill>
          <a:latin typeface="+mn-lt"/>
          <a:ea typeface="+mn-ea"/>
          <a:cs typeface="+mn-cs"/>
        </a:defRPr>
      </a:lvl1pPr>
      <a:lvl2pPr marL="457178" algn="l" defTabSz="914355" rtl="0" eaLnBrk="1" latinLnBrk="0" hangingPunct="1">
        <a:defRPr sz="1800" kern="1200">
          <a:solidFill>
            <a:schemeClr val="tx1"/>
          </a:solidFill>
          <a:latin typeface="+mn-lt"/>
          <a:ea typeface="+mn-ea"/>
          <a:cs typeface="+mn-cs"/>
        </a:defRPr>
      </a:lvl2pPr>
      <a:lvl3pPr marL="914355" algn="l" defTabSz="914355" rtl="0" eaLnBrk="1" latinLnBrk="0" hangingPunct="1">
        <a:defRPr sz="1800" kern="1200">
          <a:solidFill>
            <a:schemeClr val="tx1"/>
          </a:solidFill>
          <a:latin typeface="+mn-lt"/>
          <a:ea typeface="+mn-ea"/>
          <a:cs typeface="+mn-cs"/>
        </a:defRPr>
      </a:lvl3pPr>
      <a:lvl4pPr marL="1371532" algn="l" defTabSz="914355" rtl="0" eaLnBrk="1" latinLnBrk="0" hangingPunct="1">
        <a:defRPr sz="1800" kern="1200">
          <a:solidFill>
            <a:schemeClr val="tx1"/>
          </a:solidFill>
          <a:latin typeface="+mn-lt"/>
          <a:ea typeface="+mn-ea"/>
          <a:cs typeface="+mn-cs"/>
        </a:defRPr>
      </a:lvl4pPr>
      <a:lvl5pPr marL="1828709" algn="l" defTabSz="914355" rtl="0" eaLnBrk="1" latinLnBrk="0" hangingPunct="1">
        <a:defRPr sz="1800" kern="1200">
          <a:solidFill>
            <a:schemeClr val="tx1"/>
          </a:solidFill>
          <a:latin typeface="+mn-lt"/>
          <a:ea typeface="+mn-ea"/>
          <a:cs typeface="+mn-cs"/>
        </a:defRPr>
      </a:lvl5pPr>
      <a:lvl6pPr marL="2285886" algn="l" defTabSz="914355" rtl="0" eaLnBrk="1" latinLnBrk="0" hangingPunct="1">
        <a:defRPr sz="1800" kern="1200">
          <a:solidFill>
            <a:schemeClr val="tx1"/>
          </a:solidFill>
          <a:latin typeface="+mn-lt"/>
          <a:ea typeface="+mn-ea"/>
          <a:cs typeface="+mn-cs"/>
        </a:defRPr>
      </a:lvl6pPr>
      <a:lvl7pPr marL="2743064" algn="l" defTabSz="914355" rtl="0" eaLnBrk="1" latinLnBrk="0" hangingPunct="1">
        <a:defRPr sz="1800" kern="1200">
          <a:solidFill>
            <a:schemeClr val="tx1"/>
          </a:solidFill>
          <a:latin typeface="+mn-lt"/>
          <a:ea typeface="+mn-ea"/>
          <a:cs typeface="+mn-cs"/>
        </a:defRPr>
      </a:lvl7pPr>
      <a:lvl8pPr marL="3200240" algn="l" defTabSz="914355" rtl="0" eaLnBrk="1" latinLnBrk="0" hangingPunct="1">
        <a:defRPr sz="1800" kern="1200">
          <a:solidFill>
            <a:schemeClr val="tx1"/>
          </a:solidFill>
          <a:latin typeface="+mn-lt"/>
          <a:ea typeface="+mn-ea"/>
          <a:cs typeface="+mn-cs"/>
        </a:defRPr>
      </a:lvl8pPr>
      <a:lvl9pPr marL="3657418" algn="l" defTabSz="914355"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ounded Rectangle 13"/>
          <p:cNvSpPr/>
          <p:nvPr/>
        </p:nvSpPr>
        <p:spPr>
          <a:xfrm>
            <a:off x="228600" y="171450"/>
            <a:ext cx="8696325" cy="1404938"/>
          </a:xfrm>
          <a:prstGeom prst="roundRect">
            <a:avLst>
              <a:gd name="adj" fmla="val 3362"/>
            </a:avLst>
          </a:prstGeom>
          <a:gradFill>
            <a:gsLst>
              <a:gs pos="0">
                <a:schemeClr val="accent1">
                  <a:lumMod val="75000"/>
                </a:schemeClr>
              </a:gs>
              <a:gs pos="9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eaLnBrk="1" hangingPunct="1">
              <a:defRPr/>
            </a:pPr>
            <a:endParaRPr lang="en-US" sz="1800" b="0" dirty="0">
              <a:solidFill>
                <a:prstClr val="white"/>
              </a:solidFill>
            </a:endParaRPr>
          </a:p>
        </p:txBody>
      </p:sp>
      <p:grpSp>
        <p:nvGrpSpPr>
          <p:cNvPr id="4099" name="Group 15"/>
          <p:cNvGrpSpPr>
            <a:grpSpLocks noChangeAspect="1"/>
          </p:cNvGrpSpPr>
          <p:nvPr/>
        </p:nvGrpSpPr>
        <p:grpSpPr bwMode="auto">
          <a:xfrm>
            <a:off x="211138" y="1058863"/>
            <a:ext cx="8824912" cy="576262"/>
            <a:chOff x="-3905251" y="4294188"/>
            <a:chExt cx="13027839" cy="1892300"/>
          </a:xfrm>
        </p:grpSpPr>
        <p:sp>
          <p:nvSpPr>
            <p:cNvPr id="4105" name="Freeform 14"/>
            <p:cNvSpPr>
              <a:spLocks/>
            </p:cNvSpPr>
            <p:nvPr/>
          </p:nvSpPr>
          <p:spPr bwMode="hidden">
            <a:xfrm>
              <a:off x="4810441" y="4502706"/>
              <a:ext cx="4295743" cy="1011313"/>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106" name="Freeform 18"/>
            <p:cNvSpPr>
              <a:spLocks/>
            </p:cNvSpPr>
            <p:nvPr/>
          </p:nvSpPr>
          <p:spPr bwMode="hidden">
            <a:xfrm>
              <a:off x="-310233" y="4320251"/>
              <a:ext cx="8282134" cy="1209405"/>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107" name="Freeform 22"/>
            <p:cNvSpPr>
              <a:spLocks/>
            </p:cNvSpPr>
            <p:nvPr/>
          </p:nvSpPr>
          <p:spPr bwMode="hidden">
            <a:xfrm>
              <a:off x="3804" y="4335892"/>
              <a:ext cx="8164957" cy="1099931"/>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4108" name="Freeform 26"/>
            <p:cNvSpPr>
              <a:spLocks/>
            </p:cNvSpPr>
            <p:nvPr/>
          </p:nvSpPr>
          <p:spPr bwMode="hidden">
            <a:xfrm>
              <a:off x="4156589" y="4315040"/>
              <a:ext cx="4940221" cy="927905"/>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4109" name="Freeform 10"/>
            <p:cNvSpPr>
              <a:spLocks/>
            </p:cNvSpPr>
            <p:nvPr/>
          </p:nvSpPr>
          <p:spPr bwMode="hidden">
            <a:xfrm>
              <a:off x="-3905251" y="4294188"/>
              <a:ext cx="13027839"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100" name="Title Placeholder 1"/>
          <p:cNvSpPr>
            <a:spLocks noGrp="1"/>
          </p:cNvSpPr>
          <p:nvPr>
            <p:ph type="title"/>
          </p:nvPr>
        </p:nvSpPr>
        <p:spPr bwMode="auto">
          <a:xfrm>
            <a:off x="900113" y="268288"/>
            <a:ext cx="7786687"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ctr" anchorCtr="0" compatLnSpc="1">
            <a:prstTxWarp prst="textNoShape">
              <a:avLst/>
            </a:prstTxWarp>
          </a:bodyPr>
          <a:lstStyle/>
          <a:p>
            <a:pPr lvl="0"/>
            <a:r>
              <a:rPr lang="zh-CN" altLang="en-US"/>
              <a:t>单击此处编辑母版标题样式</a:t>
            </a:r>
          </a:p>
        </p:txBody>
      </p:sp>
      <p:sp>
        <p:nvSpPr>
          <p:cNvPr id="4" name="Date Placeholder 3"/>
          <p:cNvSpPr>
            <a:spLocks noGrp="1"/>
          </p:cNvSpPr>
          <p:nvPr>
            <p:ph type="dt" sz="half" idx="2"/>
          </p:nvPr>
        </p:nvSpPr>
        <p:spPr>
          <a:xfrm>
            <a:off x="5164138" y="4687888"/>
            <a:ext cx="3786187" cy="273050"/>
          </a:xfrm>
          <a:prstGeom prst="rect">
            <a:avLst/>
          </a:prstGeom>
        </p:spPr>
        <p:txBody>
          <a:bodyPr vert="horz" wrap="square" lIns="68580" tIns="34290" rIns="68580" bIns="34290" numCol="1" anchor="ctr" anchorCtr="0" compatLnSpc="1">
            <a:prstTxWarp prst="textNoShape">
              <a:avLst/>
            </a:prstTxWarp>
          </a:bodyPr>
          <a:lstStyle>
            <a:lvl1pPr algn="r" eaLnBrk="1" hangingPunct="1">
              <a:defRPr sz="1000" b="0">
                <a:solidFill>
                  <a:srgbClr val="073E87"/>
                </a:solidFill>
                <a:latin typeface="Tahoma" pitchFamily="34" charset="0"/>
                <a:ea typeface="华文楷体" panose="02010600040101010101" pitchFamily="2" charset="-122"/>
                <a:cs typeface="+mn-cs"/>
              </a:defRPr>
            </a:lvl1pPr>
          </a:lstStyle>
          <a:p>
            <a:pPr>
              <a:defRPr/>
            </a:pPr>
            <a:endParaRPr lang="en-US" altLang="zh-CN"/>
          </a:p>
        </p:txBody>
      </p:sp>
      <p:sp>
        <p:nvSpPr>
          <p:cNvPr id="5" name="Footer Placeholder 4"/>
          <p:cNvSpPr>
            <a:spLocks noGrp="1"/>
          </p:cNvSpPr>
          <p:nvPr>
            <p:ph type="ftr" sz="quarter" idx="3"/>
          </p:nvPr>
        </p:nvSpPr>
        <p:spPr>
          <a:xfrm>
            <a:off x="193675" y="4687888"/>
            <a:ext cx="3786188" cy="273050"/>
          </a:xfrm>
          <a:prstGeom prst="rect">
            <a:avLst/>
          </a:prstGeom>
        </p:spPr>
        <p:txBody>
          <a:bodyPr vert="horz" wrap="square" lIns="68580" tIns="34290" rIns="68580" bIns="34290" numCol="1" anchor="ctr" anchorCtr="0" compatLnSpc="1">
            <a:prstTxWarp prst="textNoShape">
              <a:avLst/>
            </a:prstTxWarp>
          </a:bodyPr>
          <a:lstStyle>
            <a:lvl1pPr eaLnBrk="1" hangingPunct="1">
              <a:defRPr sz="1000" b="0">
                <a:solidFill>
                  <a:srgbClr val="073E87"/>
                </a:solidFill>
                <a:latin typeface="Tahoma" pitchFamily="34" charset="0"/>
                <a:ea typeface="华文楷体" panose="02010600040101010101" pitchFamily="2" charset="-122"/>
                <a:cs typeface="+mn-cs"/>
              </a:defRPr>
            </a:lvl1pPr>
          </a:lstStyle>
          <a:p>
            <a:pPr>
              <a:defRPr/>
            </a:pPr>
            <a:endParaRPr lang="en-US" altLang="zh-CN"/>
          </a:p>
        </p:txBody>
      </p:sp>
      <p:sp>
        <p:nvSpPr>
          <p:cNvPr id="6" name="Slide Number Placeholder 5"/>
          <p:cNvSpPr>
            <a:spLocks noGrp="1"/>
          </p:cNvSpPr>
          <p:nvPr>
            <p:ph type="sldNum" sz="quarter" idx="4"/>
          </p:nvPr>
        </p:nvSpPr>
        <p:spPr>
          <a:xfrm>
            <a:off x="3990975" y="4687888"/>
            <a:ext cx="1162050" cy="273050"/>
          </a:xfrm>
          <a:prstGeom prst="rect">
            <a:avLst/>
          </a:prstGeom>
        </p:spPr>
        <p:txBody>
          <a:bodyPr vert="horz" wrap="square" lIns="68580" tIns="34290" rIns="68580" bIns="34290" numCol="1" anchor="ctr" anchorCtr="0" compatLnSpc="1">
            <a:prstTxWarp prst="textNoShape">
              <a:avLst/>
            </a:prstTxWarp>
          </a:bodyPr>
          <a:lstStyle>
            <a:lvl1pPr algn="ctr" eaLnBrk="1" hangingPunct="1">
              <a:defRPr sz="1000" b="0">
                <a:solidFill>
                  <a:srgbClr val="073E87"/>
                </a:solidFill>
                <a:latin typeface="Tahoma" panose="020B0604030504040204" pitchFamily="34" charset="0"/>
                <a:ea typeface="华文楷体" panose="02010600040101010101" pitchFamily="2" charset="-122"/>
                <a:cs typeface="+mn-cs"/>
              </a:defRPr>
            </a:lvl1pPr>
          </a:lstStyle>
          <a:p>
            <a:pPr>
              <a:defRPr/>
            </a:pPr>
            <a:fld id="{1170368F-9EB5-44D8-A9A8-C4675D1F6290}" type="slidenum">
              <a:rPr lang="zh-CN" altLang="en-US"/>
              <a:pPr>
                <a:defRPr/>
              </a:pPr>
              <a:t>‹#›</a:t>
            </a:fld>
            <a:endParaRPr lang="en-US" altLang="zh-CN"/>
          </a:p>
        </p:txBody>
      </p:sp>
      <p:sp>
        <p:nvSpPr>
          <p:cNvPr id="4104" name="Text Placeholder 2"/>
          <p:cNvSpPr>
            <a:spLocks noGrp="1"/>
          </p:cNvSpPr>
          <p:nvPr>
            <p:ph type="body" idx="1"/>
          </p:nvPr>
        </p:nvSpPr>
        <p:spPr bwMode="auto">
          <a:xfrm>
            <a:off x="228600" y="1368425"/>
            <a:ext cx="5927725" cy="322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 bg1="lt1" tx1="dk1" bg2="lt2" tx2="dk2" accent1="accent1" accent2="accent2" accent3="accent3" accent4="accent4" accent5="accent5" accent6="accent6" hlink="hlink" folHlink="folHlink"/>
  <p:sldLayoutIdLst>
    <p:sldLayoutId id="2147485110" r:id="rId1"/>
    <p:sldLayoutId id="2147485111" r:id="rId2"/>
  </p:sldLayoutIdLst>
  <p:txStyles>
    <p:titleStyle>
      <a:lvl1pPr algn="l" rtl="0" eaLnBrk="0" fontAlgn="base" hangingPunct="0">
        <a:spcBef>
          <a:spcPct val="0"/>
        </a:spcBef>
        <a:spcAft>
          <a:spcPct val="0"/>
        </a:spcAft>
        <a:defRPr sz="4000" kern="1200">
          <a:solidFill>
            <a:srgbClr val="FFFFFF"/>
          </a:solidFill>
          <a:latin typeface="+mj-lt"/>
          <a:ea typeface="黑体" panose="02010609060101010101" pitchFamily="49" charset="-122"/>
          <a:cs typeface="+mj-cs"/>
        </a:defRPr>
      </a:lvl1pPr>
      <a:lvl2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2pPr>
      <a:lvl3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3pPr>
      <a:lvl4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4pPr>
      <a:lvl5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69875" indent="-269875" algn="l" rtl="0" eaLnBrk="0" fontAlgn="base" hangingPunct="0">
        <a:spcBef>
          <a:spcPct val="20000"/>
        </a:spcBef>
        <a:spcAft>
          <a:spcPct val="0"/>
        </a:spcAft>
        <a:buClr>
          <a:schemeClr val="accent1"/>
        </a:buClr>
        <a:buSzPct val="100000"/>
        <a:buFont typeface="Symbol" panose="05050102010706020507" pitchFamily="18" charset="2"/>
        <a:buChar char=""/>
        <a:defRPr sz="2400" kern="1200">
          <a:solidFill>
            <a:schemeClr val="tx2"/>
          </a:solidFill>
          <a:latin typeface="+mn-lt"/>
          <a:ea typeface="+mn-ea"/>
          <a:cs typeface="+mn-cs"/>
        </a:defRPr>
      </a:lvl1pPr>
      <a:lvl2pPr marL="573088" indent="-269875" algn="l" rtl="0" eaLnBrk="0" fontAlgn="base" hangingPunct="0">
        <a:spcBef>
          <a:spcPct val="20000"/>
        </a:spcBef>
        <a:spcAft>
          <a:spcPct val="0"/>
        </a:spcAft>
        <a:buClr>
          <a:schemeClr val="accent1"/>
        </a:buClr>
        <a:buSzPct val="100000"/>
        <a:buFont typeface="Symbol" panose="05050102010706020507" pitchFamily="18" charset="2"/>
        <a:buChar char=""/>
        <a:defRPr sz="2200" kern="1200">
          <a:solidFill>
            <a:schemeClr val="tx2"/>
          </a:solidFill>
          <a:latin typeface="+mn-lt"/>
          <a:ea typeface="+mn-ea"/>
          <a:cs typeface="+mn-cs"/>
        </a:defRPr>
      </a:lvl2pPr>
      <a:lvl3pPr marL="852488" indent="-225425"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3pPr>
      <a:lvl4pPr marL="1139825" indent="-225425"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4pPr>
      <a:lvl5pPr marL="1458913" indent="-225425" algn="l" rtl="0" eaLnBrk="0" fontAlgn="base" hangingPunct="0">
        <a:spcBef>
          <a:spcPct val="20000"/>
        </a:spcBef>
        <a:spcAft>
          <a:spcPct val="0"/>
        </a:spcAft>
        <a:buClr>
          <a:schemeClr val="accent1"/>
        </a:buClr>
        <a:buSzPct val="100000"/>
        <a:buFont typeface="Symbol" panose="05050102010706020507" pitchFamily="18" charset="2"/>
        <a:buChar char=""/>
        <a:defRPr sz="1600" kern="1200">
          <a:solidFill>
            <a:schemeClr val="tx2"/>
          </a:solidFill>
          <a:latin typeface="+mn-lt"/>
          <a:ea typeface="+mn-ea"/>
          <a:cs typeface="+mn-cs"/>
        </a:defRPr>
      </a:lvl5pPr>
      <a:lvl6pPr marL="1782992"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016"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039"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064"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p:bodyStyle>
    <p:otherStyle>
      <a:defPPr>
        <a:defRPr lang="en-US"/>
      </a:defPPr>
      <a:lvl1pPr marL="0" algn="l" defTabSz="914355" rtl="0" eaLnBrk="1" latinLnBrk="0" hangingPunct="1">
        <a:defRPr sz="1800" kern="1200">
          <a:solidFill>
            <a:schemeClr val="tx1"/>
          </a:solidFill>
          <a:latin typeface="+mn-lt"/>
          <a:ea typeface="+mn-ea"/>
          <a:cs typeface="+mn-cs"/>
        </a:defRPr>
      </a:lvl1pPr>
      <a:lvl2pPr marL="457178" algn="l" defTabSz="914355" rtl="0" eaLnBrk="1" latinLnBrk="0" hangingPunct="1">
        <a:defRPr sz="1800" kern="1200">
          <a:solidFill>
            <a:schemeClr val="tx1"/>
          </a:solidFill>
          <a:latin typeface="+mn-lt"/>
          <a:ea typeface="+mn-ea"/>
          <a:cs typeface="+mn-cs"/>
        </a:defRPr>
      </a:lvl2pPr>
      <a:lvl3pPr marL="914355" algn="l" defTabSz="914355" rtl="0" eaLnBrk="1" latinLnBrk="0" hangingPunct="1">
        <a:defRPr sz="1800" kern="1200">
          <a:solidFill>
            <a:schemeClr val="tx1"/>
          </a:solidFill>
          <a:latin typeface="+mn-lt"/>
          <a:ea typeface="+mn-ea"/>
          <a:cs typeface="+mn-cs"/>
        </a:defRPr>
      </a:lvl3pPr>
      <a:lvl4pPr marL="1371532" algn="l" defTabSz="914355" rtl="0" eaLnBrk="1" latinLnBrk="0" hangingPunct="1">
        <a:defRPr sz="1800" kern="1200">
          <a:solidFill>
            <a:schemeClr val="tx1"/>
          </a:solidFill>
          <a:latin typeface="+mn-lt"/>
          <a:ea typeface="+mn-ea"/>
          <a:cs typeface="+mn-cs"/>
        </a:defRPr>
      </a:lvl4pPr>
      <a:lvl5pPr marL="1828709" algn="l" defTabSz="914355" rtl="0" eaLnBrk="1" latinLnBrk="0" hangingPunct="1">
        <a:defRPr sz="1800" kern="1200">
          <a:solidFill>
            <a:schemeClr val="tx1"/>
          </a:solidFill>
          <a:latin typeface="+mn-lt"/>
          <a:ea typeface="+mn-ea"/>
          <a:cs typeface="+mn-cs"/>
        </a:defRPr>
      </a:lvl5pPr>
      <a:lvl6pPr marL="2285886" algn="l" defTabSz="914355" rtl="0" eaLnBrk="1" latinLnBrk="0" hangingPunct="1">
        <a:defRPr sz="1800" kern="1200">
          <a:solidFill>
            <a:schemeClr val="tx1"/>
          </a:solidFill>
          <a:latin typeface="+mn-lt"/>
          <a:ea typeface="+mn-ea"/>
          <a:cs typeface="+mn-cs"/>
        </a:defRPr>
      </a:lvl6pPr>
      <a:lvl7pPr marL="2743064" algn="l" defTabSz="914355" rtl="0" eaLnBrk="1" latinLnBrk="0" hangingPunct="1">
        <a:defRPr sz="1800" kern="1200">
          <a:solidFill>
            <a:schemeClr val="tx1"/>
          </a:solidFill>
          <a:latin typeface="+mn-lt"/>
          <a:ea typeface="+mn-ea"/>
          <a:cs typeface="+mn-cs"/>
        </a:defRPr>
      </a:lvl7pPr>
      <a:lvl8pPr marL="3200240" algn="l" defTabSz="914355" rtl="0" eaLnBrk="1" latinLnBrk="0" hangingPunct="1">
        <a:defRPr sz="1800" kern="1200">
          <a:solidFill>
            <a:schemeClr val="tx1"/>
          </a:solidFill>
          <a:latin typeface="+mn-lt"/>
          <a:ea typeface="+mn-ea"/>
          <a:cs typeface="+mn-cs"/>
        </a:defRPr>
      </a:lvl8pPr>
      <a:lvl9pPr marL="3657418" algn="l" defTabSz="914355"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ounded Rectangle 13"/>
          <p:cNvSpPr/>
          <p:nvPr/>
        </p:nvSpPr>
        <p:spPr>
          <a:xfrm>
            <a:off x="228600" y="171450"/>
            <a:ext cx="8696325" cy="1404938"/>
          </a:xfrm>
          <a:prstGeom prst="roundRect">
            <a:avLst>
              <a:gd name="adj" fmla="val 3362"/>
            </a:avLst>
          </a:prstGeom>
          <a:gradFill>
            <a:gsLst>
              <a:gs pos="0">
                <a:schemeClr val="accent1">
                  <a:lumMod val="75000"/>
                </a:schemeClr>
              </a:gs>
              <a:gs pos="9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sz="1800" b="0">
              <a:solidFill>
                <a:prstClr val="white"/>
              </a:solidFill>
            </a:endParaRPr>
          </a:p>
        </p:txBody>
      </p:sp>
      <p:grpSp>
        <p:nvGrpSpPr>
          <p:cNvPr id="5123" name="Group 15"/>
          <p:cNvGrpSpPr>
            <a:grpSpLocks noChangeAspect="1"/>
          </p:cNvGrpSpPr>
          <p:nvPr/>
        </p:nvGrpSpPr>
        <p:grpSpPr bwMode="auto">
          <a:xfrm>
            <a:off x="211138" y="1058863"/>
            <a:ext cx="8824912" cy="576262"/>
            <a:chOff x="-3905251" y="4294188"/>
            <a:chExt cx="13027839" cy="1892300"/>
          </a:xfrm>
        </p:grpSpPr>
        <p:sp>
          <p:nvSpPr>
            <p:cNvPr id="5129" name="Freeform 14"/>
            <p:cNvSpPr>
              <a:spLocks/>
            </p:cNvSpPr>
            <p:nvPr/>
          </p:nvSpPr>
          <p:spPr bwMode="hidden">
            <a:xfrm>
              <a:off x="4810125" y="4500563"/>
              <a:ext cx="4295775" cy="1016000"/>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5130" name="Freeform 18"/>
            <p:cNvSpPr>
              <a:spLocks/>
            </p:cNvSpPr>
            <p:nvPr/>
          </p:nvSpPr>
          <p:spPr bwMode="hidden">
            <a:xfrm>
              <a:off x="-309563" y="4318000"/>
              <a:ext cx="8280401" cy="1209675"/>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5131" name="Freeform 22"/>
            <p:cNvSpPr>
              <a:spLocks/>
            </p:cNvSpPr>
            <p:nvPr/>
          </p:nvSpPr>
          <p:spPr bwMode="hidden">
            <a:xfrm>
              <a:off x="3175" y="4335463"/>
              <a:ext cx="8166100" cy="1101725"/>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5132" name="Freeform 26"/>
            <p:cNvSpPr>
              <a:spLocks/>
            </p:cNvSpPr>
            <p:nvPr/>
          </p:nvSpPr>
          <p:spPr bwMode="hidden">
            <a:xfrm>
              <a:off x="4156075" y="4316413"/>
              <a:ext cx="4940300" cy="927100"/>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5133" name="Freeform 10"/>
            <p:cNvSpPr>
              <a:spLocks/>
            </p:cNvSpPr>
            <p:nvPr/>
          </p:nvSpPr>
          <p:spPr bwMode="hidden">
            <a:xfrm>
              <a:off x="-3905251" y="4294188"/>
              <a:ext cx="13027839"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24" name="Title Placeholder 1"/>
          <p:cNvSpPr>
            <a:spLocks noGrp="1"/>
          </p:cNvSpPr>
          <p:nvPr>
            <p:ph type="title"/>
          </p:nvPr>
        </p:nvSpPr>
        <p:spPr bwMode="auto">
          <a:xfrm>
            <a:off x="900113" y="268288"/>
            <a:ext cx="7786687"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4" name="Date Placeholder 3"/>
          <p:cNvSpPr>
            <a:spLocks noGrp="1"/>
          </p:cNvSpPr>
          <p:nvPr>
            <p:ph type="dt" sz="half" idx="2"/>
          </p:nvPr>
        </p:nvSpPr>
        <p:spPr>
          <a:xfrm>
            <a:off x="5164138" y="4687888"/>
            <a:ext cx="3786187" cy="273050"/>
          </a:xfrm>
          <a:prstGeom prst="rect">
            <a:avLst/>
          </a:prstGeom>
        </p:spPr>
        <p:txBody>
          <a:bodyPr vert="horz" lIns="91440" tIns="45720" rIns="91440" bIns="45720" rtlCol="0" anchor="ctr"/>
          <a:lstStyle>
            <a:lvl1pPr algn="r" eaLnBrk="1" hangingPunct="1">
              <a:defRPr sz="1000" b="0">
                <a:solidFill>
                  <a:srgbClr val="073E87"/>
                </a:solidFill>
                <a:latin typeface="Tahoma" panose="020B0604030504040204" pitchFamily="34" charset="0"/>
                <a:ea typeface="宋体" pitchFamily="2" charset="-122"/>
                <a:cs typeface="+mn-cs"/>
              </a:defRPr>
            </a:lvl1pPr>
          </a:lstStyle>
          <a:p>
            <a:pPr>
              <a:defRPr/>
            </a:pPr>
            <a:endParaRPr lang="en-US" altLang="zh-CN"/>
          </a:p>
        </p:txBody>
      </p:sp>
      <p:sp>
        <p:nvSpPr>
          <p:cNvPr id="5" name="Footer Placeholder 4"/>
          <p:cNvSpPr>
            <a:spLocks noGrp="1"/>
          </p:cNvSpPr>
          <p:nvPr>
            <p:ph type="ftr" sz="quarter" idx="3"/>
          </p:nvPr>
        </p:nvSpPr>
        <p:spPr>
          <a:xfrm>
            <a:off x="193675" y="4687888"/>
            <a:ext cx="3786188" cy="273050"/>
          </a:xfrm>
          <a:prstGeom prst="rect">
            <a:avLst/>
          </a:prstGeom>
        </p:spPr>
        <p:txBody>
          <a:bodyPr vert="horz" lIns="91440" tIns="45720" rIns="91440" bIns="45720" rtlCol="0" anchor="ctr"/>
          <a:lstStyle>
            <a:lvl1pPr algn="l" eaLnBrk="1" hangingPunct="1">
              <a:defRPr sz="1000" b="0">
                <a:solidFill>
                  <a:srgbClr val="073E87"/>
                </a:solidFill>
                <a:latin typeface="Tahoma" panose="020B0604030504040204" pitchFamily="34" charset="0"/>
                <a:ea typeface="宋体" pitchFamily="2" charset="-122"/>
                <a:cs typeface="+mn-cs"/>
              </a:defRPr>
            </a:lvl1pPr>
          </a:lstStyle>
          <a:p>
            <a:pPr>
              <a:defRPr/>
            </a:pPr>
            <a:endParaRPr lang="en-US" altLang="zh-CN"/>
          </a:p>
        </p:txBody>
      </p:sp>
      <p:sp>
        <p:nvSpPr>
          <p:cNvPr id="6" name="Slide Number Placeholder 5"/>
          <p:cNvSpPr>
            <a:spLocks noGrp="1"/>
          </p:cNvSpPr>
          <p:nvPr>
            <p:ph type="sldNum" sz="quarter" idx="4"/>
          </p:nvPr>
        </p:nvSpPr>
        <p:spPr>
          <a:xfrm>
            <a:off x="3990975" y="4687888"/>
            <a:ext cx="1162050" cy="273050"/>
          </a:xfrm>
          <a:prstGeom prst="rect">
            <a:avLst/>
          </a:prstGeom>
        </p:spPr>
        <p:txBody>
          <a:bodyPr vert="horz" lIns="91440" tIns="45720" rIns="91440" bIns="45720" rtlCol="0" anchor="ctr"/>
          <a:lstStyle>
            <a:lvl1pPr algn="ctr" eaLnBrk="1" hangingPunct="1">
              <a:defRPr sz="1000" b="0">
                <a:solidFill>
                  <a:srgbClr val="073E87"/>
                </a:solidFill>
                <a:latin typeface="Tahoma" panose="020B0604030504040204" pitchFamily="34" charset="0"/>
                <a:ea typeface="宋体" pitchFamily="2" charset="-122"/>
                <a:cs typeface="+mn-cs"/>
              </a:defRPr>
            </a:lvl1pPr>
          </a:lstStyle>
          <a:p>
            <a:pPr>
              <a:defRPr/>
            </a:pPr>
            <a:fld id="{EA3BAD8B-AFF6-4AC2-90D2-BC95FEDAA16D}" type="slidenum">
              <a:rPr lang="zh-CN" altLang="en-US"/>
              <a:pPr>
                <a:defRPr/>
              </a:pPr>
              <a:t>‹#›</a:t>
            </a:fld>
            <a:endParaRPr lang="en-US" altLang="zh-CN"/>
          </a:p>
        </p:txBody>
      </p:sp>
      <p:sp>
        <p:nvSpPr>
          <p:cNvPr id="5128" name="Text Placeholder 2"/>
          <p:cNvSpPr>
            <a:spLocks noGrp="1"/>
          </p:cNvSpPr>
          <p:nvPr>
            <p:ph type="body" idx="1"/>
          </p:nvPr>
        </p:nvSpPr>
        <p:spPr bwMode="auto">
          <a:xfrm>
            <a:off x="228600" y="1368425"/>
            <a:ext cx="5927725" cy="322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 bg1="lt1" tx1="dk1" bg2="lt2" tx2="dk2" accent1="accent1" accent2="accent2" accent3="accent3" accent4="accent4" accent5="accent5" accent6="accent6" hlink="hlink" folHlink="folHlink"/>
  <p:sldLayoutIdLst>
    <p:sldLayoutId id="2147485112" r:id="rId1"/>
    <p:sldLayoutId id="2147485113" r:id="rId2"/>
  </p:sldLayoutIdLst>
  <p:txStyles>
    <p:titleStyle>
      <a:lvl1pPr algn="l" rtl="0" eaLnBrk="0" fontAlgn="base" hangingPunct="0">
        <a:spcBef>
          <a:spcPct val="0"/>
        </a:spcBef>
        <a:spcAft>
          <a:spcPct val="0"/>
        </a:spcAft>
        <a:defRPr sz="4000" kern="1200">
          <a:solidFill>
            <a:srgbClr val="FFFFFF"/>
          </a:solidFill>
          <a:latin typeface="+mj-lt"/>
          <a:ea typeface="黑体" panose="02010609060101010101" pitchFamily="49" charset="-122"/>
          <a:cs typeface="+mj-cs"/>
        </a:defRPr>
      </a:lvl1pPr>
      <a:lvl2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2pPr>
      <a:lvl3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3pPr>
      <a:lvl4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4pPr>
      <a:lvl5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73050" indent="-273050" algn="l" rtl="0" eaLnBrk="0" fontAlgn="base" hangingPunct="0">
        <a:spcBef>
          <a:spcPct val="20000"/>
        </a:spcBef>
        <a:spcAft>
          <a:spcPct val="0"/>
        </a:spcAft>
        <a:buClr>
          <a:schemeClr val="accent1"/>
        </a:buClr>
        <a:buSzPct val="100000"/>
        <a:buFont typeface="Symbol" panose="05050102010706020507" pitchFamily="18" charset="2"/>
        <a:buChar char=""/>
        <a:defRPr sz="2400" kern="1200">
          <a:solidFill>
            <a:schemeClr val="tx2"/>
          </a:solidFill>
          <a:latin typeface="+mn-lt"/>
          <a:ea typeface="+mn-ea"/>
          <a:cs typeface="+mn-cs"/>
        </a:defRPr>
      </a:lvl1pPr>
      <a:lvl2pPr marL="576263" indent="-273050" algn="l" rtl="0" eaLnBrk="0" fontAlgn="base" hangingPunct="0">
        <a:spcBef>
          <a:spcPct val="20000"/>
        </a:spcBef>
        <a:spcAft>
          <a:spcPct val="0"/>
        </a:spcAft>
        <a:buClr>
          <a:schemeClr val="accent1"/>
        </a:buClr>
        <a:buSzPct val="100000"/>
        <a:buFont typeface="Symbol" panose="05050102010706020507" pitchFamily="18" charset="2"/>
        <a:buChar char=""/>
        <a:defRPr sz="2200" kern="1200">
          <a:solidFill>
            <a:schemeClr val="tx2"/>
          </a:solidFill>
          <a:latin typeface="+mn-lt"/>
          <a:ea typeface="+mn-ea"/>
          <a:cs typeface="+mn-cs"/>
        </a:defRPr>
      </a:lvl2pPr>
      <a:lvl3pPr marL="855663" indent="-228600"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3pPr>
      <a:lvl4pPr marL="1143000" indent="-228600" algn="l" rtl="0" eaLnBrk="0" fontAlgn="base" hangingPunct="0">
        <a:spcBef>
          <a:spcPct val="20000"/>
        </a:spcBef>
        <a:spcAft>
          <a:spcPct val="0"/>
        </a:spcAft>
        <a:buClr>
          <a:schemeClr val="accent1"/>
        </a:buClr>
        <a:buSzPct val="100000"/>
        <a:buFont typeface="Symbol" panose="05050102010706020507" pitchFamily="18" charset="2"/>
        <a:buChar char=""/>
        <a:defRPr kern="1200">
          <a:solidFill>
            <a:schemeClr val="tx2"/>
          </a:solidFill>
          <a:latin typeface="+mn-lt"/>
          <a:ea typeface="+mn-ea"/>
          <a:cs typeface="+mn-cs"/>
        </a:defRPr>
      </a:lvl4pPr>
      <a:lvl5pPr marL="1462088" indent="-228600" algn="l" rtl="0" eaLnBrk="0" fontAlgn="base" hangingPunct="0">
        <a:spcBef>
          <a:spcPct val="20000"/>
        </a:spcBef>
        <a:spcAft>
          <a:spcPct val="0"/>
        </a:spcAft>
        <a:buClr>
          <a:schemeClr val="accent1"/>
        </a:buClr>
        <a:buSzPct val="100000"/>
        <a:buFont typeface="Symbol" panose="05050102010706020507" pitchFamily="18" charset="2"/>
        <a:buChar char=""/>
        <a:defRPr sz="1600" kern="1200">
          <a:solidFill>
            <a:schemeClr val="tx2"/>
          </a:solidFill>
          <a:latin typeface="+mn-lt"/>
          <a:ea typeface="+mn-ea"/>
          <a:cs typeface="+mn-cs"/>
        </a:defRPr>
      </a:lvl5pPr>
      <a:lvl6pPr marL="1783080" indent="-228600" algn="l" defTabSz="914400"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120" indent="-228600" algn="l" defTabSz="914400"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160" indent="-228600" algn="l" defTabSz="914400"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200" indent="-228600" algn="l" defTabSz="914400"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ounded Rectangle 13"/>
          <p:cNvSpPr/>
          <p:nvPr/>
        </p:nvSpPr>
        <p:spPr>
          <a:xfrm>
            <a:off x="228600" y="171450"/>
            <a:ext cx="8696325" cy="1404938"/>
          </a:xfrm>
          <a:prstGeom prst="roundRect">
            <a:avLst>
              <a:gd name="adj" fmla="val 3362"/>
            </a:avLst>
          </a:prstGeom>
          <a:gradFill>
            <a:gsLst>
              <a:gs pos="0">
                <a:schemeClr val="accent1">
                  <a:lumMod val="75000"/>
                </a:schemeClr>
              </a:gs>
              <a:gs pos="9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en-US" altLang="zh-CN" sz="1800" b="0">
              <a:solidFill>
                <a:srgbClr val="FFFFFF"/>
              </a:solidFill>
              <a:latin typeface="Candara" panose="020E0502030303020204" pitchFamily="34" charset="0"/>
            </a:endParaRPr>
          </a:p>
        </p:txBody>
      </p:sp>
      <p:grpSp>
        <p:nvGrpSpPr>
          <p:cNvPr id="6147" name="Group 15"/>
          <p:cNvGrpSpPr>
            <a:grpSpLocks noChangeAspect="1"/>
          </p:cNvGrpSpPr>
          <p:nvPr/>
        </p:nvGrpSpPr>
        <p:grpSpPr bwMode="auto">
          <a:xfrm>
            <a:off x="211138" y="1058863"/>
            <a:ext cx="8824912" cy="576262"/>
            <a:chOff x="-3905251" y="4294188"/>
            <a:chExt cx="13027839" cy="1892300"/>
          </a:xfrm>
        </p:grpSpPr>
        <p:sp>
          <p:nvSpPr>
            <p:cNvPr id="6153" name="Freeform 14"/>
            <p:cNvSpPr>
              <a:spLocks/>
            </p:cNvSpPr>
            <p:nvPr/>
          </p:nvSpPr>
          <p:spPr bwMode="hidden">
            <a:xfrm>
              <a:off x="4810441" y="4502706"/>
              <a:ext cx="4295743" cy="1011313"/>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6154" name="Freeform 18"/>
            <p:cNvSpPr>
              <a:spLocks/>
            </p:cNvSpPr>
            <p:nvPr/>
          </p:nvSpPr>
          <p:spPr bwMode="hidden">
            <a:xfrm>
              <a:off x="-310233" y="4320251"/>
              <a:ext cx="8282134" cy="1209405"/>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6155" name="Freeform 22"/>
            <p:cNvSpPr>
              <a:spLocks/>
            </p:cNvSpPr>
            <p:nvPr/>
          </p:nvSpPr>
          <p:spPr bwMode="hidden">
            <a:xfrm>
              <a:off x="3804" y="4335892"/>
              <a:ext cx="8164957" cy="1099931"/>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6156" name="Freeform 26"/>
            <p:cNvSpPr>
              <a:spLocks/>
            </p:cNvSpPr>
            <p:nvPr/>
          </p:nvSpPr>
          <p:spPr bwMode="hidden">
            <a:xfrm>
              <a:off x="4156589" y="4315040"/>
              <a:ext cx="4940221" cy="927905"/>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6157" name="Freeform 10"/>
            <p:cNvSpPr>
              <a:spLocks/>
            </p:cNvSpPr>
            <p:nvPr/>
          </p:nvSpPr>
          <p:spPr bwMode="hidden">
            <a:xfrm>
              <a:off x="-3905251" y="4294188"/>
              <a:ext cx="13027839"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148" name="Title Placeholder 1"/>
          <p:cNvSpPr>
            <a:spLocks noGrp="1"/>
          </p:cNvSpPr>
          <p:nvPr>
            <p:ph type="title"/>
          </p:nvPr>
        </p:nvSpPr>
        <p:spPr bwMode="auto">
          <a:xfrm>
            <a:off x="900113" y="268288"/>
            <a:ext cx="7786687"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4" name="Date Placeholder 3"/>
          <p:cNvSpPr>
            <a:spLocks noGrp="1"/>
          </p:cNvSpPr>
          <p:nvPr>
            <p:ph type="dt" sz="half" idx="2"/>
          </p:nvPr>
        </p:nvSpPr>
        <p:spPr>
          <a:xfrm>
            <a:off x="5164138" y="4687888"/>
            <a:ext cx="3786187" cy="273050"/>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000" b="0">
                <a:solidFill>
                  <a:srgbClr val="073E87"/>
                </a:solidFill>
                <a:latin typeface="Tahoma" panose="020B0604030504040204" pitchFamily="34" charset="0"/>
                <a:ea typeface="宋体" panose="02010600030101010101" pitchFamily="2" charset="-122"/>
                <a:cs typeface="+mn-cs"/>
              </a:defRPr>
            </a:lvl1pPr>
          </a:lstStyle>
          <a:p>
            <a:pPr>
              <a:defRPr/>
            </a:pPr>
            <a:endParaRPr lang="en-US" altLang="zh-CN"/>
          </a:p>
        </p:txBody>
      </p:sp>
      <p:sp>
        <p:nvSpPr>
          <p:cNvPr id="5" name="Footer Placeholder 4"/>
          <p:cNvSpPr>
            <a:spLocks noGrp="1"/>
          </p:cNvSpPr>
          <p:nvPr>
            <p:ph type="ftr" sz="quarter" idx="3"/>
          </p:nvPr>
        </p:nvSpPr>
        <p:spPr>
          <a:xfrm>
            <a:off x="193675" y="4687888"/>
            <a:ext cx="3786188" cy="273050"/>
          </a:xfrm>
          <a:prstGeom prst="rect">
            <a:avLst/>
          </a:prstGeom>
        </p:spPr>
        <p:txBody>
          <a:bodyPr vert="horz" wrap="square" lIns="91440" tIns="45720" rIns="91440" bIns="45720" numCol="1" anchor="ctr" anchorCtr="0" compatLnSpc="1">
            <a:prstTxWarp prst="textNoShape">
              <a:avLst/>
            </a:prstTxWarp>
          </a:bodyPr>
          <a:lstStyle>
            <a:lvl1pPr eaLnBrk="1" hangingPunct="1">
              <a:defRPr sz="1000" b="0">
                <a:solidFill>
                  <a:srgbClr val="073E87"/>
                </a:solidFill>
                <a:latin typeface="Tahoma" panose="020B0604030504040204" pitchFamily="34" charset="0"/>
                <a:ea typeface="宋体" panose="02010600030101010101" pitchFamily="2" charset="-122"/>
                <a:cs typeface="+mn-cs"/>
              </a:defRPr>
            </a:lvl1pPr>
          </a:lstStyle>
          <a:p>
            <a:pPr>
              <a:defRPr/>
            </a:pPr>
            <a:endParaRPr lang="en-US" altLang="zh-CN"/>
          </a:p>
        </p:txBody>
      </p:sp>
      <p:sp>
        <p:nvSpPr>
          <p:cNvPr id="6" name="Slide Number Placeholder 5"/>
          <p:cNvSpPr>
            <a:spLocks noGrp="1"/>
          </p:cNvSpPr>
          <p:nvPr>
            <p:ph type="sldNum" sz="quarter" idx="4"/>
          </p:nvPr>
        </p:nvSpPr>
        <p:spPr>
          <a:xfrm>
            <a:off x="3990975" y="4687888"/>
            <a:ext cx="1162050" cy="273050"/>
          </a:xfrm>
          <a:prstGeom prst="rect">
            <a:avLst/>
          </a:prstGeom>
        </p:spPr>
        <p:txBody>
          <a:bodyPr vert="horz" wrap="square" lIns="91440" tIns="45720" rIns="91440" bIns="45720" numCol="1" anchor="ctr" anchorCtr="0" compatLnSpc="1">
            <a:prstTxWarp prst="textNoShape">
              <a:avLst/>
            </a:prstTxWarp>
          </a:bodyPr>
          <a:lstStyle>
            <a:lvl1pPr algn="ctr" eaLnBrk="1" hangingPunct="1">
              <a:defRPr sz="1000" b="0">
                <a:solidFill>
                  <a:srgbClr val="073E87"/>
                </a:solidFill>
                <a:latin typeface="Tahoma" panose="020B0604030504040204" pitchFamily="34" charset="0"/>
                <a:ea typeface="宋体" panose="02010600030101010101" pitchFamily="2" charset="-122"/>
                <a:cs typeface="+mn-cs"/>
              </a:defRPr>
            </a:lvl1pPr>
          </a:lstStyle>
          <a:p>
            <a:pPr>
              <a:defRPr/>
            </a:pPr>
            <a:fld id="{FD3ED6D8-4008-4786-82B3-1AB59623EB7D}" type="slidenum">
              <a:rPr lang="zh-CN" altLang="en-US"/>
              <a:pPr>
                <a:defRPr/>
              </a:pPr>
              <a:t>‹#›</a:t>
            </a:fld>
            <a:endParaRPr lang="en-US" altLang="zh-CN"/>
          </a:p>
        </p:txBody>
      </p:sp>
      <p:sp>
        <p:nvSpPr>
          <p:cNvPr id="6152" name="Text Placeholder 2"/>
          <p:cNvSpPr>
            <a:spLocks noGrp="1"/>
          </p:cNvSpPr>
          <p:nvPr>
            <p:ph type="body" idx="1"/>
          </p:nvPr>
        </p:nvSpPr>
        <p:spPr bwMode="auto">
          <a:xfrm>
            <a:off x="228600" y="1368425"/>
            <a:ext cx="5927725" cy="322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 bg1="lt1" tx1="dk1" bg2="lt2" tx2="dk2" accent1="accent1" accent2="accent2" accent3="accent3" accent4="accent4" accent5="accent5" accent6="accent6" hlink="hlink" folHlink="folHlink"/>
  <p:sldLayoutIdLst>
    <p:sldLayoutId id="2147485114" r:id="rId1"/>
    <p:sldLayoutId id="2147485115" r:id="rId2"/>
  </p:sldLayoutIdLst>
  <p:txStyles>
    <p:titleStyle>
      <a:lvl1pPr algn="l" rtl="0" eaLnBrk="0" fontAlgn="base" hangingPunct="0">
        <a:spcBef>
          <a:spcPct val="0"/>
        </a:spcBef>
        <a:spcAft>
          <a:spcPct val="0"/>
        </a:spcAft>
        <a:defRPr sz="4000" kern="1200">
          <a:solidFill>
            <a:srgbClr val="FFFFFF"/>
          </a:solidFill>
          <a:latin typeface="+mj-lt"/>
          <a:ea typeface="黑体" panose="02010609060101010101" pitchFamily="49" charset="-122"/>
          <a:cs typeface="+mj-cs"/>
        </a:defRPr>
      </a:lvl1pPr>
      <a:lvl2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2pPr>
      <a:lvl3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3pPr>
      <a:lvl4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4pPr>
      <a:lvl5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73050" indent="-273050" algn="l" rtl="0" eaLnBrk="0" fontAlgn="base" hangingPunct="0">
        <a:spcBef>
          <a:spcPct val="20000"/>
        </a:spcBef>
        <a:spcAft>
          <a:spcPct val="0"/>
        </a:spcAft>
        <a:buClr>
          <a:schemeClr val="accent1"/>
        </a:buClr>
        <a:buSzPct val="100000"/>
        <a:buFont typeface="Symbol" panose="05050102010706020507" pitchFamily="18" charset="2"/>
        <a:buChar char=""/>
        <a:defRPr sz="2400" kern="1200">
          <a:solidFill>
            <a:schemeClr val="tx2"/>
          </a:solidFill>
          <a:latin typeface="+mn-lt"/>
          <a:ea typeface="+mn-ea"/>
          <a:cs typeface="+mn-cs"/>
        </a:defRPr>
      </a:lvl1pPr>
      <a:lvl2pPr marL="576263" indent="-273050" algn="l" rtl="0" eaLnBrk="0" fontAlgn="base" hangingPunct="0">
        <a:spcBef>
          <a:spcPct val="20000"/>
        </a:spcBef>
        <a:spcAft>
          <a:spcPct val="0"/>
        </a:spcAft>
        <a:buClr>
          <a:schemeClr val="accent1"/>
        </a:buClr>
        <a:buSzPct val="100000"/>
        <a:buFont typeface="Symbol" panose="05050102010706020507" pitchFamily="18" charset="2"/>
        <a:buChar char=""/>
        <a:defRPr sz="2200" kern="1200">
          <a:solidFill>
            <a:schemeClr val="tx2"/>
          </a:solidFill>
          <a:latin typeface="+mn-lt"/>
          <a:ea typeface="+mn-ea"/>
          <a:cs typeface="+mn-cs"/>
        </a:defRPr>
      </a:lvl2pPr>
      <a:lvl3pPr marL="855663" indent="-228600"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3pPr>
      <a:lvl4pPr marL="1143000" indent="-228600"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4pPr>
      <a:lvl5pPr marL="1462088" indent="-228600" algn="l" rtl="0" eaLnBrk="0" fontAlgn="base" hangingPunct="0">
        <a:spcBef>
          <a:spcPct val="20000"/>
        </a:spcBef>
        <a:spcAft>
          <a:spcPct val="0"/>
        </a:spcAft>
        <a:buClr>
          <a:schemeClr val="accent1"/>
        </a:buClr>
        <a:buSzPct val="100000"/>
        <a:buFont typeface="Symbol" panose="05050102010706020507" pitchFamily="18" charset="2"/>
        <a:buChar char=""/>
        <a:defRPr sz="1600" kern="1200">
          <a:solidFill>
            <a:schemeClr val="tx2"/>
          </a:solidFill>
          <a:latin typeface="+mn-lt"/>
          <a:ea typeface="+mn-ea"/>
          <a:cs typeface="+mn-cs"/>
        </a:defRPr>
      </a:lvl5pPr>
      <a:lvl6pPr marL="1783080" indent="-228600" algn="l" defTabSz="914400"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120" indent="-228600" algn="l" defTabSz="914400"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160" indent="-228600" algn="l" defTabSz="914400"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200" indent="-228600" algn="l" defTabSz="914400"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ounded Rectangle 13"/>
          <p:cNvSpPr/>
          <p:nvPr/>
        </p:nvSpPr>
        <p:spPr>
          <a:xfrm>
            <a:off x="228600" y="171450"/>
            <a:ext cx="8696325" cy="1404938"/>
          </a:xfrm>
          <a:prstGeom prst="roundRect">
            <a:avLst>
              <a:gd name="adj" fmla="val 3362"/>
            </a:avLst>
          </a:prstGeom>
          <a:gradFill>
            <a:gsLst>
              <a:gs pos="0">
                <a:schemeClr val="accent1">
                  <a:lumMod val="75000"/>
                </a:schemeClr>
              </a:gs>
              <a:gs pos="9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en-US" altLang="zh-CN" sz="1800" b="0">
              <a:solidFill>
                <a:srgbClr val="FFFFFF"/>
              </a:solidFill>
              <a:latin typeface="Candara" panose="020E0502030303020204" pitchFamily="34" charset="0"/>
            </a:endParaRPr>
          </a:p>
        </p:txBody>
      </p:sp>
      <p:grpSp>
        <p:nvGrpSpPr>
          <p:cNvPr id="7171" name="Group 15"/>
          <p:cNvGrpSpPr>
            <a:grpSpLocks noChangeAspect="1"/>
          </p:cNvGrpSpPr>
          <p:nvPr/>
        </p:nvGrpSpPr>
        <p:grpSpPr bwMode="auto">
          <a:xfrm>
            <a:off x="211138" y="1058863"/>
            <a:ext cx="8824912" cy="576262"/>
            <a:chOff x="-3905251" y="4294188"/>
            <a:chExt cx="13027839" cy="1892300"/>
          </a:xfrm>
        </p:grpSpPr>
        <p:sp>
          <p:nvSpPr>
            <p:cNvPr id="7177" name="Freeform 14"/>
            <p:cNvSpPr>
              <a:spLocks/>
            </p:cNvSpPr>
            <p:nvPr/>
          </p:nvSpPr>
          <p:spPr bwMode="hidden">
            <a:xfrm>
              <a:off x="4810441" y="4502706"/>
              <a:ext cx="4295743" cy="1011313"/>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178" name="Freeform 18"/>
            <p:cNvSpPr>
              <a:spLocks/>
            </p:cNvSpPr>
            <p:nvPr/>
          </p:nvSpPr>
          <p:spPr bwMode="hidden">
            <a:xfrm>
              <a:off x="-310233" y="4320251"/>
              <a:ext cx="8282134" cy="1209405"/>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179" name="Freeform 22"/>
            <p:cNvSpPr>
              <a:spLocks/>
            </p:cNvSpPr>
            <p:nvPr/>
          </p:nvSpPr>
          <p:spPr bwMode="hidden">
            <a:xfrm>
              <a:off x="3804" y="4335892"/>
              <a:ext cx="8164957" cy="1099931"/>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7180" name="Freeform 26"/>
            <p:cNvSpPr>
              <a:spLocks/>
            </p:cNvSpPr>
            <p:nvPr/>
          </p:nvSpPr>
          <p:spPr bwMode="hidden">
            <a:xfrm>
              <a:off x="4156589" y="4315040"/>
              <a:ext cx="4940221" cy="927905"/>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useBgFill="1">
          <p:nvSpPr>
            <p:cNvPr id="7181" name="Freeform 10"/>
            <p:cNvSpPr>
              <a:spLocks/>
            </p:cNvSpPr>
            <p:nvPr/>
          </p:nvSpPr>
          <p:spPr bwMode="hidden">
            <a:xfrm>
              <a:off x="-3905251" y="4294188"/>
              <a:ext cx="13027839"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7172" name="Title Placeholder 1"/>
          <p:cNvSpPr>
            <a:spLocks noGrp="1"/>
          </p:cNvSpPr>
          <p:nvPr>
            <p:ph type="title"/>
          </p:nvPr>
        </p:nvSpPr>
        <p:spPr bwMode="auto">
          <a:xfrm>
            <a:off x="900113" y="268288"/>
            <a:ext cx="7786687"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4" name="Date Placeholder 3"/>
          <p:cNvSpPr>
            <a:spLocks noGrp="1"/>
          </p:cNvSpPr>
          <p:nvPr>
            <p:ph type="dt" sz="half" idx="2"/>
          </p:nvPr>
        </p:nvSpPr>
        <p:spPr>
          <a:xfrm>
            <a:off x="5164138" y="4687888"/>
            <a:ext cx="3786187" cy="273050"/>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000" b="0">
                <a:solidFill>
                  <a:srgbClr val="073E87"/>
                </a:solidFill>
                <a:latin typeface="Tahoma" panose="020B0604030504040204" pitchFamily="34" charset="0"/>
                <a:ea typeface="宋体" panose="02010600030101010101" pitchFamily="2" charset="-122"/>
                <a:cs typeface="+mn-cs"/>
              </a:defRPr>
            </a:lvl1pPr>
          </a:lstStyle>
          <a:p>
            <a:pPr>
              <a:defRPr/>
            </a:pPr>
            <a:endParaRPr lang="en-US" altLang="zh-CN"/>
          </a:p>
        </p:txBody>
      </p:sp>
      <p:sp>
        <p:nvSpPr>
          <p:cNvPr id="5" name="Footer Placeholder 4"/>
          <p:cNvSpPr>
            <a:spLocks noGrp="1"/>
          </p:cNvSpPr>
          <p:nvPr>
            <p:ph type="ftr" sz="quarter" idx="3"/>
          </p:nvPr>
        </p:nvSpPr>
        <p:spPr>
          <a:xfrm>
            <a:off x="193675" y="4687888"/>
            <a:ext cx="3786188" cy="273050"/>
          </a:xfrm>
          <a:prstGeom prst="rect">
            <a:avLst/>
          </a:prstGeom>
        </p:spPr>
        <p:txBody>
          <a:bodyPr vert="horz" wrap="square" lIns="91440" tIns="45720" rIns="91440" bIns="45720" numCol="1" anchor="ctr" anchorCtr="0" compatLnSpc="1">
            <a:prstTxWarp prst="textNoShape">
              <a:avLst/>
            </a:prstTxWarp>
          </a:bodyPr>
          <a:lstStyle>
            <a:lvl1pPr eaLnBrk="1" hangingPunct="1">
              <a:defRPr sz="1000" b="0">
                <a:solidFill>
                  <a:srgbClr val="073E87"/>
                </a:solidFill>
                <a:latin typeface="Tahoma" panose="020B0604030504040204" pitchFamily="34" charset="0"/>
                <a:ea typeface="宋体" panose="02010600030101010101" pitchFamily="2" charset="-122"/>
                <a:cs typeface="+mn-cs"/>
              </a:defRPr>
            </a:lvl1pPr>
          </a:lstStyle>
          <a:p>
            <a:pPr>
              <a:defRPr/>
            </a:pPr>
            <a:endParaRPr lang="en-US" altLang="zh-CN"/>
          </a:p>
        </p:txBody>
      </p:sp>
      <p:sp>
        <p:nvSpPr>
          <p:cNvPr id="6" name="Slide Number Placeholder 5"/>
          <p:cNvSpPr>
            <a:spLocks noGrp="1"/>
          </p:cNvSpPr>
          <p:nvPr>
            <p:ph type="sldNum" sz="quarter" idx="4"/>
          </p:nvPr>
        </p:nvSpPr>
        <p:spPr>
          <a:xfrm>
            <a:off x="3990975" y="4687888"/>
            <a:ext cx="1162050" cy="273050"/>
          </a:xfrm>
          <a:prstGeom prst="rect">
            <a:avLst/>
          </a:prstGeom>
        </p:spPr>
        <p:txBody>
          <a:bodyPr vert="horz" wrap="square" lIns="91440" tIns="45720" rIns="91440" bIns="45720" numCol="1" anchor="ctr" anchorCtr="0" compatLnSpc="1">
            <a:prstTxWarp prst="textNoShape">
              <a:avLst/>
            </a:prstTxWarp>
          </a:bodyPr>
          <a:lstStyle>
            <a:lvl1pPr algn="ctr" eaLnBrk="1" hangingPunct="1">
              <a:defRPr sz="1000" b="0">
                <a:solidFill>
                  <a:srgbClr val="073E87"/>
                </a:solidFill>
                <a:latin typeface="Tahoma" panose="020B0604030504040204" pitchFamily="34" charset="0"/>
                <a:ea typeface="宋体" panose="02010600030101010101" pitchFamily="2" charset="-122"/>
                <a:cs typeface="+mn-cs"/>
              </a:defRPr>
            </a:lvl1pPr>
          </a:lstStyle>
          <a:p>
            <a:pPr>
              <a:defRPr/>
            </a:pPr>
            <a:fld id="{5DF5B028-6C96-4DC4-92EB-70D27714FDA3}" type="slidenum">
              <a:rPr lang="zh-CN" altLang="en-US"/>
              <a:pPr>
                <a:defRPr/>
              </a:pPr>
              <a:t>‹#›</a:t>
            </a:fld>
            <a:endParaRPr lang="en-US" altLang="zh-CN"/>
          </a:p>
        </p:txBody>
      </p:sp>
      <p:sp>
        <p:nvSpPr>
          <p:cNvPr id="7176" name="Text Placeholder 2"/>
          <p:cNvSpPr>
            <a:spLocks noGrp="1"/>
          </p:cNvSpPr>
          <p:nvPr>
            <p:ph type="body" idx="1"/>
          </p:nvPr>
        </p:nvSpPr>
        <p:spPr bwMode="auto">
          <a:xfrm>
            <a:off x="228600" y="1368425"/>
            <a:ext cx="5927725" cy="322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 bg1="lt1" tx1="dk1" bg2="lt2" tx2="dk2" accent1="accent1" accent2="accent2" accent3="accent3" accent4="accent4" accent5="accent5" accent6="accent6" hlink="hlink" folHlink="folHlink"/>
  <p:sldLayoutIdLst>
    <p:sldLayoutId id="2147485116" r:id="rId1"/>
    <p:sldLayoutId id="2147485117" r:id="rId2"/>
  </p:sldLayoutIdLst>
  <p:txStyles>
    <p:titleStyle>
      <a:lvl1pPr algn="l" rtl="0" eaLnBrk="0" fontAlgn="base" hangingPunct="0">
        <a:spcBef>
          <a:spcPct val="0"/>
        </a:spcBef>
        <a:spcAft>
          <a:spcPct val="0"/>
        </a:spcAft>
        <a:defRPr sz="4000" kern="1200">
          <a:solidFill>
            <a:srgbClr val="FFFFFF"/>
          </a:solidFill>
          <a:latin typeface="+mj-lt"/>
          <a:ea typeface="黑体" panose="02010609060101010101" pitchFamily="49" charset="-122"/>
          <a:cs typeface="+mj-cs"/>
        </a:defRPr>
      </a:lvl1pPr>
      <a:lvl2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2pPr>
      <a:lvl3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3pPr>
      <a:lvl4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4pPr>
      <a:lvl5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73050" indent="-273050" algn="l" rtl="0" eaLnBrk="0" fontAlgn="base" hangingPunct="0">
        <a:spcBef>
          <a:spcPct val="20000"/>
        </a:spcBef>
        <a:spcAft>
          <a:spcPct val="0"/>
        </a:spcAft>
        <a:buClr>
          <a:schemeClr val="accent1"/>
        </a:buClr>
        <a:buSzPct val="100000"/>
        <a:buFont typeface="Symbol" panose="05050102010706020507" pitchFamily="18" charset="2"/>
        <a:buChar char=""/>
        <a:defRPr sz="2400" kern="1200">
          <a:solidFill>
            <a:schemeClr val="tx2"/>
          </a:solidFill>
          <a:latin typeface="+mn-lt"/>
          <a:ea typeface="+mn-ea"/>
          <a:cs typeface="+mn-cs"/>
        </a:defRPr>
      </a:lvl1pPr>
      <a:lvl2pPr marL="576263" indent="-273050" algn="l" rtl="0" eaLnBrk="0" fontAlgn="base" hangingPunct="0">
        <a:spcBef>
          <a:spcPct val="20000"/>
        </a:spcBef>
        <a:spcAft>
          <a:spcPct val="0"/>
        </a:spcAft>
        <a:buClr>
          <a:schemeClr val="accent1"/>
        </a:buClr>
        <a:buSzPct val="100000"/>
        <a:buFont typeface="Symbol" panose="05050102010706020507" pitchFamily="18" charset="2"/>
        <a:buChar char=""/>
        <a:defRPr sz="2200" kern="1200">
          <a:solidFill>
            <a:schemeClr val="tx2"/>
          </a:solidFill>
          <a:latin typeface="+mn-lt"/>
          <a:ea typeface="+mn-ea"/>
          <a:cs typeface="+mn-cs"/>
        </a:defRPr>
      </a:lvl2pPr>
      <a:lvl3pPr marL="855663" indent="-228600"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3pPr>
      <a:lvl4pPr marL="1143000" indent="-228600"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4pPr>
      <a:lvl5pPr marL="1462088" indent="-228600" algn="l" rtl="0" eaLnBrk="0" fontAlgn="base" hangingPunct="0">
        <a:spcBef>
          <a:spcPct val="20000"/>
        </a:spcBef>
        <a:spcAft>
          <a:spcPct val="0"/>
        </a:spcAft>
        <a:buClr>
          <a:schemeClr val="accent1"/>
        </a:buClr>
        <a:buSzPct val="100000"/>
        <a:buFont typeface="Symbol" panose="05050102010706020507" pitchFamily="18" charset="2"/>
        <a:buChar char=""/>
        <a:defRPr sz="1600" kern="1200">
          <a:solidFill>
            <a:schemeClr val="tx2"/>
          </a:solidFill>
          <a:latin typeface="+mn-lt"/>
          <a:ea typeface="+mn-ea"/>
          <a:cs typeface="+mn-cs"/>
        </a:defRPr>
      </a:lvl5pPr>
      <a:lvl6pPr marL="1783080" indent="-228600" algn="l" defTabSz="914400"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120" indent="-228600" algn="l" defTabSz="914400"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160" indent="-228600" algn="l" defTabSz="914400"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200" indent="-228600" algn="l" defTabSz="914400"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ounded Rectangle 13"/>
          <p:cNvSpPr/>
          <p:nvPr/>
        </p:nvSpPr>
        <p:spPr>
          <a:xfrm>
            <a:off x="228601" y="171451"/>
            <a:ext cx="8696325" cy="1404938"/>
          </a:xfrm>
          <a:prstGeom prst="roundRect">
            <a:avLst>
              <a:gd name="adj" fmla="val 3362"/>
            </a:avLst>
          </a:prstGeom>
          <a:gradFill>
            <a:gsLst>
              <a:gs pos="0">
                <a:schemeClr val="accent1">
                  <a:lumMod val="75000"/>
                </a:schemeClr>
              </a:gs>
              <a:gs pos="90000">
                <a:schemeClr val="accent1">
                  <a:lumMod val="60000"/>
                  <a:lumOff val="4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eaLnBrk="1" hangingPunct="1">
              <a:defRPr/>
            </a:pPr>
            <a:endParaRPr lang="en-US" sz="1800" b="0" dirty="0">
              <a:solidFill>
                <a:prstClr val="white"/>
              </a:solidFill>
            </a:endParaRPr>
          </a:p>
        </p:txBody>
      </p:sp>
      <p:grpSp>
        <p:nvGrpSpPr>
          <p:cNvPr id="1027" name="Group 15"/>
          <p:cNvGrpSpPr>
            <a:grpSpLocks noChangeAspect="1"/>
          </p:cNvGrpSpPr>
          <p:nvPr/>
        </p:nvGrpSpPr>
        <p:grpSpPr bwMode="auto">
          <a:xfrm>
            <a:off x="211139" y="1058863"/>
            <a:ext cx="8824912" cy="576262"/>
            <a:chOff x="-3905251" y="4294188"/>
            <a:chExt cx="13027839" cy="1892300"/>
          </a:xfrm>
        </p:grpSpPr>
        <p:sp>
          <p:nvSpPr>
            <p:cNvPr id="1033" name="Freeform 14"/>
            <p:cNvSpPr>
              <a:spLocks/>
            </p:cNvSpPr>
            <p:nvPr/>
          </p:nvSpPr>
          <p:spPr bwMode="hidden">
            <a:xfrm>
              <a:off x="4810441" y="4502706"/>
              <a:ext cx="4295743" cy="1011313"/>
            </a:xfrm>
            <a:custGeom>
              <a:avLst/>
              <a:gdLst>
                <a:gd name="T0" fmla="*/ 2147483646 w 2706"/>
                <a:gd name="T1" fmla="*/ 0 h 640"/>
                <a:gd name="T2" fmla="*/ 2147483646 w 2706"/>
                <a:gd name="T3" fmla="*/ 0 h 640"/>
                <a:gd name="T4" fmla="*/ 2147483646 w 2706"/>
                <a:gd name="T5" fmla="*/ 2147483646 h 640"/>
                <a:gd name="T6" fmla="*/ 2147483646 w 2706"/>
                <a:gd name="T7" fmla="*/ 2147483646 h 640"/>
                <a:gd name="T8" fmla="*/ 2147483646 w 2706"/>
                <a:gd name="T9" fmla="*/ 2147483646 h 640"/>
                <a:gd name="T10" fmla="*/ 2147483646 w 2706"/>
                <a:gd name="T11" fmla="*/ 2147483646 h 640"/>
                <a:gd name="T12" fmla="*/ 2147483646 w 2706"/>
                <a:gd name="T13" fmla="*/ 2147483646 h 640"/>
                <a:gd name="T14" fmla="*/ 2147483646 w 2706"/>
                <a:gd name="T15" fmla="*/ 2147483646 h 640"/>
                <a:gd name="T16" fmla="*/ 2147483646 w 2706"/>
                <a:gd name="T17" fmla="*/ 2147483646 h 640"/>
                <a:gd name="T18" fmla="*/ 2147483646 w 2706"/>
                <a:gd name="T19" fmla="*/ 2147483646 h 640"/>
                <a:gd name="T20" fmla="*/ 2147483646 w 2706"/>
                <a:gd name="T21" fmla="*/ 2147483646 h 640"/>
                <a:gd name="T22" fmla="*/ 2147483646 w 2706"/>
                <a:gd name="T23" fmla="*/ 2147483646 h 640"/>
                <a:gd name="T24" fmla="*/ 2147483646 w 2706"/>
                <a:gd name="T25" fmla="*/ 2147483646 h 640"/>
                <a:gd name="T26" fmla="*/ 2147483646 w 2706"/>
                <a:gd name="T27" fmla="*/ 2147483646 h 640"/>
                <a:gd name="T28" fmla="*/ 2147483646 w 2706"/>
                <a:gd name="T29" fmla="*/ 2147483646 h 640"/>
                <a:gd name="T30" fmla="*/ 2147483646 w 2706"/>
                <a:gd name="T31" fmla="*/ 2147483646 h 640"/>
                <a:gd name="T32" fmla="*/ 2147483646 w 2706"/>
                <a:gd name="T33" fmla="*/ 2147483646 h 640"/>
                <a:gd name="T34" fmla="*/ 2147483646 w 2706"/>
                <a:gd name="T35" fmla="*/ 2147483646 h 640"/>
                <a:gd name="T36" fmla="*/ 0 w 2706"/>
                <a:gd name="T37" fmla="*/ 2147483646 h 640"/>
                <a:gd name="T38" fmla="*/ 0 w 2706"/>
                <a:gd name="T39" fmla="*/ 2147483646 h 640"/>
                <a:gd name="T40" fmla="*/ 2147483646 w 2706"/>
                <a:gd name="T41" fmla="*/ 2147483646 h 640"/>
                <a:gd name="T42" fmla="*/ 2147483646 w 2706"/>
                <a:gd name="T43" fmla="*/ 2147483646 h 640"/>
                <a:gd name="T44" fmla="*/ 2147483646 w 2706"/>
                <a:gd name="T45" fmla="*/ 2147483646 h 640"/>
                <a:gd name="T46" fmla="*/ 2147483646 w 2706"/>
                <a:gd name="T47" fmla="*/ 2147483646 h 640"/>
                <a:gd name="T48" fmla="*/ 2147483646 w 2706"/>
                <a:gd name="T49" fmla="*/ 2147483646 h 640"/>
                <a:gd name="T50" fmla="*/ 2147483646 w 2706"/>
                <a:gd name="T51" fmla="*/ 2147483646 h 640"/>
                <a:gd name="T52" fmla="*/ 2147483646 w 2706"/>
                <a:gd name="T53" fmla="*/ 2147483646 h 640"/>
                <a:gd name="T54" fmla="*/ 2147483646 w 2706"/>
                <a:gd name="T55" fmla="*/ 2147483646 h 640"/>
                <a:gd name="T56" fmla="*/ 2147483646 w 2706"/>
                <a:gd name="T57" fmla="*/ 2147483646 h 640"/>
                <a:gd name="T58" fmla="*/ 2147483646 w 2706"/>
                <a:gd name="T59" fmla="*/ 2147483646 h 640"/>
                <a:gd name="T60" fmla="*/ 2147483646 w 2706"/>
                <a:gd name="T61" fmla="*/ 2147483646 h 640"/>
                <a:gd name="T62" fmla="*/ 2147483646 w 2706"/>
                <a:gd name="T63" fmla="*/ 2147483646 h 640"/>
                <a:gd name="T64" fmla="*/ 2147483646 w 2706"/>
                <a:gd name="T65" fmla="*/ 2147483646 h 640"/>
                <a:gd name="T66" fmla="*/ 2147483646 w 2706"/>
                <a:gd name="T67" fmla="*/ 2147483646 h 640"/>
                <a:gd name="T68" fmla="*/ 2147483646 w 2706"/>
                <a:gd name="T69" fmla="*/ 2147483646 h 640"/>
                <a:gd name="T70" fmla="*/ 2147483646 w 2706"/>
                <a:gd name="T71" fmla="*/ 2147483646 h 640"/>
                <a:gd name="T72" fmla="*/ 2147483646 w 2706"/>
                <a:gd name="T73" fmla="*/ 2147483646 h 640"/>
                <a:gd name="T74" fmla="*/ 2147483646 w 2706"/>
                <a:gd name="T75" fmla="*/ 2147483646 h 640"/>
                <a:gd name="T76" fmla="*/ 2147483646 w 2706"/>
                <a:gd name="T77" fmla="*/ 2147483646 h 640"/>
                <a:gd name="T78" fmla="*/ 2147483646 w 2706"/>
                <a:gd name="T79" fmla="*/ 2147483646 h 640"/>
                <a:gd name="T80" fmla="*/ 2147483646 w 2706"/>
                <a:gd name="T81" fmla="*/ 2147483646 h 640"/>
                <a:gd name="T82" fmla="*/ 2147483646 w 2706"/>
                <a:gd name="T83" fmla="*/ 2147483646 h 640"/>
                <a:gd name="T84" fmla="*/ 2147483646 w 2706"/>
                <a:gd name="T85" fmla="*/ 2147483646 h 640"/>
                <a:gd name="T86" fmla="*/ 2147483646 w 2706"/>
                <a:gd name="T87" fmla="*/ 2147483646 h 640"/>
                <a:gd name="T88" fmla="*/ 2147483646 w 2706"/>
                <a:gd name="T89" fmla="*/ 2147483646 h 640"/>
                <a:gd name="T90" fmla="*/ 2147483646 w 2706"/>
                <a:gd name="T91" fmla="*/ 2147483646 h 640"/>
                <a:gd name="T92" fmla="*/ 2147483646 w 2706"/>
                <a:gd name="T93" fmla="*/ 2147483646 h 640"/>
                <a:gd name="T94" fmla="*/ 2147483646 w 2706"/>
                <a:gd name="T95" fmla="*/ 2147483646 h 640"/>
                <a:gd name="T96" fmla="*/ 2147483646 w 2706"/>
                <a:gd name="T97" fmla="*/ 2147483646 h 640"/>
                <a:gd name="T98" fmla="*/ 2147483646 w 2706"/>
                <a:gd name="T99" fmla="*/ 2147483646 h 640"/>
                <a:gd name="T100" fmla="*/ 2147483646 w 2706"/>
                <a:gd name="T101" fmla="*/ 2147483646 h 640"/>
                <a:gd name="T102" fmla="*/ 2147483646 w 2706"/>
                <a:gd name="T103" fmla="*/ 2147483646 h 640"/>
                <a:gd name="T104" fmla="*/ 2147483646 w 2706"/>
                <a:gd name="T105" fmla="*/ 2147483646 h 640"/>
                <a:gd name="T106" fmla="*/ 2147483646 w 2706"/>
                <a:gd name="T107" fmla="*/ 0 h 640"/>
                <a:gd name="T108" fmla="*/ 2147483646 w 2706"/>
                <a:gd name="T109" fmla="*/ 0 h 640"/>
                <a:gd name="T110" fmla="*/ 2147483646 w 2706"/>
                <a:gd name="T111" fmla="*/ 0 h 640"/>
                <a:gd name="T112" fmla="*/ 2147483646 w 2706"/>
                <a:gd name="T113" fmla="*/ 0 h 64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2706" h="640">
                  <a:moveTo>
                    <a:pt x="2700" y="0"/>
                  </a:moveTo>
                  <a:lnTo>
                    <a:pt x="2700" y="0"/>
                  </a:lnTo>
                  <a:lnTo>
                    <a:pt x="2586" y="18"/>
                  </a:lnTo>
                  <a:lnTo>
                    <a:pt x="2470" y="38"/>
                  </a:lnTo>
                  <a:lnTo>
                    <a:pt x="2352" y="60"/>
                  </a:lnTo>
                  <a:lnTo>
                    <a:pt x="2230" y="82"/>
                  </a:lnTo>
                  <a:lnTo>
                    <a:pt x="2106" y="108"/>
                  </a:lnTo>
                  <a:lnTo>
                    <a:pt x="1978" y="134"/>
                  </a:lnTo>
                  <a:lnTo>
                    <a:pt x="1848" y="164"/>
                  </a:lnTo>
                  <a:lnTo>
                    <a:pt x="1714" y="194"/>
                  </a:lnTo>
                  <a:lnTo>
                    <a:pt x="1472" y="252"/>
                  </a:lnTo>
                  <a:lnTo>
                    <a:pt x="1236" y="304"/>
                  </a:lnTo>
                  <a:lnTo>
                    <a:pt x="1010" y="352"/>
                  </a:lnTo>
                  <a:lnTo>
                    <a:pt x="792" y="398"/>
                  </a:lnTo>
                  <a:lnTo>
                    <a:pt x="584" y="438"/>
                  </a:lnTo>
                  <a:lnTo>
                    <a:pt x="382" y="474"/>
                  </a:lnTo>
                  <a:lnTo>
                    <a:pt x="188" y="508"/>
                  </a:lnTo>
                  <a:lnTo>
                    <a:pt x="0" y="538"/>
                  </a:lnTo>
                  <a:lnTo>
                    <a:pt x="130" y="556"/>
                  </a:lnTo>
                  <a:lnTo>
                    <a:pt x="254" y="572"/>
                  </a:lnTo>
                  <a:lnTo>
                    <a:pt x="374" y="586"/>
                  </a:lnTo>
                  <a:lnTo>
                    <a:pt x="492" y="598"/>
                  </a:lnTo>
                  <a:lnTo>
                    <a:pt x="606" y="610"/>
                  </a:lnTo>
                  <a:lnTo>
                    <a:pt x="716" y="618"/>
                  </a:lnTo>
                  <a:lnTo>
                    <a:pt x="822" y="626"/>
                  </a:lnTo>
                  <a:lnTo>
                    <a:pt x="926" y="632"/>
                  </a:lnTo>
                  <a:lnTo>
                    <a:pt x="1028" y="636"/>
                  </a:lnTo>
                  <a:lnTo>
                    <a:pt x="1126" y="638"/>
                  </a:lnTo>
                  <a:lnTo>
                    <a:pt x="1220" y="640"/>
                  </a:lnTo>
                  <a:lnTo>
                    <a:pt x="1312" y="640"/>
                  </a:lnTo>
                  <a:lnTo>
                    <a:pt x="1402" y="638"/>
                  </a:lnTo>
                  <a:lnTo>
                    <a:pt x="1490" y="636"/>
                  </a:lnTo>
                  <a:lnTo>
                    <a:pt x="1574" y="632"/>
                  </a:lnTo>
                  <a:lnTo>
                    <a:pt x="1656" y="626"/>
                  </a:lnTo>
                  <a:lnTo>
                    <a:pt x="1734" y="620"/>
                  </a:lnTo>
                  <a:lnTo>
                    <a:pt x="1812" y="612"/>
                  </a:lnTo>
                  <a:lnTo>
                    <a:pt x="1886" y="602"/>
                  </a:lnTo>
                  <a:lnTo>
                    <a:pt x="1960" y="592"/>
                  </a:lnTo>
                  <a:lnTo>
                    <a:pt x="2030" y="580"/>
                  </a:lnTo>
                  <a:lnTo>
                    <a:pt x="2100" y="568"/>
                  </a:lnTo>
                  <a:lnTo>
                    <a:pt x="2166" y="554"/>
                  </a:lnTo>
                  <a:lnTo>
                    <a:pt x="2232" y="540"/>
                  </a:lnTo>
                  <a:lnTo>
                    <a:pt x="2296" y="524"/>
                  </a:lnTo>
                  <a:lnTo>
                    <a:pt x="2358" y="508"/>
                  </a:lnTo>
                  <a:lnTo>
                    <a:pt x="2418" y="490"/>
                  </a:lnTo>
                  <a:lnTo>
                    <a:pt x="2478" y="472"/>
                  </a:lnTo>
                  <a:lnTo>
                    <a:pt x="2592" y="432"/>
                  </a:lnTo>
                  <a:lnTo>
                    <a:pt x="2702" y="390"/>
                  </a:lnTo>
                  <a:lnTo>
                    <a:pt x="2706" y="388"/>
                  </a:lnTo>
                  <a:lnTo>
                    <a:pt x="2706" y="0"/>
                  </a:lnTo>
                  <a:lnTo>
                    <a:pt x="2700" y="0"/>
                  </a:lnTo>
                  <a:close/>
                </a:path>
              </a:pathLst>
            </a:custGeom>
            <a:solidFill>
              <a:schemeClr val="bg2">
                <a:alpha val="2901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800"/>
            </a:p>
          </p:txBody>
        </p:sp>
        <p:sp>
          <p:nvSpPr>
            <p:cNvPr id="1034" name="Freeform 18"/>
            <p:cNvSpPr>
              <a:spLocks/>
            </p:cNvSpPr>
            <p:nvPr/>
          </p:nvSpPr>
          <p:spPr bwMode="hidden">
            <a:xfrm>
              <a:off x="-310233" y="4320251"/>
              <a:ext cx="8282134" cy="1209405"/>
            </a:xfrm>
            <a:custGeom>
              <a:avLst/>
              <a:gdLst>
                <a:gd name="T0" fmla="*/ 2147483646 w 5216"/>
                <a:gd name="T1" fmla="*/ 2147483646 h 762"/>
                <a:gd name="T2" fmla="*/ 2147483646 w 5216"/>
                <a:gd name="T3" fmla="*/ 2147483646 h 762"/>
                <a:gd name="T4" fmla="*/ 2147483646 w 5216"/>
                <a:gd name="T5" fmla="*/ 2147483646 h 762"/>
                <a:gd name="T6" fmla="*/ 2147483646 w 5216"/>
                <a:gd name="T7" fmla="*/ 2147483646 h 762"/>
                <a:gd name="T8" fmla="*/ 2147483646 w 5216"/>
                <a:gd name="T9" fmla="*/ 2147483646 h 762"/>
                <a:gd name="T10" fmla="*/ 2147483646 w 5216"/>
                <a:gd name="T11" fmla="*/ 2147483646 h 762"/>
                <a:gd name="T12" fmla="*/ 2147483646 w 5216"/>
                <a:gd name="T13" fmla="*/ 2147483646 h 762"/>
                <a:gd name="T14" fmla="*/ 2147483646 w 5216"/>
                <a:gd name="T15" fmla="*/ 2147483646 h 762"/>
                <a:gd name="T16" fmla="*/ 2147483646 w 5216"/>
                <a:gd name="T17" fmla="*/ 2147483646 h 762"/>
                <a:gd name="T18" fmla="*/ 2147483646 w 5216"/>
                <a:gd name="T19" fmla="*/ 2147483646 h 762"/>
                <a:gd name="T20" fmla="*/ 2147483646 w 5216"/>
                <a:gd name="T21" fmla="*/ 2147483646 h 762"/>
                <a:gd name="T22" fmla="*/ 2147483646 w 5216"/>
                <a:gd name="T23" fmla="*/ 2147483646 h 762"/>
                <a:gd name="T24" fmla="*/ 2147483646 w 5216"/>
                <a:gd name="T25" fmla="*/ 2147483646 h 762"/>
                <a:gd name="T26" fmla="*/ 2147483646 w 5216"/>
                <a:gd name="T27" fmla="*/ 0 h 762"/>
                <a:gd name="T28" fmla="*/ 2147483646 w 5216"/>
                <a:gd name="T29" fmla="*/ 2147483646 h 762"/>
                <a:gd name="T30" fmla="*/ 2147483646 w 5216"/>
                <a:gd name="T31" fmla="*/ 2147483646 h 762"/>
                <a:gd name="T32" fmla="*/ 0 w 5216"/>
                <a:gd name="T33" fmla="*/ 2147483646 h 762"/>
                <a:gd name="T34" fmla="*/ 2147483646 w 5216"/>
                <a:gd name="T35" fmla="*/ 2147483646 h 762"/>
                <a:gd name="T36" fmla="*/ 2147483646 w 5216"/>
                <a:gd name="T37" fmla="*/ 2147483646 h 762"/>
                <a:gd name="T38" fmla="*/ 2147483646 w 5216"/>
                <a:gd name="T39" fmla="*/ 2147483646 h 762"/>
                <a:gd name="T40" fmla="*/ 2147483646 w 5216"/>
                <a:gd name="T41" fmla="*/ 2147483646 h 762"/>
                <a:gd name="T42" fmla="*/ 2147483646 w 5216"/>
                <a:gd name="T43" fmla="*/ 2147483646 h 762"/>
                <a:gd name="T44" fmla="*/ 2147483646 w 5216"/>
                <a:gd name="T45" fmla="*/ 2147483646 h 762"/>
                <a:gd name="T46" fmla="*/ 2147483646 w 5216"/>
                <a:gd name="T47" fmla="*/ 2147483646 h 762"/>
                <a:gd name="T48" fmla="*/ 2147483646 w 5216"/>
                <a:gd name="T49" fmla="*/ 2147483646 h 762"/>
                <a:gd name="T50" fmla="*/ 2147483646 w 5216"/>
                <a:gd name="T51" fmla="*/ 2147483646 h 762"/>
                <a:gd name="T52" fmla="*/ 2147483646 w 5216"/>
                <a:gd name="T53" fmla="*/ 2147483646 h 762"/>
                <a:gd name="T54" fmla="*/ 2147483646 w 5216"/>
                <a:gd name="T55" fmla="*/ 2147483646 h 762"/>
                <a:gd name="T56" fmla="*/ 2147483646 w 5216"/>
                <a:gd name="T57" fmla="*/ 2147483646 h 762"/>
                <a:gd name="T58" fmla="*/ 2147483646 w 5216"/>
                <a:gd name="T59" fmla="*/ 2147483646 h 762"/>
                <a:gd name="T60" fmla="*/ 2147483646 w 5216"/>
                <a:gd name="T61" fmla="*/ 2147483646 h 762"/>
                <a:gd name="T62" fmla="*/ 2147483646 w 5216"/>
                <a:gd name="T63" fmla="*/ 2147483646 h 762"/>
                <a:gd name="T64" fmla="*/ 2147483646 w 5216"/>
                <a:gd name="T65" fmla="*/ 2147483646 h 762"/>
                <a:gd name="T66" fmla="*/ 2147483646 w 5216"/>
                <a:gd name="T67" fmla="*/ 2147483646 h 762"/>
                <a:gd name="T68" fmla="*/ 2147483646 w 5216"/>
                <a:gd name="T69" fmla="*/ 2147483646 h 762"/>
                <a:gd name="T70" fmla="*/ 2147483646 w 5216"/>
                <a:gd name="T71" fmla="*/ 2147483646 h 76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16" h="762">
                  <a:moveTo>
                    <a:pt x="5216" y="714"/>
                  </a:moveTo>
                  <a:lnTo>
                    <a:pt x="5216" y="714"/>
                  </a:lnTo>
                  <a:lnTo>
                    <a:pt x="5102" y="700"/>
                  </a:lnTo>
                  <a:lnTo>
                    <a:pt x="4984" y="686"/>
                  </a:lnTo>
                  <a:lnTo>
                    <a:pt x="4738" y="652"/>
                  </a:lnTo>
                  <a:lnTo>
                    <a:pt x="4478" y="610"/>
                  </a:lnTo>
                  <a:lnTo>
                    <a:pt x="4204" y="564"/>
                  </a:lnTo>
                  <a:lnTo>
                    <a:pt x="3914" y="508"/>
                  </a:lnTo>
                  <a:lnTo>
                    <a:pt x="3608" y="446"/>
                  </a:lnTo>
                  <a:lnTo>
                    <a:pt x="3286" y="374"/>
                  </a:lnTo>
                  <a:lnTo>
                    <a:pt x="2946" y="296"/>
                  </a:lnTo>
                  <a:lnTo>
                    <a:pt x="2812" y="266"/>
                  </a:lnTo>
                  <a:lnTo>
                    <a:pt x="2682" y="236"/>
                  </a:lnTo>
                  <a:lnTo>
                    <a:pt x="2556" y="210"/>
                  </a:lnTo>
                  <a:lnTo>
                    <a:pt x="2430" y="184"/>
                  </a:lnTo>
                  <a:lnTo>
                    <a:pt x="2308" y="162"/>
                  </a:lnTo>
                  <a:lnTo>
                    <a:pt x="2190" y="140"/>
                  </a:lnTo>
                  <a:lnTo>
                    <a:pt x="2074" y="120"/>
                  </a:lnTo>
                  <a:lnTo>
                    <a:pt x="1960" y="102"/>
                  </a:lnTo>
                  <a:lnTo>
                    <a:pt x="1850" y="86"/>
                  </a:lnTo>
                  <a:lnTo>
                    <a:pt x="1740" y="72"/>
                  </a:lnTo>
                  <a:lnTo>
                    <a:pt x="1532" y="46"/>
                  </a:lnTo>
                  <a:lnTo>
                    <a:pt x="1334" y="28"/>
                  </a:lnTo>
                  <a:lnTo>
                    <a:pt x="1148" y="14"/>
                  </a:lnTo>
                  <a:lnTo>
                    <a:pt x="970" y="4"/>
                  </a:lnTo>
                  <a:lnTo>
                    <a:pt x="802" y="0"/>
                  </a:lnTo>
                  <a:lnTo>
                    <a:pt x="644" y="0"/>
                  </a:lnTo>
                  <a:lnTo>
                    <a:pt x="496" y="4"/>
                  </a:lnTo>
                  <a:lnTo>
                    <a:pt x="358" y="10"/>
                  </a:lnTo>
                  <a:lnTo>
                    <a:pt x="230" y="20"/>
                  </a:lnTo>
                  <a:lnTo>
                    <a:pt x="110" y="32"/>
                  </a:lnTo>
                  <a:lnTo>
                    <a:pt x="0" y="48"/>
                  </a:lnTo>
                  <a:lnTo>
                    <a:pt x="154" y="66"/>
                  </a:lnTo>
                  <a:lnTo>
                    <a:pt x="314" y="86"/>
                  </a:lnTo>
                  <a:lnTo>
                    <a:pt x="480" y="112"/>
                  </a:lnTo>
                  <a:lnTo>
                    <a:pt x="652" y="140"/>
                  </a:lnTo>
                  <a:lnTo>
                    <a:pt x="830" y="174"/>
                  </a:lnTo>
                  <a:lnTo>
                    <a:pt x="1014" y="210"/>
                  </a:lnTo>
                  <a:lnTo>
                    <a:pt x="1206" y="250"/>
                  </a:lnTo>
                  <a:lnTo>
                    <a:pt x="1402" y="296"/>
                  </a:lnTo>
                  <a:lnTo>
                    <a:pt x="1756" y="378"/>
                  </a:lnTo>
                  <a:lnTo>
                    <a:pt x="2092" y="450"/>
                  </a:lnTo>
                  <a:lnTo>
                    <a:pt x="2408" y="516"/>
                  </a:lnTo>
                  <a:lnTo>
                    <a:pt x="2562" y="544"/>
                  </a:lnTo>
                  <a:lnTo>
                    <a:pt x="2708" y="572"/>
                  </a:lnTo>
                  <a:lnTo>
                    <a:pt x="2852" y="598"/>
                  </a:lnTo>
                  <a:lnTo>
                    <a:pt x="2992" y="620"/>
                  </a:lnTo>
                  <a:lnTo>
                    <a:pt x="3128" y="642"/>
                  </a:lnTo>
                  <a:lnTo>
                    <a:pt x="3260" y="662"/>
                  </a:lnTo>
                  <a:lnTo>
                    <a:pt x="3388" y="678"/>
                  </a:lnTo>
                  <a:lnTo>
                    <a:pt x="3512" y="694"/>
                  </a:lnTo>
                  <a:lnTo>
                    <a:pt x="3632" y="708"/>
                  </a:lnTo>
                  <a:lnTo>
                    <a:pt x="3750" y="722"/>
                  </a:lnTo>
                  <a:lnTo>
                    <a:pt x="3864" y="732"/>
                  </a:lnTo>
                  <a:lnTo>
                    <a:pt x="3974" y="740"/>
                  </a:lnTo>
                  <a:lnTo>
                    <a:pt x="4080" y="748"/>
                  </a:lnTo>
                  <a:lnTo>
                    <a:pt x="4184" y="754"/>
                  </a:lnTo>
                  <a:lnTo>
                    <a:pt x="4286" y="758"/>
                  </a:lnTo>
                  <a:lnTo>
                    <a:pt x="4384" y="762"/>
                  </a:lnTo>
                  <a:lnTo>
                    <a:pt x="4478" y="762"/>
                  </a:lnTo>
                  <a:lnTo>
                    <a:pt x="4570" y="762"/>
                  </a:lnTo>
                  <a:lnTo>
                    <a:pt x="4660" y="760"/>
                  </a:lnTo>
                  <a:lnTo>
                    <a:pt x="4746" y="758"/>
                  </a:lnTo>
                  <a:lnTo>
                    <a:pt x="4830" y="754"/>
                  </a:lnTo>
                  <a:lnTo>
                    <a:pt x="4912" y="748"/>
                  </a:lnTo>
                  <a:lnTo>
                    <a:pt x="4992" y="740"/>
                  </a:lnTo>
                  <a:lnTo>
                    <a:pt x="5068" y="732"/>
                  </a:lnTo>
                  <a:lnTo>
                    <a:pt x="5144" y="724"/>
                  </a:lnTo>
                  <a:lnTo>
                    <a:pt x="5216" y="714"/>
                  </a:lnTo>
                  <a:close/>
                </a:path>
              </a:pathLst>
            </a:custGeom>
            <a:solidFill>
              <a:schemeClr val="bg2">
                <a:alpha val="39999"/>
              </a:scheme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800"/>
            </a:p>
          </p:txBody>
        </p:sp>
        <p:sp>
          <p:nvSpPr>
            <p:cNvPr id="1035" name="Freeform 22"/>
            <p:cNvSpPr>
              <a:spLocks/>
            </p:cNvSpPr>
            <p:nvPr/>
          </p:nvSpPr>
          <p:spPr bwMode="hidden">
            <a:xfrm>
              <a:off x="3804" y="4335892"/>
              <a:ext cx="8164957" cy="1099931"/>
            </a:xfrm>
            <a:custGeom>
              <a:avLst/>
              <a:gdLst>
                <a:gd name="T0" fmla="*/ 0 w 5144"/>
                <a:gd name="T1" fmla="*/ 2147483646 h 694"/>
                <a:gd name="T2" fmla="*/ 0 w 5144"/>
                <a:gd name="T3" fmla="*/ 2147483646 h 694"/>
                <a:gd name="T4" fmla="*/ 2147483646 w 5144"/>
                <a:gd name="T5" fmla="*/ 2147483646 h 694"/>
                <a:gd name="T6" fmla="*/ 2147483646 w 5144"/>
                <a:gd name="T7" fmla="*/ 2147483646 h 694"/>
                <a:gd name="T8" fmla="*/ 2147483646 w 5144"/>
                <a:gd name="T9" fmla="*/ 2147483646 h 694"/>
                <a:gd name="T10" fmla="*/ 2147483646 w 5144"/>
                <a:gd name="T11" fmla="*/ 2147483646 h 694"/>
                <a:gd name="T12" fmla="*/ 2147483646 w 5144"/>
                <a:gd name="T13" fmla="*/ 2147483646 h 694"/>
                <a:gd name="T14" fmla="*/ 2147483646 w 5144"/>
                <a:gd name="T15" fmla="*/ 2147483646 h 694"/>
                <a:gd name="T16" fmla="*/ 2147483646 w 5144"/>
                <a:gd name="T17" fmla="*/ 2147483646 h 694"/>
                <a:gd name="T18" fmla="*/ 2147483646 w 5144"/>
                <a:gd name="T19" fmla="*/ 2147483646 h 694"/>
                <a:gd name="T20" fmla="*/ 2147483646 w 5144"/>
                <a:gd name="T21" fmla="*/ 2147483646 h 694"/>
                <a:gd name="T22" fmla="*/ 2147483646 w 5144"/>
                <a:gd name="T23" fmla="*/ 2147483646 h 694"/>
                <a:gd name="T24" fmla="*/ 2147483646 w 5144"/>
                <a:gd name="T25" fmla="*/ 0 h 694"/>
                <a:gd name="T26" fmla="*/ 2147483646 w 5144"/>
                <a:gd name="T27" fmla="*/ 2147483646 h 694"/>
                <a:gd name="T28" fmla="*/ 2147483646 w 5144"/>
                <a:gd name="T29" fmla="*/ 2147483646 h 694"/>
                <a:gd name="T30" fmla="*/ 2147483646 w 5144"/>
                <a:gd name="T31" fmla="*/ 2147483646 h 694"/>
                <a:gd name="T32" fmla="*/ 2147483646 w 5144"/>
                <a:gd name="T33" fmla="*/ 2147483646 h 694"/>
                <a:gd name="T34" fmla="*/ 2147483646 w 5144"/>
                <a:gd name="T35" fmla="*/ 2147483646 h 694"/>
                <a:gd name="T36" fmla="*/ 2147483646 w 5144"/>
                <a:gd name="T37" fmla="*/ 2147483646 h 694"/>
                <a:gd name="T38" fmla="*/ 2147483646 w 5144"/>
                <a:gd name="T39" fmla="*/ 2147483646 h 694"/>
                <a:gd name="T40" fmla="*/ 2147483646 w 5144"/>
                <a:gd name="T41" fmla="*/ 2147483646 h 694"/>
                <a:gd name="T42" fmla="*/ 2147483646 w 5144"/>
                <a:gd name="T43" fmla="*/ 2147483646 h 694"/>
                <a:gd name="T44" fmla="*/ 2147483646 w 5144"/>
                <a:gd name="T45" fmla="*/ 2147483646 h 694"/>
                <a:gd name="T46" fmla="*/ 2147483646 w 5144"/>
                <a:gd name="T47" fmla="*/ 2147483646 h 694"/>
                <a:gd name="T48" fmla="*/ 2147483646 w 5144"/>
                <a:gd name="T49" fmla="*/ 2147483646 h 694"/>
                <a:gd name="T50" fmla="*/ 2147483646 w 5144"/>
                <a:gd name="T51" fmla="*/ 2147483646 h 694"/>
                <a:gd name="T52" fmla="*/ 2147483646 w 5144"/>
                <a:gd name="T53" fmla="*/ 2147483646 h 694"/>
                <a:gd name="T54" fmla="*/ 2147483646 w 5144"/>
                <a:gd name="T55" fmla="*/ 2147483646 h 694"/>
                <a:gd name="T56" fmla="*/ 2147483646 w 5144"/>
                <a:gd name="T57" fmla="*/ 2147483646 h 694"/>
                <a:gd name="T58" fmla="*/ 2147483646 w 5144"/>
                <a:gd name="T59" fmla="*/ 2147483646 h 694"/>
                <a:gd name="T60" fmla="*/ 2147483646 w 5144"/>
                <a:gd name="T61" fmla="*/ 2147483646 h 69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44" h="694">
                  <a:moveTo>
                    <a:pt x="0" y="70"/>
                  </a:moveTo>
                  <a:lnTo>
                    <a:pt x="0" y="70"/>
                  </a:lnTo>
                  <a:lnTo>
                    <a:pt x="18" y="66"/>
                  </a:lnTo>
                  <a:lnTo>
                    <a:pt x="72" y="56"/>
                  </a:lnTo>
                  <a:lnTo>
                    <a:pt x="164" y="42"/>
                  </a:lnTo>
                  <a:lnTo>
                    <a:pt x="224" y="34"/>
                  </a:lnTo>
                  <a:lnTo>
                    <a:pt x="294" y="26"/>
                  </a:lnTo>
                  <a:lnTo>
                    <a:pt x="372" y="20"/>
                  </a:lnTo>
                  <a:lnTo>
                    <a:pt x="462" y="14"/>
                  </a:lnTo>
                  <a:lnTo>
                    <a:pt x="560" y="8"/>
                  </a:lnTo>
                  <a:lnTo>
                    <a:pt x="670" y="4"/>
                  </a:lnTo>
                  <a:lnTo>
                    <a:pt x="790" y="2"/>
                  </a:lnTo>
                  <a:lnTo>
                    <a:pt x="920" y="0"/>
                  </a:lnTo>
                  <a:lnTo>
                    <a:pt x="1060" y="2"/>
                  </a:lnTo>
                  <a:lnTo>
                    <a:pt x="1210" y="6"/>
                  </a:lnTo>
                  <a:lnTo>
                    <a:pt x="1372" y="14"/>
                  </a:lnTo>
                  <a:lnTo>
                    <a:pt x="1544" y="24"/>
                  </a:lnTo>
                  <a:lnTo>
                    <a:pt x="1726" y="40"/>
                  </a:lnTo>
                  <a:lnTo>
                    <a:pt x="1920" y="58"/>
                  </a:lnTo>
                  <a:lnTo>
                    <a:pt x="2126" y="80"/>
                  </a:lnTo>
                  <a:lnTo>
                    <a:pt x="2342" y="106"/>
                  </a:lnTo>
                  <a:lnTo>
                    <a:pt x="2570" y="138"/>
                  </a:lnTo>
                  <a:lnTo>
                    <a:pt x="2808" y="174"/>
                  </a:lnTo>
                  <a:lnTo>
                    <a:pt x="3058" y="216"/>
                  </a:lnTo>
                  <a:lnTo>
                    <a:pt x="3320" y="266"/>
                  </a:lnTo>
                  <a:lnTo>
                    <a:pt x="3594" y="320"/>
                  </a:lnTo>
                  <a:lnTo>
                    <a:pt x="3880" y="380"/>
                  </a:lnTo>
                  <a:lnTo>
                    <a:pt x="4178" y="448"/>
                  </a:lnTo>
                  <a:lnTo>
                    <a:pt x="4488" y="522"/>
                  </a:lnTo>
                  <a:lnTo>
                    <a:pt x="4810" y="604"/>
                  </a:lnTo>
                  <a:lnTo>
                    <a:pt x="5144" y="694"/>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800"/>
            </a:p>
          </p:txBody>
        </p:sp>
        <p:sp>
          <p:nvSpPr>
            <p:cNvPr id="1036" name="Freeform 26"/>
            <p:cNvSpPr>
              <a:spLocks/>
            </p:cNvSpPr>
            <p:nvPr/>
          </p:nvSpPr>
          <p:spPr bwMode="hidden">
            <a:xfrm>
              <a:off x="4156589" y="4315040"/>
              <a:ext cx="4940221" cy="927905"/>
            </a:xfrm>
            <a:custGeom>
              <a:avLst/>
              <a:gdLst>
                <a:gd name="T0" fmla="*/ 0 w 3112"/>
                <a:gd name="T1" fmla="*/ 2147483646 h 584"/>
                <a:gd name="T2" fmla="*/ 0 w 3112"/>
                <a:gd name="T3" fmla="*/ 2147483646 h 584"/>
                <a:gd name="T4" fmla="*/ 2147483646 w 3112"/>
                <a:gd name="T5" fmla="*/ 2147483646 h 584"/>
                <a:gd name="T6" fmla="*/ 2147483646 w 3112"/>
                <a:gd name="T7" fmla="*/ 2147483646 h 584"/>
                <a:gd name="T8" fmla="*/ 2147483646 w 3112"/>
                <a:gd name="T9" fmla="*/ 2147483646 h 584"/>
                <a:gd name="T10" fmla="*/ 2147483646 w 3112"/>
                <a:gd name="T11" fmla="*/ 2147483646 h 584"/>
                <a:gd name="T12" fmla="*/ 2147483646 w 3112"/>
                <a:gd name="T13" fmla="*/ 2147483646 h 584"/>
                <a:gd name="T14" fmla="*/ 2147483646 w 3112"/>
                <a:gd name="T15" fmla="*/ 2147483646 h 584"/>
                <a:gd name="T16" fmla="*/ 2147483646 w 3112"/>
                <a:gd name="T17" fmla="*/ 2147483646 h 584"/>
                <a:gd name="T18" fmla="*/ 2147483646 w 3112"/>
                <a:gd name="T19" fmla="*/ 2147483646 h 584"/>
                <a:gd name="T20" fmla="*/ 2147483646 w 3112"/>
                <a:gd name="T21" fmla="*/ 2147483646 h 584"/>
                <a:gd name="T22" fmla="*/ 2147483646 w 3112"/>
                <a:gd name="T23" fmla="*/ 2147483646 h 584"/>
                <a:gd name="T24" fmla="*/ 2147483646 w 3112"/>
                <a:gd name="T25" fmla="*/ 2147483646 h 584"/>
                <a:gd name="T26" fmla="*/ 2147483646 w 3112"/>
                <a:gd name="T27" fmla="*/ 2147483646 h 584"/>
                <a:gd name="T28" fmla="*/ 2147483646 w 3112"/>
                <a:gd name="T29" fmla="*/ 2147483646 h 584"/>
                <a:gd name="T30" fmla="*/ 2147483646 w 3112"/>
                <a:gd name="T31" fmla="*/ 2147483646 h 584"/>
                <a:gd name="T32" fmla="*/ 2147483646 w 3112"/>
                <a:gd name="T33" fmla="*/ 2147483646 h 584"/>
                <a:gd name="T34" fmla="*/ 2147483646 w 3112"/>
                <a:gd name="T35" fmla="*/ 2147483646 h 584"/>
                <a:gd name="T36" fmla="*/ 2147483646 w 3112"/>
                <a:gd name="T37" fmla="*/ 2147483646 h 584"/>
                <a:gd name="T38" fmla="*/ 2147483646 w 3112"/>
                <a:gd name="T39" fmla="*/ 0 h 58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12" h="584">
                  <a:moveTo>
                    <a:pt x="0" y="584"/>
                  </a:moveTo>
                  <a:lnTo>
                    <a:pt x="0" y="584"/>
                  </a:lnTo>
                  <a:lnTo>
                    <a:pt x="90" y="560"/>
                  </a:lnTo>
                  <a:lnTo>
                    <a:pt x="336" y="498"/>
                  </a:lnTo>
                  <a:lnTo>
                    <a:pt x="506" y="456"/>
                  </a:lnTo>
                  <a:lnTo>
                    <a:pt x="702" y="410"/>
                  </a:lnTo>
                  <a:lnTo>
                    <a:pt x="920" y="360"/>
                  </a:lnTo>
                  <a:lnTo>
                    <a:pt x="1154" y="306"/>
                  </a:lnTo>
                  <a:lnTo>
                    <a:pt x="1402" y="254"/>
                  </a:lnTo>
                  <a:lnTo>
                    <a:pt x="1656" y="202"/>
                  </a:lnTo>
                  <a:lnTo>
                    <a:pt x="1916" y="154"/>
                  </a:lnTo>
                  <a:lnTo>
                    <a:pt x="2174" y="108"/>
                  </a:lnTo>
                  <a:lnTo>
                    <a:pt x="2302" y="88"/>
                  </a:lnTo>
                  <a:lnTo>
                    <a:pt x="2426" y="68"/>
                  </a:lnTo>
                  <a:lnTo>
                    <a:pt x="2550" y="52"/>
                  </a:lnTo>
                  <a:lnTo>
                    <a:pt x="2670" y="36"/>
                  </a:lnTo>
                  <a:lnTo>
                    <a:pt x="2788" y="24"/>
                  </a:lnTo>
                  <a:lnTo>
                    <a:pt x="2900" y="14"/>
                  </a:lnTo>
                  <a:lnTo>
                    <a:pt x="3008" y="6"/>
                  </a:lnTo>
                  <a:lnTo>
                    <a:pt x="3112" y="0"/>
                  </a:lnTo>
                </a:path>
              </a:pathLst>
            </a:custGeom>
            <a:noFill/>
            <a:ln w="12">
              <a:solidFill>
                <a:srgbClr val="FFFF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800"/>
            </a:p>
          </p:txBody>
        </p:sp>
        <p:sp useBgFill="1">
          <p:nvSpPr>
            <p:cNvPr id="1037" name="Freeform 10"/>
            <p:cNvSpPr>
              <a:spLocks/>
            </p:cNvSpPr>
            <p:nvPr/>
          </p:nvSpPr>
          <p:spPr bwMode="hidden">
            <a:xfrm>
              <a:off x="-3905251" y="4294188"/>
              <a:ext cx="13027839" cy="1892300"/>
            </a:xfrm>
            <a:custGeom>
              <a:avLst/>
              <a:gdLst>
                <a:gd name="T0" fmla="*/ 2147483646 w 8196"/>
                <a:gd name="T1" fmla="*/ 2147483646 h 1192"/>
                <a:gd name="T2" fmla="*/ 2147483646 w 8196"/>
                <a:gd name="T3" fmla="*/ 2147483646 h 1192"/>
                <a:gd name="T4" fmla="*/ 2147483646 w 8196"/>
                <a:gd name="T5" fmla="*/ 2147483646 h 1192"/>
                <a:gd name="T6" fmla="*/ 2147483646 w 8196"/>
                <a:gd name="T7" fmla="*/ 2147483646 h 1192"/>
                <a:gd name="T8" fmla="*/ 2147483646 w 8196"/>
                <a:gd name="T9" fmla="*/ 2147483646 h 1192"/>
                <a:gd name="T10" fmla="*/ 2147483646 w 8196"/>
                <a:gd name="T11" fmla="*/ 2147483646 h 1192"/>
                <a:gd name="T12" fmla="*/ 2147483646 w 8196"/>
                <a:gd name="T13" fmla="*/ 2147483646 h 1192"/>
                <a:gd name="T14" fmla="*/ 2147483646 w 8196"/>
                <a:gd name="T15" fmla="*/ 2147483646 h 1192"/>
                <a:gd name="T16" fmla="*/ 2147483646 w 8196"/>
                <a:gd name="T17" fmla="*/ 2147483646 h 1192"/>
                <a:gd name="T18" fmla="*/ 2147483646 w 8196"/>
                <a:gd name="T19" fmla="*/ 2147483646 h 1192"/>
                <a:gd name="T20" fmla="*/ 2147483646 w 8196"/>
                <a:gd name="T21" fmla="*/ 2147483646 h 1192"/>
                <a:gd name="T22" fmla="*/ 2147483646 w 8196"/>
                <a:gd name="T23" fmla="*/ 2147483646 h 1192"/>
                <a:gd name="T24" fmla="*/ 2147483646 w 8196"/>
                <a:gd name="T25" fmla="*/ 2147483646 h 1192"/>
                <a:gd name="T26" fmla="*/ 2147483646 w 8196"/>
                <a:gd name="T27" fmla="*/ 2147483646 h 1192"/>
                <a:gd name="T28" fmla="*/ 2147483646 w 8196"/>
                <a:gd name="T29" fmla="*/ 2147483646 h 1192"/>
                <a:gd name="T30" fmla="*/ 2147483646 w 8196"/>
                <a:gd name="T31" fmla="*/ 2147483646 h 1192"/>
                <a:gd name="T32" fmla="*/ 2147483646 w 8196"/>
                <a:gd name="T33" fmla="*/ 2147483646 h 1192"/>
                <a:gd name="T34" fmla="*/ 2147483646 w 8196"/>
                <a:gd name="T35" fmla="*/ 2147483646 h 1192"/>
                <a:gd name="T36" fmla="*/ 2147483646 w 8196"/>
                <a:gd name="T37" fmla="*/ 2147483646 h 1192"/>
                <a:gd name="T38" fmla="*/ 2147483646 w 8196"/>
                <a:gd name="T39" fmla="*/ 2147483646 h 1192"/>
                <a:gd name="T40" fmla="*/ 2147483646 w 8196"/>
                <a:gd name="T41" fmla="*/ 2147483646 h 1192"/>
                <a:gd name="T42" fmla="*/ 2147483646 w 8196"/>
                <a:gd name="T43" fmla="*/ 2147483646 h 1192"/>
                <a:gd name="T44" fmla="*/ 2147483646 w 8196"/>
                <a:gd name="T45" fmla="*/ 0 h 1192"/>
                <a:gd name="T46" fmla="*/ 2147483646 w 8196"/>
                <a:gd name="T47" fmla="*/ 2147483646 h 1192"/>
                <a:gd name="T48" fmla="*/ 2147483646 w 8196"/>
                <a:gd name="T49" fmla="*/ 2147483646 h 1192"/>
                <a:gd name="T50" fmla="*/ 2147483646 w 8196"/>
                <a:gd name="T51" fmla="*/ 2147483646 h 1192"/>
                <a:gd name="T52" fmla="*/ 2147483646 w 8196"/>
                <a:gd name="T53" fmla="*/ 2147483646 h 1192"/>
                <a:gd name="T54" fmla="*/ 2147483646 w 8196"/>
                <a:gd name="T55" fmla="*/ 2147483646 h 1192"/>
                <a:gd name="T56" fmla="*/ 2147483646 w 8196"/>
                <a:gd name="T57" fmla="*/ 2147483646 h 1192"/>
                <a:gd name="T58" fmla="*/ 2147483646 w 8196"/>
                <a:gd name="T59" fmla="*/ 2147483646 h 1192"/>
                <a:gd name="T60" fmla="*/ 2147483646 w 8196"/>
                <a:gd name="T61" fmla="*/ 2147483646 h 1192"/>
                <a:gd name="T62" fmla="*/ 0 w 8196"/>
                <a:gd name="T63" fmla="*/ 2147483646 h 1192"/>
                <a:gd name="T64" fmla="*/ 2147483646 w 8196"/>
                <a:gd name="T65" fmla="*/ 2147483646 h 1192"/>
                <a:gd name="T66" fmla="*/ 2147483646 w 8196"/>
                <a:gd name="T67" fmla="*/ 2147483646 h 1192"/>
                <a:gd name="T68" fmla="*/ 2147483646 w 8196"/>
                <a:gd name="T69" fmla="*/ 2147483646 h 1192"/>
                <a:gd name="T70" fmla="*/ 2147483646 w 8196"/>
                <a:gd name="T71" fmla="*/ 2147483646 h 119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8196" h="1192">
                  <a:moveTo>
                    <a:pt x="8192" y="512"/>
                  </a:moveTo>
                  <a:lnTo>
                    <a:pt x="8192" y="512"/>
                  </a:lnTo>
                  <a:lnTo>
                    <a:pt x="8116" y="542"/>
                  </a:lnTo>
                  <a:lnTo>
                    <a:pt x="8040" y="570"/>
                  </a:lnTo>
                  <a:lnTo>
                    <a:pt x="7960" y="596"/>
                  </a:lnTo>
                  <a:lnTo>
                    <a:pt x="7878" y="620"/>
                  </a:lnTo>
                  <a:lnTo>
                    <a:pt x="7794" y="644"/>
                  </a:lnTo>
                  <a:lnTo>
                    <a:pt x="7706" y="666"/>
                  </a:lnTo>
                  <a:lnTo>
                    <a:pt x="7616" y="684"/>
                  </a:lnTo>
                  <a:lnTo>
                    <a:pt x="7522" y="702"/>
                  </a:lnTo>
                  <a:lnTo>
                    <a:pt x="7424" y="718"/>
                  </a:lnTo>
                  <a:lnTo>
                    <a:pt x="7322" y="730"/>
                  </a:lnTo>
                  <a:lnTo>
                    <a:pt x="7216" y="742"/>
                  </a:lnTo>
                  <a:lnTo>
                    <a:pt x="7106" y="750"/>
                  </a:lnTo>
                  <a:lnTo>
                    <a:pt x="6992" y="758"/>
                  </a:lnTo>
                  <a:lnTo>
                    <a:pt x="6872" y="762"/>
                  </a:lnTo>
                  <a:lnTo>
                    <a:pt x="6748" y="762"/>
                  </a:lnTo>
                  <a:lnTo>
                    <a:pt x="6618" y="760"/>
                  </a:lnTo>
                  <a:lnTo>
                    <a:pt x="6482" y="756"/>
                  </a:lnTo>
                  <a:lnTo>
                    <a:pt x="6342" y="750"/>
                  </a:lnTo>
                  <a:lnTo>
                    <a:pt x="6196" y="740"/>
                  </a:lnTo>
                  <a:lnTo>
                    <a:pt x="6042" y="726"/>
                  </a:lnTo>
                  <a:lnTo>
                    <a:pt x="5882" y="710"/>
                  </a:lnTo>
                  <a:lnTo>
                    <a:pt x="5716" y="690"/>
                  </a:lnTo>
                  <a:lnTo>
                    <a:pt x="5544" y="668"/>
                  </a:lnTo>
                  <a:lnTo>
                    <a:pt x="5364" y="642"/>
                  </a:lnTo>
                  <a:lnTo>
                    <a:pt x="5176" y="612"/>
                  </a:lnTo>
                  <a:lnTo>
                    <a:pt x="4982" y="578"/>
                  </a:lnTo>
                  <a:lnTo>
                    <a:pt x="4778" y="540"/>
                  </a:lnTo>
                  <a:lnTo>
                    <a:pt x="4568" y="500"/>
                  </a:lnTo>
                  <a:lnTo>
                    <a:pt x="4348" y="454"/>
                  </a:lnTo>
                  <a:lnTo>
                    <a:pt x="4122" y="406"/>
                  </a:lnTo>
                  <a:lnTo>
                    <a:pt x="3886" y="354"/>
                  </a:lnTo>
                  <a:lnTo>
                    <a:pt x="3640" y="296"/>
                  </a:lnTo>
                  <a:lnTo>
                    <a:pt x="3396" y="240"/>
                  </a:lnTo>
                  <a:lnTo>
                    <a:pt x="3160" y="192"/>
                  </a:lnTo>
                  <a:lnTo>
                    <a:pt x="2934" y="148"/>
                  </a:lnTo>
                  <a:lnTo>
                    <a:pt x="2718" y="112"/>
                  </a:lnTo>
                  <a:lnTo>
                    <a:pt x="2512" y="82"/>
                  </a:lnTo>
                  <a:lnTo>
                    <a:pt x="2314" y="56"/>
                  </a:lnTo>
                  <a:lnTo>
                    <a:pt x="2126" y="36"/>
                  </a:lnTo>
                  <a:lnTo>
                    <a:pt x="1948" y="20"/>
                  </a:lnTo>
                  <a:lnTo>
                    <a:pt x="1776" y="10"/>
                  </a:lnTo>
                  <a:lnTo>
                    <a:pt x="1616" y="2"/>
                  </a:lnTo>
                  <a:lnTo>
                    <a:pt x="1462" y="0"/>
                  </a:lnTo>
                  <a:lnTo>
                    <a:pt x="1318" y="0"/>
                  </a:lnTo>
                  <a:lnTo>
                    <a:pt x="1182" y="4"/>
                  </a:lnTo>
                  <a:lnTo>
                    <a:pt x="1054" y="10"/>
                  </a:lnTo>
                  <a:lnTo>
                    <a:pt x="934" y="20"/>
                  </a:lnTo>
                  <a:lnTo>
                    <a:pt x="822" y="30"/>
                  </a:lnTo>
                  <a:lnTo>
                    <a:pt x="716" y="44"/>
                  </a:lnTo>
                  <a:lnTo>
                    <a:pt x="620" y="58"/>
                  </a:lnTo>
                  <a:lnTo>
                    <a:pt x="530" y="74"/>
                  </a:lnTo>
                  <a:lnTo>
                    <a:pt x="450" y="92"/>
                  </a:lnTo>
                  <a:lnTo>
                    <a:pt x="374" y="108"/>
                  </a:lnTo>
                  <a:lnTo>
                    <a:pt x="308" y="126"/>
                  </a:lnTo>
                  <a:lnTo>
                    <a:pt x="248" y="144"/>
                  </a:lnTo>
                  <a:lnTo>
                    <a:pt x="194" y="160"/>
                  </a:lnTo>
                  <a:lnTo>
                    <a:pt x="148" y="176"/>
                  </a:lnTo>
                  <a:lnTo>
                    <a:pt x="108" y="192"/>
                  </a:lnTo>
                  <a:lnTo>
                    <a:pt x="48" y="216"/>
                  </a:lnTo>
                  <a:lnTo>
                    <a:pt x="12" y="234"/>
                  </a:lnTo>
                  <a:lnTo>
                    <a:pt x="0" y="240"/>
                  </a:lnTo>
                  <a:lnTo>
                    <a:pt x="0" y="1192"/>
                  </a:lnTo>
                  <a:lnTo>
                    <a:pt x="8192" y="1192"/>
                  </a:lnTo>
                  <a:lnTo>
                    <a:pt x="8196" y="1186"/>
                  </a:lnTo>
                  <a:lnTo>
                    <a:pt x="8196" y="510"/>
                  </a:lnTo>
                  <a:lnTo>
                    <a:pt x="8192" y="512"/>
                  </a:lnTo>
                  <a:close/>
                </a:path>
              </a:pathLst>
            </a:custGeom>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800"/>
            </a:p>
          </p:txBody>
        </p:sp>
      </p:grpSp>
      <p:sp>
        <p:nvSpPr>
          <p:cNvPr id="1028" name="Title Placeholder 1"/>
          <p:cNvSpPr>
            <a:spLocks noGrp="1"/>
          </p:cNvSpPr>
          <p:nvPr>
            <p:ph type="title"/>
          </p:nvPr>
        </p:nvSpPr>
        <p:spPr bwMode="auto">
          <a:xfrm>
            <a:off x="900114" y="268289"/>
            <a:ext cx="7786687"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ctr" anchorCtr="0" compatLnSpc="1">
            <a:prstTxWarp prst="textNoShape">
              <a:avLst/>
            </a:prstTxWarp>
          </a:bodyPr>
          <a:lstStyle/>
          <a:p>
            <a:pPr lvl="0"/>
            <a:r>
              <a:rPr lang="zh-CN" altLang="en-US"/>
              <a:t>单击此处编辑母版标题样式</a:t>
            </a:r>
          </a:p>
        </p:txBody>
      </p:sp>
      <p:sp>
        <p:nvSpPr>
          <p:cNvPr id="4" name="Date Placeholder 3"/>
          <p:cNvSpPr>
            <a:spLocks noGrp="1"/>
          </p:cNvSpPr>
          <p:nvPr>
            <p:ph type="dt" sz="half" idx="2"/>
          </p:nvPr>
        </p:nvSpPr>
        <p:spPr>
          <a:xfrm>
            <a:off x="5164139" y="4687888"/>
            <a:ext cx="3786187" cy="273050"/>
          </a:xfrm>
          <a:prstGeom prst="rect">
            <a:avLst/>
          </a:prstGeom>
        </p:spPr>
        <p:txBody>
          <a:bodyPr vert="horz" wrap="square" lIns="68580" tIns="34290" rIns="68580" bIns="34290" numCol="1" anchor="ctr" anchorCtr="0" compatLnSpc="1">
            <a:prstTxWarp prst="textNoShape">
              <a:avLst/>
            </a:prstTxWarp>
          </a:bodyPr>
          <a:lstStyle>
            <a:lvl1pPr algn="r" eaLnBrk="1" hangingPunct="1">
              <a:defRPr sz="1000" b="0">
                <a:solidFill>
                  <a:srgbClr val="073E87"/>
                </a:solidFill>
                <a:latin typeface="Tahoma" pitchFamily="34" charset="0"/>
                <a:ea typeface="楷体_GB2312"/>
                <a:cs typeface="楷体_GB2312"/>
              </a:defRPr>
            </a:lvl1pPr>
          </a:lstStyle>
          <a:p>
            <a:pPr>
              <a:defRPr/>
            </a:pPr>
            <a:endParaRPr lang="en-US" altLang="zh-CN"/>
          </a:p>
        </p:txBody>
      </p:sp>
      <p:sp>
        <p:nvSpPr>
          <p:cNvPr id="5" name="Footer Placeholder 4"/>
          <p:cNvSpPr>
            <a:spLocks noGrp="1"/>
          </p:cNvSpPr>
          <p:nvPr>
            <p:ph type="ftr" sz="quarter" idx="3"/>
          </p:nvPr>
        </p:nvSpPr>
        <p:spPr>
          <a:xfrm>
            <a:off x="193675" y="4687888"/>
            <a:ext cx="3786188" cy="273050"/>
          </a:xfrm>
          <a:prstGeom prst="rect">
            <a:avLst/>
          </a:prstGeom>
        </p:spPr>
        <p:txBody>
          <a:bodyPr vert="horz" wrap="square" lIns="68580" tIns="34290" rIns="68580" bIns="34290" numCol="1" anchor="ctr" anchorCtr="0" compatLnSpc="1">
            <a:prstTxWarp prst="textNoShape">
              <a:avLst/>
            </a:prstTxWarp>
          </a:bodyPr>
          <a:lstStyle>
            <a:lvl1pPr eaLnBrk="1" hangingPunct="1">
              <a:defRPr sz="1000" b="0">
                <a:solidFill>
                  <a:srgbClr val="073E87"/>
                </a:solidFill>
                <a:latin typeface="Tahoma" pitchFamily="34" charset="0"/>
                <a:ea typeface="楷体_GB2312"/>
                <a:cs typeface="楷体_GB2312"/>
              </a:defRPr>
            </a:lvl1pPr>
          </a:lstStyle>
          <a:p>
            <a:pPr>
              <a:defRPr/>
            </a:pPr>
            <a:endParaRPr lang="en-US" altLang="zh-CN"/>
          </a:p>
        </p:txBody>
      </p:sp>
      <p:sp>
        <p:nvSpPr>
          <p:cNvPr id="6" name="Slide Number Placeholder 5"/>
          <p:cNvSpPr>
            <a:spLocks noGrp="1"/>
          </p:cNvSpPr>
          <p:nvPr>
            <p:ph type="sldNum" sz="quarter" idx="4"/>
          </p:nvPr>
        </p:nvSpPr>
        <p:spPr>
          <a:xfrm>
            <a:off x="3990975" y="4687888"/>
            <a:ext cx="1162050" cy="273050"/>
          </a:xfrm>
          <a:prstGeom prst="rect">
            <a:avLst/>
          </a:prstGeom>
        </p:spPr>
        <p:txBody>
          <a:bodyPr vert="horz" wrap="square" lIns="68580" tIns="34290" rIns="68580" bIns="34290" numCol="1" anchor="ctr" anchorCtr="0" compatLnSpc="1">
            <a:prstTxWarp prst="textNoShape">
              <a:avLst/>
            </a:prstTxWarp>
          </a:bodyPr>
          <a:lstStyle>
            <a:lvl1pPr algn="ctr" eaLnBrk="1" hangingPunct="1">
              <a:defRPr sz="1000" b="0">
                <a:solidFill>
                  <a:srgbClr val="073E87"/>
                </a:solidFill>
                <a:latin typeface="Tahoma" panose="020B0604030504040204" pitchFamily="34" charset="0"/>
                <a:ea typeface="楷体_GB2312" pitchFamily="49" charset="-122"/>
                <a:cs typeface="+mn-cs"/>
              </a:defRPr>
            </a:lvl1pPr>
          </a:lstStyle>
          <a:p>
            <a:pPr>
              <a:defRPr/>
            </a:pPr>
            <a:fld id="{BDCB7CAD-2C0E-4EC3-AA0F-652A11C2BD42}" type="slidenum">
              <a:rPr lang="zh-CN" altLang="en-US"/>
              <a:pPr>
                <a:defRPr/>
              </a:pPr>
              <a:t>‹#›</a:t>
            </a:fld>
            <a:endParaRPr lang="en-US" altLang="zh-CN"/>
          </a:p>
        </p:txBody>
      </p:sp>
      <p:sp>
        <p:nvSpPr>
          <p:cNvPr id="1032" name="Text Placeholder 2"/>
          <p:cNvSpPr>
            <a:spLocks noGrp="1"/>
          </p:cNvSpPr>
          <p:nvPr>
            <p:ph type="body" idx="1"/>
          </p:nvPr>
        </p:nvSpPr>
        <p:spPr bwMode="auto">
          <a:xfrm>
            <a:off x="228601" y="1368426"/>
            <a:ext cx="5927725" cy="322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4130890739"/>
      </p:ext>
    </p:extLst>
  </p:cSld>
  <p:clrMap bg1="lt1" tx1="dk1" bg2="lt2" tx2="dk2" accent1="accent1" accent2="accent2" accent3="accent3" accent4="accent4" accent5="accent5" accent6="accent6" hlink="hlink" folHlink="folHlink"/>
  <p:sldLayoutIdLst>
    <p:sldLayoutId id="2147485119" r:id="rId1"/>
    <p:sldLayoutId id="2147485120" r:id="rId2"/>
  </p:sldLayoutIdLst>
  <p:txStyles>
    <p:titleStyle>
      <a:lvl1pPr algn="l" rtl="0" eaLnBrk="0" fontAlgn="base" hangingPunct="0">
        <a:spcBef>
          <a:spcPct val="0"/>
        </a:spcBef>
        <a:spcAft>
          <a:spcPct val="0"/>
        </a:spcAft>
        <a:defRPr sz="4000" kern="1200">
          <a:solidFill>
            <a:srgbClr val="FFFFFF"/>
          </a:solidFill>
          <a:latin typeface="+mj-lt"/>
          <a:ea typeface="黑体" panose="02010609060101010101" pitchFamily="49" charset="-122"/>
          <a:cs typeface="+mj-cs"/>
        </a:defRPr>
      </a:lvl1pPr>
      <a:lvl2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2pPr>
      <a:lvl3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3pPr>
      <a:lvl4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4pPr>
      <a:lvl5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71457" indent="-271457" algn="l" rtl="0" eaLnBrk="0" fontAlgn="base" hangingPunct="0">
        <a:spcBef>
          <a:spcPct val="20000"/>
        </a:spcBef>
        <a:spcAft>
          <a:spcPct val="0"/>
        </a:spcAft>
        <a:buClr>
          <a:schemeClr val="accent1"/>
        </a:buClr>
        <a:buSzPct val="100000"/>
        <a:buFont typeface="Symbol" panose="05050102010706020507" pitchFamily="18" charset="2"/>
        <a:buChar char=""/>
        <a:defRPr sz="2400" kern="1200">
          <a:solidFill>
            <a:schemeClr val="tx2"/>
          </a:solidFill>
          <a:latin typeface="+mn-lt"/>
          <a:ea typeface="+mn-ea"/>
          <a:cs typeface="+mn-cs"/>
        </a:defRPr>
      </a:lvl1pPr>
      <a:lvl2pPr marL="574661" indent="-271457" algn="l" rtl="0" eaLnBrk="0" fontAlgn="base" hangingPunct="0">
        <a:spcBef>
          <a:spcPct val="20000"/>
        </a:spcBef>
        <a:spcAft>
          <a:spcPct val="0"/>
        </a:spcAft>
        <a:buClr>
          <a:schemeClr val="accent1"/>
        </a:buClr>
        <a:buSzPct val="100000"/>
        <a:buFont typeface="Symbol" panose="05050102010706020507" pitchFamily="18" charset="2"/>
        <a:buChar char=""/>
        <a:defRPr sz="2200" kern="1200">
          <a:solidFill>
            <a:schemeClr val="tx2"/>
          </a:solidFill>
          <a:latin typeface="+mn-lt"/>
          <a:ea typeface="+mn-ea"/>
          <a:cs typeface="+mn-cs"/>
        </a:defRPr>
      </a:lvl2pPr>
      <a:lvl3pPr marL="854054" indent="-227007"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3pPr>
      <a:lvl4pPr marL="1141385" indent="-227007" algn="l" rtl="0" eaLnBrk="0" fontAlgn="base" hangingPunct="0">
        <a:spcBef>
          <a:spcPct val="20000"/>
        </a:spcBef>
        <a:spcAft>
          <a:spcPct val="0"/>
        </a:spcAft>
        <a:buClr>
          <a:schemeClr val="accent1"/>
        </a:buClr>
        <a:buSzPct val="100000"/>
        <a:buFont typeface="Symbol" panose="05050102010706020507" pitchFamily="18" charset="2"/>
        <a:buChar char=""/>
        <a:defRPr sz="2000" kern="1200">
          <a:solidFill>
            <a:schemeClr val="tx2"/>
          </a:solidFill>
          <a:latin typeface="+mn-lt"/>
          <a:ea typeface="+mn-ea"/>
          <a:cs typeface="+mn-cs"/>
        </a:defRPr>
      </a:lvl4pPr>
      <a:lvl5pPr marL="1460464" indent="-227007" algn="l" rtl="0" eaLnBrk="0" fontAlgn="base" hangingPunct="0">
        <a:spcBef>
          <a:spcPct val="20000"/>
        </a:spcBef>
        <a:spcAft>
          <a:spcPct val="0"/>
        </a:spcAft>
        <a:buClr>
          <a:schemeClr val="accent1"/>
        </a:buClr>
        <a:buSzPct val="100000"/>
        <a:buFont typeface="Symbol" panose="05050102010706020507" pitchFamily="18" charset="2"/>
        <a:buChar char=""/>
        <a:defRPr sz="1600" kern="1200">
          <a:solidFill>
            <a:schemeClr val="tx2"/>
          </a:solidFill>
          <a:latin typeface="+mn-lt"/>
          <a:ea typeface="+mn-ea"/>
          <a:cs typeface="+mn-cs"/>
        </a:defRPr>
      </a:lvl5pPr>
      <a:lvl6pPr marL="1782992"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016"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039"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064" indent="-228588" algn="l" defTabSz="914355"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p:bodyStyle>
    <p:otherStyle>
      <a:defPPr>
        <a:defRPr lang="en-US"/>
      </a:defPPr>
      <a:lvl1pPr marL="0" algn="l" defTabSz="914355" rtl="0" eaLnBrk="1" latinLnBrk="0" hangingPunct="1">
        <a:defRPr sz="1800" kern="1200">
          <a:solidFill>
            <a:schemeClr val="tx1"/>
          </a:solidFill>
          <a:latin typeface="+mn-lt"/>
          <a:ea typeface="+mn-ea"/>
          <a:cs typeface="+mn-cs"/>
        </a:defRPr>
      </a:lvl1pPr>
      <a:lvl2pPr marL="457178" algn="l" defTabSz="914355" rtl="0" eaLnBrk="1" latinLnBrk="0" hangingPunct="1">
        <a:defRPr sz="1800" kern="1200">
          <a:solidFill>
            <a:schemeClr val="tx1"/>
          </a:solidFill>
          <a:latin typeface="+mn-lt"/>
          <a:ea typeface="+mn-ea"/>
          <a:cs typeface="+mn-cs"/>
        </a:defRPr>
      </a:lvl2pPr>
      <a:lvl3pPr marL="914355" algn="l" defTabSz="914355" rtl="0" eaLnBrk="1" latinLnBrk="0" hangingPunct="1">
        <a:defRPr sz="1800" kern="1200">
          <a:solidFill>
            <a:schemeClr val="tx1"/>
          </a:solidFill>
          <a:latin typeface="+mn-lt"/>
          <a:ea typeface="+mn-ea"/>
          <a:cs typeface="+mn-cs"/>
        </a:defRPr>
      </a:lvl3pPr>
      <a:lvl4pPr marL="1371532" algn="l" defTabSz="914355" rtl="0" eaLnBrk="1" latinLnBrk="0" hangingPunct="1">
        <a:defRPr sz="1800" kern="1200">
          <a:solidFill>
            <a:schemeClr val="tx1"/>
          </a:solidFill>
          <a:latin typeface="+mn-lt"/>
          <a:ea typeface="+mn-ea"/>
          <a:cs typeface="+mn-cs"/>
        </a:defRPr>
      </a:lvl4pPr>
      <a:lvl5pPr marL="1828709" algn="l" defTabSz="914355" rtl="0" eaLnBrk="1" latinLnBrk="0" hangingPunct="1">
        <a:defRPr sz="1800" kern="1200">
          <a:solidFill>
            <a:schemeClr val="tx1"/>
          </a:solidFill>
          <a:latin typeface="+mn-lt"/>
          <a:ea typeface="+mn-ea"/>
          <a:cs typeface="+mn-cs"/>
        </a:defRPr>
      </a:lvl5pPr>
      <a:lvl6pPr marL="2285886" algn="l" defTabSz="914355" rtl="0" eaLnBrk="1" latinLnBrk="0" hangingPunct="1">
        <a:defRPr sz="1800" kern="1200">
          <a:solidFill>
            <a:schemeClr val="tx1"/>
          </a:solidFill>
          <a:latin typeface="+mn-lt"/>
          <a:ea typeface="+mn-ea"/>
          <a:cs typeface="+mn-cs"/>
        </a:defRPr>
      </a:lvl6pPr>
      <a:lvl7pPr marL="2743064" algn="l" defTabSz="914355" rtl="0" eaLnBrk="1" latinLnBrk="0" hangingPunct="1">
        <a:defRPr sz="1800" kern="1200">
          <a:solidFill>
            <a:schemeClr val="tx1"/>
          </a:solidFill>
          <a:latin typeface="+mn-lt"/>
          <a:ea typeface="+mn-ea"/>
          <a:cs typeface="+mn-cs"/>
        </a:defRPr>
      </a:lvl7pPr>
      <a:lvl8pPr marL="3200240" algn="l" defTabSz="914355" rtl="0" eaLnBrk="1" latinLnBrk="0" hangingPunct="1">
        <a:defRPr sz="1800" kern="1200">
          <a:solidFill>
            <a:schemeClr val="tx1"/>
          </a:solidFill>
          <a:latin typeface="+mn-lt"/>
          <a:ea typeface="+mn-ea"/>
          <a:cs typeface="+mn-cs"/>
        </a:defRPr>
      </a:lvl8pPr>
      <a:lvl9pPr marL="3657418" algn="l" defTabSz="914355"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7.xml"/><Relationship Id="rId4" Type="http://schemas.openxmlformats.org/officeDocument/2006/relationships/image" Target="../media/image5.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7.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7.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7.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7.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7.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7.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5.xml"/></Relationships>
</file>

<file path=ppt/slides/_rels/slide13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1.xml"/><Relationship Id="rId1" Type="http://schemas.openxmlformats.org/officeDocument/2006/relationships/slideLayout" Target="../slideLayouts/slideLayout1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4.xml"/><Relationship Id="rId1" Type="http://schemas.openxmlformats.org/officeDocument/2006/relationships/slideLayout" Target="../slideLayouts/slideLayout15.xml"/><Relationship Id="rId4" Type="http://schemas.openxmlformats.org/officeDocument/2006/relationships/image" Target="../media/image12.png"/></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Picture 3" descr="G:\QQ截图201607142012副本.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51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2"/>
          <p:cNvSpPr txBox="1">
            <a:spLocks noChangeArrowheads="1"/>
          </p:cNvSpPr>
          <p:nvPr/>
        </p:nvSpPr>
        <p:spPr>
          <a:xfrm>
            <a:off x="4500563" y="1489075"/>
            <a:ext cx="3443287" cy="939800"/>
          </a:xfrm>
          <a:prstGeom prst="rect">
            <a:avLst/>
          </a:prstGeom>
        </p:spPr>
        <p:txBody>
          <a:bodyPr anchor="ctr"/>
          <a:lstStyle/>
          <a:p>
            <a:pPr algn="ctr" eaLnBrk="1" fontAlgn="auto" hangingPunct="1">
              <a:spcAft>
                <a:spcPts val="0"/>
              </a:spcAft>
              <a:defRPr/>
            </a:pPr>
            <a:r>
              <a:rPr lang="zh-CN" altLang="en-US" sz="2400" b="0" spc="600" dirty="0">
                <a:solidFill>
                  <a:prstClr val="white"/>
                </a:solidFill>
                <a:latin typeface="微软雅黑" pitchFamily="34" charset="-122"/>
                <a:ea typeface="微软雅黑" pitchFamily="34" charset="-122"/>
              </a:rPr>
              <a:t>第七章 </a:t>
            </a:r>
            <a:endParaRPr lang="en-US" altLang="zh-CN" sz="2400" b="0" spc="600" dirty="0">
              <a:solidFill>
                <a:prstClr val="white"/>
              </a:solidFill>
              <a:latin typeface="微软雅黑" pitchFamily="34" charset="-122"/>
              <a:ea typeface="微软雅黑" pitchFamily="34" charset="-122"/>
            </a:endParaRPr>
          </a:p>
          <a:p>
            <a:pPr algn="ctr" eaLnBrk="1" fontAlgn="auto" hangingPunct="1">
              <a:spcAft>
                <a:spcPts val="0"/>
              </a:spcAft>
              <a:defRPr/>
            </a:pPr>
            <a:r>
              <a:rPr lang="zh-CN" altLang="en-US" sz="3500" b="0" spc="300" dirty="0">
                <a:solidFill>
                  <a:prstClr val="white"/>
                </a:solidFill>
                <a:latin typeface="微软雅黑" pitchFamily="34" charset="-122"/>
                <a:ea typeface="微软雅黑" pitchFamily="34" charset="-122"/>
              </a:rPr>
              <a:t>运行存储分配</a:t>
            </a:r>
            <a:endParaRPr lang="en-US" altLang="zh-CN" sz="3500" b="0" spc="600" dirty="0">
              <a:solidFill>
                <a:prstClr val="white"/>
              </a:solidFill>
              <a:latin typeface="微软雅黑" pitchFamily="34" charset="-122"/>
              <a:ea typeface="微软雅黑" pitchFamily="34" charset="-122"/>
            </a:endParaRPr>
          </a:p>
        </p:txBody>
      </p:sp>
      <p:sp>
        <p:nvSpPr>
          <p:cNvPr id="4" name="Rectangle 2"/>
          <p:cNvSpPr txBox="1">
            <a:spLocks noChangeArrowheads="1"/>
          </p:cNvSpPr>
          <p:nvPr/>
        </p:nvSpPr>
        <p:spPr>
          <a:xfrm>
            <a:off x="4572000" y="2428875"/>
            <a:ext cx="3729038" cy="939800"/>
          </a:xfrm>
          <a:prstGeom prst="rect">
            <a:avLst/>
          </a:prstGeom>
        </p:spPr>
        <p:txBody>
          <a:bodyPr anchor="ctr"/>
          <a:lstStyle/>
          <a:p>
            <a:pPr eaLnBrk="1" fontAlgn="auto" hangingPunct="1">
              <a:spcAft>
                <a:spcPts val="0"/>
              </a:spcAft>
              <a:defRPr/>
            </a:pPr>
            <a:r>
              <a:rPr lang="en-US" altLang="zh-CN" sz="2500" dirty="0">
                <a:solidFill>
                  <a:prstClr val="white"/>
                </a:solidFill>
                <a:latin typeface="Candara"/>
                <a:ea typeface="楷体" pitchFamily="49" charset="-122"/>
              </a:rPr>
              <a:t> </a:t>
            </a:r>
            <a:r>
              <a:rPr lang="zh-CN" altLang="en-US" sz="2000" dirty="0">
                <a:solidFill>
                  <a:prstClr val="white"/>
                </a:solidFill>
                <a:latin typeface="Candara"/>
                <a:ea typeface="楷体" pitchFamily="49" charset="-122"/>
              </a:rPr>
              <a:t>哈尔滨工业大学  陈鄞 单丽莉</a:t>
            </a:r>
            <a:endParaRPr lang="zh-CN" altLang="en-US" sz="2000" spc="600" dirty="0">
              <a:solidFill>
                <a:prstClr val="white"/>
              </a:solidFill>
              <a:latin typeface="微软雅黑" pitchFamily="34" charset="-122"/>
              <a:ea typeface="微软雅黑" pitchFamily="34" charset="-122"/>
            </a:endParaRPr>
          </a:p>
        </p:txBody>
      </p:sp>
      <p:sp>
        <p:nvSpPr>
          <p:cNvPr id="5" name="Rectangle 2"/>
          <p:cNvSpPr txBox="1">
            <a:spLocks noChangeArrowheads="1"/>
          </p:cNvSpPr>
          <p:nvPr/>
        </p:nvSpPr>
        <p:spPr>
          <a:xfrm>
            <a:off x="5508625" y="984250"/>
            <a:ext cx="3143250" cy="441325"/>
          </a:xfrm>
          <a:prstGeom prst="rect">
            <a:avLst/>
          </a:prstGeom>
          <a:ln w="12700">
            <a:noFill/>
          </a:ln>
        </p:spPr>
        <p:txBody>
          <a:bodyPr anchor="ctr"/>
          <a:lstStyle/>
          <a:p>
            <a:pPr eaLnBrk="1" fontAlgn="auto" hangingPunct="1">
              <a:spcAft>
                <a:spcPts val="0"/>
              </a:spcAft>
              <a:defRPr/>
            </a:pPr>
            <a:r>
              <a:rPr lang="zh-CN" altLang="en-US" sz="2000" b="0" spc="300" dirty="0">
                <a:solidFill>
                  <a:prstClr val="white"/>
                </a:solidFill>
                <a:latin typeface="微软雅黑" pitchFamily="34" charset="-122"/>
                <a:ea typeface="微软雅黑" pitchFamily="34" charset="-122"/>
              </a:rPr>
              <a:t>编译原理</a:t>
            </a:r>
            <a:endParaRPr lang="zh-CN" altLang="en-US" sz="800" b="0" spc="300" dirty="0">
              <a:solidFill>
                <a:prstClr val="white"/>
              </a:solidFill>
              <a:latin typeface="微软雅黑" pitchFamily="34" charset="-122"/>
              <a:ea typeface="微软雅黑" pitchFamily="3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0" y="0"/>
            <a:ext cx="9144000" cy="15001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2870" tIns="51435" rIns="102870" bIns="51435" anchor="ctr"/>
          <a:lstStyle/>
          <a:p>
            <a:pPr algn="ctr" fontAlgn="auto">
              <a:spcBef>
                <a:spcPts val="0"/>
              </a:spcBef>
              <a:spcAft>
                <a:spcPts val="0"/>
              </a:spcAft>
              <a:defRPr/>
            </a:pPr>
            <a:endParaRPr lang="zh-CN" altLang="en-US" sz="1600" b="0" dirty="0">
              <a:solidFill>
                <a:prstClr val="black">
                  <a:lumMod val="85000"/>
                  <a:lumOff val="15000"/>
                </a:prstClr>
              </a:solidFill>
            </a:endParaRPr>
          </a:p>
        </p:txBody>
      </p:sp>
      <p:sp>
        <p:nvSpPr>
          <p:cNvPr id="8" name="矩形 7"/>
          <p:cNvSpPr/>
          <p:nvPr/>
        </p:nvSpPr>
        <p:spPr>
          <a:xfrm>
            <a:off x="4500563" y="1357313"/>
            <a:ext cx="4357687" cy="3147015"/>
          </a:xfrm>
          <a:prstGeom prst="rect">
            <a:avLst/>
          </a:prstGeom>
          <a:ln w="12700">
            <a:noFill/>
          </a:ln>
        </p:spPr>
        <p:txBody>
          <a:bodyPr lIns="68580" tIns="34290" rIns="68580" bIns="34290">
            <a:spAutoFit/>
          </a:bodyPr>
          <a:lstStyle/>
          <a:p>
            <a:pPr>
              <a:lnSpc>
                <a:spcPts val="4000"/>
              </a:lnSpc>
              <a:defRPr/>
            </a:pPr>
            <a:r>
              <a:rPr lang="en-US" altLang="zh-CN" sz="2500" b="0" dirty="0">
                <a:solidFill>
                  <a:schemeClr val="tx2">
                    <a:lumMod val="60000"/>
                    <a:lumOff val="40000"/>
                  </a:schemeClr>
                </a:solidFill>
                <a:latin typeface="微软雅黑" pitchFamily="34" charset="-122"/>
                <a:ea typeface="微软雅黑" pitchFamily="34" charset="-122"/>
                <a:cs typeface="楷体_GB2312"/>
              </a:rPr>
              <a:t>7.1 </a:t>
            </a:r>
            <a:r>
              <a:rPr lang="zh-CN" altLang="en-US" sz="2500" b="0" dirty="0">
                <a:solidFill>
                  <a:schemeClr val="tx2">
                    <a:lumMod val="60000"/>
                    <a:lumOff val="40000"/>
                  </a:schemeClr>
                </a:solidFill>
                <a:latin typeface="微软雅黑" pitchFamily="34" charset="-122"/>
                <a:ea typeface="微软雅黑" pitchFamily="34" charset="-122"/>
                <a:cs typeface="楷体_GB2312"/>
              </a:rPr>
              <a:t>存储组织</a:t>
            </a:r>
          </a:p>
          <a:p>
            <a:pPr>
              <a:lnSpc>
                <a:spcPts val="4000"/>
              </a:lnSpc>
              <a:defRPr/>
            </a:pPr>
            <a:r>
              <a:rPr lang="en-US" altLang="zh-CN" sz="2500" b="0" dirty="0">
                <a:solidFill>
                  <a:schemeClr val="tx2">
                    <a:lumMod val="60000"/>
                    <a:lumOff val="40000"/>
                  </a:schemeClr>
                </a:solidFill>
                <a:latin typeface="微软雅黑" pitchFamily="34" charset="-122"/>
                <a:ea typeface="微软雅黑" pitchFamily="34" charset="-122"/>
                <a:cs typeface="楷体_GB2312"/>
              </a:rPr>
              <a:t>7.2 </a:t>
            </a:r>
            <a:r>
              <a:rPr lang="zh-CN" altLang="en-US" sz="2500" b="0" dirty="0">
                <a:solidFill>
                  <a:schemeClr val="tx2">
                    <a:lumMod val="60000"/>
                    <a:lumOff val="40000"/>
                  </a:schemeClr>
                </a:solidFill>
                <a:latin typeface="微软雅黑" pitchFamily="34" charset="-122"/>
                <a:ea typeface="微软雅黑" pitchFamily="34" charset="-122"/>
                <a:cs typeface="楷体_GB2312"/>
              </a:rPr>
              <a:t>静态存储分配</a:t>
            </a:r>
          </a:p>
          <a:p>
            <a:pPr>
              <a:lnSpc>
                <a:spcPts val="4000"/>
              </a:lnSpc>
              <a:defRPr/>
            </a:pPr>
            <a:r>
              <a:rPr lang="en-US" altLang="zh-CN" sz="2500" b="0" dirty="0">
                <a:solidFill>
                  <a:schemeClr val="tx2">
                    <a:lumMod val="60000"/>
                    <a:lumOff val="40000"/>
                  </a:schemeClr>
                </a:solidFill>
                <a:latin typeface="微软雅黑" pitchFamily="34" charset="-122"/>
                <a:ea typeface="微软雅黑" pitchFamily="34" charset="-122"/>
                <a:cs typeface="楷体_GB2312"/>
              </a:rPr>
              <a:t>7.3 </a:t>
            </a:r>
            <a:r>
              <a:rPr lang="zh-CN" altLang="en-US" sz="2500" b="0" dirty="0">
                <a:solidFill>
                  <a:schemeClr val="tx2">
                    <a:lumMod val="60000"/>
                    <a:lumOff val="40000"/>
                  </a:schemeClr>
                </a:solidFill>
                <a:latin typeface="微软雅黑" pitchFamily="34" charset="-122"/>
                <a:ea typeface="微软雅黑" pitchFamily="34" charset="-122"/>
                <a:cs typeface="楷体_GB2312"/>
              </a:rPr>
              <a:t>栈式存储分配</a:t>
            </a:r>
          </a:p>
          <a:p>
            <a:pPr>
              <a:lnSpc>
                <a:spcPts val="4000"/>
              </a:lnSpc>
              <a:defRPr/>
            </a:pPr>
            <a:r>
              <a:rPr lang="en-US" altLang="zh-CN" sz="2500" b="0" dirty="0">
                <a:solidFill>
                  <a:schemeClr val="tx2">
                    <a:lumMod val="60000"/>
                    <a:lumOff val="40000"/>
                  </a:schemeClr>
                </a:solidFill>
                <a:latin typeface="微软雅黑" pitchFamily="34" charset="-122"/>
                <a:ea typeface="微软雅黑" pitchFamily="34" charset="-122"/>
                <a:cs typeface="楷体_GB2312"/>
              </a:rPr>
              <a:t>7.4 </a:t>
            </a:r>
            <a:r>
              <a:rPr lang="zh-CN" altLang="en-US" sz="2500" b="0" dirty="0">
                <a:solidFill>
                  <a:schemeClr val="tx2">
                    <a:lumMod val="60000"/>
                    <a:lumOff val="40000"/>
                  </a:schemeClr>
                </a:solidFill>
                <a:latin typeface="微软雅黑" pitchFamily="34" charset="-122"/>
                <a:ea typeface="微软雅黑" pitchFamily="34" charset="-122"/>
                <a:cs typeface="楷体_GB2312"/>
              </a:rPr>
              <a:t>非局部数据的访问</a:t>
            </a:r>
          </a:p>
          <a:p>
            <a:pPr>
              <a:lnSpc>
                <a:spcPts val="4000"/>
              </a:lnSpc>
              <a:defRPr/>
            </a:pPr>
            <a:r>
              <a:rPr lang="en-US" altLang="zh-CN" sz="2500" b="0" dirty="0">
                <a:solidFill>
                  <a:srgbClr val="2D83F4"/>
                </a:solidFill>
                <a:latin typeface="微软雅黑" panose="020B0503020204020204" pitchFamily="34" charset="-122"/>
                <a:ea typeface="微软雅黑" panose="020B0503020204020204" pitchFamily="34" charset="-122"/>
              </a:rPr>
              <a:t>7.5 </a:t>
            </a:r>
            <a:r>
              <a:rPr lang="zh-CN" altLang="en-US" sz="2500" b="0" dirty="0">
                <a:solidFill>
                  <a:srgbClr val="2D83F4"/>
                </a:solidFill>
                <a:latin typeface="微软雅黑" panose="020B0503020204020204" pitchFamily="34" charset="-122"/>
                <a:ea typeface="微软雅黑" panose="020B0503020204020204" pitchFamily="34" charset="-122"/>
              </a:rPr>
              <a:t>参数传递</a:t>
            </a:r>
            <a:endParaRPr lang="en-US" altLang="zh-CN" sz="2500" b="0" dirty="0">
              <a:solidFill>
                <a:srgbClr val="2D83F4"/>
              </a:solidFill>
              <a:latin typeface="微软雅黑" panose="020B0503020204020204" pitchFamily="34" charset="-122"/>
              <a:ea typeface="微软雅黑" panose="020B0503020204020204" pitchFamily="34" charset="-122"/>
            </a:endParaRPr>
          </a:p>
          <a:p>
            <a:pPr>
              <a:lnSpc>
                <a:spcPts val="4000"/>
              </a:lnSpc>
              <a:defRPr/>
            </a:pPr>
            <a:r>
              <a:rPr lang="en-US" altLang="zh-CN" sz="2500" b="0" dirty="0">
                <a:solidFill>
                  <a:schemeClr val="tx2">
                    <a:lumMod val="60000"/>
                    <a:lumOff val="40000"/>
                  </a:schemeClr>
                </a:solidFill>
                <a:latin typeface="微软雅黑" pitchFamily="34" charset="-122"/>
                <a:ea typeface="微软雅黑" pitchFamily="34" charset="-122"/>
                <a:cs typeface="楷体_GB2312"/>
              </a:rPr>
              <a:t>7.6 </a:t>
            </a:r>
            <a:r>
              <a:rPr lang="zh-CN" altLang="en-US" sz="2500" b="0" dirty="0">
                <a:solidFill>
                  <a:schemeClr val="tx2">
                    <a:lumMod val="60000"/>
                    <a:lumOff val="40000"/>
                  </a:schemeClr>
                </a:solidFill>
                <a:latin typeface="微软雅黑" pitchFamily="34" charset="-122"/>
                <a:ea typeface="微软雅黑" pitchFamily="34" charset="-122"/>
                <a:cs typeface="楷体_GB2312"/>
              </a:rPr>
              <a:t>符号表</a:t>
            </a:r>
          </a:p>
        </p:txBody>
      </p:sp>
      <p:pic>
        <p:nvPicPr>
          <p:cNvPr id="25604" name="Picture 7" descr="E:\工大编译\ppt\制作\0330e9c554c768200000158fc50d53d.jpg"/>
          <p:cNvPicPr>
            <a:picLocks noChangeAspect="1" noChangeArrowheads="1"/>
          </p:cNvPicPr>
          <p:nvPr/>
        </p:nvPicPr>
        <p:blipFill>
          <a:blip r:embed="rId3">
            <a:extLst>
              <a:ext uri="{28A0092B-C50C-407E-A947-70E740481C1C}">
                <a14:useLocalDpi xmlns:a14="http://schemas.microsoft.com/office/drawing/2010/main" val="0"/>
              </a:ext>
            </a:extLst>
          </a:blip>
          <a:srcRect l="15538" r="21837"/>
          <a:stretch>
            <a:fillRect/>
          </a:stretch>
        </p:blipFill>
        <p:spPr bwMode="auto">
          <a:xfrm>
            <a:off x="-6350" y="0"/>
            <a:ext cx="4295775"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矩形 15"/>
          <p:cNvSpPr/>
          <p:nvPr/>
        </p:nvSpPr>
        <p:spPr>
          <a:xfrm>
            <a:off x="4143375" y="357188"/>
            <a:ext cx="1928813" cy="785812"/>
          </a:xfrm>
          <a:prstGeom prst="rect">
            <a:avLst/>
          </a:prstGeom>
          <a:solidFill>
            <a:schemeClr val="accent2">
              <a:lumMod val="60000"/>
              <a:lumOff val="4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102870" tIns="51435" rIns="102870" bIns="51435" anchor="ctr"/>
          <a:lstStyle/>
          <a:p>
            <a:pPr algn="ctr" fontAlgn="auto">
              <a:spcBef>
                <a:spcPts val="0"/>
              </a:spcBef>
              <a:spcAft>
                <a:spcPts val="0"/>
              </a:spcAft>
              <a:defRPr/>
            </a:pPr>
            <a:r>
              <a:rPr lang="zh-CN" altLang="en-US" sz="4000" spc="600" dirty="0">
                <a:solidFill>
                  <a:prstClr val="white"/>
                </a:solidFill>
                <a:latin typeface="微软雅黑" pitchFamily="34" charset="-122"/>
                <a:ea typeface="微软雅黑" pitchFamily="34" charset="-122"/>
              </a:rPr>
              <a:t>提纲</a:t>
            </a:r>
            <a:endParaRPr lang="zh-CN" altLang="en-US" sz="1600" b="0" dirty="0">
              <a:solidFill>
                <a:prstClr val="black">
                  <a:lumMod val="85000"/>
                  <a:lumOff val="15000"/>
                </a:prstClr>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3"/>
          <p:cNvSpPr>
            <a:spLocks noGrp="1" noChangeArrowheads="1"/>
          </p:cNvSpPr>
          <p:nvPr>
            <p:ph idx="1"/>
          </p:nvPr>
        </p:nvSpPr>
        <p:spPr>
          <a:xfrm>
            <a:off x="428625" y="774701"/>
            <a:ext cx="8535988" cy="4173538"/>
          </a:xfrm>
        </p:spPr>
        <p:txBody>
          <a:bodyPr/>
          <a:lstStyle/>
          <a:p>
            <a:pPr marL="272648" indent="-272648">
              <a:lnSpc>
                <a:spcPts val="3000"/>
              </a:lnSpc>
              <a:buClrTx/>
              <a:buFont typeface="Wingdings" pitchFamily="2" charset="2"/>
              <a:buChar char="Ø"/>
              <a:defRPr/>
            </a:pPr>
            <a:r>
              <a:rPr lang="zh-CN" altLang="en-US" sz="2500" b="1" dirty="0">
                <a:solidFill>
                  <a:schemeClr val="tx1"/>
                </a:solidFill>
                <a:cs typeface="Times New Roman" pitchFamily="18" charset="0"/>
              </a:rPr>
              <a:t>一个目标程序运行所需的存储空间包括</a:t>
            </a:r>
          </a:p>
          <a:p>
            <a:pPr marL="575852" lvl="1" indent="-272648">
              <a:lnSpc>
                <a:spcPts val="3000"/>
              </a:lnSpc>
              <a:buClrTx/>
              <a:buFont typeface="Wingdings" pitchFamily="2" charset="2"/>
              <a:buChar char="Ø"/>
              <a:defRPr/>
            </a:pPr>
            <a:r>
              <a:rPr lang="zh-CN" altLang="en-US" sz="2300" b="1" dirty="0">
                <a:solidFill>
                  <a:schemeClr val="tx1"/>
                </a:solidFill>
                <a:cs typeface="Times New Roman" pitchFamily="18" charset="0"/>
              </a:rPr>
              <a:t>代码区</a:t>
            </a:r>
          </a:p>
          <a:p>
            <a:pPr marL="575852" lvl="1" indent="-272648">
              <a:lnSpc>
                <a:spcPts val="3000"/>
              </a:lnSpc>
              <a:buClrTx/>
              <a:buFont typeface="Wingdings" pitchFamily="2" charset="2"/>
              <a:buChar char="Ø"/>
              <a:defRPr/>
            </a:pPr>
            <a:r>
              <a:rPr lang="zh-CN" altLang="en-US" sz="2300" b="1" dirty="0">
                <a:solidFill>
                  <a:schemeClr val="tx1"/>
                </a:solidFill>
                <a:cs typeface="Times New Roman" pitchFamily="18" charset="0"/>
              </a:rPr>
              <a:t>数据区</a:t>
            </a:r>
          </a:p>
        </p:txBody>
      </p:sp>
      <p:sp>
        <p:nvSpPr>
          <p:cNvPr id="27651" name="Rectangle 2"/>
          <p:cNvSpPr>
            <a:spLocks noGrp="1" noChangeArrowheads="1"/>
          </p:cNvSpPr>
          <p:nvPr>
            <p:ph type="title"/>
          </p:nvPr>
        </p:nvSpPr>
        <p:spPr>
          <a:xfrm>
            <a:off x="755650" y="268289"/>
            <a:ext cx="7931150" cy="358775"/>
          </a:xfrm>
        </p:spPr>
        <p:txBody>
          <a:bodyPr/>
          <a:lstStyle/>
          <a:p>
            <a:pPr eaLnBrk="1" hangingPunct="1"/>
            <a:r>
              <a:rPr lang="en-US" altLang="zh-CN" sz="3000" dirty="0">
                <a:solidFill>
                  <a:prstClr val="black"/>
                </a:solidFill>
                <a:latin typeface="微软雅黑" panose="020B0503020204020204" pitchFamily="34" charset="-122"/>
                <a:ea typeface="微软雅黑" panose="020B0503020204020204" pitchFamily="34" charset="-122"/>
                <a:cs typeface="Times New Roman" panose="02020603050405020304" pitchFamily="18" charset="0"/>
              </a:rPr>
              <a:t>7.1 </a:t>
            </a:r>
            <a:r>
              <a:rPr lang="zh-CN" altLang="en-US" sz="3000" dirty="0">
                <a:solidFill>
                  <a:prstClr val="black"/>
                </a:solidFill>
                <a:latin typeface="微软雅黑" panose="020B0503020204020204" pitchFamily="34" charset="-122"/>
                <a:ea typeface="微软雅黑" panose="020B0503020204020204" pitchFamily="34" charset="-122"/>
                <a:cs typeface="Times New Roman" panose="02020603050405020304" pitchFamily="18" charset="0"/>
              </a:rPr>
              <a:t>存储组织</a:t>
            </a:r>
            <a:endPar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5" name="TextBox 4"/>
          <p:cNvSpPr txBox="1"/>
          <p:nvPr/>
        </p:nvSpPr>
        <p:spPr>
          <a:xfrm>
            <a:off x="4610549" y="3715386"/>
            <a:ext cx="2677685" cy="830997"/>
          </a:xfrm>
          <a:prstGeom prst="rect">
            <a:avLst/>
          </a:prstGeom>
          <a:noFill/>
        </p:spPr>
        <p:txBody>
          <a:bodyPr wrap="square">
            <a:spAutoFit/>
          </a:bodyPr>
          <a:lstStyle/>
          <a:p>
            <a:pPr defTabSz="914378">
              <a:defRPr/>
            </a:pPr>
            <a:r>
              <a:rPr lang="zh-CN" altLang="en-US" sz="2400" dirty="0">
                <a:solidFill>
                  <a:prstClr val="black"/>
                </a:solidFill>
                <a:latin typeface="微软雅黑" panose="020B0503020204020204" pitchFamily="34" charset="-122"/>
                <a:ea typeface="微软雅黑" panose="020B0503020204020204" pitchFamily="34" charset="-122"/>
              </a:rPr>
              <a:t>算法 </a:t>
            </a:r>
            <a:r>
              <a:rPr lang="en-US" altLang="zh-CN" sz="2400" dirty="0">
                <a:solidFill>
                  <a:prstClr val="black"/>
                </a:solidFill>
                <a:latin typeface="微软雅黑" panose="020B0503020204020204" pitchFamily="34" charset="-122"/>
                <a:ea typeface="微软雅黑" panose="020B0503020204020204" pitchFamily="34" charset="-122"/>
              </a:rPr>
              <a:t>+ </a:t>
            </a:r>
            <a:r>
              <a:rPr lang="zh-CN" altLang="en-US" sz="2400" dirty="0">
                <a:solidFill>
                  <a:prstClr val="black"/>
                </a:solidFill>
                <a:latin typeface="微软雅黑" panose="020B0503020204020204" pitchFamily="34" charset="-122"/>
                <a:ea typeface="微软雅黑" panose="020B0503020204020204" pitchFamily="34" charset="-122"/>
              </a:rPr>
              <a:t>数据结构 </a:t>
            </a:r>
            <a:r>
              <a:rPr lang="en-US" altLang="zh-CN" sz="2400" dirty="0">
                <a:solidFill>
                  <a:prstClr val="black"/>
                </a:solidFill>
                <a:latin typeface="微软雅黑" panose="020B0503020204020204" pitchFamily="34" charset="-122"/>
                <a:ea typeface="微软雅黑" panose="020B0503020204020204" pitchFamily="34" charset="-122"/>
              </a:rPr>
              <a:t>= </a:t>
            </a:r>
            <a:r>
              <a:rPr lang="zh-CN" altLang="en-US" sz="2400" dirty="0">
                <a:solidFill>
                  <a:prstClr val="black"/>
                </a:solidFill>
                <a:latin typeface="微软雅黑" panose="020B0503020204020204" pitchFamily="34" charset="-122"/>
                <a:ea typeface="微软雅黑" panose="020B0503020204020204" pitchFamily="34" charset="-122"/>
              </a:rPr>
              <a:t>程序</a:t>
            </a:r>
          </a:p>
        </p:txBody>
      </p:sp>
      <p:grpSp>
        <p:nvGrpSpPr>
          <p:cNvPr id="6" name="组合 5"/>
          <p:cNvGrpSpPr/>
          <p:nvPr/>
        </p:nvGrpSpPr>
        <p:grpSpPr>
          <a:xfrm>
            <a:off x="1002368" y="2519015"/>
            <a:ext cx="1634422" cy="2421993"/>
            <a:chOff x="977260" y="3738003"/>
            <a:chExt cx="1634422" cy="2421993"/>
          </a:xfrm>
        </p:grpSpPr>
        <p:sp>
          <p:nvSpPr>
            <p:cNvPr id="7" name="Text Box 17"/>
            <p:cNvSpPr txBox="1">
              <a:spLocks noChangeArrowheads="1"/>
            </p:cNvSpPr>
            <p:nvPr/>
          </p:nvSpPr>
          <p:spPr bwMode="auto">
            <a:xfrm>
              <a:off x="977260" y="5852219"/>
              <a:ext cx="16344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lIns="0" tIns="0" rIns="0" bIns="0">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914378" eaLnBrk="1" hangingPunct="1">
                <a:spcBef>
                  <a:spcPct val="0"/>
                </a:spcBef>
                <a:buClrTx/>
                <a:buSzTx/>
                <a:buNone/>
              </a:pPr>
              <a:r>
                <a:rPr lang="en-GB" altLang="zh-CN" sz="2000" dirty="0" err="1">
                  <a:solidFill>
                    <a:prstClr val="black"/>
                  </a:solidFill>
                  <a:ea typeface="宋体" panose="02010600030101010101" pitchFamily="2" charset="-122"/>
                </a:rPr>
                <a:t>Niklaus</a:t>
              </a:r>
              <a:r>
                <a:rPr lang="en-GB" altLang="zh-CN" sz="2000" dirty="0">
                  <a:solidFill>
                    <a:prstClr val="black"/>
                  </a:solidFill>
                  <a:ea typeface="宋体" panose="02010600030101010101" pitchFamily="2" charset="-122"/>
                </a:rPr>
                <a:t> Wirth</a:t>
              </a:r>
            </a:p>
          </p:txBody>
        </p:sp>
        <p:pic>
          <p:nvPicPr>
            <p:cNvPr id="8" name="Picture 18" descr="956813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7465" y="3738003"/>
              <a:ext cx="1391222" cy="2076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9" name="Picture 2" descr="https://images-na.ssl-images-amazon.com/images/I/31zJeiNoggL._SX258_BO1,204,203,200_.jpg"/>
          <p:cNvPicPr>
            <a:picLocks noChangeAspect="1" noChangeArrowheads="1"/>
          </p:cNvPicPr>
          <p:nvPr/>
        </p:nvPicPr>
        <p:blipFill rotWithShape="1">
          <a:blip r:embed="rId4">
            <a:extLst>
              <a:ext uri="{28A0092B-C50C-407E-A947-70E740481C1C}">
                <a14:useLocalDpi xmlns:a14="http://schemas.microsoft.com/office/drawing/2010/main" val="0"/>
              </a:ext>
            </a:extLst>
          </a:blip>
          <a:srcRect l="17387" r="17761"/>
          <a:stretch/>
        </p:blipFill>
        <p:spPr bwMode="auto">
          <a:xfrm>
            <a:off x="2899128" y="2515181"/>
            <a:ext cx="1606062" cy="2476501"/>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组合 11">
            <a:extLst>
              <a:ext uri="{FF2B5EF4-FFF2-40B4-BE49-F238E27FC236}">
                <a16:creationId xmlns:a16="http://schemas.microsoft.com/office/drawing/2014/main" id="{A1C88205-4AD0-40DE-9593-FE518E2FB2C2}"/>
              </a:ext>
            </a:extLst>
          </p:cNvPr>
          <p:cNvGrpSpPr/>
          <p:nvPr/>
        </p:nvGrpSpPr>
        <p:grpSpPr>
          <a:xfrm>
            <a:off x="2003960" y="1491631"/>
            <a:ext cx="3000087" cy="2223755"/>
            <a:chOff x="2003961" y="1491630"/>
            <a:chExt cx="3000087" cy="2223755"/>
          </a:xfrm>
        </p:grpSpPr>
        <p:cxnSp>
          <p:nvCxnSpPr>
            <p:cNvPr id="3" name="直接连接符 2">
              <a:extLst>
                <a:ext uri="{FF2B5EF4-FFF2-40B4-BE49-F238E27FC236}">
                  <a16:creationId xmlns:a16="http://schemas.microsoft.com/office/drawing/2014/main" id="{72F29B11-B5CA-47C9-AE74-C6BF685F43A1}"/>
                </a:ext>
              </a:extLst>
            </p:cNvPr>
            <p:cNvCxnSpPr>
              <a:cxnSpLocks/>
            </p:cNvCxnSpPr>
            <p:nvPr/>
          </p:nvCxnSpPr>
          <p:spPr>
            <a:xfrm>
              <a:off x="2003961" y="1491630"/>
              <a:ext cx="3000087" cy="0"/>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ACB47553-BA4F-4026-839D-73377605F7F6}"/>
                </a:ext>
              </a:extLst>
            </p:cNvPr>
            <p:cNvCxnSpPr/>
            <p:nvPr/>
          </p:nvCxnSpPr>
          <p:spPr>
            <a:xfrm>
              <a:off x="5004048" y="1491630"/>
              <a:ext cx="0" cy="2223755"/>
            </a:xfrm>
            <a:prstGeom prst="straightConnector1">
              <a:avLst/>
            </a:prstGeom>
            <a:ln w="254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15" name="组合 14">
            <a:extLst>
              <a:ext uri="{FF2B5EF4-FFF2-40B4-BE49-F238E27FC236}">
                <a16:creationId xmlns:a16="http://schemas.microsoft.com/office/drawing/2014/main" id="{617C463C-4803-4F24-B860-9963227F9F4C}"/>
              </a:ext>
            </a:extLst>
          </p:cNvPr>
          <p:cNvGrpSpPr/>
          <p:nvPr/>
        </p:nvGrpSpPr>
        <p:grpSpPr>
          <a:xfrm>
            <a:off x="2003962" y="1923679"/>
            <a:ext cx="4224224" cy="1896200"/>
            <a:chOff x="779825" y="1819185"/>
            <a:chExt cx="4224224" cy="1896200"/>
          </a:xfrm>
        </p:grpSpPr>
        <p:cxnSp>
          <p:nvCxnSpPr>
            <p:cNvPr id="16" name="直接连接符 15">
              <a:extLst>
                <a:ext uri="{FF2B5EF4-FFF2-40B4-BE49-F238E27FC236}">
                  <a16:creationId xmlns:a16="http://schemas.microsoft.com/office/drawing/2014/main" id="{5ABB005D-0124-4313-A38C-E3CDB31217C5}"/>
                </a:ext>
              </a:extLst>
            </p:cNvPr>
            <p:cNvCxnSpPr>
              <a:cxnSpLocks/>
            </p:cNvCxnSpPr>
            <p:nvPr/>
          </p:nvCxnSpPr>
          <p:spPr>
            <a:xfrm>
              <a:off x="779825" y="1819185"/>
              <a:ext cx="4224224" cy="0"/>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5C3824E4-C8C0-4E67-8D89-E5660FAA8D31}"/>
                </a:ext>
              </a:extLst>
            </p:cNvPr>
            <p:cNvCxnSpPr>
              <a:cxnSpLocks/>
            </p:cNvCxnSpPr>
            <p:nvPr/>
          </p:nvCxnSpPr>
          <p:spPr>
            <a:xfrm>
              <a:off x="5004048" y="1819185"/>
              <a:ext cx="0" cy="1896200"/>
            </a:xfrm>
            <a:prstGeom prst="straightConnector1">
              <a:avLst/>
            </a:prstGeom>
            <a:ln w="254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11799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par>
                                <p:cTn id="10" presetID="53" presetClass="entr" presetSubtype="16" fill="hold"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animEffect transition="in" filter="fade">
                                      <p:cBhvr>
                                        <p:cTn id="14" dur="500"/>
                                        <p:tgtEl>
                                          <p:spTgt spid="6"/>
                                        </p:tgtEl>
                                      </p:cBhvr>
                                    </p:animEffect>
                                  </p:childTnLst>
                                </p:cTn>
                              </p:par>
                              <p:par>
                                <p:cTn id="15" presetID="53" presetClass="entr" presetSubtype="16"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p:cTn id="17" dur="500" fill="hold"/>
                                        <p:tgtEl>
                                          <p:spTgt spid="9"/>
                                        </p:tgtEl>
                                        <p:attrNameLst>
                                          <p:attrName>ppt_w</p:attrName>
                                        </p:attrNameLst>
                                      </p:cBhvr>
                                      <p:tavLst>
                                        <p:tav tm="0">
                                          <p:val>
                                            <p:fltVal val="0"/>
                                          </p:val>
                                        </p:tav>
                                        <p:tav tm="100000">
                                          <p:val>
                                            <p:strVal val="#ppt_w"/>
                                          </p:val>
                                        </p:tav>
                                      </p:tavLst>
                                    </p:anim>
                                    <p:anim calcmode="lin" valueType="num">
                                      <p:cBhvr>
                                        <p:cTn id="18" dur="500" fill="hold"/>
                                        <p:tgtEl>
                                          <p:spTgt spid="9"/>
                                        </p:tgtEl>
                                        <p:attrNameLst>
                                          <p:attrName>ppt_h</p:attrName>
                                        </p:attrNameLst>
                                      </p:cBhvr>
                                      <p:tavLst>
                                        <p:tav tm="0">
                                          <p:val>
                                            <p:fltVal val="0"/>
                                          </p:val>
                                        </p:tav>
                                        <p:tav tm="100000">
                                          <p:val>
                                            <p:strVal val="#ppt_h"/>
                                          </p:val>
                                        </p:tav>
                                      </p:tavLst>
                                    </p:anim>
                                    <p:animEffect transition="in" filter="fade">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nodeType="clickEffect">
                                  <p:stCondLst>
                                    <p:cond delay="0"/>
                                  </p:stCondLst>
                                  <p:childTnLst>
                                    <p:set>
                                      <p:cBhvr>
                                        <p:cTn id="23" dur="1" fill="hold">
                                          <p:stCondLst>
                                            <p:cond delay="0"/>
                                          </p:stCondLst>
                                        </p:cTn>
                                        <p:tgtEl>
                                          <p:spTgt spid="20483">
                                            <p:txEl>
                                              <p:pRg st="0" end="0"/>
                                            </p:txEl>
                                          </p:spTgt>
                                        </p:tgtEl>
                                        <p:attrNameLst>
                                          <p:attrName>style.visibility</p:attrName>
                                        </p:attrNameLst>
                                      </p:cBhvr>
                                      <p:to>
                                        <p:strVal val="visible"/>
                                      </p:to>
                                    </p:set>
                                    <p:anim calcmode="lin" valueType="num">
                                      <p:cBhvr>
                                        <p:cTn id="24" dur="500" fill="hold"/>
                                        <p:tgtEl>
                                          <p:spTgt spid="20483">
                                            <p:txEl>
                                              <p:pRg st="0" end="0"/>
                                            </p:txEl>
                                          </p:spTgt>
                                        </p:tgtEl>
                                        <p:attrNameLst>
                                          <p:attrName>ppt_w</p:attrName>
                                        </p:attrNameLst>
                                      </p:cBhvr>
                                      <p:tavLst>
                                        <p:tav tm="0">
                                          <p:val>
                                            <p:fltVal val="0"/>
                                          </p:val>
                                        </p:tav>
                                        <p:tav tm="100000">
                                          <p:val>
                                            <p:strVal val="#ppt_w"/>
                                          </p:val>
                                        </p:tav>
                                      </p:tavLst>
                                    </p:anim>
                                    <p:anim calcmode="lin" valueType="num">
                                      <p:cBhvr>
                                        <p:cTn id="25" dur="500" fill="hold"/>
                                        <p:tgtEl>
                                          <p:spTgt spid="20483">
                                            <p:txEl>
                                              <p:pRg st="0" end="0"/>
                                            </p:txEl>
                                          </p:spTgt>
                                        </p:tgtEl>
                                        <p:attrNameLst>
                                          <p:attrName>ppt_h</p:attrName>
                                        </p:attrNameLst>
                                      </p:cBhvr>
                                      <p:tavLst>
                                        <p:tav tm="0">
                                          <p:val>
                                            <p:fltVal val="0"/>
                                          </p:val>
                                        </p:tav>
                                        <p:tav tm="100000">
                                          <p:val>
                                            <p:strVal val="#ppt_h"/>
                                          </p:val>
                                        </p:tav>
                                      </p:tavLst>
                                    </p:anim>
                                    <p:animEffect transition="in" filter="fade">
                                      <p:cBhvr>
                                        <p:cTn id="26" dur="500"/>
                                        <p:tgtEl>
                                          <p:spTgt spid="20483">
                                            <p:txEl>
                                              <p:pRg st="0" end="0"/>
                                            </p:txEl>
                                          </p:spTgt>
                                        </p:tgtEl>
                                      </p:cBhvr>
                                    </p:animEffect>
                                  </p:childTnLst>
                                </p:cTn>
                              </p:par>
                              <p:par>
                                <p:cTn id="27" presetID="53" presetClass="entr" presetSubtype="16" fill="hold" nodeType="withEffect">
                                  <p:stCondLst>
                                    <p:cond delay="0"/>
                                  </p:stCondLst>
                                  <p:childTnLst>
                                    <p:set>
                                      <p:cBhvr>
                                        <p:cTn id="28" dur="1" fill="hold">
                                          <p:stCondLst>
                                            <p:cond delay="0"/>
                                          </p:stCondLst>
                                        </p:cTn>
                                        <p:tgtEl>
                                          <p:spTgt spid="20483">
                                            <p:txEl>
                                              <p:pRg st="1" end="1"/>
                                            </p:txEl>
                                          </p:spTgt>
                                        </p:tgtEl>
                                        <p:attrNameLst>
                                          <p:attrName>style.visibility</p:attrName>
                                        </p:attrNameLst>
                                      </p:cBhvr>
                                      <p:to>
                                        <p:strVal val="visible"/>
                                      </p:to>
                                    </p:set>
                                    <p:anim calcmode="lin" valueType="num">
                                      <p:cBhvr>
                                        <p:cTn id="29" dur="500" fill="hold"/>
                                        <p:tgtEl>
                                          <p:spTgt spid="20483">
                                            <p:txEl>
                                              <p:pRg st="1" end="1"/>
                                            </p:txEl>
                                          </p:spTgt>
                                        </p:tgtEl>
                                        <p:attrNameLst>
                                          <p:attrName>ppt_w</p:attrName>
                                        </p:attrNameLst>
                                      </p:cBhvr>
                                      <p:tavLst>
                                        <p:tav tm="0">
                                          <p:val>
                                            <p:fltVal val="0"/>
                                          </p:val>
                                        </p:tav>
                                        <p:tav tm="100000">
                                          <p:val>
                                            <p:strVal val="#ppt_w"/>
                                          </p:val>
                                        </p:tav>
                                      </p:tavLst>
                                    </p:anim>
                                    <p:anim calcmode="lin" valueType="num">
                                      <p:cBhvr>
                                        <p:cTn id="30" dur="500" fill="hold"/>
                                        <p:tgtEl>
                                          <p:spTgt spid="20483">
                                            <p:txEl>
                                              <p:pRg st="1" end="1"/>
                                            </p:txEl>
                                          </p:spTgt>
                                        </p:tgtEl>
                                        <p:attrNameLst>
                                          <p:attrName>ppt_h</p:attrName>
                                        </p:attrNameLst>
                                      </p:cBhvr>
                                      <p:tavLst>
                                        <p:tav tm="0">
                                          <p:val>
                                            <p:fltVal val="0"/>
                                          </p:val>
                                        </p:tav>
                                        <p:tav tm="100000">
                                          <p:val>
                                            <p:strVal val="#ppt_h"/>
                                          </p:val>
                                        </p:tav>
                                      </p:tavLst>
                                    </p:anim>
                                    <p:animEffect transition="in" filter="fade">
                                      <p:cBhvr>
                                        <p:cTn id="31" dur="500"/>
                                        <p:tgtEl>
                                          <p:spTgt spid="20483">
                                            <p:txEl>
                                              <p:pRg st="1" end="1"/>
                                            </p:txEl>
                                          </p:spTgt>
                                        </p:tgtEl>
                                      </p:cBhvr>
                                    </p:animEffect>
                                  </p:childTnLst>
                                </p:cTn>
                              </p:par>
                              <p:par>
                                <p:cTn id="32" presetID="53" presetClass="entr" presetSubtype="16" fill="hold" nodeType="withEffect">
                                  <p:stCondLst>
                                    <p:cond delay="0"/>
                                  </p:stCondLst>
                                  <p:childTnLst>
                                    <p:set>
                                      <p:cBhvr>
                                        <p:cTn id="33" dur="1" fill="hold">
                                          <p:stCondLst>
                                            <p:cond delay="0"/>
                                          </p:stCondLst>
                                        </p:cTn>
                                        <p:tgtEl>
                                          <p:spTgt spid="20483">
                                            <p:txEl>
                                              <p:pRg st="2" end="2"/>
                                            </p:txEl>
                                          </p:spTgt>
                                        </p:tgtEl>
                                        <p:attrNameLst>
                                          <p:attrName>style.visibility</p:attrName>
                                        </p:attrNameLst>
                                      </p:cBhvr>
                                      <p:to>
                                        <p:strVal val="visible"/>
                                      </p:to>
                                    </p:set>
                                    <p:anim calcmode="lin" valueType="num">
                                      <p:cBhvr>
                                        <p:cTn id="34" dur="500" fill="hold"/>
                                        <p:tgtEl>
                                          <p:spTgt spid="20483">
                                            <p:txEl>
                                              <p:pRg st="2" end="2"/>
                                            </p:txEl>
                                          </p:spTgt>
                                        </p:tgtEl>
                                        <p:attrNameLst>
                                          <p:attrName>ppt_w</p:attrName>
                                        </p:attrNameLst>
                                      </p:cBhvr>
                                      <p:tavLst>
                                        <p:tav tm="0">
                                          <p:val>
                                            <p:fltVal val="0"/>
                                          </p:val>
                                        </p:tav>
                                        <p:tav tm="100000">
                                          <p:val>
                                            <p:strVal val="#ppt_w"/>
                                          </p:val>
                                        </p:tav>
                                      </p:tavLst>
                                    </p:anim>
                                    <p:anim calcmode="lin" valueType="num">
                                      <p:cBhvr>
                                        <p:cTn id="35" dur="500" fill="hold"/>
                                        <p:tgtEl>
                                          <p:spTgt spid="20483">
                                            <p:txEl>
                                              <p:pRg st="2" end="2"/>
                                            </p:txEl>
                                          </p:spTgt>
                                        </p:tgtEl>
                                        <p:attrNameLst>
                                          <p:attrName>ppt_h</p:attrName>
                                        </p:attrNameLst>
                                      </p:cBhvr>
                                      <p:tavLst>
                                        <p:tav tm="0">
                                          <p:val>
                                            <p:fltVal val="0"/>
                                          </p:val>
                                        </p:tav>
                                        <p:tav tm="100000">
                                          <p:val>
                                            <p:strVal val="#ppt_h"/>
                                          </p:val>
                                        </p:tav>
                                      </p:tavLst>
                                    </p:anim>
                                    <p:animEffect transition="in" filter="fade">
                                      <p:cBhvr>
                                        <p:cTn id="36" dur="500"/>
                                        <p:tgtEl>
                                          <p:spTgt spid="20483">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53" presetClass="entr" presetSubtype="16"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 calcmode="lin" valueType="num">
                                      <p:cBhvr>
                                        <p:cTn id="41" dur="500" fill="hold"/>
                                        <p:tgtEl>
                                          <p:spTgt spid="12"/>
                                        </p:tgtEl>
                                        <p:attrNameLst>
                                          <p:attrName>ppt_w</p:attrName>
                                        </p:attrNameLst>
                                      </p:cBhvr>
                                      <p:tavLst>
                                        <p:tav tm="0">
                                          <p:val>
                                            <p:fltVal val="0"/>
                                          </p:val>
                                        </p:tav>
                                        <p:tav tm="100000">
                                          <p:val>
                                            <p:strVal val="#ppt_w"/>
                                          </p:val>
                                        </p:tav>
                                      </p:tavLst>
                                    </p:anim>
                                    <p:anim calcmode="lin" valueType="num">
                                      <p:cBhvr>
                                        <p:cTn id="42" dur="500" fill="hold"/>
                                        <p:tgtEl>
                                          <p:spTgt spid="12"/>
                                        </p:tgtEl>
                                        <p:attrNameLst>
                                          <p:attrName>ppt_h</p:attrName>
                                        </p:attrNameLst>
                                      </p:cBhvr>
                                      <p:tavLst>
                                        <p:tav tm="0">
                                          <p:val>
                                            <p:fltVal val="0"/>
                                          </p:val>
                                        </p:tav>
                                        <p:tav tm="100000">
                                          <p:val>
                                            <p:strVal val="#ppt_h"/>
                                          </p:val>
                                        </p:tav>
                                      </p:tavLst>
                                    </p:anim>
                                    <p:animEffect transition="in" filter="fade">
                                      <p:cBhvr>
                                        <p:cTn id="43" dur="500"/>
                                        <p:tgtEl>
                                          <p:spTgt spid="12"/>
                                        </p:tgtEl>
                                      </p:cBhvr>
                                    </p:animEffect>
                                  </p:childTnLst>
                                </p:cTn>
                              </p:par>
                            </p:childTnLst>
                          </p:cTn>
                        </p:par>
                      </p:childTnLst>
                    </p:cTn>
                  </p:par>
                  <p:par>
                    <p:cTn id="44" fill="hold">
                      <p:stCondLst>
                        <p:cond delay="indefinite"/>
                      </p:stCondLst>
                      <p:childTnLst>
                        <p:par>
                          <p:cTn id="45" fill="hold">
                            <p:stCondLst>
                              <p:cond delay="0"/>
                            </p:stCondLst>
                            <p:childTnLst>
                              <p:par>
                                <p:cTn id="46" presetID="53" presetClass="entr" presetSubtype="16"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 calcmode="lin" valueType="num">
                                      <p:cBhvr>
                                        <p:cTn id="48" dur="500" fill="hold"/>
                                        <p:tgtEl>
                                          <p:spTgt spid="15"/>
                                        </p:tgtEl>
                                        <p:attrNameLst>
                                          <p:attrName>ppt_w</p:attrName>
                                        </p:attrNameLst>
                                      </p:cBhvr>
                                      <p:tavLst>
                                        <p:tav tm="0">
                                          <p:val>
                                            <p:fltVal val="0"/>
                                          </p:val>
                                        </p:tav>
                                        <p:tav tm="100000">
                                          <p:val>
                                            <p:strVal val="#ppt_w"/>
                                          </p:val>
                                        </p:tav>
                                      </p:tavLst>
                                    </p:anim>
                                    <p:anim calcmode="lin" valueType="num">
                                      <p:cBhvr>
                                        <p:cTn id="49" dur="500" fill="hold"/>
                                        <p:tgtEl>
                                          <p:spTgt spid="15"/>
                                        </p:tgtEl>
                                        <p:attrNameLst>
                                          <p:attrName>ppt_h</p:attrName>
                                        </p:attrNameLst>
                                      </p:cBhvr>
                                      <p:tavLst>
                                        <p:tav tm="0">
                                          <p:val>
                                            <p:fltVal val="0"/>
                                          </p:val>
                                        </p:tav>
                                        <p:tav tm="100000">
                                          <p:val>
                                            <p:strVal val="#ppt_h"/>
                                          </p:val>
                                        </p:tav>
                                      </p:tavLst>
                                    </p:anim>
                                    <p:animEffect transition="in" filter="fade">
                                      <p:cBhvr>
                                        <p:cTn id="5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3"/>
          <p:cNvSpPr>
            <a:spLocks noGrp="1" noChangeArrowheads="1"/>
          </p:cNvSpPr>
          <p:nvPr>
            <p:ph idx="1"/>
          </p:nvPr>
        </p:nvSpPr>
        <p:spPr>
          <a:xfrm>
            <a:off x="428625" y="774700"/>
            <a:ext cx="8535988" cy="4173538"/>
          </a:xfrm>
        </p:spPr>
        <p:txBody>
          <a:bodyPr/>
          <a:lstStyle/>
          <a:p>
            <a:pPr marL="272654" indent="-272654">
              <a:lnSpc>
                <a:spcPts val="3000"/>
              </a:lnSpc>
              <a:buClrTx/>
              <a:buFont typeface="Wingdings" pitchFamily="2" charset="2"/>
              <a:buChar char="Ø"/>
              <a:defRPr/>
            </a:pPr>
            <a:r>
              <a:rPr lang="zh-CN" altLang="en-US" sz="2500" b="1" dirty="0">
                <a:solidFill>
                  <a:schemeClr val="tx1"/>
                </a:solidFill>
                <a:cs typeface="Times New Roman" pitchFamily="18" charset="0"/>
              </a:rPr>
              <a:t>对于那些在</a:t>
            </a:r>
            <a:r>
              <a:rPr lang="zh-CN" altLang="en-US" sz="2500" b="1" dirty="0">
                <a:solidFill>
                  <a:schemeClr val="tx2">
                    <a:lumMod val="60000"/>
                    <a:lumOff val="40000"/>
                  </a:schemeClr>
                </a:solidFill>
                <a:cs typeface="Times New Roman" pitchFamily="18" charset="0"/>
              </a:rPr>
              <a:t>编译时刻</a:t>
            </a:r>
            <a:r>
              <a:rPr lang="zh-CN" altLang="en-US" sz="2500" b="1" dirty="0">
                <a:solidFill>
                  <a:schemeClr val="tx1"/>
                </a:solidFill>
                <a:cs typeface="Times New Roman" pitchFamily="18" charset="0"/>
              </a:rPr>
              <a:t>就可以确定大小的数据对象，可以在编译时刻就为它们分配存储空间，这样的分配策略称为</a:t>
            </a:r>
            <a:r>
              <a:rPr lang="zh-CN" altLang="en-US" sz="2500" b="1" dirty="0">
                <a:solidFill>
                  <a:srgbClr val="FF0000"/>
                </a:solidFill>
                <a:cs typeface="Times New Roman" pitchFamily="18" charset="0"/>
              </a:rPr>
              <a:t>静态存储分配</a:t>
            </a:r>
          </a:p>
          <a:p>
            <a:pPr marL="272654" indent="-272654">
              <a:lnSpc>
                <a:spcPts val="3000"/>
              </a:lnSpc>
              <a:buClrTx/>
              <a:buFont typeface="Wingdings" pitchFamily="2" charset="2"/>
              <a:buChar char="Ø"/>
              <a:defRPr/>
            </a:pPr>
            <a:r>
              <a:rPr lang="zh-CN" altLang="en-US" sz="2500" b="1" dirty="0">
                <a:solidFill>
                  <a:schemeClr val="tx1"/>
                </a:solidFill>
                <a:cs typeface="Times New Roman" pitchFamily="18" charset="0"/>
              </a:rPr>
              <a:t>反之，如果不能在编译时完全确定数据对象的大小，就要采用</a:t>
            </a:r>
            <a:r>
              <a:rPr lang="zh-CN" altLang="en-US" sz="2500" b="1" dirty="0">
                <a:solidFill>
                  <a:srgbClr val="FF0000"/>
                </a:solidFill>
                <a:cs typeface="Times New Roman" pitchFamily="18" charset="0"/>
              </a:rPr>
              <a:t>动态存储分配</a:t>
            </a:r>
            <a:r>
              <a:rPr lang="zh-CN" altLang="en-US" sz="2500" b="1" dirty="0">
                <a:solidFill>
                  <a:schemeClr val="tx1"/>
                </a:solidFill>
                <a:cs typeface="Times New Roman" pitchFamily="18" charset="0"/>
              </a:rPr>
              <a:t>的策略。即在编译时仅产生各种必要的信息，而在</a:t>
            </a:r>
            <a:r>
              <a:rPr lang="zh-CN" altLang="en-US" sz="2500" b="1" dirty="0">
                <a:solidFill>
                  <a:schemeClr val="tx2">
                    <a:lumMod val="60000"/>
                    <a:lumOff val="40000"/>
                  </a:schemeClr>
                </a:solidFill>
                <a:cs typeface="Times New Roman" pitchFamily="18" charset="0"/>
              </a:rPr>
              <a:t>运行时刻</a:t>
            </a:r>
            <a:r>
              <a:rPr lang="zh-CN" altLang="en-US" sz="2500" b="1" dirty="0">
                <a:solidFill>
                  <a:schemeClr val="tx1"/>
                </a:solidFill>
                <a:cs typeface="Times New Roman" pitchFamily="18" charset="0"/>
              </a:rPr>
              <a:t>，再动态地分配数据对象的存储空间</a:t>
            </a:r>
            <a:endParaRPr lang="en-US" altLang="zh-CN" sz="2500" b="1" dirty="0">
              <a:solidFill>
                <a:schemeClr val="tx1"/>
              </a:solidFill>
              <a:cs typeface="Times New Roman" pitchFamily="18" charset="0"/>
            </a:endParaRPr>
          </a:p>
          <a:p>
            <a:pPr marL="854869" lvl="2" indent="-227410" algn="just" eaLnBrk="1" hangingPunct="1">
              <a:lnSpc>
                <a:spcPts val="3000"/>
              </a:lnSpc>
              <a:buClrTx/>
              <a:buFont typeface="Wingdings" pitchFamily="2" charset="2"/>
              <a:buChar char="Ø"/>
              <a:defRPr/>
            </a:pPr>
            <a:r>
              <a:rPr lang="zh-CN" altLang="en-US" sz="2200" b="1" dirty="0">
                <a:solidFill>
                  <a:schemeClr val="tx1"/>
                </a:solidFill>
                <a:latin typeface="楷体" pitchFamily="49" charset="-122"/>
                <a:cs typeface="Times New Roman" pitchFamily="18" charset="0"/>
              </a:rPr>
              <a:t>栈式</a:t>
            </a:r>
            <a:r>
              <a:rPr lang="zh-CN" altLang="en-US" sz="2200" b="1" dirty="0">
                <a:solidFill>
                  <a:schemeClr val="tx1"/>
                </a:solidFill>
                <a:latin typeface="楷体" pitchFamily="49" charset="-122"/>
              </a:rPr>
              <a:t>存储分配</a:t>
            </a:r>
            <a:endParaRPr lang="zh-CN" altLang="en-US" sz="2200" b="1" dirty="0">
              <a:solidFill>
                <a:schemeClr val="tx1"/>
              </a:solidFill>
              <a:ea typeface="楷体_GB2312" pitchFamily="49" charset="-122"/>
            </a:endParaRPr>
          </a:p>
          <a:p>
            <a:pPr marL="854869" lvl="2" indent="-227410" algn="just" eaLnBrk="1" hangingPunct="1">
              <a:lnSpc>
                <a:spcPts val="3000"/>
              </a:lnSpc>
              <a:buClrTx/>
              <a:buFont typeface="Wingdings" pitchFamily="2" charset="2"/>
              <a:buChar char="Ø"/>
              <a:defRPr/>
            </a:pPr>
            <a:r>
              <a:rPr lang="zh-CN" altLang="en-US" sz="2200" b="1" dirty="0">
                <a:solidFill>
                  <a:schemeClr val="tx1"/>
                </a:solidFill>
                <a:latin typeface="楷体" pitchFamily="49" charset="-122"/>
              </a:rPr>
              <a:t>堆式存储分配</a:t>
            </a:r>
            <a:endParaRPr lang="en-US" altLang="zh-CN" sz="2200" b="1" dirty="0">
              <a:solidFill>
                <a:schemeClr val="tx1"/>
              </a:solidFill>
              <a:ea typeface="楷体_GB2312" pitchFamily="49" charset="-122"/>
            </a:endParaRPr>
          </a:p>
          <a:p>
            <a:pPr marL="0" indent="0">
              <a:lnSpc>
                <a:spcPts val="3500"/>
              </a:lnSpc>
              <a:buClrTx/>
              <a:buFont typeface="Symbol" panose="05050102010706020507" pitchFamily="18" charset="2"/>
              <a:buNone/>
              <a:defRPr/>
            </a:pPr>
            <a:endParaRPr lang="zh-CN" altLang="en-US" sz="2500" b="1" dirty="0">
              <a:solidFill>
                <a:schemeClr val="tx1"/>
              </a:solidFill>
              <a:cs typeface="Times New Roman" pitchFamily="18" charset="0"/>
            </a:endParaRPr>
          </a:p>
        </p:txBody>
      </p:sp>
      <p:sp>
        <p:nvSpPr>
          <p:cNvPr id="27651"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存储分配策略</a:t>
            </a:r>
          </a:p>
        </p:txBody>
      </p:sp>
      <p:sp>
        <p:nvSpPr>
          <p:cNvPr id="4" name="Rectangle 4"/>
          <p:cNvSpPr>
            <a:spLocks noChangeArrowheads="1"/>
          </p:cNvSpPr>
          <p:nvPr/>
        </p:nvSpPr>
        <p:spPr bwMode="auto">
          <a:xfrm>
            <a:off x="1907704" y="4299942"/>
            <a:ext cx="6048797" cy="453970"/>
          </a:xfrm>
          <a:prstGeom prst="rect">
            <a:avLst/>
          </a:prstGeom>
          <a:solidFill>
            <a:schemeClr val="accent5">
              <a:lumMod val="60000"/>
              <a:lumOff val="40000"/>
            </a:schemeClr>
          </a:solidFill>
          <a:ln w="9525">
            <a:solidFill>
              <a:schemeClr val="tx1"/>
            </a:solidFill>
            <a:miter lim="800000"/>
            <a:headEnd/>
            <a:tailEnd/>
          </a:ln>
        </p:spPr>
        <p:txBody>
          <a:bodyPr wrap="square" lIns="68580" tIns="34290" rIns="68580" bIns="34290">
            <a:spAutoFit/>
          </a:bodyPr>
          <a:lstStyle/>
          <a:p>
            <a:pPr algn="ctr" eaLnBrk="1" hangingPunct="1">
              <a:defRPr/>
            </a:pPr>
            <a:r>
              <a:rPr lang="zh-CN" altLang="en-US" sz="2500" dirty="0">
                <a:solidFill>
                  <a:srgbClr val="0000FF"/>
                </a:solidFill>
                <a:latin typeface="楷体" pitchFamily="49" charset="-122"/>
                <a:ea typeface="楷体" pitchFamily="49" charset="-122"/>
              </a:rPr>
              <a:t>静态</a:t>
            </a:r>
            <a:r>
              <a:rPr lang="zh-CN" altLang="en-US" sz="2500" dirty="0">
                <a:latin typeface="楷体" pitchFamily="49" charset="-122"/>
                <a:ea typeface="楷体" pitchFamily="49" charset="-122"/>
              </a:rPr>
              <a:t>和</a:t>
            </a:r>
            <a:r>
              <a:rPr lang="zh-CN" altLang="en-US" sz="2500" dirty="0">
                <a:solidFill>
                  <a:srgbClr val="0000FF"/>
                </a:solidFill>
                <a:latin typeface="楷体" pitchFamily="49" charset="-122"/>
                <a:ea typeface="楷体" pitchFamily="49" charset="-122"/>
              </a:rPr>
              <a:t>动态</a:t>
            </a:r>
            <a:r>
              <a:rPr lang="zh-CN" altLang="en-US" sz="2500" dirty="0">
                <a:latin typeface="楷体" pitchFamily="49" charset="-122"/>
                <a:ea typeface="楷体" pitchFamily="49" charset="-122"/>
              </a:rPr>
              <a:t>分别对应</a:t>
            </a:r>
            <a:r>
              <a:rPr lang="zh-CN" altLang="en-US" sz="2500" dirty="0">
                <a:solidFill>
                  <a:srgbClr val="0000FF"/>
                </a:solidFill>
                <a:latin typeface="楷体" pitchFamily="49" charset="-122"/>
                <a:ea typeface="楷体" pitchFamily="49" charset="-122"/>
              </a:rPr>
              <a:t>编译时刻</a:t>
            </a:r>
            <a:r>
              <a:rPr lang="zh-CN" altLang="en-US" sz="2500" dirty="0">
                <a:latin typeface="楷体" pitchFamily="49" charset="-122"/>
                <a:ea typeface="楷体" pitchFamily="49" charset="-122"/>
              </a:rPr>
              <a:t>和</a:t>
            </a:r>
            <a:r>
              <a:rPr lang="zh-CN" altLang="en-US" sz="2500" dirty="0">
                <a:solidFill>
                  <a:srgbClr val="0000FF"/>
                </a:solidFill>
                <a:latin typeface="楷体" pitchFamily="49" charset="-122"/>
                <a:ea typeface="楷体" pitchFamily="49" charset="-122"/>
              </a:rPr>
              <a:t>运行时刻</a:t>
            </a:r>
            <a:endParaRPr lang="zh-CN" altLang="en-US" sz="2500" dirty="0">
              <a:solidFill>
                <a:schemeClr val="folHlink"/>
              </a:solidFill>
              <a:latin typeface="楷体" pitchFamily="49" charset="-122"/>
              <a:ea typeface="楷体"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16" fill="hold" nodeType="click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anim calcmode="lin" valueType="num">
                                      <p:cBhvr>
                                        <p:cTn id="7" dur="500" fill="hold"/>
                                        <p:tgtEl>
                                          <p:spTgt spid="20483">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20483">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20483">
                                            <p:txEl>
                                              <p:pRg st="0" end="0"/>
                                            </p:txEl>
                                          </p:spTgt>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16" fill="hold" nodeType="clickEffect">
                                  <p:stCondLst>
                                    <p:cond delay="0"/>
                                  </p:stCondLst>
                                  <p:childTnLst>
                                    <p:set>
                                      <p:cBhvr>
                                        <p:cTn id="13" dur="1" fill="hold">
                                          <p:stCondLst>
                                            <p:cond delay="0"/>
                                          </p:stCondLst>
                                        </p:cTn>
                                        <p:tgtEl>
                                          <p:spTgt spid="20483">
                                            <p:txEl>
                                              <p:pRg st="1" end="1"/>
                                            </p:txEl>
                                          </p:spTgt>
                                        </p:tgtEl>
                                        <p:attrNameLst>
                                          <p:attrName>style.visibility</p:attrName>
                                        </p:attrNameLst>
                                      </p:cBhvr>
                                      <p:to>
                                        <p:strVal val="visible"/>
                                      </p:to>
                                    </p:set>
                                    <p:anim calcmode="lin" valueType="num">
                                      <p:cBhvr>
                                        <p:cTn id="14" dur="500" fill="hold"/>
                                        <p:tgtEl>
                                          <p:spTgt spid="20483">
                                            <p:txEl>
                                              <p:pRg st="1" end="1"/>
                                            </p:txEl>
                                          </p:spTgt>
                                        </p:tgtEl>
                                        <p:attrNameLst>
                                          <p:attrName>ppt_w</p:attrName>
                                        </p:attrNameLst>
                                      </p:cBhvr>
                                      <p:tavLst>
                                        <p:tav tm="0">
                                          <p:val>
                                            <p:fltVal val="0"/>
                                          </p:val>
                                        </p:tav>
                                        <p:tav tm="100000">
                                          <p:val>
                                            <p:strVal val="#ppt_w"/>
                                          </p:val>
                                        </p:tav>
                                      </p:tavLst>
                                    </p:anim>
                                    <p:anim calcmode="lin" valueType="num">
                                      <p:cBhvr>
                                        <p:cTn id="15" dur="500" fill="hold"/>
                                        <p:tgtEl>
                                          <p:spTgt spid="20483">
                                            <p:txEl>
                                              <p:pRg st="1" end="1"/>
                                            </p:txEl>
                                          </p:spTgt>
                                        </p:tgtEl>
                                        <p:attrNameLst>
                                          <p:attrName>ppt_h</p:attrName>
                                        </p:attrNameLst>
                                      </p:cBhvr>
                                      <p:tavLst>
                                        <p:tav tm="0">
                                          <p:val>
                                            <p:fltVal val="0"/>
                                          </p:val>
                                        </p:tav>
                                        <p:tav tm="100000">
                                          <p:val>
                                            <p:strVal val="#ppt_h"/>
                                          </p:val>
                                        </p:tav>
                                      </p:tavLst>
                                    </p:anim>
                                    <p:animEffect transition="in" filter="fade">
                                      <p:cBhvr>
                                        <p:cTn id="16" dur="500"/>
                                        <p:tgtEl>
                                          <p:spTgt spid="20483">
                                            <p:txEl>
                                              <p:pRg st="1" end="1"/>
                                            </p:txEl>
                                          </p:spTgt>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53" presetClass="entr" presetSubtype="16"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 calcmode="lin" valueType="num">
                                      <p:cBhvr>
                                        <p:cTn id="21" dur="500" fill="hold"/>
                                        <p:tgtEl>
                                          <p:spTgt spid="4"/>
                                        </p:tgtEl>
                                        <p:attrNameLst>
                                          <p:attrName>ppt_w</p:attrName>
                                        </p:attrNameLst>
                                      </p:cBhvr>
                                      <p:tavLst>
                                        <p:tav tm="0">
                                          <p:val>
                                            <p:fltVal val="0"/>
                                          </p:val>
                                        </p:tav>
                                        <p:tav tm="100000">
                                          <p:val>
                                            <p:strVal val="#ppt_w"/>
                                          </p:val>
                                        </p:tav>
                                      </p:tavLst>
                                    </p:anim>
                                    <p:anim calcmode="lin" valueType="num">
                                      <p:cBhvr>
                                        <p:cTn id="22" dur="500" fill="hold"/>
                                        <p:tgtEl>
                                          <p:spTgt spid="4"/>
                                        </p:tgtEl>
                                        <p:attrNameLst>
                                          <p:attrName>ppt_h</p:attrName>
                                        </p:attrNameLst>
                                      </p:cBhvr>
                                      <p:tavLst>
                                        <p:tav tm="0">
                                          <p:val>
                                            <p:fltVal val="0"/>
                                          </p:val>
                                        </p:tav>
                                        <p:tav tm="100000">
                                          <p:val>
                                            <p:strVal val="#ppt_h"/>
                                          </p:val>
                                        </p:tav>
                                      </p:tavLst>
                                    </p:anim>
                                    <p:animEffect transition="in" filter="fade">
                                      <p:cBhvr>
                                        <p:cTn id="23" dur="500"/>
                                        <p:tgtEl>
                                          <p:spTgt spid="4"/>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53" presetClass="entr" presetSubtype="16" fill="hold" nodeType="clickEffect">
                                  <p:stCondLst>
                                    <p:cond delay="0"/>
                                  </p:stCondLst>
                                  <p:childTnLst>
                                    <p:set>
                                      <p:cBhvr>
                                        <p:cTn id="27" dur="1" fill="hold">
                                          <p:stCondLst>
                                            <p:cond delay="0"/>
                                          </p:stCondLst>
                                        </p:cTn>
                                        <p:tgtEl>
                                          <p:spTgt spid="20483">
                                            <p:txEl>
                                              <p:pRg st="2" end="2"/>
                                            </p:txEl>
                                          </p:spTgt>
                                        </p:tgtEl>
                                        <p:attrNameLst>
                                          <p:attrName>style.visibility</p:attrName>
                                        </p:attrNameLst>
                                      </p:cBhvr>
                                      <p:to>
                                        <p:strVal val="visible"/>
                                      </p:to>
                                    </p:set>
                                    <p:anim calcmode="lin" valueType="num">
                                      <p:cBhvr>
                                        <p:cTn id="28" dur="500" fill="hold"/>
                                        <p:tgtEl>
                                          <p:spTgt spid="20483">
                                            <p:txEl>
                                              <p:pRg st="2" end="2"/>
                                            </p:txEl>
                                          </p:spTgt>
                                        </p:tgtEl>
                                        <p:attrNameLst>
                                          <p:attrName>ppt_w</p:attrName>
                                        </p:attrNameLst>
                                      </p:cBhvr>
                                      <p:tavLst>
                                        <p:tav tm="0">
                                          <p:val>
                                            <p:fltVal val="0"/>
                                          </p:val>
                                        </p:tav>
                                        <p:tav tm="100000">
                                          <p:val>
                                            <p:strVal val="#ppt_w"/>
                                          </p:val>
                                        </p:tav>
                                      </p:tavLst>
                                    </p:anim>
                                    <p:anim calcmode="lin" valueType="num">
                                      <p:cBhvr>
                                        <p:cTn id="29" dur="500" fill="hold"/>
                                        <p:tgtEl>
                                          <p:spTgt spid="20483">
                                            <p:txEl>
                                              <p:pRg st="2" end="2"/>
                                            </p:txEl>
                                          </p:spTgt>
                                        </p:tgtEl>
                                        <p:attrNameLst>
                                          <p:attrName>ppt_h</p:attrName>
                                        </p:attrNameLst>
                                      </p:cBhvr>
                                      <p:tavLst>
                                        <p:tav tm="0">
                                          <p:val>
                                            <p:fltVal val="0"/>
                                          </p:val>
                                        </p:tav>
                                        <p:tav tm="100000">
                                          <p:val>
                                            <p:strVal val="#ppt_h"/>
                                          </p:val>
                                        </p:tav>
                                      </p:tavLst>
                                    </p:anim>
                                    <p:animEffect transition="in" filter="fade">
                                      <p:cBhvr>
                                        <p:cTn id="30" dur="500"/>
                                        <p:tgtEl>
                                          <p:spTgt spid="20483">
                                            <p:txEl>
                                              <p:pRg st="2" end="2"/>
                                            </p:txEl>
                                          </p:spTgt>
                                        </p:tgtEl>
                                      </p:cBhvr>
                                    </p:animEffect>
                                  </p:childTnLst>
                                </p:cTn>
                              </p:par>
                              <p:par>
                                <p:cTn id="31" presetID="53" presetClass="entr" presetSubtype="16" fill="hold" nodeType="withEffect">
                                  <p:stCondLst>
                                    <p:cond delay="0"/>
                                  </p:stCondLst>
                                  <p:childTnLst>
                                    <p:set>
                                      <p:cBhvr>
                                        <p:cTn id="32" dur="1" fill="hold">
                                          <p:stCondLst>
                                            <p:cond delay="0"/>
                                          </p:stCondLst>
                                        </p:cTn>
                                        <p:tgtEl>
                                          <p:spTgt spid="20483">
                                            <p:txEl>
                                              <p:pRg st="3" end="3"/>
                                            </p:txEl>
                                          </p:spTgt>
                                        </p:tgtEl>
                                        <p:attrNameLst>
                                          <p:attrName>style.visibility</p:attrName>
                                        </p:attrNameLst>
                                      </p:cBhvr>
                                      <p:to>
                                        <p:strVal val="visible"/>
                                      </p:to>
                                    </p:set>
                                    <p:anim calcmode="lin" valueType="num">
                                      <p:cBhvr>
                                        <p:cTn id="33" dur="500" fill="hold"/>
                                        <p:tgtEl>
                                          <p:spTgt spid="20483">
                                            <p:txEl>
                                              <p:pRg st="3" end="3"/>
                                            </p:txEl>
                                          </p:spTgt>
                                        </p:tgtEl>
                                        <p:attrNameLst>
                                          <p:attrName>ppt_w</p:attrName>
                                        </p:attrNameLst>
                                      </p:cBhvr>
                                      <p:tavLst>
                                        <p:tav tm="0">
                                          <p:val>
                                            <p:fltVal val="0"/>
                                          </p:val>
                                        </p:tav>
                                        <p:tav tm="100000">
                                          <p:val>
                                            <p:strVal val="#ppt_w"/>
                                          </p:val>
                                        </p:tav>
                                      </p:tavLst>
                                    </p:anim>
                                    <p:anim calcmode="lin" valueType="num">
                                      <p:cBhvr>
                                        <p:cTn id="34" dur="500" fill="hold"/>
                                        <p:tgtEl>
                                          <p:spTgt spid="20483">
                                            <p:txEl>
                                              <p:pRg st="3" end="3"/>
                                            </p:txEl>
                                          </p:spTgt>
                                        </p:tgtEl>
                                        <p:attrNameLst>
                                          <p:attrName>ppt_h</p:attrName>
                                        </p:attrNameLst>
                                      </p:cBhvr>
                                      <p:tavLst>
                                        <p:tav tm="0">
                                          <p:val>
                                            <p:fltVal val="0"/>
                                          </p:val>
                                        </p:tav>
                                        <p:tav tm="100000">
                                          <p:val>
                                            <p:strVal val="#ppt_h"/>
                                          </p:val>
                                        </p:tav>
                                      </p:tavLst>
                                    </p:anim>
                                    <p:animEffect transition="in" filter="fade">
                                      <p:cBhvr>
                                        <p:cTn id="35" dur="500"/>
                                        <p:tgtEl>
                                          <p:spTgt spid="2048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运行时内存的划分</a:t>
            </a:r>
          </a:p>
        </p:txBody>
      </p:sp>
      <p:grpSp>
        <p:nvGrpSpPr>
          <p:cNvPr id="4" name="组合 3">
            <a:extLst>
              <a:ext uri="{FF2B5EF4-FFF2-40B4-BE49-F238E27FC236}">
                <a16:creationId xmlns:a16="http://schemas.microsoft.com/office/drawing/2014/main" id="{13B00334-80F6-421A-97BC-46D5F18E8EC1}"/>
              </a:ext>
            </a:extLst>
          </p:cNvPr>
          <p:cNvGrpSpPr/>
          <p:nvPr/>
        </p:nvGrpSpPr>
        <p:grpSpPr>
          <a:xfrm rot="10800000">
            <a:off x="3281363" y="1275606"/>
            <a:ext cx="2451100" cy="2951710"/>
            <a:chOff x="3384550" y="1285875"/>
            <a:chExt cx="2451100" cy="2951710"/>
          </a:xfrm>
        </p:grpSpPr>
        <p:grpSp>
          <p:nvGrpSpPr>
            <p:cNvPr id="3" name="组合 2">
              <a:extLst>
                <a:ext uri="{FF2B5EF4-FFF2-40B4-BE49-F238E27FC236}">
                  <a16:creationId xmlns:a16="http://schemas.microsoft.com/office/drawing/2014/main" id="{01363F65-4AA4-47DF-8B8A-23F502F93A2C}"/>
                </a:ext>
              </a:extLst>
            </p:cNvPr>
            <p:cNvGrpSpPr/>
            <p:nvPr/>
          </p:nvGrpSpPr>
          <p:grpSpPr>
            <a:xfrm>
              <a:off x="3384550" y="1285875"/>
              <a:ext cx="2451100" cy="2951710"/>
              <a:chOff x="3384550" y="1285875"/>
              <a:chExt cx="2451100" cy="2951710"/>
            </a:xfrm>
          </p:grpSpPr>
          <p:grpSp>
            <p:nvGrpSpPr>
              <p:cNvPr id="29699" name="Group 3"/>
              <p:cNvGrpSpPr>
                <a:grpSpLocks/>
              </p:cNvGrpSpPr>
              <p:nvPr/>
            </p:nvGrpSpPr>
            <p:grpSpPr bwMode="auto">
              <a:xfrm>
                <a:off x="3384550" y="1285875"/>
                <a:ext cx="2451100" cy="2922985"/>
                <a:chOff x="1952" y="1344"/>
                <a:chExt cx="2059" cy="2455"/>
              </a:xfrm>
            </p:grpSpPr>
            <p:sp>
              <p:nvSpPr>
                <p:cNvPr id="29703" name="Rectangle 4"/>
                <p:cNvSpPr>
                  <a:spLocks noChangeArrowheads="1"/>
                </p:cNvSpPr>
                <p:nvPr/>
              </p:nvSpPr>
              <p:spPr bwMode="auto">
                <a:xfrm>
                  <a:off x="1964" y="1344"/>
                  <a:ext cx="2045" cy="2455"/>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eaLnBrk="1" hangingPunct="1"/>
                  <a:endParaRPr lang="zh-CN" altLang="en-US" sz="1800" b="0">
                    <a:ea typeface="楷体" panose="02010609060101010101" pitchFamily="49" charset="-122"/>
                    <a:cs typeface="Times New Roman" panose="02020603050405020304" pitchFamily="18" charset="0"/>
                  </a:endParaRPr>
                </a:p>
              </p:txBody>
            </p:sp>
            <p:sp>
              <p:nvSpPr>
                <p:cNvPr id="29704" name="Rectangle 5"/>
                <p:cNvSpPr>
                  <a:spLocks noChangeArrowheads="1"/>
                </p:cNvSpPr>
                <p:nvPr/>
              </p:nvSpPr>
              <p:spPr bwMode="auto">
                <a:xfrm rot="10800000">
                  <a:off x="2006" y="1389"/>
                  <a:ext cx="1948" cy="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2000" dirty="0">
                      <a:ea typeface="楷体" panose="02010609060101010101" pitchFamily="49" charset="-122"/>
                      <a:cs typeface="Times New Roman" panose="02020603050405020304" pitchFamily="18" charset="0"/>
                    </a:rPr>
                    <a:t>静态代码区</a:t>
                  </a:r>
                </a:p>
              </p:txBody>
            </p:sp>
            <p:sp>
              <p:nvSpPr>
                <p:cNvPr id="29705" name="Line 6"/>
                <p:cNvSpPr>
                  <a:spLocks noChangeShapeType="1"/>
                </p:cNvSpPr>
                <p:nvPr/>
              </p:nvSpPr>
              <p:spPr bwMode="auto">
                <a:xfrm>
                  <a:off x="1977" y="1780"/>
                  <a:ext cx="2019"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9706" name="Rectangle 7"/>
                <p:cNvSpPr>
                  <a:spLocks noChangeArrowheads="1"/>
                </p:cNvSpPr>
                <p:nvPr/>
              </p:nvSpPr>
              <p:spPr bwMode="auto">
                <a:xfrm rot="10800000">
                  <a:off x="2008" y="1808"/>
                  <a:ext cx="1948" cy="3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2000" dirty="0">
                      <a:solidFill>
                        <a:srgbClr val="C00000"/>
                      </a:solidFill>
                      <a:ea typeface="楷体" panose="02010609060101010101" pitchFamily="49" charset="-122"/>
                      <a:cs typeface="Times New Roman" panose="02020603050405020304" pitchFamily="18" charset="0"/>
                    </a:rPr>
                    <a:t>静态数据区</a:t>
                  </a:r>
                </a:p>
              </p:txBody>
            </p:sp>
            <p:sp>
              <p:nvSpPr>
                <p:cNvPr id="29707" name="Line 8"/>
                <p:cNvSpPr>
                  <a:spLocks noChangeShapeType="1"/>
                </p:cNvSpPr>
                <p:nvPr/>
              </p:nvSpPr>
              <p:spPr bwMode="auto">
                <a:xfrm>
                  <a:off x="1952" y="2216"/>
                  <a:ext cx="205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9708" name="Rectangle 9"/>
                <p:cNvSpPr>
                  <a:spLocks noChangeArrowheads="1"/>
                </p:cNvSpPr>
                <p:nvPr/>
              </p:nvSpPr>
              <p:spPr bwMode="auto">
                <a:xfrm rot="10800000">
                  <a:off x="2306" y="3366"/>
                  <a:ext cx="1692" cy="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2000" dirty="0">
                      <a:solidFill>
                        <a:srgbClr val="C00000"/>
                      </a:solidFill>
                      <a:ea typeface="楷体" panose="02010609060101010101" pitchFamily="49" charset="-122"/>
                      <a:cs typeface="Times New Roman" panose="02020603050405020304" pitchFamily="18" charset="0"/>
                    </a:rPr>
                    <a:t>栈</a:t>
                  </a:r>
                  <a:r>
                    <a:rPr lang="en-US" altLang="zh-CN" sz="1500" dirty="0">
                      <a:solidFill>
                        <a:srgbClr val="C00000"/>
                      </a:solidFill>
                      <a:ea typeface="楷体" panose="02010609060101010101" pitchFamily="49" charset="-122"/>
                      <a:cs typeface="Times New Roman" panose="02020603050405020304" pitchFamily="18" charset="0"/>
                    </a:rPr>
                    <a:t>(</a:t>
                  </a:r>
                  <a:r>
                    <a:rPr lang="en-US" altLang="zh-CN" sz="1500" i="1" dirty="0">
                      <a:solidFill>
                        <a:srgbClr val="C00000"/>
                      </a:solidFill>
                      <a:ea typeface="楷体" panose="02010609060101010101" pitchFamily="49" charset="-122"/>
                      <a:cs typeface="Times New Roman" panose="02020603050405020304" pitchFamily="18" charset="0"/>
                    </a:rPr>
                    <a:t>Stack</a:t>
                  </a:r>
                  <a:r>
                    <a:rPr lang="en-US" altLang="zh-CN" sz="1500" dirty="0">
                      <a:solidFill>
                        <a:srgbClr val="C00000"/>
                      </a:solidFill>
                      <a:ea typeface="楷体" panose="02010609060101010101" pitchFamily="49" charset="-122"/>
                      <a:cs typeface="Times New Roman" panose="02020603050405020304" pitchFamily="18" charset="0"/>
                    </a:rPr>
                    <a:t>)</a:t>
                  </a:r>
                  <a:r>
                    <a:rPr lang="zh-CN" altLang="en-US" sz="2000" dirty="0">
                      <a:solidFill>
                        <a:srgbClr val="C00000"/>
                      </a:solidFill>
                      <a:ea typeface="楷体" panose="02010609060101010101" pitchFamily="49" charset="-122"/>
                      <a:cs typeface="Times New Roman" panose="02020603050405020304" pitchFamily="18" charset="0"/>
                    </a:rPr>
                    <a:t>区</a:t>
                  </a:r>
                  <a:endParaRPr lang="zh-CN" altLang="en-US" sz="1500" dirty="0">
                    <a:solidFill>
                      <a:srgbClr val="C00000"/>
                    </a:solidFill>
                    <a:ea typeface="楷体" panose="02010609060101010101" pitchFamily="49" charset="-122"/>
                    <a:cs typeface="Times New Roman" panose="02020603050405020304" pitchFamily="18" charset="0"/>
                  </a:endParaRPr>
                </a:p>
              </p:txBody>
            </p:sp>
            <p:sp>
              <p:nvSpPr>
                <p:cNvPr id="29709" name="Line 10"/>
                <p:cNvSpPr>
                  <a:spLocks noChangeShapeType="1"/>
                </p:cNvSpPr>
                <p:nvPr/>
              </p:nvSpPr>
              <p:spPr bwMode="auto">
                <a:xfrm flipV="1">
                  <a:off x="2284" y="3305"/>
                  <a:ext cx="172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9710" name="Line 11"/>
                <p:cNvSpPr>
                  <a:spLocks noChangeShapeType="1"/>
                </p:cNvSpPr>
                <p:nvPr/>
              </p:nvSpPr>
              <p:spPr bwMode="auto">
                <a:xfrm flipV="1">
                  <a:off x="2284" y="2639"/>
                  <a:ext cx="1727" cy="1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9711" name="Rectangle 12"/>
                <p:cNvSpPr>
                  <a:spLocks noChangeArrowheads="1"/>
                </p:cNvSpPr>
                <p:nvPr/>
              </p:nvSpPr>
              <p:spPr bwMode="auto">
                <a:xfrm>
                  <a:off x="2021" y="2654"/>
                  <a:ext cx="1948" cy="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zh-CN" altLang="en-US" sz="1800" b="0">
                    <a:ea typeface="楷体" panose="02010609060101010101" pitchFamily="49" charset="-122"/>
                    <a:cs typeface="Times New Roman" panose="02020603050405020304" pitchFamily="18" charset="0"/>
                  </a:endParaRPr>
                </a:p>
              </p:txBody>
            </p:sp>
            <p:sp>
              <p:nvSpPr>
                <p:cNvPr id="29712" name="Rectangle 13"/>
                <p:cNvSpPr>
                  <a:spLocks noChangeArrowheads="1"/>
                </p:cNvSpPr>
                <p:nvPr/>
              </p:nvSpPr>
              <p:spPr bwMode="auto">
                <a:xfrm rot="10800000">
                  <a:off x="2275" y="2249"/>
                  <a:ext cx="1732" cy="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000" dirty="0">
                      <a:solidFill>
                        <a:srgbClr val="000000"/>
                      </a:solidFill>
                      <a:ea typeface="楷体" panose="02010609060101010101" pitchFamily="49" charset="-122"/>
                      <a:cs typeface="Times New Roman" panose="02020603050405020304" pitchFamily="18" charset="0"/>
                    </a:rPr>
                    <a:t>堆</a:t>
                  </a:r>
                  <a:r>
                    <a:rPr lang="en-US" altLang="zh-CN" sz="2000" dirty="0">
                      <a:solidFill>
                        <a:srgbClr val="000000"/>
                      </a:solidFill>
                      <a:ea typeface="楷体" panose="02010609060101010101" pitchFamily="49" charset="-122"/>
                      <a:cs typeface="Times New Roman" panose="02020603050405020304" pitchFamily="18" charset="0"/>
                    </a:rPr>
                    <a:t> </a:t>
                  </a:r>
                  <a:r>
                    <a:rPr lang="en-US" altLang="zh-CN" sz="1500" dirty="0">
                      <a:solidFill>
                        <a:srgbClr val="000000"/>
                      </a:solidFill>
                      <a:ea typeface="楷体" panose="02010609060101010101" pitchFamily="49" charset="-122"/>
                      <a:cs typeface="Times New Roman" panose="02020603050405020304" pitchFamily="18" charset="0"/>
                    </a:rPr>
                    <a:t>(</a:t>
                  </a:r>
                  <a:r>
                    <a:rPr lang="en-US" altLang="zh-CN" sz="1500" i="1" dirty="0">
                      <a:ea typeface="楷体" panose="02010609060101010101" pitchFamily="49" charset="-122"/>
                      <a:cs typeface="Times New Roman" panose="02020603050405020304" pitchFamily="18" charset="0"/>
                    </a:rPr>
                    <a:t>Heap</a:t>
                  </a:r>
                  <a:r>
                    <a:rPr lang="en-US" altLang="zh-CN" sz="1500" dirty="0">
                      <a:solidFill>
                        <a:srgbClr val="000000"/>
                      </a:solidFill>
                      <a:ea typeface="楷体" panose="02010609060101010101" pitchFamily="49" charset="-122"/>
                      <a:cs typeface="Times New Roman" panose="02020603050405020304" pitchFamily="18" charset="0"/>
                    </a:rPr>
                    <a:t>)</a:t>
                  </a:r>
                  <a:r>
                    <a:rPr lang="zh-CN" altLang="en-US" sz="2000" dirty="0">
                      <a:solidFill>
                        <a:srgbClr val="000000"/>
                      </a:solidFill>
                      <a:ea typeface="楷体" panose="02010609060101010101" pitchFamily="49" charset="-122"/>
                      <a:cs typeface="Times New Roman" panose="02020603050405020304" pitchFamily="18" charset="0"/>
                    </a:rPr>
                    <a:t>区</a:t>
                  </a:r>
                  <a:endParaRPr lang="zh-CN" altLang="en-US" sz="1500" dirty="0">
                    <a:solidFill>
                      <a:srgbClr val="000000"/>
                    </a:solidFill>
                    <a:ea typeface="楷体" panose="02010609060101010101" pitchFamily="49" charset="-122"/>
                    <a:cs typeface="Times New Roman" panose="02020603050405020304" pitchFamily="18" charset="0"/>
                  </a:endParaRPr>
                </a:p>
                <a:p>
                  <a:pPr algn="ctr"/>
                  <a:endParaRPr lang="zh-CN" altLang="en-US" sz="1500" dirty="0">
                    <a:ea typeface="楷体" panose="02010609060101010101" pitchFamily="49" charset="-122"/>
                    <a:cs typeface="Times New Roman" panose="02020603050405020304" pitchFamily="18" charset="0"/>
                  </a:endParaRPr>
                </a:p>
              </p:txBody>
            </p:sp>
            <p:sp>
              <p:nvSpPr>
                <p:cNvPr id="29713" name="Line 14"/>
                <p:cNvSpPr>
                  <a:spLocks noChangeShapeType="1"/>
                </p:cNvSpPr>
                <p:nvPr/>
              </p:nvSpPr>
              <p:spPr bwMode="auto">
                <a:xfrm>
                  <a:off x="3146" y="2651"/>
                  <a:ext cx="0" cy="267"/>
                </a:xfrm>
                <a:prstGeom prst="line">
                  <a:avLst/>
                </a:prstGeom>
                <a:noFill/>
                <a:ln w="25400">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zh-CN" altLang="en-US"/>
                </a:p>
              </p:txBody>
            </p:sp>
            <p:sp>
              <p:nvSpPr>
                <p:cNvPr id="29714" name="Line 15"/>
                <p:cNvSpPr>
                  <a:spLocks noChangeShapeType="1"/>
                </p:cNvSpPr>
                <p:nvPr/>
              </p:nvSpPr>
              <p:spPr bwMode="auto">
                <a:xfrm flipV="1">
                  <a:off x="3144" y="3027"/>
                  <a:ext cx="0" cy="266"/>
                </a:xfrm>
                <a:prstGeom prst="line">
                  <a:avLst/>
                </a:prstGeom>
                <a:noFill/>
                <a:ln w="25400">
                  <a:solidFill>
                    <a:schemeClr val="tx1"/>
                  </a:solidFill>
                  <a:round/>
                  <a:headEnd/>
                  <a:tailEnd type="stealth" w="med" len="lg"/>
                </a:ln>
                <a:extLst>
                  <a:ext uri="{909E8E84-426E-40DD-AFC4-6F175D3DCCD1}">
                    <a14:hiddenFill xmlns:a14="http://schemas.microsoft.com/office/drawing/2010/main">
                      <a:noFill/>
                    </a14:hiddenFill>
                  </a:ext>
                </a:extLst>
              </p:spPr>
              <p:txBody>
                <a:bodyPr/>
                <a:lstStyle/>
                <a:p>
                  <a:endParaRPr lang="zh-CN" altLang="en-US"/>
                </a:p>
              </p:txBody>
            </p:sp>
          </p:grpSp>
          <p:sp>
            <p:nvSpPr>
              <p:cNvPr id="29700" name="Rectangle 18"/>
              <p:cNvSpPr>
                <a:spLocks noChangeArrowheads="1"/>
              </p:cNvSpPr>
              <p:nvPr/>
            </p:nvSpPr>
            <p:spPr bwMode="auto">
              <a:xfrm rot="10800000">
                <a:off x="3406404" y="2281785"/>
                <a:ext cx="490537" cy="195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8580" tIns="34290" rIns="68580" bIns="3429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r" eaLnBrk="1" hangingPunct="1"/>
                <a:r>
                  <a:rPr lang="zh-CN" altLang="en-US" sz="2000" dirty="0">
                    <a:ea typeface="楷体" panose="02010609060101010101" pitchFamily="49" charset="-122"/>
                    <a:cs typeface="Times New Roman" panose="02020603050405020304" pitchFamily="18" charset="0"/>
                  </a:rPr>
                  <a:t>动</a:t>
                </a:r>
                <a:endParaRPr lang="en-US" altLang="zh-CN" sz="2000" dirty="0">
                  <a:ea typeface="楷体" panose="02010609060101010101" pitchFamily="49" charset="-122"/>
                  <a:cs typeface="Times New Roman" panose="02020603050405020304" pitchFamily="18" charset="0"/>
                </a:endParaRPr>
              </a:p>
              <a:p>
                <a:pPr algn="r" eaLnBrk="1" hangingPunct="1"/>
                <a:r>
                  <a:rPr lang="zh-CN" altLang="en-US" sz="2000" dirty="0">
                    <a:ea typeface="楷体" panose="02010609060101010101" pitchFamily="49" charset="-122"/>
                    <a:cs typeface="Times New Roman" panose="02020603050405020304" pitchFamily="18" charset="0"/>
                  </a:rPr>
                  <a:t>态</a:t>
                </a:r>
                <a:endParaRPr lang="en-US" altLang="zh-CN" sz="2000" dirty="0">
                  <a:ea typeface="楷体" panose="02010609060101010101" pitchFamily="49" charset="-122"/>
                  <a:cs typeface="Times New Roman" panose="02020603050405020304" pitchFamily="18" charset="0"/>
                </a:endParaRPr>
              </a:p>
              <a:p>
                <a:pPr algn="r" eaLnBrk="1" hangingPunct="1"/>
                <a:r>
                  <a:rPr lang="zh-CN" altLang="en-US" sz="2000" dirty="0">
                    <a:ea typeface="楷体" panose="02010609060101010101" pitchFamily="49" charset="-122"/>
                    <a:cs typeface="Times New Roman" panose="02020603050405020304" pitchFamily="18" charset="0"/>
                  </a:rPr>
                  <a:t>数</a:t>
                </a:r>
                <a:endParaRPr lang="en-US" altLang="zh-CN" sz="2000" dirty="0">
                  <a:ea typeface="楷体" panose="02010609060101010101" pitchFamily="49" charset="-122"/>
                  <a:cs typeface="Times New Roman" panose="02020603050405020304" pitchFamily="18" charset="0"/>
                </a:endParaRPr>
              </a:p>
              <a:p>
                <a:pPr algn="r" eaLnBrk="1" hangingPunct="1"/>
                <a:r>
                  <a:rPr lang="zh-CN" altLang="en-US" sz="2000" dirty="0">
                    <a:ea typeface="楷体" panose="02010609060101010101" pitchFamily="49" charset="-122"/>
                    <a:cs typeface="Times New Roman" panose="02020603050405020304" pitchFamily="18" charset="0"/>
                  </a:rPr>
                  <a:t>据</a:t>
                </a:r>
                <a:endParaRPr lang="en-US" altLang="zh-CN" sz="2000" dirty="0">
                  <a:ea typeface="楷体" panose="02010609060101010101" pitchFamily="49" charset="-122"/>
                  <a:cs typeface="Times New Roman" panose="02020603050405020304" pitchFamily="18" charset="0"/>
                </a:endParaRPr>
              </a:p>
              <a:p>
                <a:pPr algn="r" eaLnBrk="1" hangingPunct="1"/>
                <a:r>
                  <a:rPr lang="zh-CN" altLang="en-US" sz="2000" dirty="0">
                    <a:ea typeface="楷体" panose="02010609060101010101" pitchFamily="49" charset="-122"/>
                    <a:cs typeface="Times New Roman" panose="02020603050405020304" pitchFamily="18" charset="0"/>
                  </a:rPr>
                  <a:t>区</a:t>
                </a:r>
                <a:endParaRPr lang="en-US" altLang="zh-CN" sz="2000" dirty="0">
                  <a:ea typeface="楷体" panose="02010609060101010101" pitchFamily="49" charset="-122"/>
                  <a:cs typeface="Times New Roman" panose="02020603050405020304" pitchFamily="18" charset="0"/>
                </a:endParaRPr>
              </a:p>
              <a:p>
                <a:pPr algn="r" eaLnBrk="1" hangingPunct="1"/>
                <a:r>
                  <a:rPr lang="zh-CN" altLang="en-US" sz="2000" dirty="0">
                    <a:ea typeface="楷体" panose="02010609060101010101" pitchFamily="49" charset="-122"/>
                    <a:cs typeface="Times New Roman" panose="02020603050405020304" pitchFamily="18" charset="0"/>
                  </a:rPr>
                  <a:t>域</a:t>
                </a:r>
              </a:p>
            </p:txBody>
          </p:sp>
          <p:sp>
            <p:nvSpPr>
              <p:cNvPr id="29701" name="Rectangle 9"/>
              <p:cNvSpPr>
                <a:spLocks noChangeArrowheads="1"/>
              </p:cNvSpPr>
              <p:nvPr/>
            </p:nvSpPr>
            <p:spPr bwMode="auto">
              <a:xfrm rot="10800000">
                <a:off x="3823892" y="3006725"/>
                <a:ext cx="1962153" cy="447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6210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2000" dirty="0">
                    <a:ea typeface="楷体" panose="02010609060101010101" pitchFamily="49" charset="-122"/>
                    <a:cs typeface="Times New Roman" panose="02020603050405020304" pitchFamily="18" charset="0"/>
                  </a:rPr>
                  <a:t>空闲内存</a:t>
                </a:r>
              </a:p>
            </p:txBody>
          </p:sp>
        </p:grpSp>
        <p:sp>
          <p:nvSpPr>
            <p:cNvPr id="29702" name="Line 11"/>
            <p:cNvSpPr>
              <a:spLocks noChangeShapeType="1"/>
            </p:cNvSpPr>
            <p:nvPr/>
          </p:nvSpPr>
          <p:spPr bwMode="auto">
            <a:xfrm>
              <a:off x="3779838" y="2330253"/>
              <a:ext cx="0" cy="189706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grpSp>
      <p:sp>
        <p:nvSpPr>
          <p:cNvPr id="2" name="文本框 1">
            <a:extLst>
              <a:ext uri="{FF2B5EF4-FFF2-40B4-BE49-F238E27FC236}">
                <a16:creationId xmlns:a16="http://schemas.microsoft.com/office/drawing/2014/main" id="{5C34FADD-CB31-4A89-AAF7-DB40345F0BD2}"/>
              </a:ext>
            </a:extLst>
          </p:cNvPr>
          <p:cNvSpPr txBox="1"/>
          <p:nvPr/>
        </p:nvSpPr>
        <p:spPr>
          <a:xfrm>
            <a:off x="2394864" y="3941645"/>
            <a:ext cx="936104" cy="338554"/>
          </a:xfrm>
          <a:prstGeom prst="rect">
            <a:avLst/>
          </a:prstGeom>
          <a:noFill/>
        </p:spPr>
        <p:txBody>
          <a:bodyPr wrap="square" rtlCol="0">
            <a:spAutoFit/>
          </a:bodyPr>
          <a:lstStyle/>
          <a:p>
            <a:pPr algn="ctr"/>
            <a:r>
              <a:rPr lang="zh-CN" altLang="en-US" sz="1600" dirty="0"/>
              <a:t>低地址</a:t>
            </a:r>
          </a:p>
        </p:txBody>
      </p:sp>
      <p:sp>
        <p:nvSpPr>
          <p:cNvPr id="20" name="文本框 19">
            <a:extLst>
              <a:ext uri="{FF2B5EF4-FFF2-40B4-BE49-F238E27FC236}">
                <a16:creationId xmlns:a16="http://schemas.microsoft.com/office/drawing/2014/main" id="{4CA5A288-54D6-4C50-A965-24CED983F4B9}"/>
              </a:ext>
            </a:extLst>
          </p:cNvPr>
          <p:cNvSpPr txBox="1"/>
          <p:nvPr/>
        </p:nvSpPr>
        <p:spPr>
          <a:xfrm>
            <a:off x="2410733" y="946132"/>
            <a:ext cx="936104" cy="338554"/>
          </a:xfrm>
          <a:prstGeom prst="rect">
            <a:avLst/>
          </a:prstGeom>
          <a:noFill/>
        </p:spPr>
        <p:txBody>
          <a:bodyPr wrap="square" rtlCol="0">
            <a:spAutoFit/>
          </a:bodyPr>
          <a:lstStyle/>
          <a:p>
            <a:pPr algn="ctr"/>
            <a:r>
              <a:rPr lang="zh-CN" altLang="en-US" sz="1600" dirty="0"/>
              <a:t>高地址</a:t>
            </a:r>
          </a:p>
        </p:txBody>
      </p:sp>
      <p:grpSp>
        <p:nvGrpSpPr>
          <p:cNvPr id="24" name="组合 23">
            <a:extLst>
              <a:ext uri="{FF2B5EF4-FFF2-40B4-BE49-F238E27FC236}">
                <a16:creationId xmlns:a16="http://schemas.microsoft.com/office/drawing/2014/main" id="{8E127092-1D9F-46CB-8F5B-F26A661BA581}"/>
              </a:ext>
            </a:extLst>
          </p:cNvPr>
          <p:cNvGrpSpPr/>
          <p:nvPr/>
        </p:nvGrpSpPr>
        <p:grpSpPr>
          <a:xfrm>
            <a:off x="5856097" y="3208140"/>
            <a:ext cx="1824053" cy="1000125"/>
            <a:chOff x="5940152" y="1303887"/>
            <a:chExt cx="1824053" cy="1000125"/>
          </a:xfrm>
        </p:grpSpPr>
        <p:sp>
          <p:nvSpPr>
            <p:cNvPr id="25" name="右大括号 24">
              <a:extLst>
                <a:ext uri="{FF2B5EF4-FFF2-40B4-BE49-F238E27FC236}">
                  <a16:creationId xmlns:a16="http://schemas.microsoft.com/office/drawing/2014/main" id="{EFEA1510-305A-48F2-863E-1894EC36165E}"/>
                </a:ext>
              </a:extLst>
            </p:cNvPr>
            <p:cNvSpPr/>
            <p:nvPr/>
          </p:nvSpPr>
          <p:spPr>
            <a:xfrm>
              <a:off x="5940152" y="1303887"/>
              <a:ext cx="159455" cy="1000125"/>
            </a:xfrm>
            <a:prstGeom prst="rightBrace">
              <a:avLst>
                <a:gd name="adj1" fmla="val 8333"/>
                <a:gd name="adj2" fmla="val 51992"/>
              </a:avLst>
            </a:prstGeom>
            <a:ln w="1905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solidFill>
                  <a:srgbClr val="0070C0"/>
                </a:solidFill>
              </a:endParaRPr>
            </a:p>
          </p:txBody>
        </p:sp>
        <p:sp>
          <p:nvSpPr>
            <p:cNvPr id="26" name="文本框 25">
              <a:extLst>
                <a:ext uri="{FF2B5EF4-FFF2-40B4-BE49-F238E27FC236}">
                  <a16:creationId xmlns:a16="http://schemas.microsoft.com/office/drawing/2014/main" id="{294313B6-E4A4-4445-8BE3-97CC1E01EE95}"/>
                </a:ext>
              </a:extLst>
            </p:cNvPr>
            <p:cNvSpPr txBox="1"/>
            <p:nvPr/>
          </p:nvSpPr>
          <p:spPr>
            <a:xfrm>
              <a:off x="6051459" y="1629339"/>
              <a:ext cx="1712746" cy="400110"/>
            </a:xfrm>
            <a:prstGeom prst="rect">
              <a:avLst/>
            </a:prstGeom>
            <a:noFill/>
          </p:spPr>
          <p:txBody>
            <a:bodyPr wrap="square" rtlCol="0">
              <a:spAutoFit/>
            </a:bodyPr>
            <a:lstStyle/>
            <a:p>
              <a:r>
                <a:rPr lang="zh-CN" altLang="en-US" sz="2000" dirty="0">
                  <a:solidFill>
                    <a:srgbClr val="0070C0"/>
                  </a:solidFill>
                  <a:latin typeface="+mn-ea"/>
                  <a:ea typeface="+mn-ea"/>
                </a:rPr>
                <a:t>编译时确定</a:t>
              </a:r>
            </a:p>
          </p:txBody>
        </p:sp>
      </p:grpSp>
      <p:grpSp>
        <p:nvGrpSpPr>
          <p:cNvPr id="27" name="组合 26">
            <a:extLst>
              <a:ext uri="{FF2B5EF4-FFF2-40B4-BE49-F238E27FC236}">
                <a16:creationId xmlns:a16="http://schemas.microsoft.com/office/drawing/2014/main" id="{6B14C157-BBF1-4BA6-80E8-101A1736E95E}"/>
              </a:ext>
            </a:extLst>
          </p:cNvPr>
          <p:cNvGrpSpPr/>
          <p:nvPr/>
        </p:nvGrpSpPr>
        <p:grpSpPr>
          <a:xfrm>
            <a:off x="5845902" y="1281286"/>
            <a:ext cx="1787940" cy="1879652"/>
            <a:chOff x="5940151" y="1303887"/>
            <a:chExt cx="1787940" cy="1879652"/>
          </a:xfrm>
        </p:grpSpPr>
        <p:sp>
          <p:nvSpPr>
            <p:cNvPr id="28" name="右大括号 27">
              <a:extLst>
                <a:ext uri="{FF2B5EF4-FFF2-40B4-BE49-F238E27FC236}">
                  <a16:creationId xmlns:a16="http://schemas.microsoft.com/office/drawing/2014/main" id="{C43BB710-A6ED-45BF-BDF0-162981B24384}"/>
                </a:ext>
              </a:extLst>
            </p:cNvPr>
            <p:cNvSpPr/>
            <p:nvPr/>
          </p:nvSpPr>
          <p:spPr>
            <a:xfrm>
              <a:off x="5940151" y="1303887"/>
              <a:ext cx="169413" cy="1879652"/>
            </a:xfrm>
            <a:prstGeom prst="rightBrace">
              <a:avLst>
                <a:gd name="adj1" fmla="val 8333"/>
                <a:gd name="adj2" fmla="val 51992"/>
              </a:avLst>
            </a:prstGeom>
            <a:ln w="1905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solidFill>
                  <a:srgbClr val="0070C0"/>
                </a:solidFill>
              </a:endParaRPr>
            </a:p>
          </p:txBody>
        </p:sp>
        <p:sp>
          <p:nvSpPr>
            <p:cNvPr id="29" name="文本框 28">
              <a:extLst>
                <a:ext uri="{FF2B5EF4-FFF2-40B4-BE49-F238E27FC236}">
                  <a16:creationId xmlns:a16="http://schemas.microsoft.com/office/drawing/2014/main" id="{2793CABA-C9B3-4ED4-B22B-D4551A91E18E}"/>
                </a:ext>
              </a:extLst>
            </p:cNvPr>
            <p:cNvSpPr txBox="1"/>
            <p:nvPr/>
          </p:nvSpPr>
          <p:spPr>
            <a:xfrm>
              <a:off x="6109565" y="2092970"/>
              <a:ext cx="1618526" cy="400110"/>
            </a:xfrm>
            <a:prstGeom prst="rect">
              <a:avLst/>
            </a:prstGeom>
            <a:noFill/>
          </p:spPr>
          <p:txBody>
            <a:bodyPr wrap="square" rtlCol="0">
              <a:spAutoFit/>
            </a:bodyPr>
            <a:lstStyle/>
            <a:p>
              <a:r>
                <a:rPr lang="zh-CN" altLang="en-US" sz="2000" dirty="0">
                  <a:solidFill>
                    <a:srgbClr val="0070C0"/>
                  </a:solidFill>
                  <a:latin typeface="+mn-ea"/>
                  <a:ea typeface="+mn-ea"/>
                </a:rPr>
                <a:t>运行时分配</a:t>
              </a:r>
            </a:p>
          </p:txBody>
        </p:sp>
      </p:grpSp>
      <p:sp>
        <p:nvSpPr>
          <p:cNvPr id="30" name="矩形 29">
            <a:extLst>
              <a:ext uri="{FF2B5EF4-FFF2-40B4-BE49-F238E27FC236}">
                <a16:creationId xmlns:a16="http://schemas.microsoft.com/office/drawing/2014/main" id="{9AE668AA-4BC7-47C3-8BE9-35E5323D4986}"/>
              </a:ext>
            </a:extLst>
          </p:cNvPr>
          <p:cNvSpPr/>
          <p:nvPr/>
        </p:nvSpPr>
        <p:spPr>
          <a:xfrm>
            <a:off x="2351557" y="4463140"/>
            <a:ext cx="4440886" cy="4333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latin typeface="Arial" panose="020B0604020202020204" pitchFamily="34" charset="0"/>
                <a:cs typeface="Arial" panose="020B0604020202020204" pitchFamily="34" charset="0"/>
              </a:rPr>
              <a:t>Linux</a:t>
            </a:r>
            <a:r>
              <a:rPr lang="zh-CN" altLang="en-US" sz="1600" dirty="0">
                <a:solidFill>
                  <a:schemeClr val="tx1"/>
                </a:solidFill>
                <a:latin typeface="Arial" panose="020B0604020202020204" pitchFamily="34" charset="0"/>
                <a:cs typeface="Arial" panose="020B0604020202020204" pitchFamily="34" charset="0"/>
              </a:rPr>
              <a:t>操作系统编译器的可能内存管理</a:t>
            </a:r>
          </a:p>
        </p:txBody>
      </p:sp>
      <p:grpSp>
        <p:nvGrpSpPr>
          <p:cNvPr id="10" name="组合 9">
            <a:extLst>
              <a:ext uri="{FF2B5EF4-FFF2-40B4-BE49-F238E27FC236}">
                <a16:creationId xmlns:a16="http://schemas.microsoft.com/office/drawing/2014/main" id="{7B5E9343-0EAB-4B69-9FDE-426950C3A31E}"/>
              </a:ext>
            </a:extLst>
          </p:cNvPr>
          <p:cNvGrpSpPr/>
          <p:nvPr/>
        </p:nvGrpSpPr>
        <p:grpSpPr>
          <a:xfrm>
            <a:off x="924322" y="1352892"/>
            <a:ext cx="2315477" cy="707886"/>
            <a:chOff x="924322" y="1352892"/>
            <a:chExt cx="2315477" cy="707886"/>
          </a:xfrm>
        </p:grpSpPr>
        <p:cxnSp>
          <p:nvCxnSpPr>
            <p:cNvPr id="7" name="直接连接符 6">
              <a:extLst>
                <a:ext uri="{FF2B5EF4-FFF2-40B4-BE49-F238E27FC236}">
                  <a16:creationId xmlns:a16="http://schemas.microsoft.com/office/drawing/2014/main" id="{EDB7EFB4-29B5-4A8C-A9B8-98BD76B7B0D7}"/>
                </a:ext>
              </a:extLst>
            </p:cNvPr>
            <p:cNvCxnSpPr/>
            <p:nvPr/>
          </p:nvCxnSpPr>
          <p:spPr>
            <a:xfrm flipH="1">
              <a:off x="2946260" y="1607020"/>
              <a:ext cx="293539" cy="0"/>
            </a:xfrm>
            <a:prstGeom prst="line">
              <a:avLst/>
            </a:prstGeom>
            <a:ln w="19050">
              <a:solidFill>
                <a:srgbClr val="0070C0"/>
              </a:solidFill>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C46BA074-D607-411F-9B2F-0DA67301F0C9}"/>
                </a:ext>
              </a:extLst>
            </p:cNvPr>
            <p:cNvSpPr txBox="1"/>
            <p:nvPr/>
          </p:nvSpPr>
          <p:spPr>
            <a:xfrm>
              <a:off x="924322" y="1352892"/>
              <a:ext cx="2167756" cy="707886"/>
            </a:xfrm>
            <a:prstGeom prst="rect">
              <a:avLst/>
            </a:prstGeom>
            <a:noFill/>
          </p:spPr>
          <p:txBody>
            <a:bodyPr wrap="square" rtlCol="0">
              <a:spAutoFit/>
            </a:bodyPr>
            <a:lstStyle/>
            <a:p>
              <a:pPr algn="ctr"/>
              <a:r>
                <a:rPr lang="zh-CN" altLang="en-US" sz="2000" dirty="0">
                  <a:solidFill>
                    <a:srgbClr val="0070C0"/>
                  </a:solidFill>
                  <a:latin typeface="华文楷体" panose="02010600040101010101" pitchFamily="2" charset="-122"/>
                  <a:ea typeface="华文楷体" panose="02010600040101010101" pitchFamily="2" charset="-122"/>
                </a:rPr>
                <a:t>与过程同生命</a:t>
              </a:r>
              <a:endParaRPr lang="en-US" altLang="zh-CN" sz="2000" dirty="0">
                <a:solidFill>
                  <a:srgbClr val="0070C0"/>
                </a:solidFill>
                <a:latin typeface="华文楷体" panose="02010600040101010101" pitchFamily="2" charset="-122"/>
                <a:ea typeface="华文楷体" panose="02010600040101010101" pitchFamily="2" charset="-122"/>
              </a:endParaRPr>
            </a:p>
            <a:p>
              <a:pPr algn="ctr"/>
              <a:r>
                <a:rPr lang="zh-CN" altLang="en-US" sz="2000" dirty="0">
                  <a:solidFill>
                    <a:srgbClr val="0070C0"/>
                  </a:solidFill>
                  <a:latin typeface="华文楷体" panose="02010600040101010101" pitchFamily="2" charset="-122"/>
                  <a:ea typeface="华文楷体" panose="02010600040101010101" pitchFamily="2" charset="-122"/>
                </a:rPr>
                <a:t>周期的数据</a:t>
              </a:r>
            </a:p>
          </p:txBody>
        </p:sp>
      </p:grpSp>
      <p:grpSp>
        <p:nvGrpSpPr>
          <p:cNvPr id="39" name="组合 38">
            <a:extLst>
              <a:ext uri="{FF2B5EF4-FFF2-40B4-BE49-F238E27FC236}">
                <a16:creationId xmlns:a16="http://schemas.microsoft.com/office/drawing/2014/main" id="{D0E252C0-8E68-4446-86D6-8E821791BD69}"/>
              </a:ext>
            </a:extLst>
          </p:cNvPr>
          <p:cNvGrpSpPr/>
          <p:nvPr/>
        </p:nvGrpSpPr>
        <p:grpSpPr>
          <a:xfrm>
            <a:off x="1126007" y="2583944"/>
            <a:ext cx="2093739" cy="707886"/>
            <a:chOff x="1187624" y="2553230"/>
            <a:chExt cx="2093739" cy="707886"/>
          </a:xfrm>
        </p:grpSpPr>
        <p:cxnSp>
          <p:nvCxnSpPr>
            <p:cNvPr id="40" name="直接连接符 39">
              <a:extLst>
                <a:ext uri="{FF2B5EF4-FFF2-40B4-BE49-F238E27FC236}">
                  <a16:creationId xmlns:a16="http://schemas.microsoft.com/office/drawing/2014/main" id="{D96A9726-01CA-4A64-93A0-5DD90D55CB43}"/>
                </a:ext>
              </a:extLst>
            </p:cNvPr>
            <p:cNvCxnSpPr/>
            <p:nvPr/>
          </p:nvCxnSpPr>
          <p:spPr>
            <a:xfrm flipH="1">
              <a:off x="2987824" y="2921659"/>
              <a:ext cx="293539" cy="0"/>
            </a:xfrm>
            <a:prstGeom prst="line">
              <a:avLst/>
            </a:prstGeom>
            <a:ln w="19050">
              <a:solidFill>
                <a:srgbClr val="0070C0"/>
              </a:solidFill>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DA7ADB7E-483F-4209-A792-682390351969}"/>
                </a:ext>
              </a:extLst>
            </p:cNvPr>
            <p:cNvSpPr txBox="1"/>
            <p:nvPr/>
          </p:nvSpPr>
          <p:spPr>
            <a:xfrm>
              <a:off x="1187624" y="2553230"/>
              <a:ext cx="1904454" cy="707886"/>
            </a:xfrm>
            <a:prstGeom prst="rect">
              <a:avLst/>
            </a:prstGeom>
            <a:noFill/>
          </p:spPr>
          <p:txBody>
            <a:bodyPr wrap="square" rtlCol="0">
              <a:spAutoFit/>
            </a:bodyPr>
            <a:lstStyle/>
            <a:p>
              <a:pPr algn="ctr"/>
              <a:r>
                <a:rPr lang="zh-CN" altLang="en-US" sz="2000" dirty="0">
                  <a:solidFill>
                    <a:srgbClr val="0070C0"/>
                  </a:solidFill>
                  <a:latin typeface="楷体" panose="02010609060101010101" pitchFamily="49" charset="-122"/>
                  <a:ea typeface="楷体" panose="02010609060101010101" pitchFamily="49" charset="-122"/>
                </a:rPr>
                <a:t>长生命周期的数据</a:t>
              </a:r>
            </a:p>
          </p:txBody>
        </p:sp>
      </p:grpSp>
    </p:spTree>
    <p:extLst>
      <p:ext uri="{BB962C8B-B14F-4D97-AF65-F5344CB8AC3E}">
        <p14:creationId xmlns:p14="http://schemas.microsoft.com/office/powerpoint/2010/main" val="2504360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down)">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down)">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down)">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wipe(down)">
                                      <p:cBhvr>
                                        <p:cTn id="22"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4803" name="Rectangle 3"/>
          <p:cNvSpPr>
            <a:spLocks noGrp="1" noChangeArrowheads="1"/>
          </p:cNvSpPr>
          <p:nvPr>
            <p:ph idx="1"/>
          </p:nvPr>
        </p:nvSpPr>
        <p:spPr>
          <a:xfrm>
            <a:off x="428625" y="846138"/>
            <a:ext cx="8215313" cy="3957637"/>
          </a:xfrm>
        </p:spPr>
        <p:txBody>
          <a:bodyPr/>
          <a:lstStyle/>
          <a:p>
            <a:pPr eaLnBrk="1" hangingPunct="1">
              <a:lnSpc>
                <a:spcPts val="4000"/>
              </a:lnSpc>
              <a:buClrTx/>
              <a:buFont typeface="Wingdings" panose="05000000000000000000" pitchFamily="2" charset="2"/>
              <a:buChar char="Ø"/>
              <a:defRPr/>
            </a:pPr>
            <a:r>
              <a:rPr lang="zh-CN" altLang="en-US" sz="2500" b="1" dirty="0">
                <a:solidFill>
                  <a:schemeClr val="tx1"/>
                </a:solidFill>
                <a:cs typeface="Times New Roman" panose="02020603050405020304" pitchFamily="18" charset="0"/>
              </a:rPr>
              <a:t>使用</a:t>
            </a:r>
            <a:r>
              <a:rPr lang="zh-CN" altLang="en-US" sz="2500" b="1" dirty="0">
                <a:solidFill>
                  <a:schemeClr val="tx2">
                    <a:lumMod val="60000"/>
                    <a:lumOff val="40000"/>
                  </a:schemeClr>
                </a:solidFill>
                <a:cs typeface="Times New Roman" panose="02020603050405020304" pitchFamily="18" charset="0"/>
              </a:rPr>
              <a:t>过程</a:t>
            </a:r>
            <a:r>
              <a:rPr lang="en-US" altLang="zh-CN" sz="2500" b="1" dirty="0">
                <a:solidFill>
                  <a:schemeClr val="tx1"/>
                </a:solidFill>
                <a:cs typeface="Times New Roman" panose="02020603050405020304" pitchFamily="18" charset="0"/>
              </a:rPr>
              <a:t>(</a:t>
            </a:r>
            <a:r>
              <a:rPr lang="zh-CN" altLang="en-US" sz="2500" b="1" dirty="0">
                <a:solidFill>
                  <a:schemeClr val="tx1"/>
                </a:solidFill>
                <a:cs typeface="Times New Roman" panose="02020603050405020304" pitchFamily="18" charset="0"/>
              </a:rPr>
              <a:t>或</a:t>
            </a:r>
            <a:r>
              <a:rPr lang="zh-CN" altLang="en-US" sz="2500" b="1" dirty="0">
                <a:solidFill>
                  <a:schemeClr val="tx2">
                    <a:lumMod val="60000"/>
                    <a:lumOff val="40000"/>
                  </a:schemeClr>
                </a:solidFill>
                <a:cs typeface="Times New Roman" panose="02020603050405020304" pitchFamily="18" charset="0"/>
              </a:rPr>
              <a:t>函数</a:t>
            </a:r>
            <a:r>
              <a:rPr lang="zh-CN" altLang="en-US" sz="2500" b="1" dirty="0">
                <a:solidFill>
                  <a:schemeClr val="tx1"/>
                </a:solidFill>
                <a:cs typeface="Times New Roman" panose="02020603050405020304" pitchFamily="18" charset="0"/>
              </a:rPr>
              <a:t>、</a:t>
            </a:r>
            <a:r>
              <a:rPr lang="zh-CN" altLang="en-US" sz="2500" b="1" dirty="0">
                <a:solidFill>
                  <a:schemeClr val="tx2">
                    <a:lumMod val="60000"/>
                    <a:lumOff val="40000"/>
                  </a:schemeClr>
                </a:solidFill>
                <a:cs typeface="Times New Roman" panose="02020603050405020304" pitchFamily="18" charset="0"/>
              </a:rPr>
              <a:t>方法</a:t>
            </a:r>
            <a:r>
              <a:rPr lang="en-US" altLang="zh-CN" sz="2500" b="1" dirty="0">
                <a:solidFill>
                  <a:schemeClr val="tx1"/>
                </a:solidFill>
                <a:cs typeface="Times New Roman" panose="02020603050405020304" pitchFamily="18" charset="0"/>
              </a:rPr>
              <a:t>)</a:t>
            </a:r>
            <a:r>
              <a:rPr lang="zh-CN" altLang="en-US" sz="2500" b="1" dirty="0">
                <a:solidFill>
                  <a:schemeClr val="tx1"/>
                </a:solidFill>
                <a:cs typeface="Times New Roman" panose="02020603050405020304" pitchFamily="18" charset="0"/>
              </a:rPr>
              <a:t>作为用户自定义动作的单元的语言，其编译器通常</a:t>
            </a:r>
            <a:r>
              <a:rPr lang="zh-CN" altLang="en-US" sz="2500" b="1" dirty="0">
                <a:solidFill>
                  <a:schemeClr val="tx2">
                    <a:lumMod val="60000"/>
                    <a:lumOff val="40000"/>
                  </a:schemeClr>
                </a:solidFill>
                <a:cs typeface="Times New Roman" panose="02020603050405020304" pitchFamily="18" charset="0"/>
              </a:rPr>
              <a:t>以</a:t>
            </a:r>
            <a:r>
              <a:rPr lang="zh-CN" altLang="en-US" sz="2500" b="1" dirty="0">
                <a:solidFill>
                  <a:srgbClr val="FF0000"/>
                </a:solidFill>
                <a:cs typeface="Times New Roman" panose="02020603050405020304" pitchFamily="18" charset="0"/>
              </a:rPr>
              <a:t>过程</a:t>
            </a:r>
            <a:r>
              <a:rPr lang="zh-CN" altLang="en-US" sz="2500" b="1" dirty="0">
                <a:solidFill>
                  <a:schemeClr val="tx2">
                    <a:lumMod val="60000"/>
                    <a:lumOff val="40000"/>
                  </a:schemeClr>
                </a:solidFill>
                <a:cs typeface="Times New Roman" panose="02020603050405020304" pitchFamily="18" charset="0"/>
              </a:rPr>
              <a:t>为单位分配存储空间</a:t>
            </a:r>
            <a:endParaRPr lang="en-US" altLang="zh-CN" sz="2500" b="1" dirty="0">
              <a:solidFill>
                <a:schemeClr val="tx2">
                  <a:lumMod val="60000"/>
                  <a:lumOff val="40000"/>
                </a:schemeClr>
              </a:solidFill>
              <a:cs typeface="Times New Roman" panose="02020603050405020304" pitchFamily="18" charset="0"/>
            </a:endParaRPr>
          </a:p>
          <a:p>
            <a:pPr eaLnBrk="1" hangingPunct="1">
              <a:lnSpc>
                <a:spcPts val="4000"/>
              </a:lnSpc>
              <a:buClrTx/>
              <a:buFont typeface="Wingdings" panose="05000000000000000000" pitchFamily="2" charset="2"/>
              <a:buChar char="Ø"/>
              <a:defRPr/>
            </a:pPr>
            <a:r>
              <a:rPr lang="zh-CN" altLang="en-US" sz="2500" b="1" dirty="0">
                <a:solidFill>
                  <a:schemeClr val="tx1"/>
                </a:solidFill>
                <a:cs typeface="Times New Roman" panose="02020603050405020304" pitchFamily="18" charset="0"/>
              </a:rPr>
              <a:t>过程体的每次执行称为该过程的一个</a:t>
            </a:r>
            <a:r>
              <a:rPr lang="zh-CN" altLang="en-US" sz="2500" b="1" dirty="0">
                <a:solidFill>
                  <a:srgbClr val="FF0000"/>
                </a:solidFill>
                <a:cs typeface="Times New Roman" panose="02020603050405020304" pitchFamily="18" charset="0"/>
              </a:rPr>
              <a:t>活动</a:t>
            </a:r>
            <a:r>
              <a:rPr lang="en-US" altLang="zh-CN" sz="2000" b="1" dirty="0">
                <a:solidFill>
                  <a:schemeClr val="tx1"/>
                </a:solidFill>
                <a:cs typeface="Times New Roman" panose="02020603050405020304" pitchFamily="18" charset="0"/>
              </a:rPr>
              <a:t>(</a:t>
            </a:r>
            <a:r>
              <a:rPr lang="en-US" altLang="zh-CN" sz="2000" b="1" i="1" dirty="0">
                <a:solidFill>
                  <a:schemeClr val="tx1"/>
                </a:solidFill>
                <a:cs typeface="Times New Roman" panose="02020603050405020304" pitchFamily="18" charset="0"/>
              </a:rPr>
              <a:t>activation</a:t>
            </a:r>
            <a:r>
              <a:rPr lang="en-US" altLang="zh-CN" sz="2000" b="1" dirty="0">
                <a:solidFill>
                  <a:schemeClr val="tx1"/>
                </a:solidFill>
                <a:cs typeface="Times New Roman" panose="02020603050405020304" pitchFamily="18" charset="0"/>
              </a:rPr>
              <a:t>)</a:t>
            </a:r>
          </a:p>
          <a:p>
            <a:pPr eaLnBrk="1" hangingPunct="1">
              <a:lnSpc>
                <a:spcPts val="4000"/>
              </a:lnSpc>
              <a:buClrTx/>
              <a:buFont typeface="Wingdings" panose="05000000000000000000" pitchFamily="2" charset="2"/>
              <a:buChar char="Ø"/>
              <a:defRPr/>
            </a:pPr>
            <a:r>
              <a:rPr lang="zh-CN" altLang="en-US" sz="2500" b="1" dirty="0">
                <a:solidFill>
                  <a:schemeClr val="tx1"/>
                </a:solidFill>
                <a:cs typeface="Times New Roman" panose="02020603050405020304" pitchFamily="18" charset="0"/>
              </a:rPr>
              <a:t>过程每执行一次，就为它分配一块连续存储区，用来管理过程一次执行所需的信息，这块连续存储区称为</a:t>
            </a:r>
            <a:r>
              <a:rPr lang="zh-CN" altLang="en-US" sz="2500" b="1" dirty="0">
                <a:solidFill>
                  <a:srgbClr val="FF0000"/>
                </a:solidFill>
                <a:cs typeface="Times New Roman" panose="02020603050405020304" pitchFamily="18" charset="0"/>
              </a:rPr>
              <a:t>活动记录</a:t>
            </a:r>
            <a:r>
              <a:rPr lang="en-US" altLang="zh-CN" b="1" dirty="0">
                <a:solidFill>
                  <a:schemeClr val="tx1"/>
                </a:solidFill>
                <a:cs typeface="Times New Roman" panose="02020603050405020304" pitchFamily="18" charset="0"/>
              </a:rPr>
              <a:t>( </a:t>
            </a:r>
            <a:r>
              <a:rPr lang="en-US" altLang="zh-CN" b="1" i="1" dirty="0">
                <a:solidFill>
                  <a:schemeClr val="tx1"/>
                </a:solidFill>
                <a:cs typeface="Times New Roman" panose="02020603050405020304" pitchFamily="18" charset="0"/>
              </a:rPr>
              <a:t>activation record </a:t>
            </a:r>
            <a:r>
              <a:rPr lang="en-US" altLang="zh-CN" b="1" dirty="0">
                <a:solidFill>
                  <a:schemeClr val="tx1"/>
                </a:solidFill>
                <a:cs typeface="Times New Roman" panose="02020603050405020304" pitchFamily="18" charset="0"/>
              </a:rPr>
              <a:t>)</a:t>
            </a:r>
            <a:endParaRPr lang="en-US" altLang="zh-CN" sz="2000" b="1" dirty="0">
              <a:solidFill>
                <a:schemeClr val="tx1"/>
              </a:solidFill>
              <a:cs typeface="Times New Roman" panose="02020603050405020304" pitchFamily="18" charset="0"/>
            </a:endParaRPr>
          </a:p>
        </p:txBody>
      </p:sp>
      <p:sp>
        <p:nvSpPr>
          <p:cNvPr id="31747"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rgbClr val="C00000"/>
                </a:solidFill>
                <a:latin typeface="微软雅黑" panose="020B0503020204020204" pitchFamily="34" charset="-122"/>
                <a:ea typeface="微软雅黑" panose="020B0503020204020204" pitchFamily="34" charset="-122"/>
                <a:cs typeface="Times New Roman" panose="02020603050405020304" pitchFamily="18" charset="0"/>
              </a:rPr>
              <a:t>活动记录</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0" fill="hold" nodeType="clickEffect">
                                  <p:stCondLst>
                                    <p:cond delay="0"/>
                                  </p:stCondLst>
                                  <p:childTnLst>
                                    <p:set>
                                      <p:cBhvr>
                                        <p:cTn id="6" dur="1" fill="hold">
                                          <p:stCondLst>
                                            <p:cond delay="0"/>
                                          </p:stCondLst>
                                        </p:cTn>
                                        <p:tgtEl>
                                          <p:spTgt spid="844803">
                                            <p:txEl>
                                              <p:pRg st="0" end="0"/>
                                            </p:txEl>
                                          </p:spTgt>
                                        </p:tgtEl>
                                        <p:attrNameLst>
                                          <p:attrName>style.visibility</p:attrName>
                                        </p:attrNameLst>
                                      </p:cBhvr>
                                      <p:to>
                                        <p:strVal val="visible"/>
                                      </p:to>
                                    </p:set>
                                    <p:anim calcmode="lin" valueType="num">
                                      <p:cBhvr>
                                        <p:cTn id="7" dur="500" fill="hold"/>
                                        <p:tgtEl>
                                          <p:spTgt spid="844803">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844803">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844803">
                                            <p:txEl>
                                              <p:pRg st="0" end="0"/>
                                            </p:txEl>
                                          </p:spTgt>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0" fill="hold" nodeType="clickEffect">
                                  <p:stCondLst>
                                    <p:cond delay="0"/>
                                  </p:stCondLst>
                                  <p:childTnLst>
                                    <p:set>
                                      <p:cBhvr>
                                        <p:cTn id="13" dur="1" fill="hold">
                                          <p:stCondLst>
                                            <p:cond delay="0"/>
                                          </p:stCondLst>
                                        </p:cTn>
                                        <p:tgtEl>
                                          <p:spTgt spid="844803">
                                            <p:txEl>
                                              <p:pRg st="1" end="1"/>
                                            </p:txEl>
                                          </p:spTgt>
                                        </p:tgtEl>
                                        <p:attrNameLst>
                                          <p:attrName>style.visibility</p:attrName>
                                        </p:attrNameLst>
                                      </p:cBhvr>
                                      <p:to>
                                        <p:strVal val="visible"/>
                                      </p:to>
                                    </p:set>
                                    <p:anim calcmode="lin" valueType="num">
                                      <p:cBhvr>
                                        <p:cTn id="14" dur="500" fill="hold"/>
                                        <p:tgtEl>
                                          <p:spTgt spid="844803">
                                            <p:txEl>
                                              <p:pRg st="1" end="1"/>
                                            </p:txEl>
                                          </p:spTgt>
                                        </p:tgtEl>
                                        <p:attrNameLst>
                                          <p:attrName>ppt_w</p:attrName>
                                        </p:attrNameLst>
                                      </p:cBhvr>
                                      <p:tavLst>
                                        <p:tav tm="0">
                                          <p:val>
                                            <p:fltVal val="0"/>
                                          </p:val>
                                        </p:tav>
                                        <p:tav tm="100000">
                                          <p:val>
                                            <p:strVal val="#ppt_w"/>
                                          </p:val>
                                        </p:tav>
                                      </p:tavLst>
                                    </p:anim>
                                    <p:anim calcmode="lin" valueType="num">
                                      <p:cBhvr>
                                        <p:cTn id="15" dur="500" fill="hold"/>
                                        <p:tgtEl>
                                          <p:spTgt spid="844803">
                                            <p:txEl>
                                              <p:pRg st="1" end="1"/>
                                            </p:txEl>
                                          </p:spTgt>
                                        </p:tgtEl>
                                        <p:attrNameLst>
                                          <p:attrName>ppt_h</p:attrName>
                                        </p:attrNameLst>
                                      </p:cBhvr>
                                      <p:tavLst>
                                        <p:tav tm="0">
                                          <p:val>
                                            <p:fltVal val="0"/>
                                          </p:val>
                                        </p:tav>
                                        <p:tav tm="100000">
                                          <p:val>
                                            <p:strVal val="#ppt_h"/>
                                          </p:val>
                                        </p:tav>
                                      </p:tavLst>
                                    </p:anim>
                                    <p:animEffect transition="in" filter="fade">
                                      <p:cBhvr>
                                        <p:cTn id="16" dur="500"/>
                                        <p:tgtEl>
                                          <p:spTgt spid="844803">
                                            <p:txEl>
                                              <p:pRg st="1" end="1"/>
                                            </p:txEl>
                                          </p:spTgt>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53" presetClass="entr" presetSubtype="0" fill="hold" nodeType="clickEffect">
                                  <p:stCondLst>
                                    <p:cond delay="0"/>
                                  </p:stCondLst>
                                  <p:childTnLst>
                                    <p:set>
                                      <p:cBhvr>
                                        <p:cTn id="20" dur="1" fill="hold">
                                          <p:stCondLst>
                                            <p:cond delay="0"/>
                                          </p:stCondLst>
                                        </p:cTn>
                                        <p:tgtEl>
                                          <p:spTgt spid="844803">
                                            <p:txEl>
                                              <p:pRg st="2" end="2"/>
                                            </p:txEl>
                                          </p:spTgt>
                                        </p:tgtEl>
                                        <p:attrNameLst>
                                          <p:attrName>style.visibility</p:attrName>
                                        </p:attrNameLst>
                                      </p:cBhvr>
                                      <p:to>
                                        <p:strVal val="visible"/>
                                      </p:to>
                                    </p:set>
                                    <p:anim calcmode="lin" valueType="num">
                                      <p:cBhvr>
                                        <p:cTn id="21" dur="500" fill="hold"/>
                                        <p:tgtEl>
                                          <p:spTgt spid="844803">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844803">
                                            <p:txEl>
                                              <p:pRg st="2" end="2"/>
                                            </p:txEl>
                                          </p:spTgt>
                                        </p:tgtEl>
                                        <p:attrNameLst>
                                          <p:attrName>ppt_h</p:attrName>
                                        </p:attrNameLst>
                                      </p:cBhvr>
                                      <p:tavLst>
                                        <p:tav tm="0">
                                          <p:val>
                                            <p:fltVal val="0"/>
                                          </p:val>
                                        </p:tav>
                                        <p:tav tm="100000">
                                          <p:val>
                                            <p:strVal val="#ppt_h"/>
                                          </p:val>
                                        </p:tav>
                                      </p:tavLst>
                                    </p:anim>
                                    <p:animEffect transition="in" filter="fade">
                                      <p:cBhvr>
                                        <p:cTn id="23" dur="500"/>
                                        <p:tgtEl>
                                          <p:spTgt spid="84480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活动记录的一般形式</a:t>
            </a:r>
          </a:p>
        </p:txBody>
      </p:sp>
      <p:grpSp>
        <p:nvGrpSpPr>
          <p:cNvPr id="33795" name="Group 3"/>
          <p:cNvGrpSpPr>
            <a:grpSpLocks/>
          </p:cNvGrpSpPr>
          <p:nvPr/>
        </p:nvGrpSpPr>
        <p:grpSpPr bwMode="auto">
          <a:xfrm>
            <a:off x="4248150" y="1214438"/>
            <a:ext cx="3443288" cy="2927350"/>
            <a:chOff x="1908" y="1357"/>
            <a:chExt cx="2076" cy="2414"/>
          </a:xfrm>
        </p:grpSpPr>
        <p:sp>
          <p:nvSpPr>
            <p:cNvPr id="33799" name="Rectangle 4"/>
            <p:cNvSpPr>
              <a:spLocks noChangeArrowheads="1"/>
            </p:cNvSpPr>
            <p:nvPr/>
          </p:nvSpPr>
          <p:spPr bwMode="auto">
            <a:xfrm>
              <a:off x="1908" y="1406"/>
              <a:ext cx="2076" cy="2341"/>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eaLnBrk="1" hangingPunct="1"/>
              <a:endParaRPr lang="zh-CN" altLang="en-US" sz="1800" b="0">
                <a:solidFill>
                  <a:srgbClr val="000000"/>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33800" name="Rectangle 5"/>
            <p:cNvSpPr>
              <a:spLocks noChangeArrowheads="1"/>
            </p:cNvSpPr>
            <p:nvPr/>
          </p:nvSpPr>
          <p:spPr bwMode="auto">
            <a:xfrm>
              <a:off x="1950" y="1357"/>
              <a:ext cx="1949" cy="4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2000">
                  <a:solidFill>
                    <a:srgbClr val="000000"/>
                  </a:solidFill>
                  <a:latin typeface="楷体" panose="02010609060101010101" pitchFamily="49" charset="-122"/>
                  <a:ea typeface="楷体" panose="02010609060101010101" pitchFamily="49" charset="-122"/>
                  <a:cs typeface="Times New Roman" panose="02020603050405020304" pitchFamily="18" charset="0"/>
                </a:rPr>
                <a:t>实 参</a:t>
              </a:r>
            </a:p>
          </p:txBody>
        </p:sp>
        <p:sp>
          <p:nvSpPr>
            <p:cNvPr id="33801" name="Line 6"/>
            <p:cNvSpPr>
              <a:spLocks noChangeShapeType="1"/>
            </p:cNvSpPr>
            <p:nvPr/>
          </p:nvSpPr>
          <p:spPr bwMode="auto">
            <a:xfrm>
              <a:off x="1935" y="1744"/>
              <a:ext cx="2021" cy="0"/>
            </a:xfrm>
            <a:prstGeom prst="line">
              <a:avLst/>
            </a:prstGeom>
            <a:noFill/>
            <a:ln w="25400">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4585" name="Rectangle 7"/>
            <p:cNvSpPr>
              <a:spLocks noChangeArrowheads="1"/>
            </p:cNvSpPr>
            <p:nvPr/>
          </p:nvSpPr>
          <p:spPr bwMode="auto">
            <a:xfrm>
              <a:off x="1952" y="3366"/>
              <a:ext cx="1949" cy="405"/>
            </a:xfrm>
            <a:prstGeom prst="rect">
              <a:avLst/>
            </a:prstGeom>
            <a:noFill/>
            <a:ln>
              <a:noFill/>
            </a:ln>
          </p:spPr>
          <p:txBody>
            <a:bodyPr tIns="82800"/>
            <a:lstStyle/>
            <a:p>
              <a:pPr algn="ctr">
                <a:defRPr/>
              </a:pPr>
              <a:r>
                <a:rPr lang="zh-CN" altLang="en-US" sz="2000" kern="0" dirty="0">
                  <a:solidFill>
                    <a:srgbClr val="000000"/>
                  </a:solidFill>
                  <a:latin typeface="楷体" pitchFamily="49" charset="-122"/>
                  <a:ea typeface="楷体" pitchFamily="49" charset="-122"/>
                </a:rPr>
                <a:t>临时变量</a:t>
              </a:r>
              <a:endParaRPr lang="zh-CN" altLang="en-US" sz="2000" dirty="0">
                <a:solidFill>
                  <a:prstClr val="black"/>
                </a:solidFill>
                <a:latin typeface="楷体" pitchFamily="49" charset="-122"/>
                <a:ea typeface="楷体" pitchFamily="49" charset="-122"/>
                <a:cs typeface="Times New Roman" pitchFamily="18" charset="0"/>
              </a:endParaRPr>
            </a:p>
          </p:txBody>
        </p:sp>
        <p:sp>
          <p:nvSpPr>
            <p:cNvPr id="33803" name="Rectangle 8"/>
            <p:cNvSpPr>
              <a:spLocks noChangeArrowheads="1"/>
            </p:cNvSpPr>
            <p:nvPr/>
          </p:nvSpPr>
          <p:spPr bwMode="auto">
            <a:xfrm>
              <a:off x="1952" y="1711"/>
              <a:ext cx="1949" cy="4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zh-CN" altLang="en-US" sz="2000">
                <a:solidFill>
                  <a:srgbClr val="000000"/>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33804" name="Line 9"/>
            <p:cNvSpPr>
              <a:spLocks noChangeShapeType="1"/>
            </p:cNvSpPr>
            <p:nvPr/>
          </p:nvSpPr>
          <p:spPr bwMode="auto">
            <a:xfrm>
              <a:off x="1921" y="2070"/>
              <a:ext cx="2057" cy="0"/>
            </a:xfrm>
            <a:prstGeom prst="line">
              <a:avLst/>
            </a:prstGeom>
            <a:noFill/>
            <a:ln w="25400">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33805" name="Line 10"/>
            <p:cNvSpPr>
              <a:spLocks noChangeShapeType="1"/>
            </p:cNvSpPr>
            <p:nvPr/>
          </p:nvSpPr>
          <p:spPr bwMode="auto">
            <a:xfrm>
              <a:off x="1922" y="3409"/>
              <a:ext cx="2034" cy="0"/>
            </a:xfrm>
            <a:prstGeom prst="line">
              <a:avLst/>
            </a:prstGeom>
            <a:noFill/>
            <a:ln w="25400">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33806" name="Rectangle 11"/>
            <p:cNvSpPr>
              <a:spLocks noChangeArrowheads="1"/>
            </p:cNvSpPr>
            <p:nvPr/>
          </p:nvSpPr>
          <p:spPr bwMode="auto">
            <a:xfrm>
              <a:off x="1964" y="2022"/>
              <a:ext cx="1950" cy="4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2000" dirty="0">
                  <a:solidFill>
                    <a:srgbClr val="000000"/>
                  </a:solidFill>
                  <a:latin typeface="楷体" panose="02010609060101010101" pitchFamily="49" charset="-122"/>
                  <a:ea typeface="楷体" panose="02010609060101010101" pitchFamily="49" charset="-122"/>
                  <a:cs typeface="Times New Roman" panose="02020603050405020304" pitchFamily="18" charset="0"/>
                </a:rPr>
                <a:t>控制链</a:t>
              </a:r>
            </a:p>
          </p:txBody>
        </p:sp>
        <p:sp>
          <p:nvSpPr>
            <p:cNvPr id="33807" name="Line 12"/>
            <p:cNvSpPr>
              <a:spLocks noChangeShapeType="1"/>
            </p:cNvSpPr>
            <p:nvPr/>
          </p:nvSpPr>
          <p:spPr bwMode="auto">
            <a:xfrm>
              <a:off x="1920" y="3071"/>
              <a:ext cx="2034" cy="0"/>
            </a:xfrm>
            <a:prstGeom prst="line">
              <a:avLst/>
            </a:prstGeom>
            <a:noFill/>
            <a:ln w="25400">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33808" name="Line 13"/>
            <p:cNvSpPr>
              <a:spLocks noChangeShapeType="1"/>
            </p:cNvSpPr>
            <p:nvPr/>
          </p:nvSpPr>
          <p:spPr bwMode="auto">
            <a:xfrm>
              <a:off x="1924" y="2733"/>
              <a:ext cx="2034" cy="0"/>
            </a:xfrm>
            <a:prstGeom prst="line">
              <a:avLst/>
            </a:prstGeom>
            <a:noFill/>
            <a:ln w="25400">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33809" name="Line 14"/>
            <p:cNvSpPr>
              <a:spLocks noChangeShapeType="1"/>
            </p:cNvSpPr>
            <p:nvPr/>
          </p:nvSpPr>
          <p:spPr bwMode="auto">
            <a:xfrm>
              <a:off x="1922" y="2382"/>
              <a:ext cx="2062" cy="0"/>
            </a:xfrm>
            <a:prstGeom prst="line">
              <a:avLst/>
            </a:prstGeom>
            <a:noFill/>
            <a:ln w="25400">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33810" name="Rectangle 15"/>
            <p:cNvSpPr>
              <a:spLocks noChangeArrowheads="1"/>
            </p:cNvSpPr>
            <p:nvPr/>
          </p:nvSpPr>
          <p:spPr bwMode="auto">
            <a:xfrm>
              <a:off x="1963" y="2349"/>
              <a:ext cx="1949" cy="4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2000">
                  <a:solidFill>
                    <a:srgbClr val="000000"/>
                  </a:solidFill>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33811" name="Rectangle 16"/>
            <p:cNvSpPr>
              <a:spLocks noChangeArrowheads="1"/>
            </p:cNvSpPr>
            <p:nvPr/>
          </p:nvSpPr>
          <p:spPr bwMode="auto">
            <a:xfrm>
              <a:off x="1964" y="2703"/>
              <a:ext cx="1950" cy="4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2000" dirty="0">
                  <a:solidFill>
                    <a:srgbClr val="000000"/>
                  </a:solidFill>
                  <a:latin typeface="楷体" panose="02010609060101010101" pitchFamily="49" charset="-122"/>
                  <a:ea typeface="楷体" panose="02010609060101010101" pitchFamily="49" charset="-122"/>
                  <a:cs typeface="Times New Roman" panose="02020603050405020304" pitchFamily="18" charset="0"/>
                </a:rPr>
                <a:t>保存的机器状态</a:t>
              </a:r>
            </a:p>
          </p:txBody>
        </p:sp>
        <p:sp>
          <p:nvSpPr>
            <p:cNvPr id="33812" name="Rectangle 17"/>
            <p:cNvSpPr>
              <a:spLocks noChangeArrowheads="1"/>
            </p:cNvSpPr>
            <p:nvPr/>
          </p:nvSpPr>
          <p:spPr bwMode="auto">
            <a:xfrm>
              <a:off x="1952" y="3031"/>
              <a:ext cx="1949" cy="4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2000">
                  <a:solidFill>
                    <a:srgbClr val="000000"/>
                  </a:solidFill>
                  <a:latin typeface="楷体" panose="02010609060101010101" pitchFamily="49" charset="-122"/>
                  <a:ea typeface="楷体" panose="02010609060101010101" pitchFamily="49" charset="-122"/>
                  <a:cs typeface="Times New Roman" panose="02020603050405020304" pitchFamily="18" charset="0"/>
                </a:rPr>
                <a:t>局部数据</a:t>
              </a:r>
            </a:p>
          </p:txBody>
        </p:sp>
      </p:grpSp>
      <p:sp>
        <p:nvSpPr>
          <p:cNvPr id="24580" name="AutoShape 18"/>
          <p:cNvSpPr>
            <a:spLocks/>
          </p:cNvSpPr>
          <p:nvPr/>
        </p:nvSpPr>
        <p:spPr bwMode="auto">
          <a:xfrm>
            <a:off x="928688" y="1874838"/>
            <a:ext cx="2765425" cy="355600"/>
          </a:xfrm>
          <a:prstGeom prst="accentBorderCallout1">
            <a:avLst>
              <a:gd name="adj1" fmla="val 11338"/>
              <a:gd name="adj2" fmla="val 102579"/>
              <a:gd name="adj3" fmla="val 98793"/>
              <a:gd name="adj4" fmla="val 148218"/>
            </a:avLst>
          </a:prstGeom>
          <a:solidFill>
            <a:schemeClr val="accent5">
              <a:lumMod val="60000"/>
              <a:lumOff val="40000"/>
            </a:schemeClr>
          </a:solidFill>
          <a:ln w="9525">
            <a:solidFill>
              <a:srgbClr val="0000FF"/>
            </a:solidFill>
            <a:miter lim="800000"/>
            <a:headEnd/>
            <a:tailEnd/>
          </a:ln>
        </p:spPr>
        <p:txBody>
          <a:bodyPr lIns="68580" tIns="34290" rIns="68580" bIns="34290"/>
          <a:lstStyle/>
          <a:p>
            <a:pPr algn="ctr" eaLnBrk="1" hangingPunct="1">
              <a:defRPr/>
            </a:pPr>
            <a:r>
              <a:rPr lang="zh-CN" altLang="en-US" sz="2000" dirty="0">
                <a:solidFill>
                  <a:prstClr val="black"/>
                </a:solidFill>
                <a:latin typeface="楷体" pitchFamily="49" charset="-122"/>
                <a:ea typeface="楷体" pitchFamily="49" charset="-122"/>
              </a:rPr>
              <a:t>指向调用者的活动记录</a:t>
            </a:r>
          </a:p>
        </p:txBody>
      </p:sp>
      <p:sp>
        <p:nvSpPr>
          <p:cNvPr id="24581" name="AutoShape 19"/>
          <p:cNvSpPr>
            <a:spLocks/>
          </p:cNvSpPr>
          <p:nvPr/>
        </p:nvSpPr>
        <p:spPr bwMode="auto">
          <a:xfrm>
            <a:off x="928688" y="2847975"/>
            <a:ext cx="2765425" cy="712788"/>
          </a:xfrm>
          <a:prstGeom prst="accentBorderCallout1">
            <a:avLst>
              <a:gd name="adj1" fmla="val 8361"/>
              <a:gd name="adj2" fmla="val 102579"/>
              <a:gd name="adj3" fmla="val -26445"/>
              <a:gd name="adj4" fmla="val 151143"/>
            </a:avLst>
          </a:prstGeom>
          <a:solidFill>
            <a:schemeClr val="accent5">
              <a:lumMod val="60000"/>
              <a:lumOff val="40000"/>
            </a:schemeClr>
          </a:solidFill>
          <a:ln w="9525">
            <a:solidFill>
              <a:srgbClr val="0000FF"/>
            </a:solidFill>
            <a:miter lim="800000"/>
            <a:headEnd/>
            <a:tailEnd/>
          </a:ln>
        </p:spPr>
        <p:txBody>
          <a:bodyPr lIns="68580" tIns="34290" rIns="68580" bIns="34290"/>
          <a:lstStyle/>
          <a:p>
            <a:pPr algn="ctr" eaLnBrk="1" hangingPunct="1">
              <a:defRPr/>
            </a:pPr>
            <a:r>
              <a:rPr lang="zh-CN" altLang="en-US" sz="2000" dirty="0">
                <a:solidFill>
                  <a:prstClr val="black"/>
                </a:solidFill>
                <a:latin typeface="楷体" pitchFamily="49" charset="-122"/>
                <a:ea typeface="楷体" pitchFamily="49" charset="-122"/>
              </a:rPr>
              <a:t>用来访问存放于其它活动记录中的</a:t>
            </a:r>
            <a:r>
              <a:rPr lang="zh-CN" altLang="en-US" sz="2000" dirty="0">
                <a:solidFill>
                  <a:srgbClr val="0000FF"/>
                </a:solidFill>
                <a:latin typeface="楷体" pitchFamily="49" charset="-122"/>
                <a:ea typeface="楷体" pitchFamily="49" charset="-122"/>
              </a:rPr>
              <a:t>非局部数据</a:t>
            </a:r>
          </a:p>
        </p:txBody>
      </p:sp>
      <p:sp>
        <p:nvSpPr>
          <p:cNvPr id="33798" name="矩形 1"/>
          <p:cNvSpPr>
            <a:spLocks noChangeArrowheads="1"/>
          </p:cNvSpPr>
          <p:nvPr/>
        </p:nvSpPr>
        <p:spPr bwMode="auto">
          <a:xfrm>
            <a:off x="5454650" y="1666875"/>
            <a:ext cx="9588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zh-CN" altLang="en-US" sz="2000">
                <a:solidFill>
                  <a:srgbClr val="000000"/>
                </a:solidFill>
                <a:latin typeface="楷体" panose="02010609060101010101" pitchFamily="49" charset="-122"/>
                <a:ea typeface="楷体" panose="02010609060101010101" pitchFamily="49" charset="-122"/>
                <a:cs typeface="Times New Roman" panose="02020603050405020304" pitchFamily="18" charset="0"/>
              </a:rPr>
              <a:t>返回值</a:t>
            </a:r>
            <a:endParaRPr lang="zh-CN" altLang="en-US">
              <a:ea typeface="楷体" panose="02010609060101010101" pitchFamily="49" charset="-122"/>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0" fill="hold" grpId="0" nodeType="clickEffect">
                                  <p:stCondLst>
                                    <p:cond delay="0"/>
                                  </p:stCondLst>
                                  <p:childTnLst>
                                    <p:set>
                                      <p:cBhvr>
                                        <p:cTn id="6" dur="1" fill="hold">
                                          <p:stCondLst>
                                            <p:cond delay="0"/>
                                          </p:stCondLst>
                                        </p:cTn>
                                        <p:tgtEl>
                                          <p:spTgt spid="24580"/>
                                        </p:tgtEl>
                                        <p:attrNameLst>
                                          <p:attrName>style.visibility</p:attrName>
                                        </p:attrNameLst>
                                      </p:cBhvr>
                                      <p:to>
                                        <p:strVal val="visible"/>
                                      </p:to>
                                    </p:set>
                                    <p:anim calcmode="lin" valueType="num">
                                      <p:cBhvr>
                                        <p:cTn id="7" dur="500" fill="hold"/>
                                        <p:tgtEl>
                                          <p:spTgt spid="24580"/>
                                        </p:tgtEl>
                                        <p:attrNameLst>
                                          <p:attrName>ppt_w</p:attrName>
                                        </p:attrNameLst>
                                      </p:cBhvr>
                                      <p:tavLst>
                                        <p:tav tm="0">
                                          <p:val>
                                            <p:fltVal val="0"/>
                                          </p:val>
                                        </p:tav>
                                        <p:tav tm="100000">
                                          <p:val>
                                            <p:strVal val="#ppt_w"/>
                                          </p:val>
                                        </p:tav>
                                      </p:tavLst>
                                    </p:anim>
                                    <p:anim calcmode="lin" valueType="num">
                                      <p:cBhvr>
                                        <p:cTn id="8" dur="500" fill="hold"/>
                                        <p:tgtEl>
                                          <p:spTgt spid="24580"/>
                                        </p:tgtEl>
                                        <p:attrNameLst>
                                          <p:attrName>ppt_h</p:attrName>
                                        </p:attrNameLst>
                                      </p:cBhvr>
                                      <p:tavLst>
                                        <p:tav tm="0">
                                          <p:val>
                                            <p:fltVal val="0"/>
                                          </p:val>
                                        </p:tav>
                                        <p:tav tm="100000">
                                          <p:val>
                                            <p:strVal val="#ppt_h"/>
                                          </p:val>
                                        </p:tav>
                                      </p:tavLst>
                                    </p:anim>
                                    <p:animEffect transition="in" filter="fade">
                                      <p:cBhvr>
                                        <p:cTn id="9" dur="500"/>
                                        <p:tgtEl>
                                          <p:spTgt spid="24580"/>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0" fill="hold" grpId="0" nodeType="clickEffect">
                                  <p:stCondLst>
                                    <p:cond delay="0"/>
                                  </p:stCondLst>
                                  <p:childTnLst>
                                    <p:set>
                                      <p:cBhvr>
                                        <p:cTn id="13" dur="1" fill="hold">
                                          <p:stCondLst>
                                            <p:cond delay="0"/>
                                          </p:stCondLst>
                                        </p:cTn>
                                        <p:tgtEl>
                                          <p:spTgt spid="24581"/>
                                        </p:tgtEl>
                                        <p:attrNameLst>
                                          <p:attrName>style.visibility</p:attrName>
                                        </p:attrNameLst>
                                      </p:cBhvr>
                                      <p:to>
                                        <p:strVal val="visible"/>
                                      </p:to>
                                    </p:set>
                                    <p:anim calcmode="lin" valueType="num">
                                      <p:cBhvr>
                                        <p:cTn id="14" dur="500" fill="hold"/>
                                        <p:tgtEl>
                                          <p:spTgt spid="24581"/>
                                        </p:tgtEl>
                                        <p:attrNameLst>
                                          <p:attrName>ppt_w</p:attrName>
                                        </p:attrNameLst>
                                      </p:cBhvr>
                                      <p:tavLst>
                                        <p:tav tm="0">
                                          <p:val>
                                            <p:fltVal val="0"/>
                                          </p:val>
                                        </p:tav>
                                        <p:tav tm="100000">
                                          <p:val>
                                            <p:strVal val="#ppt_w"/>
                                          </p:val>
                                        </p:tav>
                                      </p:tavLst>
                                    </p:anim>
                                    <p:anim calcmode="lin" valueType="num">
                                      <p:cBhvr>
                                        <p:cTn id="15" dur="500" fill="hold"/>
                                        <p:tgtEl>
                                          <p:spTgt spid="24581"/>
                                        </p:tgtEl>
                                        <p:attrNameLst>
                                          <p:attrName>ppt_h</p:attrName>
                                        </p:attrNameLst>
                                      </p:cBhvr>
                                      <p:tavLst>
                                        <p:tav tm="0">
                                          <p:val>
                                            <p:fltVal val="0"/>
                                          </p:val>
                                        </p:tav>
                                        <p:tav tm="100000">
                                          <p:val>
                                            <p:strVal val="#ppt_h"/>
                                          </p:val>
                                        </p:tav>
                                      </p:tavLst>
                                    </p:anim>
                                    <p:animEffect transition="in" filter="fade">
                                      <p:cBhvr>
                                        <p:cTn id="16" dur="500"/>
                                        <p:tgtEl>
                                          <p:spTgt spid="245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80" grpId="0" animBg="1"/>
      <p:bldP spid="2458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0" y="0"/>
            <a:ext cx="9144000" cy="15001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2870" tIns="51435" rIns="102870" bIns="51435" anchor="ctr"/>
          <a:lstStyle/>
          <a:p>
            <a:pPr algn="ctr" fontAlgn="auto">
              <a:spcBef>
                <a:spcPts val="0"/>
              </a:spcBef>
              <a:spcAft>
                <a:spcPts val="0"/>
              </a:spcAft>
              <a:defRPr/>
            </a:pPr>
            <a:endParaRPr lang="zh-CN" altLang="en-US" sz="1600" b="0" dirty="0">
              <a:solidFill>
                <a:prstClr val="black">
                  <a:lumMod val="85000"/>
                  <a:lumOff val="15000"/>
                </a:prstClr>
              </a:solidFill>
            </a:endParaRPr>
          </a:p>
        </p:txBody>
      </p:sp>
      <p:sp>
        <p:nvSpPr>
          <p:cNvPr id="35843" name="矩形 7"/>
          <p:cNvSpPr>
            <a:spLocks noChangeArrowheads="1"/>
          </p:cNvSpPr>
          <p:nvPr/>
        </p:nvSpPr>
        <p:spPr bwMode="auto">
          <a:xfrm>
            <a:off x="4500563" y="1357313"/>
            <a:ext cx="3671837" cy="3147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68580" tIns="34290" rIns="68580" bIns="34290">
            <a:spAutoFit/>
          </a:bodyPr>
          <a:lstStyle/>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7.1 </a:t>
            </a:r>
            <a:r>
              <a:rPr lang="zh-CN" altLang="en-US" sz="2500" b="0" dirty="0">
                <a:solidFill>
                  <a:srgbClr val="7F7F7F"/>
                </a:solidFill>
                <a:latin typeface="微软雅黑" panose="020B0503020204020204" pitchFamily="34" charset="-122"/>
                <a:ea typeface="微软雅黑" panose="020B0503020204020204" pitchFamily="34" charset="-122"/>
              </a:rPr>
              <a:t>存储组织</a:t>
            </a:r>
          </a:p>
          <a:p>
            <a:pPr>
              <a:lnSpc>
                <a:spcPts val="4000"/>
              </a:lnSpc>
            </a:pPr>
            <a:r>
              <a:rPr lang="en-US" altLang="zh-CN" sz="2500" b="0" dirty="0">
                <a:solidFill>
                  <a:srgbClr val="2D83F4"/>
                </a:solidFill>
                <a:latin typeface="微软雅黑" panose="020B0503020204020204" pitchFamily="34" charset="-122"/>
                <a:ea typeface="微软雅黑" panose="020B0503020204020204" pitchFamily="34" charset="-122"/>
              </a:rPr>
              <a:t>7.2 </a:t>
            </a:r>
            <a:r>
              <a:rPr lang="zh-CN" altLang="en-US" sz="2500" b="0" dirty="0">
                <a:solidFill>
                  <a:srgbClr val="2D83F4"/>
                </a:solidFill>
                <a:latin typeface="微软雅黑" panose="020B0503020204020204" pitchFamily="34" charset="-122"/>
                <a:ea typeface="微软雅黑" panose="020B0503020204020204" pitchFamily="34" charset="-122"/>
              </a:rPr>
              <a:t>静态存储分配</a:t>
            </a:r>
          </a:p>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7.3 </a:t>
            </a:r>
            <a:r>
              <a:rPr lang="zh-CN" altLang="en-US" sz="2500" b="0" dirty="0">
                <a:solidFill>
                  <a:srgbClr val="7F7F7F"/>
                </a:solidFill>
                <a:latin typeface="微软雅黑" panose="020B0503020204020204" pitchFamily="34" charset="-122"/>
                <a:ea typeface="微软雅黑" panose="020B0503020204020204" pitchFamily="34" charset="-122"/>
              </a:rPr>
              <a:t>栈式存储分配</a:t>
            </a:r>
          </a:p>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7.4 </a:t>
            </a:r>
            <a:r>
              <a:rPr lang="zh-CN" altLang="en-US" sz="2500" b="0" dirty="0">
                <a:solidFill>
                  <a:srgbClr val="7F7F7F"/>
                </a:solidFill>
                <a:latin typeface="微软雅黑" panose="020B0503020204020204" pitchFamily="34" charset="-122"/>
                <a:ea typeface="微软雅黑" panose="020B0503020204020204" pitchFamily="34" charset="-122"/>
              </a:rPr>
              <a:t>非局部数据的访问</a:t>
            </a:r>
          </a:p>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7.5 </a:t>
            </a:r>
            <a:r>
              <a:rPr lang="zh-CN" altLang="en-US" sz="2500" b="0" dirty="0">
                <a:solidFill>
                  <a:srgbClr val="7F7F7F"/>
                </a:solidFill>
                <a:latin typeface="微软雅黑" panose="020B0503020204020204" pitchFamily="34" charset="-122"/>
                <a:ea typeface="微软雅黑" panose="020B0503020204020204" pitchFamily="34" charset="-122"/>
              </a:rPr>
              <a:t>参数传递</a:t>
            </a:r>
            <a:endParaRPr lang="en-US" altLang="zh-CN" sz="2500" b="0" dirty="0">
              <a:solidFill>
                <a:srgbClr val="7F7F7F"/>
              </a:solidFill>
              <a:latin typeface="微软雅黑" panose="020B0503020204020204" pitchFamily="34" charset="-122"/>
              <a:ea typeface="微软雅黑" panose="020B0503020204020204" pitchFamily="34" charset="-122"/>
            </a:endParaRPr>
          </a:p>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7.6 </a:t>
            </a:r>
            <a:r>
              <a:rPr lang="zh-CN" altLang="en-US" sz="2500" b="0" dirty="0">
                <a:solidFill>
                  <a:srgbClr val="7F7F7F"/>
                </a:solidFill>
                <a:latin typeface="微软雅黑" panose="020B0503020204020204" pitchFamily="34" charset="-122"/>
                <a:ea typeface="微软雅黑" panose="020B0503020204020204" pitchFamily="34" charset="-122"/>
              </a:rPr>
              <a:t>符号表</a:t>
            </a:r>
          </a:p>
        </p:txBody>
      </p:sp>
      <p:pic>
        <p:nvPicPr>
          <p:cNvPr id="35844" name="Picture 7" descr="E:\工大编译\ppt\制作\0330e9c554c768200000158fc50d53d.jpg"/>
          <p:cNvPicPr>
            <a:picLocks noChangeAspect="1" noChangeArrowheads="1"/>
          </p:cNvPicPr>
          <p:nvPr/>
        </p:nvPicPr>
        <p:blipFill>
          <a:blip r:embed="rId3">
            <a:extLst>
              <a:ext uri="{28A0092B-C50C-407E-A947-70E740481C1C}">
                <a14:useLocalDpi xmlns:a14="http://schemas.microsoft.com/office/drawing/2010/main" val="0"/>
              </a:ext>
            </a:extLst>
          </a:blip>
          <a:srcRect l="15538" r="21837"/>
          <a:stretch>
            <a:fillRect/>
          </a:stretch>
        </p:blipFill>
        <p:spPr bwMode="auto">
          <a:xfrm>
            <a:off x="-6350" y="0"/>
            <a:ext cx="4295775"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矩形 15"/>
          <p:cNvSpPr/>
          <p:nvPr/>
        </p:nvSpPr>
        <p:spPr>
          <a:xfrm>
            <a:off x="4143375" y="357188"/>
            <a:ext cx="1928813" cy="785812"/>
          </a:xfrm>
          <a:prstGeom prst="rect">
            <a:avLst/>
          </a:prstGeom>
          <a:solidFill>
            <a:schemeClr val="accent2">
              <a:lumMod val="60000"/>
              <a:lumOff val="4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102870" tIns="51435" rIns="102870" bIns="51435" anchor="ctr"/>
          <a:lstStyle/>
          <a:p>
            <a:pPr algn="ctr" fontAlgn="auto">
              <a:spcBef>
                <a:spcPts val="0"/>
              </a:spcBef>
              <a:spcAft>
                <a:spcPts val="0"/>
              </a:spcAft>
              <a:defRPr/>
            </a:pPr>
            <a:r>
              <a:rPr lang="zh-CN" altLang="en-US" sz="4000" spc="600" dirty="0">
                <a:solidFill>
                  <a:prstClr val="white"/>
                </a:solidFill>
                <a:latin typeface="微软雅黑" pitchFamily="34" charset="-122"/>
                <a:ea typeface="微软雅黑" pitchFamily="34" charset="-122"/>
              </a:rPr>
              <a:t>提纲</a:t>
            </a:r>
            <a:endParaRPr lang="zh-CN" altLang="en-US" sz="1600" b="0" dirty="0">
              <a:solidFill>
                <a:prstClr val="black">
                  <a:lumMod val="85000"/>
                  <a:lumOff val="15000"/>
                </a:prstClr>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内容占位符 1"/>
          <p:cNvSpPr>
            <a:spLocks noGrp="1"/>
          </p:cNvSpPr>
          <p:nvPr>
            <p:ph idx="1"/>
          </p:nvPr>
        </p:nvSpPr>
        <p:spPr>
          <a:xfrm>
            <a:off x="500063" y="857251"/>
            <a:ext cx="8143875" cy="3586708"/>
          </a:xfrm>
          <a:ln>
            <a:solidFill>
              <a:schemeClr val="accent2"/>
            </a:solidFill>
          </a:ln>
        </p:spPr>
        <p:txBody>
          <a:bodyPr/>
          <a:lstStyle/>
          <a:p>
            <a:pPr>
              <a:lnSpc>
                <a:spcPts val="4000"/>
              </a:lnSpc>
              <a:buClrTx/>
              <a:buFont typeface="Wingdings" panose="05000000000000000000" pitchFamily="2" charset="2"/>
              <a:buChar char="Ø"/>
            </a:pPr>
            <a:r>
              <a:rPr lang="zh-CN" altLang="en-US" sz="2600" b="1" dirty="0">
                <a:solidFill>
                  <a:schemeClr val="tx1"/>
                </a:solidFill>
                <a:latin typeface="楷体" panose="02010609060101010101" pitchFamily="49" charset="-122"/>
                <a:ea typeface="楷体" panose="02010609060101010101" pitchFamily="49" charset="-122"/>
              </a:rPr>
              <a:t>在静态存储分配中，编译器为每个过程确定其</a:t>
            </a:r>
            <a:r>
              <a:rPr lang="zh-CN" altLang="en-US" sz="2600" b="1" dirty="0">
                <a:solidFill>
                  <a:srgbClr val="0070C0"/>
                </a:solidFill>
                <a:latin typeface="楷体" panose="02010609060101010101" pitchFamily="49" charset="-122"/>
                <a:ea typeface="楷体" panose="02010609060101010101" pitchFamily="49" charset="-122"/>
              </a:rPr>
              <a:t>活动记录在目标程序中的位置</a:t>
            </a:r>
          </a:p>
          <a:p>
            <a:pPr>
              <a:lnSpc>
                <a:spcPts val="4000"/>
              </a:lnSpc>
              <a:buClrTx/>
              <a:buFont typeface="Wingdings" panose="05000000000000000000" pitchFamily="2" charset="2"/>
              <a:buChar char="Ø"/>
            </a:pPr>
            <a:r>
              <a:rPr lang="zh-CN" altLang="en-US" sz="2600" b="1" dirty="0">
                <a:solidFill>
                  <a:schemeClr val="tx1"/>
                </a:solidFill>
                <a:latin typeface="楷体" panose="02010609060101010101" pitchFamily="49" charset="-122"/>
                <a:ea typeface="楷体" panose="02010609060101010101" pitchFamily="49" charset="-122"/>
              </a:rPr>
              <a:t>这样，过程中每个名字的存储位置就确定了</a:t>
            </a:r>
          </a:p>
          <a:p>
            <a:pPr>
              <a:lnSpc>
                <a:spcPts val="4000"/>
              </a:lnSpc>
              <a:buClrTx/>
              <a:buFont typeface="Wingdings" panose="05000000000000000000" pitchFamily="2" charset="2"/>
              <a:buChar char="Ø"/>
            </a:pPr>
            <a:r>
              <a:rPr lang="zh-CN" altLang="en-US" sz="2600" b="1" dirty="0">
                <a:solidFill>
                  <a:schemeClr val="tx1"/>
                </a:solidFill>
                <a:latin typeface="楷体" panose="02010609060101010101" pitchFamily="49" charset="-122"/>
                <a:ea typeface="楷体" panose="02010609060101010101" pitchFamily="49" charset="-122"/>
              </a:rPr>
              <a:t>因此，这些名字的</a:t>
            </a:r>
            <a:r>
              <a:rPr lang="zh-CN" altLang="en-US" sz="2600" b="1" dirty="0">
                <a:solidFill>
                  <a:srgbClr val="0070C0"/>
                </a:solidFill>
                <a:latin typeface="楷体" panose="02010609060101010101" pitchFamily="49" charset="-122"/>
                <a:ea typeface="楷体" panose="02010609060101010101" pitchFamily="49" charset="-122"/>
              </a:rPr>
              <a:t>存储地址</a:t>
            </a:r>
            <a:r>
              <a:rPr lang="zh-CN" altLang="en-US" sz="2600" b="1" dirty="0">
                <a:solidFill>
                  <a:schemeClr val="tx1"/>
                </a:solidFill>
                <a:latin typeface="楷体" panose="02010609060101010101" pitchFamily="49" charset="-122"/>
                <a:ea typeface="楷体" panose="02010609060101010101" pitchFamily="49" charset="-122"/>
              </a:rPr>
              <a:t>可以被编译到</a:t>
            </a:r>
            <a:r>
              <a:rPr lang="zh-CN" altLang="en-US" sz="2600" b="1" dirty="0">
                <a:solidFill>
                  <a:srgbClr val="0070C0"/>
                </a:solidFill>
                <a:latin typeface="楷体" panose="02010609060101010101" pitchFamily="49" charset="-122"/>
                <a:ea typeface="楷体" panose="02010609060101010101" pitchFamily="49" charset="-122"/>
              </a:rPr>
              <a:t>目标代码</a:t>
            </a:r>
            <a:r>
              <a:rPr lang="zh-CN" altLang="en-US" sz="2600" b="1" dirty="0">
                <a:solidFill>
                  <a:schemeClr val="tx1"/>
                </a:solidFill>
                <a:latin typeface="楷体" panose="02010609060101010101" pitchFamily="49" charset="-122"/>
                <a:ea typeface="楷体" panose="02010609060101010101" pitchFamily="49" charset="-122"/>
              </a:rPr>
              <a:t>中</a:t>
            </a:r>
          </a:p>
          <a:p>
            <a:pPr>
              <a:lnSpc>
                <a:spcPts val="4000"/>
              </a:lnSpc>
              <a:buClrTx/>
              <a:buFont typeface="Wingdings" panose="05000000000000000000" pitchFamily="2" charset="2"/>
              <a:buChar char="Ø"/>
            </a:pPr>
            <a:r>
              <a:rPr lang="zh-CN" altLang="en-US" sz="2600" b="1" dirty="0">
                <a:solidFill>
                  <a:schemeClr val="tx1"/>
                </a:solidFill>
                <a:latin typeface="楷体" panose="02010609060101010101" pitchFamily="49" charset="-122"/>
                <a:ea typeface="楷体" panose="02010609060101010101" pitchFamily="49" charset="-122"/>
              </a:rPr>
              <a:t>过程</a:t>
            </a:r>
            <a:r>
              <a:rPr lang="zh-CN" altLang="en-US" sz="2600" b="1" dirty="0">
                <a:solidFill>
                  <a:srgbClr val="0070C0"/>
                </a:solidFill>
                <a:latin typeface="楷体" panose="02010609060101010101" pitchFamily="49" charset="-122"/>
                <a:ea typeface="楷体" panose="02010609060101010101" pitchFamily="49" charset="-122"/>
              </a:rPr>
              <a:t>每次执行</a:t>
            </a:r>
            <a:r>
              <a:rPr lang="zh-CN" altLang="en-US" sz="2600" b="1" dirty="0">
                <a:solidFill>
                  <a:schemeClr val="tx1"/>
                </a:solidFill>
                <a:latin typeface="楷体" panose="02010609060101010101" pitchFamily="49" charset="-122"/>
                <a:ea typeface="楷体" panose="02010609060101010101" pitchFamily="49" charset="-122"/>
              </a:rPr>
              <a:t>时，它的名字都绑定到</a:t>
            </a:r>
            <a:r>
              <a:rPr lang="zh-CN" altLang="en-US" sz="2600" b="1" dirty="0">
                <a:solidFill>
                  <a:srgbClr val="0070C0"/>
                </a:solidFill>
                <a:latin typeface="楷体" panose="02010609060101010101" pitchFamily="49" charset="-122"/>
                <a:ea typeface="楷体" panose="02010609060101010101" pitchFamily="49" charset="-122"/>
              </a:rPr>
              <a:t>同样的存储单元</a:t>
            </a:r>
          </a:p>
        </p:txBody>
      </p:sp>
      <p:sp>
        <p:nvSpPr>
          <p:cNvPr id="37891" name="标题 2"/>
          <p:cNvSpPr>
            <a:spLocks noGrp="1"/>
          </p:cNvSpPr>
          <p:nvPr>
            <p:ph type="title"/>
          </p:nvPr>
        </p:nvSpPr>
        <p:spPr>
          <a:xfrm>
            <a:off x="755650" y="268288"/>
            <a:ext cx="7931150" cy="358775"/>
          </a:xfrm>
        </p:spPr>
        <p:txBody>
          <a:bodyPr/>
          <a:lstStyle/>
          <a:p>
            <a:r>
              <a:rPr lang="en-US" altLang="zh-CN" sz="3000">
                <a:solidFill>
                  <a:schemeClr val="tx1"/>
                </a:solidFill>
                <a:latin typeface="微软雅黑" panose="020B0503020204020204" pitchFamily="34" charset="-122"/>
                <a:ea typeface="微软雅黑" panose="020B0503020204020204" pitchFamily="34" charset="-122"/>
                <a:cs typeface="楷体_GB2312" pitchFamily="49" charset="-122"/>
              </a:rPr>
              <a:t>7.2 </a:t>
            </a:r>
            <a:r>
              <a:rPr lang="zh-CN" altLang="en-US" sz="3000">
                <a:solidFill>
                  <a:schemeClr val="tx1"/>
                </a:solidFill>
                <a:latin typeface="微软雅黑" panose="020B0503020204020204" pitchFamily="34" charset="-122"/>
                <a:ea typeface="微软雅黑" panose="020B0503020204020204" pitchFamily="34" charset="-122"/>
                <a:cs typeface="楷体_GB2312" pitchFamily="49" charset="-122"/>
              </a:rPr>
              <a:t>静态存储分配</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内容占位符 1"/>
          <p:cNvSpPr>
            <a:spLocks noGrp="1"/>
          </p:cNvSpPr>
          <p:nvPr>
            <p:ph idx="1"/>
          </p:nvPr>
        </p:nvSpPr>
        <p:spPr>
          <a:xfrm>
            <a:off x="500063" y="857250"/>
            <a:ext cx="8032750" cy="3802732"/>
          </a:xfrm>
        </p:spPr>
        <p:txBody>
          <a:bodyPr/>
          <a:lstStyle/>
          <a:p>
            <a:pPr>
              <a:lnSpc>
                <a:spcPts val="4000"/>
              </a:lnSpc>
              <a:buClrTx/>
              <a:buFont typeface="Wingdings" panose="05000000000000000000" pitchFamily="2" charset="2"/>
              <a:buChar char="Ø"/>
            </a:pPr>
            <a:r>
              <a:rPr lang="zh-CN" altLang="en-US" sz="2800" b="1" dirty="0">
                <a:solidFill>
                  <a:schemeClr val="tx1"/>
                </a:solidFill>
                <a:latin typeface="楷体" panose="02010609060101010101" pitchFamily="49" charset="-122"/>
                <a:ea typeface="楷体" panose="02010609060101010101" pitchFamily="49" charset="-122"/>
              </a:rPr>
              <a:t>适合静态存储分配的语言必须满足以下条件</a:t>
            </a:r>
            <a:endParaRPr lang="en-US" altLang="zh-CN" sz="2800" b="1" dirty="0">
              <a:solidFill>
                <a:schemeClr val="tx1"/>
              </a:solidFill>
              <a:latin typeface="楷体" panose="02010609060101010101" pitchFamily="49" charset="-122"/>
              <a:ea typeface="楷体" panose="02010609060101010101" pitchFamily="49" charset="-122"/>
            </a:endParaRPr>
          </a:p>
          <a:p>
            <a:pPr lvl="1">
              <a:lnSpc>
                <a:spcPts val="4000"/>
              </a:lnSpc>
              <a:buClr>
                <a:schemeClr val="tx1"/>
              </a:buClr>
              <a:buFont typeface="Wingdings" panose="05000000000000000000" pitchFamily="2" charset="2"/>
              <a:buChar char="Ø"/>
            </a:pPr>
            <a:r>
              <a:rPr lang="zh-CN" altLang="en-US" sz="2500" b="1" dirty="0">
                <a:solidFill>
                  <a:schemeClr val="tx2">
                    <a:lumMod val="60000"/>
                    <a:lumOff val="40000"/>
                  </a:schemeClr>
                </a:solidFill>
                <a:latin typeface="楷体" panose="02010609060101010101" pitchFamily="49" charset="-122"/>
                <a:ea typeface="楷体" panose="02010609060101010101" pitchFamily="49" charset="-122"/>
              </a:rPr>
              <a:t>数组上下界</a:t>
            </a:r>
            <a:r>
              <a:rPr lang="zh-CN" altLang="en-US" sz="2500" b="1" dirty="0">
                <a:solidFill>
                  <a:schemeClr val="tx1"/>
                </a:solidFill>
                <a:latin typeface="楷体" panose="02010609060101010101" pitchFamily="49" charset="-122"/>
                <a:ea typeface="楷体" panose="02010609060101010101" pitchFamily="49" charset="-122"/>
              </a:rPr>
              <a:t>必须是</a:t>
            </a:r>
            <a:r>
              <a:rPr lang="zh-CN" altLang="en-US" sz="2500" b="1" dirty="0">
                <a:solidFill>
                  <a:schemeClr val="tx2">
                    <a:lumMod val="60000"/>
                    <a:lumOff val="40000"/>
                  </a:schemeClr>
                </a:solidFill>
                <a:latin typeface="楷体" panose="02010609060101010101" pitchFamily="49" charset="-122"/>
                <a:ea typeface="楷体" panose="02010609060101010101" pitchFamily="49" charset="-122"/>
              </a:rPr>
              <a:t>常数</a:t>
            </a:r>
            <a:endParaRPr lang="en-US" altLang="zh-CN" sz="2500" b="1" dirty="0">
              <a:solidFill>
                <a:schemeClr val="tx2">
                  <a:lumMod val="60000"/>
                  <a:lumOff val="40000"/>
                </a:schemeClr>
              </a:solidFill>
              <a:latin typeface="楷体" panose="02010609060101010101" pitchFamily="49" charset="-122"/>
              <a:ea typeface="楷体" panose="02010609060101010101" pitchFamily="49" charset="-122"/>
            </a:endParaRPr>
          </a:p>
          <a:p>
            <a:pPr lvl="1">
              <a:lnSpc>
                <a:spcPts val="4000"/>
              </a:lnSpc>
              <a:buClr>
                <a:schemeClr val="tx1"/>
              </a:buClr>
              <a:buFont typeface="Wingdings" panose="05000000000000000000" pitchFamily="2" charset="2"/>
              <a:buChar char="Ø"/>
            </a:pPr>
            <a:r>
              <a:rPr lang="zh-CN" altLang="en-US" sz="2500" b="1" dirty="0">
                <a:solidFill>
                  <a:schemeClr val="tx2">
                    <a:lumMod val="60000"/>
                    <a:lumOff val="40000"/>
                  </a:schemeClr>
                </a:solidFill>
                <a:latin typeface="楷体" panose="02010609060101010101" pitchFamily="49" charset="-122"/>
                <a:ea typeface="楷体" panose="02010609060101010101" pitchFamily="49" charset="-122"/>
              </a:rPr>
              <a:t>不允许</a:t>
            </a:r>
            <a:r>
              <a:rPr lang="zh-CN" altLang="en-US" sz="2500" b="1" dirty="0">
                <a:solidFill>
                  <a:schemeClr val="tx1"/>
                </a:solidFill>
                <a:latin typeface="楷体" panose="02010609060101010101" pitchFamily="49" charset="-122"/>
                <a:ea typeface="楷体" panose="02010609060101010101" pitchFamily="49" charset="-122"/>
              </a:rPr>
              <a:t>过程的</a:t>
            </a:r>
            <a:r>
              <a:rPr lang="zh-CN" altLang="en-US" sz="2500" b="1" dirty="0">
                <a:solidFill>
                  <a:schemeClr val="tx2">
                    <a:lumMod val="60000"/>
                    <a:lumOff val="40000"/>
                  </a:schemeClr>
                </a:solidFill>
                <a:latin typeface="楷体" panose="02010609060101010101" pitchFamily="49" charset="-122"/>
                <a:ea typeface="楷体" panose="02010609060101010101" pitchFamily="49" charset="-122"/>
              </a:rPr>
              <a:t>递归</a:t>
            </a:r>
            <a:r>
              <a:rPr lang="zh-CN" altLang="en-US" sz="2500" b="1" dirty="0">
                <a:solidFill>
                  <a:schemeClr val="tx1"/>
                </a:solidFill>
                <a:latin typeface="楷体" panose="02010609060101010101" pitchFamily="49" charset="-122"/>
                <a:ea typeface="楷体" panose="02010609060101010101" pitchFamily="49" charset="-122"/>
              </a:rPr>
              <a:t>调用</a:t>
            </a:r>
            <a:endParaRPr lang="en-US" altLang="zh-CN" sz="2500" b="1" dirty="0">
              <a:solidFill>
                <a:schemeClr val="tx1"/>
              </a:solidFill>
              <a:latin typeface="楷体" panose="02010609060101010101" pitchFamily="49" charset="-122"/>
              <a:ea typeface="楷体" panose="02010609060101010101" pitchFamily="49" charset="-122"/>
            </a:endParaRPr>
          </a:p>
          <a:p>
            <a:pPr lvl="1">
              <a:lnSpc>
                <a:spcPts val="4000"/>
              </a:lnSpc>
              <a:buClr>
                <a:schemeClr val="tx1"/>
              </a:buClr>
              <a:buFont typeface="Wingdings" panose="05000000000000000000" pitchFamily="2" charset="2"/>
              <a:buChar char="Ø"/>
            </a:pPr>
            <a:r>
              <a:rPr lang="zh-CN" altLang="en-US" sz="2500" b="1" dirty="0">
                <a:solidFill>
                  <a:schemeClr val="tx2">
                    <a:lumMod val="60000"/>
                    <a:lumOff val="40000"/>
                  </a:schemeClr>
                </a:solidFill>
                <a:latin typeface="楷体" panose="02010609060101010101" pitchFamily="49" charset="-122"/>
                <a:ea typeface="楷体" panose="02010609060101010101" pitchFamily="49" charset="-122"/>
              </a:rPr>
              <a:t>不允许</a:t>
            </a:r>
            <a:r>
              <a:rPr lang="zh-CN" altLang="en-US" sz="2500" b="1" dirty="0">
                <a:solidFill>
                  <a:schemeClr val="tx1"/>
                </a:solidFill>
                <a:latin typeface="楷体" panose="02010609060101010101" pitchFamily="49" charset="-122"/>
                <a:ea typeface="楷体" panose="02010609060101010101" pitchFamily="49" charset="-122"/>
              </a:rPr>
              <a:t>用户</a:t>
            </a:r>
            <a:r>
              <a:rPr lang="zh-CN" altLang="en-US" sz="2500" b="1" dirty="0">
                <a:solidFill>
                  <a:schemeClr val="tx2">
                    <a:lumMod val="60000"/>
                    <a:lumOff val="40000"/>
                  </a:schemeClr>
                </a:solidFill>
                <a:latin typeface="楷体" panose="02010609060101010101" pitchFamily="49" charset="-122"/>
                <a:ea typeface="楷体" panose="02010609060101010101" pitchFamily="49" charset="-122"/>
              </a:rPr>
              <a:t>动态建立</a:t>
            </a:r>
            <a:r>
              <a:rPr lang="zh-CN" altLang="en-US" sz="2500" b="1" dirty="0">
                <a:solidFill>
                  <a:schemeClr val="tx1"/>
                </a:solidFill>
                <a:latin typeface="楷体" panose="02010609060101010101" pitchFamily="49" charset="-122"/>
                <a:ea typeface="楷体" panose="02010609060101010101" pitchFamily="49" charset="-122"/>
              </a:rPr>
              <a:t>数据实体</a:t>
            </a:r>
            <a:endParaRPr lang="en-US" altLang="zh-CN" sz="2500" b="1" dirty="0">
              <a:solidFill>
                <a:schemeClr val="tx1"/>
              </a:solidFill>
              <a:latin typeface="楷体" panose="02010609060101010101" pitchFamily="49" charset="-122"/>
              <a:ea typeface="楷体" panose="02010609060101010101" pitchFamily="49" charset="-122"/>
            </a:endParaRPr>
          </a:p>
          <a:p>
            <a:pPr>
              <a:lnSpc>
                <a:spcPts val="4000"/>
              </a:lnSpc>
              <a:buClrTx/>
              <a:buFont typeface="Wingdings" panose="05000000000000000000" pitchFamily="2" charset="2"/>
              <a:buChar char="Ø"/>
            </a:pPr>
            <a:r>
              <a:rPr lang="zh-CN" altLang="en-US" sz="2800" b="1" dirty="0">
                <a:solidFill>
                  <a:schemeClr val="tx1"/>
                </a:solidFill>
                <a:latin typeface="楷体" panose="02010609060101010101" pitchFamily="49" charset="-122"/>
                <a:ea typeface="楷体" panose="02010609060101010101" pitchFamily="49" charset="-122"/>
              </a:rPr>
              <a:t>满足这些条件的语言有</a:t>
            </a:r>
            <a:r>
              <a:rPr lang="en-US" altLang="zh-CN" sz="2800" b="1" dirty="0">
                <a:solidFill>
                  <a:schemeClr val="tx1"/>
                </a:solidFill>
                <a:ea typeface="楷体" panose="02010609060101010101" pitchFamily="49" charset="-122"/>
                <a:cs typeface="Times New Roman" panose="02020603050405020304" pitchFamily="18" charset="0"/>
              </a:rPr>
              <a:t>BASIC</a:t>
            </a:r>
            <a:r>
              <a:rPr lang="zh-CN" altLang="en-US" sz="2800" b="1" dirty="0">
                <a:solidFill>
                  <a:schemeClr val="tx1"/>
                </a:solidFill>
                <a:latin typeface="楷体" panose="02010609060101010101" pitchFamily="49" charset="-122"/>
                <a:ea typeface="楷体" panose="02010609060101010101" pitchFamily="49" charset="-122"/>
              </a:rPr>
              <a:t>和早期的</a:t>
            </a:r>
            <a:r>
              <a:rPr lang="en-US" altLang="zh-CN" sz="2800" b="1" dirty="0">
                <a:solidFill>
                  <a:schemeClr val="tx1"/>
                </a:solidFill>
                <a:ea typeface="楷体" panose="02010609060101010101" pitchFamily="49" charset="-122"/>
              </a:rPr>
              <a:t>FORTRAN</a:t>
            </a:r>
            <a:r>
              <a:rPr lang="zh-CN" altLang="en-US" sz="2800" b="1" dirty="0">
                <a:solidFill>
                  <a:schemeClr val="tx1"/>
                </a:solidFill>
                <a:latin typeface="楷体" panose="02010609060101010101" pitchFamily="49" charset="-122"/>
                <a:ea typeface="楷体" panose="02010609060101010101" pitchFamily="49" charset="-122"/>
              </a:rPr>
              <a:t>等</a:t>
            </a:r>
            <a:endParaRPr lang="en-US" altLang="zh-CN" sz="2800" b="1" dirty="0">
              <a:solidFill>
                <a:schemeClr val="tx1"/>
              </a:solidFill>
              <a:latin typeface="楷体" panose="02010609060101010101" pitchFamily="49" charset="-122"/>
              <a:ea typeface="楷体" panose="02010609060101010101" pitchFamily="49" charset="-122"/>
            </a:endParaRPr>
          </a:p>
        </p:txBody>
      </p:sp>
      <p:sp>
        <p:nvSpPr>
          <p:cNvPr id="39939" name="标题 2"/>
          <p:cNvSpPr>
            <a:spLocks noGrp="1"/>
          </p:cNvSpPr>
          <p:nvPr>
            <p:ph type="title"/>
          </p:nvPr>
        </p:nvSpPr>
        <p:spPr>
          <a:xfrm>
            <a:off x="755650" y="268288"/>
            <a:ext cx="7931150" cy="358775"/>
          </a:xfrm>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楷体_GB2312" pitchFamily="49" charset="-122"/>
              </a:rPr>
              <a:t>静态存储分配的限制条件</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16" fill="hold" nodeType="clickEffect">
                                  <p:stCondLst>
                                    <p:cond delay="0"/>
                                  </p:stCondLst>
                                  <p:childTnLst>
                                    <p:set>
                                      <p:cBhvr>
                                        <p:cTn id="6" dur="1" fill="hold">
                                          <p:stCondLst>
                                            <p:cond delay="0"/>
                                          </p:stCondLst>
                                        </p:cTn>
                                        <p:tgtEl>
                                          <p:spTgt spid="18434">
                                            <p:txEl>
                                              <p:pRg st="4" end="4"/>
                                            </p:txEl>
                                          </p:spTgt>
                                        </p:tgtEl>
                                        <p:attrNameLst>
                                          <p:attrName>style.visibility</p:attrName>
                                        </p:attrNameLst>
                                      </p:cBhvr>
                                      <p:to>
                                        <p:strVal val="visible"/>
                                      </p:to>
                                    </p:set>
                                    <p:anim calcmode="lin" valueType="num">
                                      <p:cBhvr>
                                        <p:cTn id="7" dur="500" fill="hold"/>
                                        <p:tgtEl>
                                          <p:spTgt spid="18434">
                                            <p:txEl>
                                              <p:pRg st="4" end="4"/>
                                            </p:txEl>
                                          </p:spTgt>
                                        </p:tgtEl>
                                        <p:attrNameLst>
                                          <p:attrName>ppt_w</p:attrName>
                                        </p:attrNameLst>
                                      </p:cBhvr>
                                      <p:tavLst>
                                        <p:tav tm="0">
                                          <p:val>
                                            <p:fltVal val="0"/>
                                          </p:val>
                                        </p:tav>
                                        <p:tav tm="100000">
                                          <p:val>
                                            <p:strVal val="#ppt_w"/>
                                          </p:val>
                                        </p:tav>
                                      </p:tavLst>
                                    </p:anim>
                                    <p:anim calcmode="lin" valueType="num">
                                      <p:cBhvr>
                                        <p:cTn id="8" dur="500" fill="hold"/>
                                        <p:tgtEl>
                                          <p:spTgt spid="18434">
                                            <p:txEl>
                                              <p:pRg st="4" end="4"/>
                                            </p:txEl>
                                          </p:spTgt>
                                        </p:tgtEl>
                                        <p:attrNameLst>
                                          <p:attrName>ppt_h</p:attrName>
                                        </p:attrNameLst>
                                      </p:cBhvr>
                                      <p:tavLst>
                                        <p:tav tm="0">
                                          <p:val>
                                            <p:fltVal val="0"/>
                                          </p:val>
                                        </p:tav>
                                        <p:tav tm="100000">
                                          <p:val>
                                            <p:strVal val="#ppt_h"/>
                                          </p:val>
                                        </p:tav>
                                      </p:tavLst>
                                    </p:anim>
                                    <p:animEffect transition="in" filter="fade">
                                      <p:cBhvr>
                                        <p:cTn id="9" dur="500"/>
                                        <p:tgtEl>
                                          <p:spTgt spid="1843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内容占位符 1"/>
          <p:cNvSpPr>
            <a:spLocks noGrp="1"/>
          </p:cNvSpPr>
          <p:nvPr>
            <p:ph idx="1"/>
          </p:nvPr>
        </p:nvSpPr>
        <p:spPr>
          <a:xfrm>
            <a:off x="500063" y="857250"/>
            <a:ext cx="8032750" cy="3225800"/>
          </a:xfrm>
        </p:spPr>
        <p:txBody>
          <a:bodyPr/>
          <a:lstStyle/>
          <a:p>
            <a:pPr>
              <a:lnSpc>
                <a:spcPts val="4000"/>
              </a:lnSpc>
              <a:buClrTx/>
              <a:buFont typeface="Wingdings" panose="05000000000000000000" pitchFamily="2" charset="2"/>
              <a:buChar char="Ø"/>
            </a:pPr>
            <a:r>
              <a:rPr lang="zh-CN" altLang="en-US" sz="3000" b="1" dirty="0">
                <a:solidFill>
                  <a:schemeClr val="tx1"/>
                </a:solidFill>
                <a:latin typeface="楷体" panose="02010609060101010101" pitchFamily="49" charset="-122"/>
                <a:ea typeface="楷体" panose="02010609060101010101" pitchFamily="49" charset="-122"/>
              </a:rPr>
              <a:t>顺序分配法</a:t>
            </a:r>
            <a:endParaRPr lang="en-US" altLang="zh-CN" sz="3000" b="1" dirty="0">
              <a:solidFill>
                <a:schemeClr val="tx1"/>
              </a:solidFill>
              <a:latin typeface="楷体" panose="02010609060101010101" pitchFamily="49" charset="-122"/>
              <a:ea typeface="楷体" panose="02010609060101010101" pitchFamily="49" charset="-122"/>
            </a:endParaRPr>
          </a:p>
          <a:p>
            <a:pPr>
              <a:lnSpc>
                <a:spcPts val="4000"/>
              </a:lnSpc>
              <a:buClrTx/>
              <a:buFont typeface="Wingdings" panose="05000000000000000000" pitchFamily="2" charset="2"/>
              <a:buChar char="Ø"/>
            </a:pPr>
            <a:r>
              <a:rPr lang="zh-CN" altLang="en-US" sz="3000" b="1" dirty="0">
                <a:solidFill>
                  <a:schemeClr val="tx1"/>
                </a:solidFill>
                <a:latin typeface="楷体" panose="02010609060101010101" pitchFamily="49" charset="-122"/>
                <a:ea typeface="楷体" panose="02010609060101010101" pitchFamily="49" charset="-122"/>
              </a:rPr>
              <a:t>层次分配法</a:t>
            </a:r>
            <a:endParaRPr lang="zh-CN" altLang="en-US" sz="3000" b="1" dirty="0">
              <a:solidFill>
                <a:schemeClr val="tx1"/>
              </a:solidFill>
            </a:endParaRPr>
          </a:p>
        </p:txBody>
      </p:sp>
      <p:sp>
        <p:nvSpPr>
          <p:cNvPr id="41987" name="标题 2"/>
          <p:cNvSpPr>
            <a:spLocks noGrp="1"/>
          </p:cNvSpPr>
          <p:nvPr>
            <p:ph type="title"/>
          </p:nvPr>
        </p:nvSpPr>
        <p:spPr>
          <a:xfrm>
            <a:off x="755650" y="268288"/>
            <a:ext cx="7931150" cy="358775"/>
          </a:xfrm>
        </p:spPr>
        <p:txBody>
          <a:bodyPr/>
          <a:lstStyle/>
          <a:p>
            <a:r>
              <a:rPr lang="zh-CN" altLang="en-US" sz="3000">
                <a:solidFill>
                  <a:schemeClr val="tx1"/>
                </a:solidFill>
                <a:latin typeface="微软雅黑" panose="020B0503020204020204" pitchFamily="34" charset="-122"/>
                <a:ea typeface="微软雅黑" panose="020B0503020204020204" pitchFamily="34" charset="-122"/>
                <a:cs typeface="楷体_GB2312" pitchFamily="49" charset="-122"/>
              </a:rPr>
              <a:t>常用的静态存储分配方法</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6866" name="Rectangle 18"/>
          <p:cNvSpPr>
            <a:spLocks noGrp="1" noChangeArrowheads="1"/>
          </p:cNvSpPr>
          <p:nvPr>
            <p:ph idx="1"/>
          </p:nvPr>
        </p:nvSpPr>
        <p:spPr>
          <a:xfrm>
            <a:off x="142875" y="785813"/>
            <a:ext cx="7272338" cy="642937"/>
          </a:xfrm>
        </p:spPr>
        <p:txBody>
          <a:bodyPr/>
          <a:lstStyle/>
          <a:p>
            <a:pPr lvl="1" eaLnBrk="1" hangingPunct="1">
              <a:buClrTx/>
              <a:buFont typeface="Wingdings" panose="05000000000000000000" pitchFamily="2" charset="2"/>
              <a:buChar char="Ø"/>
            </a:pPr>
            <a:r>
              <a:rPr lang="zh-CN" altLang="en-US" sz="2500" b="1" dirty="0">
                <a:solidFill>
                  <a:schemeClr val="tx1"/>
                </a:solidFill>
                <a:ea typeface="楷体" panose="02010609060101010101" pitchFamily="49" charset="-122"/>
                <a:cs typeface="Times New Roman" panose="02020603050405020304" pitchFamily="18" charset="0"/>
              </a:rPr>
              <a:t>按照过程出现的先后</a:t>
            </a:r>
            <a:r>
              <a:rPr lang="zh-CN" altLang="en-US" sz="2500" b="1" dirty="0">
                <a:solidFill>
                  <a:srgbClr val="0070C0"/>
                </a:solidFill>
                <a:ea typeface="楷体" panose="02010609060101010101" pitchFamily="49" charset="-122"/>
                <a:cs typeface="Times New Roman" panose="02020603050405020304" pitchFamily="18" charset="0"/>
              </a:rPr>
              <a:t>顺序</a:t>
            </a:r>
            <a:r>
              <a:rPr lang="zh-CN" altLang="en-US" sz="2500" b="1" dirty="0">
                <a:solidFill>
                  <a:schemeClr val="tx1"/>
                </a:solidFill>
                <a:ea typeface="楷体" panose="02010609060101010101" pitchFamily="49" charset="-122"/>
                <a:cs typeface="Times New Roman" panose="02020603050405020304" pitchFamily="18" charset="0"/>
              </a:rPr>
              <a:t>逐段</a:t>
            </a:r>
            <a:r>
              <a:rPr lang="zh-CN" altLang="en-US" sz="2500" b="1" dirty="0">
                <a:solidFill>
                  <a:srgbClr val="0070C0"/>
                </a:solidFill>
                <a:ea typeface="楷体" panose="02010609060101010101" pitchFamily="49" charset="-122"/>
                <a:cs typeface="Times New Roman" panose="02020603050405020304" pitchFamily="18" charset="0"/>
              </a:rPr>
              <a:t>分配</a:t>
            </a:r>
            <a:r>
              <a:rPr lang="zh-CN" altLang="en-US" sz="2500" b="1" dirty="0">
                <a:solidFill>
                  <a:schemeClr val="tx1"/>
                </a:solidFill>
                <a:ea typeface="楷体" panose="02010609060101010101" pitchFamily="49" charset="-122"/>
                <a:cs typeface="Times New Roman" panose="02020603050405020304" pitchFamily="18" charset="0"/>
              </a:rPr>
              <a:t>存储空间</a:t>
            </a:r>
          </a:p>
          <a:p>
            <a:pPr lvl="1" eaLnBrk="1" hangingPunct="1">
              <a:buClrTx/>
              <a:buFont typeface="Wingdings" panose="05000000000000000000" pitchFamily="2" charset="2"/>
              <a:buChar char="Ø"/>
            </a:pPr>
            <a:r>
              <a:rPr lang="zh-CN" altLang="en-US" sz="2500" b="1" dirty="0">
                <a:solidFill>
                  <a:schemeClr val="tx1"/>
                </a:solidFill>
                <a:ea typeface="楷体" panose="02010609060101010101" pitchFamily="49" charset="-122"/>
                <a:cs typeface="Times New Roman" panose="02020603050405020304" pitchFamily="18" charset="0"/>
              </a:rPr>
              <a:t>各过程的活动记录占用</a:t>
            </a:r>
            <a:r>
              <a:rPr lang="zh-CN" altLang="en-US" sz="2500" b="1" dirty="0">
                <a:solidFill>
                  <a:srgbClr val="0070C0"/>
                </a:solidFill>
                <a:ea typeface="楷体" panose="02010609060101010101" pitchFamily="49" charset="-122"/>
                <a:cs typeface="Times New Roman" panose="02020603050405020304" pitchFamily="18" charset="0"/>
              </a:rPr>
              <a:t>互不相交</a:t>
            </a:r>
            <a:r>
              <a:rPr lang="zh-CN" altLang="en-US" sz="2500" b="1" dirty="0">
                <a:solidFill>
                  <a:schemeClr val="tx1"/>
                </a:solidFill>
                <a:ea typeface="楷体" panose="02010609060101010101" pitchFamily="49" charset="-122"/>
                <a:cs typeface="Times New Roman" panose="02020603050405020304" pitchFamily="18" charset="0"/>
              </a:rPr>
              <a:t>的存储空间</a:t>
            </a:r>
            <a:r>
              <a:rPr lang="en-US" altLang="zh-CN" sz="2500" b="1" dirty="0">
                <a:solidFill>
                  <a:schemeClr val="tx1"/>
                </a:solidFill>
                <a:ea typeface="楷体" panose="02010609060101010101" pitchFamily="49" charset="-122"/>
                <a:cs typeface="Times New Roman" panose="02020603050405020304" pitchFamily="18" charset="0"/>
              </a:rPr>
              <a:t> </a:t>
            </a:r>
            <a:endParaRPr lang="zh-CN" altLang="en-US" sz="2500" b="1" dirty="0">
              <a:solidFill>
                <a:schemeClr val="tx1"/>
              </a:solidFill>
              <a:ea typeface="楷体" panose="02010609060101010101" pitchFamily="49" charset="-122"/>
              <a:cs typeface="Times New Roman" panose="02020603050405020304" pitchFamily="18" charset="0"/>
            </a:endParaRPr>
          </a:p>
        </p:txBody>
      </p:sp>
      <p:sp>
        <p:nvSpPr>
          <p:cNvPr id="44035"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rPr>
              <a:t>顺序分配法</a:t>
            </a:r>
            <a:endPar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endParaRPr>
          </a:p>
        </p:txBody>
      </p:sp>
      <p:grpSp>
        <p:nvGrpSpPr>
          <p:cNvPr id="2" name="Group 4"/>
          <p:cNvGrpSpPr>
            <a:grpSpLocks/>
          </p:cNvGrpSpPr>
          <p:nvPr/>
        </p:nvGrpSpPr>
        <p:grpSpPr bwMode="auto">
          <a:xfrm>
            <a:off x="1655763" y="1881188"/>
            <a:ext cx="2857500" cy="2084387"/>
            <a:chOff x="192" y="2016"/>
            <a:chExt cx="2400" cy="1750"/>
          </a:xfrm>
        </p:grpSpPr>
        <p:sp>
          <p:nvSpPr>
            <p:cNvPr id="44041" name="Text Box 5"/>
            <p:cNvSpPr txBox="1">
              <a:spLocks noChangeArrowheads="1"/>
            </p:cNvSpPr>
            <p:nvPr/>
          </p:nvSpPr>
          <p:spPr bwMode="auto">
            <a:xfrm>
              <a:off x="960" y="2016"/>
              <a:ext cx="576"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zh-CN" altLang="en-US" sz="1800">
                  <a:ea typeface="楷体" panose="02010609060101010101" pitchFamily="49" charset="-122"/>
                  <a:cs typeface="Times New Roman" panose="02020603050405020304" pitchFamily="18" charset="0"/>
                </a:rPr>
                <a:t>1/22</a:t>
              </a:r>
            </a:p>
          </p:txBody>
        </p:sp>
        <p:sp>
          <p:nvSpPr>
            <p:cNvPr id="44042" name="Text Box 6"/>
            <p:cNvSpPr txBox="1">
              <a:spLocks noChangeArrowheads="1"/>
            </p:cNvSpPr>
            <p:nvPr/>
          </p:nvSpPr>
          <p:spPr bwMode="auto">
            <a:xfrm>
              <a:off x="624" y="2638"/>
              <a:ext cx="577"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zh-CN" altLang="en-US" sz="1800">
                  <a:ea typeface="楷体" panose="02010609060101010101" pitchFamily="49" charset="-122"/>
                  <a:cs typeface="Times New Roman" panose="02020603050405020304" pitchFamily="18" charset="0"/>
                </a:rPr>
                <a:t>2/15</a:t>
              </a:r>
            </a:p>
          </p:txBody>
        </p:sp>
        <p:sp>
          <p:nvSpPr>
            <p:cNvPr id="44043" name="Text Box 7"/>
            <p:cNvSpPr txBox="1">
              <a:spLocks noChangeArrowheads="1"/>
            </p:cNvSpPr>
            <p:nvPr/>
          </p:nvSpPr>
          <p:spPr bwMode="auto">
            <a:xfrm>
              <a:off x="1488" y="2688"/>
              <a:ext cx="624"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zh-CN" altLang="en-US" sz="1800">
                  <a:ea typeface="楷体" panose="02010609060101010101" pitchFamily="49" charset="-122"/>
                  <a:cs typeface="Times New Roman" panose="02020603050405020304" pitchFamily="18" charset="0"/>
                </a:rPr>
                <a:t>3/18</a:t>
              </a:r>
            </a:p>
          </p:txBody>
        </p:sp>
        <p:sp>
          <p:nvSpPr>
            <p:cNvPr id="44044" name="Text Box 8"/>
            <p:cNvSpPr txBox="1">
              <a:spLocks noChangeArrowheads="1"/>
            </p:cNvSpPr>
            <p:nvPr/>
          </p:nvSpPr>
          <p:spPr bwMode="auto">
            <a:xfrm>
              <a:off x="192" y="3456"/>
              <a:ext cx="528"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zh-CN" altLang="en-US" sz="1800">
                  <a:ea typeface="楷体" panose="02010609060101010101" pitchFamily="49" charset="-122"/>
                  <a:cs typeface="Times New Roman" panose="02020603050405020304" pitchFamily="18" charset="0"/>
                </a:rPr>
                <a:t>4/17</a:t>
              </a:r>
            </a:p>
          </p:txBody>
        </p:sp>
        <p:sp>
          <p:nvSpPr>
            <p:cNvPr id="44045" name="Text Box 9"/>
            <p:cNvSpPr txBox="1">
              <a:spLocks noChangeArrowheads="1"/>
            </p:cNvSpPr>
            <p:nvPr/>
          </p:nvSpPr>
          <p:spPr bwMode="auto">
            <a:xfrm>
              <a:off x="1104" y="3408"/>
              <a:ext cx="576"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zh-CN" altLang="en-US" sz="1800">
                  <a:ea typeface="楷体" panose="02010609060101010101" pitchFamily="49" charset="-122"/>
                  <a:cs typeface="Times New Roman" panose="02020603050405020304" pitchFamily="18" charset="0"/>
                </a:rPr>
                <a:t>6/10</a:t>
              </a:r>
            </a:p>
          </p:txBody>
        </p:sp>
        <p:sp>
          <p:nvSpPr>
            <p:cNvPr id="44046" name="Text Box 10"/>
            <p:cNvSpPr txBox="1">
              <a:spLocks noChangeArrowheads="1"/>
            </p:cNvSpPr>
            <p:nvPr/>
          </p:nvSpPr>
          <p:spPr bwMode="auto">
            <a:xfrm>
              <a:off x="2064" y="3456"/>
              <a:ext cx="528"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zh-CN" altLang="en-US" sz="1800">
                  <a:ea typeface="楷体" panose="02010609060101010101" pitchFamily="49" charset="-122"/>
                  <a:cs typeface="Times New Roman" panose="02020603050405020304" pitchFamily="18" charset="0"/>
                </a:rPr>
                <a:t>5/23</a:t>
              </a:r>
            </a:p>
          </p:txBody>
        </p:sp>
        <p:sp>
          <p:nvSpPr>
            <p:cNvPr id="44047" name="Line 11"/>
            <p:cNvSpPr>
              <a:spLocks noChangeShapeType="1"/>
            </p:cNvSpPr>
            <p:nvPr/>
          </p:nvSpPr>
          <p:spPr bwMode="auto">
            <a:xfrm flipH="1">
              <a:off x="816" y="2256"/>
              <a:ext cx="288"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48" name="Line 12"/>
            <p:cNvSpPr>
              <a:spLocks noChangeShapeType="1"/>
            </p:cNvSpPr>
            <p:nvPr/>
          </p:nvSpPr>
          <p:spPr bwMode="auto">
            <a:xfrm flipH="1">
              <a:off x="1296" y="2928"/>
              <a:ext cx="336" cy="57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49" name="Line 13"/>
            <p:cNvSpPr>
              <a:spLocks noChangeShapeType="1"/>
            </p:cNvSpPr>
            <p:nvPr/>
          </p:nvSpPr>
          <p:spPr bwMode="auto">
            <a:xfrm>
              <a:off x="1680" y="2928"/>
              <a:ext cx="576" cy="57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50" name="Line 14"/>
            <p:cNvSpPr>
              <a:spLocks noChangeShapeType="1"/>
            </p:cNvSpPr>
            <p:nvPr/>
          </p:nvSpPr>
          <p:spPr bwMode="auto">
            <a:xfrm>
              <a:off x="1152" y="2256"/>
              <a:ext cx="528"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51" name="Line 15"/>
            <p:cNvSpPr>
              <a:spLocks noChangeShapeType="1"/>
            </p:cNvSpPr>
            <p:nvPr/>
          </p:nvSpPr>
          <p:spPr bwMode="auto">
            <a:xfrm flipH="1">
              <a:off x="384" y="2928"/>
              <a:ext cx="384" cy="57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4052" name="Line 16"/>
            <p:cNvSpPr>
              <a:spLocks noChangeShapeType="1"/>
            </p:cNvSpPr>
            <p:nvPr/>
          </p:nvSpPr>
          <p:spPr bwMode="auto">
            <a:xfrm>
              <a:off x="768" y="2880"/>
              <a:ext cx="528" cy="57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sp>
        <p:nvSpPr>
          <p:cNvPr id="846867" name="Text Box 19"/>
          <p:cNvSpPr txBox="1">
            <a:spLocks noChangeArrowheads="1"/>
          </p:cNvSpPr>
          <p:nvPr/>
        </p:nvSpPr>
        <p:spPr bwMode="auto">
          <a:xfrm>
            <a:off x="1500188" y="3979863"/>
            <a:ext cx="2894012" cy="377825"/>
          </a:xfrm>
          <a:prstGeom prst="rect">
            <a:avLst/>
          </a:prstGeom>
          <a:solidFill>
            <a:schemeClr val="accent2">
              <a:lumMod val="40000"/>
              <a:lumOff val="60000"/>
            </a:schemeClr>
          </a:solidFill>
          <a:ln>
            <a:solidFill>
              <a:schemeClr val="tx1"/>
            </a:solidFill>
          </a:ln>
        </p:spPr>
        <p:txBody>
          <a:bodyPr lIns="68580" tIns="34290" rIns="68580" bIns="34290">
            <a:spAutoFit/>
          </a:bodyPr>
          <a:lstStyle>
            <a:lvl1pPr eaLnBrk="0" hangingPunct="0">
              <a:defRPr sz="1100" b="1">
                <a:solidFill>
                  <a:schemeClr val="tx1"/>
                </a:solidFill>
                <a:latin typeface="Times New Roman" panose="02020603050405020304" pitchFamily="18" charset="0"/>
                <a:ea typeface="楷体_GB2312"/>
                <a:cs typeface="楷体_GB2312"/>
              </a:defRPr>
            </a:lvl1pPr>
            <a:lvl2pPr marL="742950" indent="-285750" eaLnBrk="0" hangingPunct="0">
              <a:defRPr sz="1100" b="1">
                <a:solidFill>
                  <a:schemeClr val="tx1"/>
                </a:solidFill>
                <a:latin typeface="Times New Roman" panose="02020603050405020304" pitchFamily="18" charset="0"/>
                <a:ea typeface="楷体_GB2312"/>
                <a:cs typeface="楷体_GB2312"/>
              </a:defRPr>
            </a:lvl2pPr>
            <a:lvl3pPr marL="1143000" indent="-228600" eaLnBrk="0" hangingPunct="0">
              <a:defRPr sz="1100" b="1">
                <a:solidFill>
                  <a:schemeClr val="tx1"/>
                </a:solidFill>
                <a:latin typeface="Times New Roman" panose="02020603050405020304" pitchFamily="18" charset="0"/>
                <a:ea typeface="楷体_GB2312"/>
                <a:cs typeface="楷体_GB2312"/>
              </a:defRPr>
            </a:lvl3pPr>
            <a:lvl4pPr marL="1600200" indent="-228600" eaLnBrk="0" hangingPunct="0">
              <a:defRPr sz="1100" b="1">
                <a:solidFill>
                  <a:schemeClr val="tx1"/>
                </a:solidFill>
                <a:latin typeface="Times New Roman" panose="02020603050405020304" pitchFamily="18" charset="0"/>
                <a:ea typeface="楷体_GB2312"/>
                <a:cs typeface="楷体_GB2312"/>
              </a:defRPr>
            </a:lvl4pPr>
            <a:lvl5pPr marL="2057400" indent="-228600" eaLnBrk="0" hangingPunct="0">
              <a:defRPr sz="1100" b="1">
                <a:solidFill>
                  <a:schemeClr val="tx1"/>
                </a:solidFill>
                <a:latin typeface="Times New Roman" panose="02020603050405020304" pitchFamily="18" charset="0"/>
                <a:ea typeface="楷体_GB2312"/>
                <a:cs typeface="楷体_GB231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a:cs typeface="楷体_GB231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a:cs typeface="楷体_GB231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a:cs typeface="楷体_GB231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a:cs typeface="楷体_GB2312"/>
              </a:defRPr>
            </a:lvl9pPr>
          </a:lstStyle>
          <a:p>
            <a:pPr>
              <a:spcBef>
                <a:spcPct val="50000"/>
              </a:spcBef>
              <a:defRPr/>
            </a:pPr>
            <a:r>
              <a:rPr lang="zh-CN" altLang="en-US" sz="2000" dirty="0">
                <a:ea typeface="楷体" panose="02010609060101010101" pitchFamily="49" charset="-122"/>
                <a:cs typeface="Times New Roman" panose="02020603050405020304" pitchFamily="18" charset="0"/>
              </a:rPr>
              <a:t>过程编号</a:t>
            </a:r>
            <a:r>
              <a:rPr lang="en-US" altLang="zh-CN" sz="2000" dirty="0">
                <a:ea typeface="楷体" panose="02010609060101010101" pitchFamily="49" charset="-122"/>
                <a:cs typeface="Times New Roman" panose="02020603050405020304" pitchFamily="18" charset="0"/>
              </a:rPr>
              <a:t>/</a:t>
            </a:r>
            <a:r>
              <a:rPr lang="zh-CN" altLang="en-US" sz="2000" dirty="0">
                <a:ea typeface="楷体" panose="02010609060101010101" pitchFamily="49" charset="-122"/>
                <a:cs typeface="Times New Roman" panose="02020603050405020304" pitchFamily="18" charset="0"/>
              </a:rPr>
              <a:t>所需存储空间</a:t>
            </a:r>
          </a:p>
        </p:txBody>
      </p:sp>
      <p:sp>
        <p:nvSpPr>
          <p:cNvPr id="846868" name="Text Box 20"/>
          <p:cNvSpPr txBox="1">
            <a:spLocks noChangeArrowheads="1"/>
          </p:cNvSpPr>
          <p:nvPr/>
        </p:nvSpPr>
        <p:spPr bwMode="auto">
          <a:xfrm>
            <a:off x="5178425" y="1662113"/>
            <a:ext cx="2751138" cy="270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lIns="68580" tIns="34290" rIns="68580" bIns="34290">
            <a:spAutoFit/>
          </a:bodyPr>
          <a:lstStyle>
            <a:lvl1pPr marL="342900" indent="-342900">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nSpc>
                <a:spcPts val="2600"/>
              </a:lnSpc>
            </a:pPr>
            <a:r>
              <a:rPr lang="zh-CN" altLang="en-US" sz="1500" b="0">
                <a:ea typeface="楷体" panose="02010609060101010101" pitchFamily="49" charset="-122"/>
                <a:cs typeface="Times New Roman" panose="02020603050405020304" pitchFamily="18" charset="0"/>
              </a:rPr>
              <a:t>    </a:t>
            </a:r>
            <a:r>
              <a:rPr lang="zh-CN" altLang="en-US" sz="2000">
                <a:ea typeface="楷体" panose="02010609060101010101" pitchFamily="49" charset="-122"/>
                <a:cs typeface="Times New Roman" panose="02020603050405020304" pitchFamily="18" charset="0"/>
              </a:rPr>
              <a:t>过程       存储</a:t>
            </a:r>
            <a:r>
              <a:rPr kumimoji="1" lang="zh-CN" altLang="en-US" sz="2000">
                <a:ea typeface="楷体" panose="02010609060101010101" pitchFamily="49" charset="-122"/>
                <a:cs typeface="Times New Roman" panose="02020603050405020304" pitchFamily="18" charset="0"/>
              </a:rPr>
              <a:t>区域</a:t>
            </a:r>
          </a:p>
          <a:p>
            <a:pPr>
              <a:lnSpc>
                <a:spcPts val="2600"/>
              </a:lnSpc>
            </a:pPr>
            <a:r>
              <a:rPr kumimoji="1" lang="zh-CN" altLang="en-US" sz="2000">
                <a:ea typeface="楷体" panose="02010609060101010101" pitchFamily="49" charset="-122"/>
                <a:cs typeface="Times New Roman" panose="02020603050405020304" pitchFamily="18" charset="0"/>
              </a:rPr>
              <a:t>       </a:t>
            </a:r>
            <a:r>
              <a:rPr kumimoji="1" lang="en-US" altLang="zh-CN" sz="2000">
                <a:ea typeface="楷体" panose="02010609060101010101" pitchFamily="49" charset="-122"/>
                <a:cs typeface="Times New Roman" panose="02020603050405020304" pitchFamily="18" charset="0"/>
              </a:rPr>
              <a:t>1              0~21</a:t>
            </a:r>
          </a:p>
          <a:p>
            <a:pPr>
              <a:lnSpc>
                <a:spcPts val="2600"/>
              </a:lnSpc>
            </a:pPr>
            <a:r>
              <a:rPr kumimoji="1" lang="en-US" altLang="zh-CN" sz="2000">
                <a:ea typeface="楷体" panose="02010609060101010101" pitchFamily="49" charset="-122"/>
                <a:cs typeface="Times New Roman" panose="02020603050405020304" pitchFamily="18" charset="0"/>
              </a:rPr>
              <a:t>       2            22~36</a:t>
            </a:r>
          </a:p>
          <a:p>
            <a:pPr>
              <a:lnSpc>
                <a:spcPts val="2600"/>
              </a:lnSpc>
            </a:pPr>
            <a:r>
              <a:rPr kumimoji="1" lang="zh-CN" altLang="en-US" sz="2000">
                <a:ea typeface="楷体" panose="02010609060101010101" pitchFamily="49" charset="-122"/>
                <a:cs typeface="Times New Roman" panose="02020603050405020304" pitchFamily="18" charset="0"/>
              </a:rPr>
              <a:t>       </a:t>
            </a:r>
            <a:r>
              <a:rPr kumimoji="1" lang="en-US" altLang="zh-CN" sz="2000">
                <a:ea typeface="楷体" panose="02010609060101010101" pitchFamily="49" charset="-122"/>
                <a:cs typeface="Times New Roman" panose="02020603050405020304" pitchFamily="18" charset="0"/>
              </a:rPr>
              <a:t>3            37~54</a:t>
            </a:r>
          </a:p>
          <a:p>
            <a:pPr>
              <a:lnSpc>
                <a:spcPts val="2600"/>
              </a:lnSpc>
            </a:pPr>
            <a:r>
              <a:rPr kumimoji="1" lang="zh-CN" altLang="en-US" sz="2000">
                <a:ea typeface="楷体" panose="02010609060101010101" pitchFamily="49" charset="-122"/>
                <a:cs typeface="Times New Roman" panose="02020603050405020304" pitchFamily="18" charset="0"/>
              </a:rPr>
              <a:t>       </a:t>
            </a:r>
            <a:r>
              <a:rPr kumimoji="1" lang="en-US" altLang="zh-CN" sz="2000">
                <a:ea typeface="楷体" panose="02010609060101010101" pitchFamily="49" charset="-122"/>
                <a:cs typeface="Times New Roman" panose="02020603050405020304" pitchFamily="18" charset="0"/>
              </a:rPr>
              <a:t>4            55~71</a:t>
            </a:r>
          </a:p>
          <a:p>
            <a:pPr>
              <a:lnSpc>
                <a:spcPts val="2600"/>
              </a:lnSpc>
            </a:pPr>
            <a:r>
              <a:rPr kumimoji="1" lang="zh-CN" altLang="en-US" sz="2000">
                <a:ea typeface="楷体" panose="02010609060101010101" pitchFamily="49" charset="-122"/>
                <a:cs typeface="Times New Roman" panose="02020603050405020304" pitchFamily="18" charset="0"/>
              </a:rPr>
              <a:t>       </a:t>
            </a:r>
            <a:r>
              <a:rPr kumimoji="1" lang="en-US" altLang="zh-CN" sz="2000">
                <a:ea typeface="楷体" panose="02010609060101010101" pitchFamily="49" charset="-122"/>
                <a:cs typeface="Times New Roman" panose="02020603050405020304" pitchFamily="18" charset="0"/>
              </a:rPr>
              <a:t>5            72~94</a:t>
            </a:r>
          </a:p>
          <a:p>
            <a:pPr>
              <a:lnSpc>
                <a:spcPts val="2600"/>
              </a:lnSpc>
            </a:pPr>
            <a:r>
              <a:rPr kumimoji="1" lang="zh-CN" altLang="en-US" sz="2000">
                <a:ea typeface="楷体" panose="02010609060101010101" pitchFamily="49" charset="-122"/>
                <a:cs typeface="Times New Roman" panose="02020603050405020304" pitchFamily="18" charset="0"/>
              </a:rPr>
              <a:t>       </a:t>
            </a:r>
            <a:r>
              <a:rPr kumimoji="1" lang="en-US" altLang="zh-CN" sz="2000">
                <a:ea typeface="楷体" panose="02010609060101010101" pitchFamily="49" charset="-122"/>
                <a:cs typeface="Times New Roman" panose="02020603050405020304" pitchFamily="18" charset="0"/>
              </a:rPr>
              <a:t>6            95~104</a:t>
            </a:r>
          </a:p>
          <a:p>
            <a:pPr>
              <a:lnSpc>
                <a:spcPts val="2600"/>
              </a:lnSpc>
            </a:pPr>
            <a:r>
              <a:rPr lang="zh-CN" altLang="en-US" sz="2000">
                <a:ea typeface="楷体" panose="02010609060101010101" pitchFamily="49" charset="-122"/>
                <a:cs typeface="Times New Roman" panose="02020603050405020304" pitchFamily="18" charset="0"/>
              </a:rPr>
              <a:t>共需要</a:t>
            </a:r>
            <a:r>
              <a:rPr lang="en-US" altLang="zh-CN" sz="2000">
                <a:ea typeface="楷体" panose="02010609060101010101" pitchFamily="49" charset="-122"/>
                <a:cs typeface="Times New Roman" panose="02020603050405020304" pitchFamily="18" charset="0"/>
              </a:rPr>
              <a:t>105</a:t>
            </a:r>
            <a:r>
              <a:rPr lang="zh-CN" altLang="en-US" sz="2000">
                <a:ea typeface="楷体" panose="02010609060101010101" pitchFamily="49" charset="-122"/>
                <a:cs typeface="Times New Roman" panose="02020603050405020304" pitchFamily="18" charset="0"/>
              </a:rPr>
              <a:t>个存储单元</a:t>
            </a:r>
          </a:p>
        </p:txBody>
      </p:sp>
      <p:sp>
        <p:nvSpPr>
          <p:cNvPr id="846870" name="Rectangle 22"/>
          <p:cNvSpPr>
            <a:spLocks noChangeArrowheads="1"/>
          </p:cNvSpPr>
          <p:nvPr/>
        </p:nvSpPr>
        <p:spPr bwMode="auto">
          <a:xfrm>
            <a:off x="4429125" y="4357688"/>
            <a:ext cx="4556125" cy="684212"/>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spAutoFit/>
          </a:bodyPr>
          <a:lstStyle/>
          <a:p>
            <a:pPr eaLnBrk="1" hangingPunct="1">
              <a:defRPr/>
            </a:pPr>
            <a:r>
              <a:rPr lang="zh-CN" altLang="en-US" sz="2000" dirty="0">
                <a:solidFill>
                  <a:srgbClr val="0000FF"/>
                </a:solidFill>
                <a:ea typeface="楷体" pitchFamily="49" charset="-122"/>
                <a:cs typeface="Times New Roman" pitchFamily="18" charset="0"/>
              </a:rPr>
              <a:t>优点：处理上简单</a:t>
            </a:r>
          </a:p>
          <a:p>
            <a:pPr eaLnBrk="1" hangingPunct="1">
              <a:defRPr/>
            </a:pPr>
            <a:r>
              <a:rPr lang="zh-CN" altLang="en-US" sz="2000" dirty="0">
                <a:solidFill>
                  <a:srgbClr val="0000FF"/>
                </a:solidFill>
                <a:ea typeface="楷体" pitchFamily="49" charset="-122"/>
                <a:cs typeface="Times New Roman" pitchFamily="18" charset="0"/>
              </a:rPr>
              <a:t>缺点：对内存空间的使用不够经济合理</a:t>
            </a:r>
          </a:p>
        </p:txBody>
      </p:sp>
      <p:sp>
        <p:nvSpPr>
          <p:cNvPr id="846871" name="AutoShape 23"/>
          <p:cNvSpPr>
            <a:spLocks noChangeArrowheads="1"/>
          </p:cNvSpPr>
          <p:nvPr/>
        </p:nvSpPr>
        <p:spPr bwMode="auto">
          <a:xfrm>
            <a:off x="571500" y="4479925"/>
            <a:ext cx="3429000" cy="539750"/>
          </a:xfrm>
          <a:prstGeom prst="cloudCallout">
            <a:avLst>
              <a:gd name="adj1" fmla="val 50148"/>
              <a:gd name="adj2" fmla="val -68648"/>
            </a:avLst>
          </a:prstGeom>
          <a:solidFill>
            <a:schemeClr val="tx2">
              <a:lumMod val="60000"/>
              <a:lumOff val="40000"/>
            </a:schemeClr>
          </a:solidFill>
          <a:ln w="9525">
            <a:solidFill>
              <a:schemeClr val="tx1"/>
            </a:solidFill>
            <a:round/>
            <a:headEnd/>
            <a:tailEnd/>
          </a:ln>
        </p:spPr>
        <p:txBody>
          <a:bodyPr lIns="68580" tIns="34290" rIns="68580" bIns="34290"/>
          <a:lstStyle/>
          <a:p>
            <a:pPr eaLnBrk="1" hangingPunct="1">
              <a:defRPr/>
            </a:pPr>
            <a:r>
              <a:rPr kumimoji="1" lang="zh-CN" altLang="en-US" sz="2000" dirty="0">
                <a:solidFill>
                  <a:schemeClr val="bg1"/>
                </a:solidFill>
                <a:ea typeface="楷体" pitchFamily="49" charset="-122"/>
                <a:cs typeface="Times New Roman" pitchFamily="18" charset="0"/>
              </a:rPr>
              <a:t>能用更少的空间么？</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par>
                                <p:cTn id="10" presetID="53" presetClass="entr" presetSubtype="0" fill="hold" grpId="0" nodeType="withEffect">
                                  <p:stCondLst>
                                    <p:cond delay="0"/>
                                  </p:stCondLst>
                                  <p:childTnLst>
                                    <p:set>
                                      <p:cBhvr>
                                        <p:cTn id="11" dur="1" fill="hold">
                                          <p:stCondLst>
                                            <p:cond delay="0"/>
                                          </p:stCondLst>
                                        </p:cTn>
                                        <p:tgtEl>
                                          <p:spTgt spid="846867"/>
                                        </p:tgtEl>
                                        <p:attrNameLst>
                                          <p:attrName>style.visibility</p:attrName>
                                        </p:attrNameLst>
                                      </p:cBhvr>
                                      <p:to>
                                        <p:strVal val="visible"/>
                                      </p:to>
                                    </p:set>
                                    <p:anim calcmode="lin" valueType="num">
                                      <p:cBhvr>
                                        <p:cTn id="12" dur="500" fill="hold"/>
                                        <p:tgtEl>
                                          <p:spTgt spid="846867"/>
                                        </p:tgtEl>
                                        <p:attrNameLst>
                                          <p:attrName>ppt_w</p:attrName>
                                        </p:attrNameLst>
                                      </p:cBhvr>
                                      <p:tavLst>
                                        <p:tav tm="0">
                                          <p:val>
                                            <p:fltVal val="0"/>
                                          </p:val>
                                        </p:tav>
                                        <p:tav tm="100000">
                                          <p:val>
                                            <p:strVal val="#ppt_w"/>
                                          </p:val>
                                        </p:tav>
                                      </p:tavLst>
                                    </p:anim>
                                    <p:anim calcmode="lin" valueType="num">
                                      <p:cBhvr>
                                        <p:cTn id="13" dur="500" fill="hold"/>
                                        <p:tgtEl>
                                          <p:spTgt spid="846867"/>
                                        </p:tgtEl>
                                        <p:attrNameLst>
                                          <p:attrName>ppt_h</p:attrName>
                                        </p:attrNameLst>
                                      </p:cBhvr>
                                      <p:tavLst>
                                        <p:tav tm="0">
                                          <p:val>
                                            <p:fltVal val="0"/>
                                          </p:val>
                                        </p:tav>
                                        <p:tav tm="100000">
                                          <p:val>
                                            <p:strVal val="#ppt_h"/>
                                          </p:val>
                                        </p:tav>
                                      </p:tavLst>
                                    </p:anim>
                                    <p:animEffect transition="in" filter="fade">
                                      <p:cBhvr>
                                        <p:cTn id="14" dur="500"/>
                                        <p:tgtEl>
                                          <p:spTgt spid="846867"/>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0" fill="hold" nodeType="clickEffect">
                                  <p:stCondLst>
                                    <p:cond delay="0"/>
                                  </p:stCondLst>
                                  <p:childTnLst>
                                    <p:set>
                                      <p:cBhvr>
                                        <p:cTn id="18" dur="1" fill="hold">
                                          <p:stCondLst>
                                            <p:cond delay="0"/>
                                          </p:stCondLst>
                                        </p:cTn>
                                        <p:tgtEl>
                                          <p:spTgt spid="846866">
                                            <p:txEl>
                                              <p:pRg st="0" end="0"/>
                                            </p:txEl>
                                          </p:spTgt>
                                        </p:tgtEl>
                                        <p:attrNameLst>
                                          <p:attrName>style.visibility</p:attrName>
                                        </p:attrNameLst>
                                      </p:cBhvr>
                                      <p:to>
                                        <p:strVal val="visible"/>
                                      </p:to>
                                    </p:set>
                                    <p:anim calcmode="lin" valueType="num">
                                      <p:cBhvr>
                                        <p:cTn id="19" dur="500" fill="hold"/>
                                        <p:tgtEl>
                                          <p:spTgt spid="846866">
                                            <p:txEl>
                                              <p:pRg st="0" end="0"/>
                                            </p:txEl>
                                          </p:spTgt>
                                        </p:tgtEl>
                                        <p:attrNameLst>
                                          <p:attrName>ppt_w</p:attrName>
                                        </p:attrNameLst>
                                      </p:cBhvr>
                                      <p:tavLst>
                                        <p:tav tm="0">
                                          <p:val>
                                            <p:fltVal val="0"/>
                                          </p:val>
                                        </p:tav>
                                        <p:tav tm="100000">
                                          <p:val>
                                            <p:strVal val="#ppt_w"/>
                                          </p:val>
                                        </p:tav>
                                      </p:tavLst>
                                    </p:anim>
                                    <p:anim calcmode="lin" valueType="num">
                                      <p:cBhvr>
                                        <p:cTn id="20" dur="500" fill="hold"/>
                                        <p:tgtEl>
                                          <p:spTgt spid="846866">
                                            <p:txEl>
                                              <p:pRg st="0" end="0"/>
                                            </p:txEl>
                                          </p:spTgt>
                                        </p:tgtEl>
                                        <p:attrNameLst>
                                          <p:attrName>ppt_h</p:attrName>
                                        </p:attrNameLst>
                                      </p:cBhvr>
                                      <p:tavLst>
                                        <p:tav tm="0">
                                          <p:val>
                                            <p:fltVal val="0"/>
                                          </p:val>
                                        </p:tav>
                                        <p:tav tm="100000">
                                          <p:val>
                                            <p:strVal val="#ppt_h"/>
                                          </p:val>
                                        </p:tav>
                                      </p:tavLst>
                                    </p:anim>
                                    <p:animEffect transition="in" filter="fade">
                                      <p:cBhvr>
                                        <p:cTn id="21" dur="500"/>
                                        <p:tgtEl>
                                          <p:spTgt spid="846866">
                                            <p:txEl>
                                              <p:pRg st="0" end="0"/>
                                            </p:txEl>
                                          </p:spTgt>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53" presetClass="entr" presetSubtype="0" fill="hold" nodeType="clickEffect">
                                  <p:stCondLst>
                                    <p:cond delay="0"/>
                                  </p:stCondLst>
                                  <p:childTnLst>
                                    <p:set>
                                      <p:cBhvr>
                                        <p:cTn id="25" dur="1" fill="hold">
                                          <p:stCondLst>
                                            <p:cond delay="0"/>
                                          </p:stCondLst>
                                        </p:cTn>
                                        <p:tgtEl>
                                          <p:spTgt spid="846866">
                                            <p:txEl>
                                              <p:pRg st="1" end="1"/>
                                            </p:txEl>
                                          </p:spTgt>
                                        </p:tgtEl>
                                        <p:attrNameLst>
                                          <p:attrName>style.visibility</p:attrName>
                                        </p:attrNameLst>
                                      </p:cBhvr>
                                      <p:to>
                                        <p:strVal val="visible"/>
                                      </p:to>
                                    </p:set>
                                    <p:anim calcmode="lin" valueType="num">
                                      <p:cBhvr>
                                        <p:cTn id="26" dur="500" fill="hold"/>
                                        <p:tgtEl>
                                          <p:spTgt spid="846866">
                                            <p:txEl>
                                              <p:pRg st="1" end="1"/>
                                            </p:txEl>
                                          </p:spTgt>
                                        </p:tgtEl>
                                        <p:attrNameLst>
                                          <p:attrName>ppt_w</p:attrName>
                                        </p:attrNameLst>
                                      </p:cBhvr>
                                      <p:tavLst>
                                        <p:tav tm="0">
                                          <p:val>
                                            <p:fltVal val="0"/>
                                          </p:val>
                                        </p:tav>
                                        <p:tav tm="100000">
                                          <p:val>
                                            <p:strVal val="#ppt_w"/>
                                          </p:val>
                                        </p:tav>
                                      </p:tavLst>
                                    </p:anim>
                                    <p:anim calcmode="lin" valueType="num">
                                      <p:cBhvr>
                                        <p:cTn id="27" dur="500" fill="hold"/>
                                        <p:tgtEl>
                                          <p:spTgt spid="846866">
                                            <p:txEl>
                                              <p:pRg st="1" end="1"/>
                                            </p:txEl>
                                          </p:spTgt>
                                        </p:tgtEl>
                                        <p:attrNameLst>
                                          <p:attrName>ppt_h</p:attrName>
                                        </p:attrNameLst>
                                      </p:cBhvr>
                                      <p:tavLst>
                                        <p:tav tm="0">
                                          <p:val>
                                            <p:fltVal val="0"/>
                                          </p:val>
                                        </p:tav>
                                        <p:tav tm="100000">
                                          <p:val>
                                            <p:strVal val="#ppt_h"/>
                                          </p:val>
                                        </p:tav>
                                      </p:tavLst>
                                    </p:anim>
                                    <p:animEffect transition="in" filter="fade">
                                      <p:cBhvr>
                                        <p:cTn id="28" dur="500"/>
                                        <p:tgtEl>
                                          <p:spTgt spid="846866">
                                            <p:txEl>
                                              <p:pRg st="1" end="1"/>
                                            </p:txEl>
                                          </p:spTgt>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53" presetClass="entr" presetSubtype="0" fill="hold" grpId="0" nodeType="clickEffect">
                                  <p:stCondLst>
                                    <p:cond delay="0"/>
                                  </p:stCondLst>
                                  <p:childTnLst>
                                    <p:set>
                                      <p:cBhvr>
                                        <p:cTn id="32" dur="1" fill="hold">
                                          <p:stCondLst>
                                            <p:cond delay="0"/>
                                          </p:stCondLst>
                                        </p:cTn>
                                        <p:tgtEl>
                                          <p:spTgt spid="846868">
                                            <p:txEl>
                                              <p:pRg st="0" end="0"/>
                                            </p:txEl>
                                          </p:spTgt>
                                        </p:tgtEl>
                                        <p:attrNameLst>
                                          <p:attrName>style.visibility</p:attrName>
                                        </p:attrNameLst>
                                      </p:cBhvr>
                                      <p:to>
                                        <p:strVal val="visible"/>
                                      </p:to>
                                    </p:set>
                                    <p:anim calcmode="lin" valueType="num">
                                      <p:cBhvr>
                                        <p:cTn id="33" dur="500" fill="hold"/>
                                        <p:tgtEl>
                                          <p:spTgt spid="846868">
                                            <p:txEl>
                                              <p:pRg st="0" end="0"/>
                                            </p:txEl>
                                          </p:spTgt>
                                        </p:tgtEl>
                                        <p:attrNameLst>
                                          <p:attrName>ppt_w</p:attrName>
                                        </p:attrNameLst>
                                      </p:cBhvr>
                                      <p:tavLst>
                                        <p:tav tm="0">
                                          <p:val>
                                            <p:fltVal val="0"/>
                                          </p:val>
                                        </p:tav>
                                        <p:tav tm="100000">
                                          <p:val>
                                            <p:strVal val="#ppt_w"/>
                                          </p:val>
                                        </p:tav>
                                      </p:tavLst>
                                    </p:anim>
                                    <p:anim calcmode="lin" valueType="num">
                                      <p:cBhvr>
                                        <p:cTn id="34" dur="500" fill="hold"/>
                                        <p:tgtEl>
                                          <p:spTgt spid="846868">
                                            <p:txEl>
                                              <p:pRg st="0" end="0"/>
                                            </p:txEl>
                                          </p:spTgt>
                                        </p:tgtEl>
                                        <p:attrNameLst>
                                          <p:attrName>ppt_h</p:attrName>
                                        </p:attrNameLst>
                                      </p:cBhvr>
                                      <p:tavLst>
                                        <p:tav tm="0">
                                          <p:val>
                                            <p:fltVal val="0"/>
                                          </p:val>
                                        </p:tav>
                                        <p:tav tm="100000">
                                          <p:val>
                                            <p:strVal val="#ppt_h"/>
                                          </p:val>
                                        </p:tav>
                                      </p:tavLst>
                                    </p:anim>
                                    <p:animEffect transition="in" filter="fade">
                                      <p:cBhvr>
                                        <p:cTn id="35" dur="500"/>
                                        <p:tgtEl>
                                          <p:spTgt spid="846868">
                                            <p:txEl>
                                              <p:pRg st="0" end="0"/>
                                            </p:txEl>
                                          </p:spTgt>
                                        </p:tgtEl>
                                      </p:cBhvr>
                                    </p:animEffect>
                                  </p:childTnLst>
                                </p:cTn>
                              </p:par>
                              <p:par>
                                <p:cTn id="36" presetID="53" presetClass="entr" presetSubtype="0" fill="hold" grpId="0" nodeType="withEffect">
                                  <p:stCondLst>
                                    <p:cond delay="0"/>
                                  </p:stCondLst>
                                  <p:childTnLst>
                                    <p:set>
                                      <p:cBhvr>
                                        <p:cTn id="37" dur="1" fill="hold">
                                          <p:stCondLst>
                                            <p:cond delay="0"/>
                                          </p:stCondLst>
                                        </p:cTn>
                                        <p:tgtEl>
                                          <p:spTgt spid="846868">
                                            <p:txEl>
                                              <p:pRg st="1" end="1"/>
                                            </p:txEl>
                                          </p:spTgt>
                                        </p:tgtEl>
                                        <p:attrNameLst>
                                          <p:attrName>style.visibility</p:attrName>
                                        </p:attrNameLst>
                                      </p:cBhvr>
                                      <p:to>
                                        <p:strVal val="visible"/>
                                      </p:to>
                                    </p:set>
                                    <p:anim calcmode="lin" valueType="num">
                                      <p:cBhvr>
                                        <p:cTn id="38" dur="500" fill="hold"/>
                                        <p:tgtEl>
                                          <p:spTgt spid="846868">
                                            <p:txEl>
                                              <p:pRg st="1" end="1"/>
                                            </p:txEl>
                                          </p:spTgt>
                                        </p:tgtEl>
                                        <p:attrNameLst>
                                          <p:attrName>ppt_w</p:attrName>
                                        </p:attrNameLst>
                                      </p:cBhvr>
                                      <p:tavLst>
                                        <p:tav tm="0">
                                          <p:val>
                                            <p:fltVal val="0"/>
                                          </p:val>
                                        </p:tav>
                                        <p:tav tm="100000">
                                          <p:val>
                                            <p:strVal val="#ppt_w"/>
                                          </p:val>
                                        </p:tav>
                                      </p:tavLst>
                                    </p:anim>
                                    <p:anim calcmode="lin" valueType="num">
                                      <p:cBhvr>
                                        <p:cTn id="39" dur="500" fill="hold"/>
                                        <p:tgtEl>
                                          <p:spTgt spid="846868">
                                            <p:txEl>
                                              <p:pRg st="1" end="1"/>
                                            </p:txEl>
                                          </p:spTgt>
                                        </p:tgtEl>
                                        <p:attrNameLst>
                                          <p:attrName>ppt_h</p:attrName>
                                        </p:attrNameLst>
                                      </p:cBhvr>
                                      <p:tavLst>
                                        <p:tav tm="0">
                                          <p:val>
                                            <p:fltVal val="0"/>
                                          </p:val>
                                        </p:tav>
                                        <p:tav tm="100000">
                                          <p:val>
                                            <p:strVal val="#ppt_h"/>
                                          </p:val>
                                        </p:tav>
                                      </p:tavLst>
                                    </p:anim>
                                    <p:animEffect transition="in" filter="fade">
                                      <p:cBhvr>
                                        <p:cTn id="40" dur="500"/>
                                        <p:tgtEl>
                                          <p:spTgt spid="846868">
                                            <p:txEl>
                                              <p:pRg st="1" end="1"/>
                                            </p:txEl>
                                          </p:spTgt>
                                        </p:tgtEl>
                                      </p:cBhvr>
                                    </p:animEffect>
                                  </p:childTnLst>
                                </p:cTn>
                              </p:par>
                              <p:par>
                                <p:cTn id="41" presetID="53" presetClass="entr" presetSubtype="0" fill="hold" grpId="0" nodeType="withEffect">
                                  <p:stCondLst>
                                    <p:cond delay="0"/>
                                  </p:stCondLst>
                                  <p:childTnLst>
                                    <p:set>
                                      <p:cBhvr>
                                        <p:cTn id="42" dur="1" fill="hold">
                                          <p:stCondLst>
                                            <p:cond delay="0"/>
                                          </p:stCondLst>
                                        </p:cTn>
                                        <p:tgtEl>
                                          <p:spTgt spid="846868">
                                            <p:txEl>
                                              <p:pRg st="2" end="2"/>
                                            </p:txEl>
                                          </p:spTgt>
                                        </p:tgtEl>
                                        <p:attrNameLst>
                                          <p:attrName>style.visibility</p:attrName>
                                        </p:attrNameLst>
                                      </p:cBhvr>
                                      <p:to>
                                        <p:strVal val="visible"/>
                                      </p:to>
                                    </p:set>
                                    <p:anim calcmode="lin" valueType="num">
                                      <p:cBhvr>
                                        <p:cTn id="43" dur="500" fill="hold"/>
                                        <p:tgtEl>
                                          <p:spTgt spid="846868">
                                            <p:txEl>
                                              <p:pRg st="2" end="2"/>
                                            </p:txEl>
                                          </p:spTgt>
                                        </p:tgtEl>
                                        <p:attrNameLst>
                                          <p:attrName>ppt_w</p:attrName>
                                        </p:attrNameLst>
                                      </p:cBhvr>
                                      <p:tavLst>
                                        <p:tav tm="0">
                                          <p:val>
                                            <p:fltVal val="0"/>
                                          </p:val>
                                        </p:tav>
                                        <p:tav tm="100000">
                                          <p:val>
                                            <p:strVal val="#ppt_w"/>
                                          </p:val>
                                        </p:tav>
                                      </p:tavLst>
                                    </p:anim>
                                    <p:anim calcmode="lin" valueType="num">
                                      <p:cBhvr>
                                        <p:cTn id="44" dur="500" fill="hold"/>
                                        <p:tgtEl>
                                          <p:spTgt spid="846868">
                                            <p:txEl>
                                              <p:pRg st="2" end="2"/>
                                            </p:txEl>
                                          </p:spTgt>
                                        </p:tgtEl>
                                        <p:attrNameLst>
                                          <p:attrName>ppt_h</p:attrName>
                                        </p:attrNameLst>
                                      </p:cBhvr>
                                      <p:tavLst>
                                        <p:tav tm="0">
                                          <p:val>
                                            <p:fltVal val="0"/>
                                          </p:val>
                                        </p:tav>
                                        <p:tav tm="100000">
                                          <p:val>
                                            <p:strVal val="#ppt_h"/>
                                          </p:val>
                                        </p:tav>
                                      </p:tavLst>
                                    </p:anim>
                                    <p:animEffect transition="in" filter="fade">
                                      <p:cBhvr>
                                        <p:cTn id="45" dur="500"/>
                                        <p:tgtEl>
                                          <p:spTgt spid="846868">
                                            <p:txEl>
                                              <p:pRg st="2" end="2"/>
                                            </p:txEl>
                                          </p:spTgt>
                                        </p:tgtEl>
                                      </p:cBhvr>
                                    </p:animEffect>
                                  </p:childTnLst>
                                </p:cTn>
                              </p:par>
                              <p:par>
                                <p:cTn id="46" presetID="53" presetClass="entr" presetSubtype="0" fill="hold" grpId="0" nodeType="withEffect">
                                  <p:stCondLst>
                                    <p:cond delay="0"/>
                                  </p:stCondLst>
                                  <p:childTnLst>
                                    <p:set>
                                      <p:cBhvr>
                                        <p:cTn id="47" dur="1" fill="hold">
                                          <p:stCondLst>
                                            <p:cond delay="0"/>
                                          </p:stCondLst>
                                        </p:cTn>
                                        <p:tgtEl>
                                          <p:spTgt spid="846868">
                                            <p:txEl>
                                              <p:pRg st="3" end="3"/>
                                            </p:txEl>
                                          </p:spTgt>
                                        </p:tgtEl>
                                        <p:attrNameLst>
                                          <p:attrName>style.visibility</p:attrName>
                                        </p:attrNameLst>
                                      </p:cBhvr>
                                      <p:to>
                                        <p:strVal val="visible"/>
                                      </p:to>
                                    </p:set>
                                    <p:anim calcmode="lin" valueType="num">
                                      <p:cBhvr>
                                        <p:cTn id="48" dur="500" fill="hold"/>
                                        <p:tgtEl>
                                          <p:spTgt spid="846868">
                                            <p:txEl>
                                              <p:pRg st="3" end="3"/>
                                            </p:txEl>
                                          </p:spTgt>
                                        </p:tgtEl>
                                        <p:attrNameLst>
                                          <p:attrName>ppt_w</p:attrName>
                                        </p:attrNameLst>
                                      </p:cBhvr>
                                      <p:tavLst>
                                        <p:tav tm="0">
                                          <p:val>
                                            <p:fltVal val="0"/>
                                          </p:val>
                                        </p:tav>
                                        <p:tav tm="100000">
                                          <p:val>
                                            <p:strVal val="#ppt_w"/>
                                          </p:val>
                                        </p:tav>
                                      </p:tavLst>
                                    </p:anim>
                                    <p:anim calcmode="lin" valueType="num">
                                      <p:cBhvr>
                                        <p:cTn id="49" dur="500" fill="hold"/>
                                        <p:tgtEl>
                                          <p:spTgt spid="846868">
                                            <p:txEl>
                                              <p:pRg st="3" end="3"/>
                                            </p:txEl>
                                          </p:spTgt>
                                        </p:tgtEl>
                                        <p:attrNameLst>
                                          <p:attrName>ppt_h</p:attrName>
                                        </p:attrNameLst>
                                      </p:cBhvr>
                                      <p:tavLst>
                                        <p:tav tm="0">
                                          <p:val>
                                            <p:fltVal val="0"/>
                                          </p:val>
                                        </p:tav>
                                        <p:tav tm="100000">
                                          <p:val>
                                            <p:strVal val="#ppt_h"/>
                                          </p:val>
                                        </p:tav>
                                      </p:tavLst>
                                    </p:anim>
                                    <p:animEffect transition="in" filter="fade">
                                      <p:cBhvr>
                                        <p:cTn id="50" dur="500"/>
                                        <p:tgtEl>
                                          <p:spTgt spid="846868">
                                            <p:txEl>
                                              <p:pRg st="3" end="3"/>
                                            </p:txEl>
                                          </p:spTgt>
                                        </p:tgtEl>
                                      </p:cBhvr>
                                    </p:animEffect>
                                  </p:childTnLst>
                                </p:cTn>
                              </p:par>
                              <p:par>
                                <p:cTn id="51" presetID="53" presetClass="entr" presetSubtype="0" fill="hold" grpId="0" nodeType="withEffect">
                                  <p:stCondLst>
                                    <p:cond delay="0"/>
                                  </p:stCondLst>
                                  <p:childTnLst>
                                    <p:set>
                                      <p:cBhvr>
                                        <p:cTn id="52" dur="1" fill="hold">
                                          <p:stCondLst>
                                            <p:cond delay="0"/>
                                          </p:stCondLst>
                                        </p:cTn>
                                        <p:tgtEl>
                                          <p:spTgt spid="846868">
                                            <p:txEl>
                                              <p:pRg st="4" end="4"/>
                                            </p:txEl>
                                          </p:spTgt>
                                        </p:tgtEl>
                                        <p:attrNameLst>
                                          <p:attrName>style.visibility</p:attrName>
                                        </p:attrNameLst>
                                      </p:cBhvr>
                                      <p:to>
                                        <p:strVal val="visible"/>
                                      </p:to>
                                    </p:set>
                                    <p:anim calcmode="lin" valueType="num">
                                      <p:cBhvr>
                                        <p:cTn id="53" dur="500" fill="hold"/>
                                        <p:tgtEl>
                                          <p:spTgt spid="846868">
                                            <p:txEl>
                                              <p:pRg st="4" end="4"/>
                                            </p:txEl>
                                          </p:spTgt>
                                        </p:tgtEl>
                                        <p:attrNameLst>
                                          <p:attrName>ppt_w</p:attrName>
                                        </p:attrNameLst>
                                      </p:cBhvr>
                                      <p:tavLst>
                                        <p:tav tm="0">
                                          <p:val>
                                            <p:fltVal val="0"/>
                                          </p:val>
                                        </p:tav>
                                        <p:tav tm="100000">
                                          <p:val>
                                            <p:strVal val="#ppt_w"/>
                                          </p:val>
                                        </p:tav>
                                      </p:tavLst>
                                    </p:anim>
                                    <p:anim calcmode="lin" valueType="num">
                                      <p:cBhvr>
                                        <p:cTn id="54" dur="500" fill="hold"/>
                                        <p:tgtEl>
                                          <p:spTgt spid="846868">
                                            <p:txEl>
                                              <p:pRg st="4" end="4"/>
                                            </p:txEl>
                                          </p:spTgt>
                                        </p:tgtEl>
                                        <p:attrNameLst>
                                          <p:attrName>ppt_h</p:attrName>
                                        </p:attrNameLst>
                                      </p:cBhvr>
                                      <p:tavLst>
                                        <p:tav tm="0">
                                          <p:val>
                                            <p:fltVal val="0"/>
                                          </p:val>
                                        </p:tav>
                                        <p:tav tm="100000">
                                          <p:val>
                                            <p:strVal val="#ppt_h"/>
                                          </p:val>
                                        </p:tav>
                                      </p:tavLst>
                                    </p:anim>
                                    <p:animEffect transition="in" filter="fade">
                                      <p:cBhvr>
                                        <p:cTn id="55" dur="500"/>
                                        <p:tgtEl>
                                          <p:spTgt spid="846868">
                                            <p:txEl>
                                              <p:pRg st="4" end="4"/>
                                            </p:txEl>
                                          </p:spTgt>
                                        </p:tgtEl>
                                      </p:cBhvr>
                                    </p:animEffect>
                                  </p:childTnLst>
                                </p:cTn>
                              </p:par>
                              <p:par>
                                <p:cTn id="56" presetID="53" presetClass="entr" presetSubtype="0" fill="hold" grpId="0" nodeType="withEffect">
                                  <p:stCondLst>
                                    <p:cond delay="0"/>
                                  </p:stCondLst>
                                  <p:childTnLst>
                                    <p:set>
                                      <p:cBhvr>
                                        <p:cTn id="57" dur="1" fill="hold">
                                          <p:stCondLst>
                                            <p:cond delay="0"/>
                                          </p:stCondLst>
                                        </p:cTn>
                                        <p:tgtEl>
                                          <p:spTgt spid="846868">
                                            <p:txEl>
                                              <p:pRg st="5" end="5"/>
                                            </p:txEl>
                                          </p:spTgt>
                                        </p:tgtEl>
                                        <p:attrNameLst>
                                          <p:attrName>style.visibility</p:attrName>
                                        </p:attrNameLst>
                                      </p:cBhvr>
                                      <p:to>
                                        <p:strVal val="visible"/>
                                      </p:to>
                                    </p:set>
                                    <p:anim calcmode="lin" valueType="num">
                                      <p:cBhvr>
                                        <p:cTn id="58" dur="500" fill="hold"/>
                                        <p:tgtEl>
                                          <p:spTgt spid="846868">
                                            <p:txEl>
                                              <p:pRg st="5" end="5"/>
                                            </p:txEl>
                                          </p:spTgt>
                                        </p:tgtEl>
                                        <p:attrNameLst>
                                          <p:attrName>ppt_w</p:attrName>
                                        </p:attrNameLst>
                                      </p:cBhvr>
                                      <p:tavLst>
                                        <p:tav tm="0">
                                          <p:val>
                                            <p:fltVal val="0"/>
                                          </p:val>
                                        </p:tav>
                                        <p:tav tm="100000">
                                          <p:val>
                                            <p:strVal val="#ppt_w"/>
                                          </p:val>
                                        </p:tav>
                                      </p:tavLst>
                                    </p:anim>
                                    <p:anim calcmode="lin" valueType="num">
                                      <p:cBhvr>
                                        <p:cTn id="59" dur="500" fill="hold"/>
                                        <p:tgtEl>
                                          <p:spTgt spid="846868">
                                            <p:txEl>
                                              <p:pRg st="5" end="5"/>
                                            </p:txEl>
                                          </p:spTgt>
                                        </p:tgtEl>
                                        <p:attrNameLst>
                                          <p:attrName>ppt_h</p:attrName>
                                        </p:attrNameLst>
                                      </p:cBhvr>
                                      <p:tavLst>
                                        <p:tav tm="0">
                                          <p:val>
                                            <p:fltVal val="0"/>
                                          </p:val>
                                        </p:tav>
                                        <p:tav tm="100000">
                                          <p:val>
                                            <p:strVal val="#ppt_h"/>
                                          </p:val>
                                        </p:tav>
                                      </p:tavLst>
                                    </p:anim>
                                    <p:animEffect transition="in" filter="fade">
                                      <p:cBhvr>
                                        <p:cTn id="60" dur="500"/>
                                        <p:tgtEl>
                                          <p:spTgt spid="846868">
                                            <p:txEl>
                                              <p:pRg st="5" end="5"/>
                                            </p:txEl>
                                          </p:spTgt>
                                        </p:tgtEl>
                                      </p:cBhvr>
                                    </p:animEffect>
                                  </p:childTnLst>
                                </p:cTn>
                              </p:par>
                              <p:par>
                                <p:cTn id="61" presetID="53" presetClass="entr" presetSubtype="0" fill="hold" grpId="0" nodeType="withEffect">
                                  <p:stCondLst>
                                    <p:cond delay="0"/>
                                  </p:stCondLst>
                                  <p:childTnLst>
                                    <p:set>
                                      <p:cBhvr>
                                        <p:cTn id="62" dur="1" fill="hold">
                                          <p:stCondLst>
                                            <p:cond delay="0"/>
                                          </p:stCondLst>
                                        </p:cTn>
                                        <p:tgtEl>
                                          <p:spTgt spid="846868">
                                            <p:txEl>
                                              <p:pRg st="6" end="6"/>
                                            </p:txEl>
                                          </p:spTgt>
                                        </p:tgtEl>
                                        <p:attrNameLst>
                                          <p:attrName>style.visibility</p:attrName>
                                        </p:attrNameLst>
                                      </p:cBhvr>
                                      <p:to>
                                        <p:strVal val="visible"/>
                                      </p:to>
                                    </p:set>
                                    <p:anim calcmode="lin" valueType="num">
                                      <p:cBhvr>
                                        <p:cTn id="63" dur="500" fill="hold"/>
                                        <p:tgtEl>
                                          <p:spTgt spid="846868">
                                            <p:txEl>
                                              <p:pRg st="6" end="6"/>
                                            </p:txEl>
                                          </p:spTgt>
                                        </p:tgtEl>
                                        <p:attrNameLst>
                                          <p:attrName>ppt_w</p:attrName>
                                        </p:attrNameLst>
                                      </p:cBhvr>
                                      <p:tavLst>
                                        <p:tav tm="0">
                                          <p:val>
                                            <p:fltVal val="0"/>
                                          </p:val>
                                        </p:tav>
                                        <p:tav tm="100000">
                                          <p:val>
                                            <p:strVal val="#ppt_w"/>
                                          </p:val>
                                        </p:tav>
                                      </p:tavLst>
                                    </p:anim>
                                    <p:anim calcmode="lin" valueType="num">
                                      <p:cBhvr>
                                        <p:cTn id="64" dur="500" fill="hold"/>
                                        <p:tgtEl>
                                          <p:spTgt spid="846868">
                                            <p:txEl>
                                              <p:pRg st="6" end="6"/>
                                            </p:txEl>
                                          </p:spTgt>
                                        </p:tgtEl>
                                        <p:attrNameLst>
                                          <p:attrName>ppt_h</p:attrName>
                                        </p:attrNameLst>
                                      </p:cBhvr>
                                      <p:tavLst>
                                        <p:tav tm="0">
                                          <p:val>
                                            <p:fltVal val="0"/>
                                          </p:val>
                                        </p:tav>
                                        <p:tav tm="100000">
                                          <p:val>
                                            <p:strVal val="#ppt_h"/>
                                          </p:val>
                                        </p:tav>
                                      </p:tavLst>
                                    </p:anim>
                                    <p:animEffect transition="in" filter="fade">
                                      <p:cBhvr>
                                        <p:cTn id="65" dur="500"/>
                                        <p:tgtEl>
                                          <p:spTgt spid="846868">
                                            <p:txEl>
                                              <p:pRg st="6" end="6"/>
                                            </p:txEl>
                                          </p:spTgt>
                                        </p:tgtEl>
                                      </p:cBhvr>
                                    </p:animEffect>
                                  </p:childTnLst>
                                </p:cTn>
                              </p:par>
                            </p:childTnLst>
                          </p:cTn>
                        </p:par>
                      </p:childTnLst>
                    </p:cTn>
                  </p:par>
                  <p:par>
                    <p:cTn id="66" fill="hold" nodeType="clickPar">
                      <p:stCondLst>
                        <p:cond delay="indefinite"/>
                      </p:stCondLst>
                      <p:childTnLst>
                        <p:par>
                          <p:cTn id="67" fill="hold" nodeType="withGroup">
                            <p:stCondLst>
                              <p:cond delay="0"/>
                            </p:stCondLst>
                            <p:childTnLst>
                              <p:par>
                                <p:cTn id="68" presetID="53" presetClass="entr" presetSubtype="0" fill="hold" nodeType="clickEffect">
                                  <p:stCondLst>
                                    <p:cond delay="0"/>
                                  </p:stCondLst>
                                  <p:childTnLst>
                                    <p:set>
                                      <p:cBhvr>
                                        <p:cTn id="69" dur="1" fill="hold">
                                          <p:stCondLst>
                                            <p:cond delay="0"/>
                                          </p:stCondLst>
                                        </p:cTn>
                                        <p:tgtEl>
                                          <p:spTgt spid="846868">
                                            <p:txEl>
                                              <p:pRg st="7" end="7"/>
                                            </p:txEl>
                                          </p:spTgt>
                                        </p:tgtEl>
                                        <p:attrNameLst>
                                          <p:attrName>style.visibility</p:attrName>
                                        </p:attrNameLst>
                                      </p:cBhvr>
                                      <p:to>
                                        <p:strVal val="visible"/>
                                      </p:to>
                                    </p:set>
                                    <p:anim calcmode="lin" valueType="num">
                                      <p:cBhvr>
                                        <p:cTn id="70" dur="500" fill="hold"/>
                                        <p:tgtEl>
                                          <p:spTgt spid="846868">
                                            <p:txEl>
                                              <p:pRg st="7" end="7"/>
                                            </p:txEl>
                                          </p:spTgt>
                                        </p:tgtEl>
                                        <p:attrNameLst>
                                          <p:attrName>ppt_w</p:attrName>
                                        </p:attrNameLst>
                                      </p:cBhvr>
                                      <p:tavLst>
                                        <p:tav tm="0">
                                          <p:val>
                                            <p:fltVal val="0"/>
                                          </p:val>
                                        </p:tav>
                                        <p:tav tm="100000">
                                          <p:val>
                                            <p:strVal val="#ppt_w"/>
                                          </p:val>
                                        </p:tav>
                                      </p:tavLst>
                                    </p:anim>
                                    <p:anim calcmode="lin" valueType="num">
                                      <p:cBhvr>
                                        <p:cTn id="71" dur="500" fill="hold"/>
                                        <p:tgtEl>
                                          <p:spTgt spid="846868">
                                            <p:txEl>
                                              <p:pRg st="7" end="7"/>
                                            </p:txEl>
                                          </p:spTgt>
                                        </p:tgtEl>
                                        <p:attrNameLst>
                                          <p:attrName>ppt_h</p:attrName>
                                        </p:attrNameLst>
                                      </p:cBhvr>
                                      <p:tavLst>
                                        <p:tav tm="0">
                                          <p:val>
                                            <p:fltVal val="0"/>
                                          </p:val>
                                        </p:tav>
                                        <p:tav tm="100000">
                                          <p:val>
                                            <p:strVal val="#ppt_h"/>
                                          </p:val>
                                        </p:tav>
                                      </p:tavLst>
                                    </p:anim>
                                    <p:animEffect transition="in" filter="fade">
                                      <p:cBhvr>
                                        <p:cTn id="72" dur="500"/>
                                        <p:tgtEl>
                                          <p:spTgt spid="846868">
                                            <p:txEl>
                                              <p:pRg st="7" end="7"/>
                                            </p:txEl>
                                          </p:spTgt>
                                        </p:tgtEl>
                                      </p:cBhvr>
                                    </p:animEffect>
                                  </p:childTnLst>
                                </p:cTn>
                              </p:par>
                            </p:childTnLst>
                          </p:cTn>
                        </p:par>
                      </p:childTnLst>
                    </p:cTn>
                  </p:par>
                  <p:par>
                    <p:cTn id="73" fill="hold" nodeType="clickPar">
                      <p:stCondLst>
                        <p:cond delay="indefinite"/>
                      </p:stCondLst>
                      <p:childTnLst>
                        <p:par>
                          <p:cTn id="74" fill="hold" nodeType="withGroup">
                            <p:stCondLst>
                              <p:cond delay="0"/>
                            </p:stCondLst>
                            <p:childTnLst>
                              <p:par>
                                <p:cTn id="75" presetID="53" presetClass="entr" presetSubtype="0" fill="hold" grpId="0" nodeType="clickEffect">
                                  <p:stCondLst>
                                    <p:cond delay="0"/>
                                  </p:stCondLst>
                                  <p:childTnLst>
                                    <p:set>
                                      <p:cBhvr>
                                        <p:cTn id="76" dur="1" fill="hold">
                                          <p:stCondLst>
                                            <p:cond delay="0"/>
                                          </p:stCondLst>
                                        </p:cTn>
                                        <p:tgtEl>
                                          <p:spTgt spid="846870"/>
                                        </p:tgtEl>
                                        <p:attrNameLst>
                                          <p:attrName>style.visibility</p:attrName>
                                        </p:attrNameLst>
                                      </p:cBhvr>
                                      <p:to>
                                        <p:strVal val="visible"/>
                                      </p:to>
                                    </p:set>
                                    <p:anim calcmode="lin" valueType="num">
                                      <p:cBhvr>
                                        <p:cTn id="77" dur="500" fill="hold"/>
                                        <p:tgtEl>
                                          <p:spTgt spid="846870"/>
                                        </p:tgtEl>
                                        <p:attrNameLst>
                                          <p:attrName>ppt_w</p:attrName>
                                        </p:attrNameLst>
                                      </p:cBhvr>
                                      <p:tavLst>
                                        <p:tav tm="0">
                                          <p:val>
                                            <p:fltVal val="0"/>
                                          </p:val>
                                        </p:tav>
                                        <p:tav tm="100000">
                                          <p:val>
                                            <p:strVal val="#ppt_w"/>
                                          </p:val>
                                        </p:tav>
                                      </p:tavLst>
                                    </p:anim>
                                    <p:anim calcmode="lin" valueType="num">
                                      <p:cBhvr>
                                        <p:cTn id="78" dur="500" fill="hold"/>
                                        <p:tgtEl>
                                          <p:spTgt spid="846870"/>
                                        </p:tgtEl>
                                        <p:attrNameLst>
                                          <p:attrName>ppt_h</p:attrName>
                                        </p:attrNameLst>
                                      </p:cBhvr>
                                      <p:tavLst>
                                        <p:tav tm="0">
                                          <p:val>
                                            <p:fltVal val="0"/>
                                          </p:val>
                                        </p:tav>
                                        <p:tav tm="100000">
                                          <p:val>
                                            <p:strVal val="#ppt_h"/>
                                          </p:val>
                                        </p:tav>
                                      </p:tavLst>
                                    </p:anim>
                                    <p:animEffect transition="in" filter="fade">
                                      <p:cBhvr>
                                        <p:cTn id="79" dur="500"/>
                                        <p:tgtEl>
                                          <p:spTgt spid="846870"/>
                                        </p:tgtEl>
                                      </p:cBhvr>
                                    </p:animEffect>
                                  </p:childTnLst>
                                </p:cTn>
                              </p:par>
                            </p:childTnLst>
                          </p:cTn>
                        </p:par>
                      </p:childTnLst>
                    </p:cTn>
                  </p:par>
                  <p:par>
                    <p:cTn id="80" fill="hold" nodeType="clickPar">
                      <p:stCondLst>
                        <p:cond delay="indefinite"/>
                      </p:stCondLst>
                      <p:childTnLst>
                        <p:par>
                          <p:cTn id="81" fill="hold" nodeType="withGroup">
                            <p:stCondLst>
                              <p:cond delay="0"/>
                            </p:stCondLst>
                            <p:childTnLst>
                              <p:par>
                                <p:cTn id="82" presetID="53" presetClass="entr" presetSubtype="0" fill="hold" grpId="0" nodeType="clickEffect">
                                  <p:stCondLst>
                                    <p:cond delay="0"/>
                                  </p:stCondLst>
                                  <p:childTnLst>
                                    <p:set>
                                      <p:cBhvr>
                                        <p:cTn id="83" dur="1" fill="hold">
                                          <p:stCondLst>
                                            <p:cond delay="0"/>
                                          </p:stCondLst>
                                        </p:cTn>
                                        <p:tgtEl>
                                          <p:spTgt spid="846871"/>
                                        </p:tgtEl>
                                        <p:attrNameLst>
                                          <p:attrName>style.visibility</p:attrName>
                                        </p:attrNameLst>
                                      </p:cBhvr>
                                      <p:to>
                                        <p:strVal val="visible"/>
                                      </p:to>
                                    </p:set>
                                    <p:anim calcmode="lin" valueType="num">
                                      <p:cBhvr>
                                        <p:cTn id="84" dur="500" fill="hold"/>
                                        <p:tgtEl>
                                          <p:spTgt spid="846871"/>
                                        </p:tgtEl>
                                        <p:attrNameLst>
                                          <p:attrName>ppt_w</p:attrName>
                                        </p:attrNameLst>
                                      </p:cBhvr>
                                      <p:tavLst>
                                        <p:tav tm="0">
                                          <p:val>
                                            <p:fltVal val="0"/>
                                          </p:val>
                                        </p:tav>
                                        <p:tav tm="100000">
                                          <p:val>
                                            <p:strVal val="#ppt_w"/>
                                          </p:val>
                                        </p:tav>
                                      </p:tavLst>
                                    </p:anim>
                                    <p:anim calcmode="lin" valueType="num">
                                      <p:cBhvr>
                                        <p:cTn id="85" dur="500" fill="hold"/>
                                        <p:tgtEl>
                                          <p:spTgt spid="846871"/>
                                        </p:tgtEl>
                                        <p:attrNameLst>
                                          <p:attrName>ppt_h</p:attrName>
                                        </p:attrNameLst>
                                      </p:cBhvr>
                                      <p:tavLst>
                                        <p:tav tm="0">
                                          <p:val>
                                            <p:fltVal val="0"/>
                                          </p:val>
                                        </p:tav>
                                        <p:tav tm="100000">
                                          <p:val>
                                            <p:strVal val="#ppt_h"/>
                                          </p:val>
                                        </p:tav>
                                      </p:tavLst>
                                    </p:anim>
                                    <p:animEffect transition="in" filter="fade">
                                      <p:cBhvr>
                                        <p:cTn id="86" dur="500"/>
                                        <p:tgtEl>
                                          <p:spTgt spid="8468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6867" grpId="0" animBg="1" autoUpdateAnimBg="0"/>
      <p:bldP spid="846868" grpId="0" build="p" autoUpdateAnimBg="0"/>
      <p:bldP spid="846870" grpId="0" animBg="1"/>
      <p:bldP spid="84687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6866" name="Rectangle 18"/>
          <p:cNvSpPr>
            <a:spLocks noGrp="1" noChangeArrowheads="1"/>
          </p:cNvSpPr>
          <p:nvPr>
            <p:ph idx="1"/>
          </p:nvPr>
        </p:nvSpPr>
        <p:spPr>
          <a:xfrm>
            <a:off x="142875" y="774700"/>
            <a:ext cx="8272463" cy="3225800"/>
          </a:xfrm>
        </p:spPr>
        <p:txBody>
          <a:bodyPr/>
          <a:lstStyle/>
          <a:p>
            <a:pPr marL="575072" lvl="1" indent="-272654" eaLnBrk="1" hangingPunct="1">
              <a:buClrTx/>
              <a:buFont typeface="Wingdings" pitchFamily="2" charset="2"/>
              <a:buChar char="Ø"/>
              <a:defRPr/>
            </a:pPr>
            <a:r>
              <a:rPr lang="zh-CN" altLang="en-US" sz="2500" b="1" dirty="0">
                <a:solidFill>
                  <a:schemeClr val="tx1"/>
                </a:solidFill>
                <a:ea typeface="楷体" pitchFamily="49" charset="-122"/>
                <a:cs typeface="Times New Roman" pitchFamily="18" charset="0"/>
              </a:rPr>
              <a:t>通过对过程间的调用关系进行分析，凡属无相互调用关系的并列过程，尽量使其局部数据</a:t>
            </a:r>
            <a:r>
              <a:rPr lang="zh-CN" altLang="en-US" sz="2500" b="1" dirty="0">
                <a:solidFill>
                  <a:schemeClr val="tx2">
                    <a:lumMod val="60000"/>
                    <a:lumOff val="40000"/>
                  </a:schemeClr>
                </a:solidFill>
                <a:ea typeface="楷体" pitchFamily="49" charset="-122"/>
                <a:cs typeface="Times New Roman" pitchFamily="18" charset="0"/>
              </a:rPr>
              <a:t>共享</a:t>
            </a:r>
            <a:r>
              <a:rPr lang="zh-CN" altLang="en-US" sz="2500" b="1" dirty="0">
                <a:solidFill>
                  <a:schemeClr val="tx1"/>
                </a:solidFill>
                <a:ea typeface="楷体" pitchFamily="49" charset="-122"/>
                <a:cs typeface="Times New Roman" pitchFamily="18" charset="0"/>
              </a:rPr>
              <a:t>存储空间</a:t>
            </a:r>
          </a:p>
        </p:txBody>
      </p:sp>
      <p:sp>
        <p:nvSpPr>
          <p:cNvPr id="46083"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rPr>
              <a:t>层次分配法</a:t>
            </a:r>
            <a:endPar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21" name="Rectangle 24"/>
          <p:cNvSpPr>
            <a:spLocks noChangeArrowheads="1"/>
          </p:cNvSpPr>
          <p:nvPr/>
        </p:nvSpPr>
        <p:spPr bwMode="auto">
          <a:xfrm>
            <a:off x="5216525" y="4227513"/>
            <a:ext cx="1000125" cy="771525"/>
          </a:xfrm>
          <a:prstGeom prst="rect">
            <a:avLst/>
          </a:prstGeom>
          <a:solidFill>
            <a:schemeClr val="accent2">
              <a:lumMod val="40000"/>
              <a:lumOff val="60000"/>
            </a:schemeClr>
          </a:solidFill>
          <a:ln w="9525">
            <a:solidFill>
              <a:schemeClr val="tx1"/>
            </a:solidFill>
            <a:miter lim="800000"/>
            <a:headEnd/>
            <a:tailEnd/>
          </a:ln>
        </p:spPr>
        <p:txBody>
          <a:bodyPr wrap="none" lIns="68580" tIns="34290" rIns="68580" bIns="34290" anchor="ctr"/>
          <a:lstStyle/>
          <a:p>
            <a:pPr algn="ctr" eaLnBrk="1" hangingPunct="1">
              <a:defRPr/>
            </a:pPr>
            <a:r>
              <a:rPr lang="zh-CN" altLang="en-US" sz="2000" dirty="0">
                <a:ea typeface="楷体" pitchFamily="49" charset="-122"/>
                <a:cs typeface="Times New Roman" pitchFamily="18" charset="0"/>
              </a:rPr>
              <a:t>过程 </a:t>
            </a:r>
            <a:r>
              <a:rPr lang="en-US" altLang="zh-CN" sz="2000" dirty="0">
                <a:ea typeface="楷体" pitchFamily="49" charset="-122"/>
                <a:cs typeface="Times New Roman" pitchFamily="18" charset="0"/>
              </a:rPr>
              <a:t>4</a:t>
            </a:r>
          </a:p>
          <a:p>
            <a:pPr algn="ctr" eaLnBrk="1" hangingPunct="1">
              <a:defRPr/>
            </a:pPr>
            <a:r>
              <a:rPr kumimoji="1" lang="en-US" altLang="zh-CN" sz="2000" dirty="0">
                <a:ea typeface="微软雅黑" pitchFamily="34" charset="-122"/>
                <a:cs typeface="Times New Roman" pitchFamily="18" charset="0"/>
              </a:rPr>
              <a:t>( </a:t>
            </a:r>
            <a:r>
              <a:rPr lang="en-US" altLang="zh-CN" sz="2000" dirty="0">
                <a:ea typeface="楷体" pitchFamily="49" charset="-122"/>
                <a:cs typeface="Times New Roman" pitchFamily="18" charset="0"/>
              </a:rPr>
              <a:t>0~16</a:t>
            </a:r>
            <a:r>
              <a:rPr kumimoji="1" lang="en-US" altLang="zh-CN" sz="2000" dirty="0">
                <a:ea typeface="微软雅黑" pitchFamily="34" charset="-122"/>
                <a:cs typeface="Times New Roman" pitchFamily="18" charset="0"/>
              </a:rPr>
              <a:t> )</a:t>
            </a:r>
            <a:endParaRPr lang="zh-CN" altLang="en-US" sz="2000" dirty="0">
              <a:ea typeface="楷体" pitchFamily="49" charset="-122"/>
              <a:cs typeface="Times New Roman" pitchFamily="18" charset="0"/>
            </a:endParaRPr>
          </a:p>
        </p:txBody>
      </p:sp>
      <p:sp>
        <p:nvSpPr>
          <p:cNvPr id="22" name="Rectangle 25"/>
          <p:cNvSpPr>
            <a:spLocks noChangeArrowheads="1"/>
          </p:cNvSpPr>
          <p:nvPr/>
        </p:nvSpPr>
        <p:spPr bwMode="auto">
          <a:xfrm>
            <a:off x="5216525" y="3524250"/>
            <a:ext cx="1000125" cy="703263"/>
          </a:xfrm>
          <a:prstGeom prst="rect">
            <a:avLst/>
          </a:prstGeom>
          <a:solidFill>
            <a:schemeClr val="accent2">
              <a:lumMod val="40000"/>
              <a:lumOff val="60000"/>
            </a:schemeClr>
          </a:solidFill>
          <a:ln w="9525">
            <a:solidFill>
              <a:schemeClr val="tx1"/>
            </a:solidFill>
            <a:miter lim="800000"/>
            <a:headEnd/>
            <a:tailEnd/>
          </a:ln>
        </p:spPr>
        <p:txBody>
          <a:bodyPr wrap="none" lIns="68580" tIns="34290" rIns="68580" bIns="34290" anchor="ctr"/>
          <a:lstStyle/>
          <a:p>
            <a:pPr algn="ctr" eaLnBrk="1" hangingPunct="1">
              <a:defRPr/>
            </a:pPr>
            <a:r>
              <a:rPr lang="zh-CN" altLang="en-US" sz="2000" dirty="0">
                <a:ea typeface="楷体" pitchFamily="49" charset="-122"/>
                <a:cs typeface="Times New Roman" pitchFamily="18" charset="0"/>
              </a:rPr>
              <a:t>过程 </a:t>
            </a:r>
            <a:r>
              <a:rPr lang="en-US" altLang="zh-CN" sz="2000" dirty="0">
                <a:ea typeface="楷体" pitchFamily="49" charset="-122"/>
                <a:cs typeface="Times New Roman" pitchFamily="18" charset="0"/>
              </a:rPr>
              <a:t>2</a:t>
            </a:r>
            <a:endParaRPr lang="zh-CN" altLang="en-US" sz="2000" dirty="0">
              <a:ea typeface="楷体" pitchFamily="49" charset="-122"/>
              <a:cs typeface="Times New Roman" pitchFamily="18" charset="0"/>
            </a:endParaRPr>
          </a:p>
          <a:p>
            <a:pPr algn="ctr" eaLnBrk="1" hangingPunct="1">
              <a:defRPr/>
            </a:pPr>
            <a:r>
              <a:rPr kumimoji="1" lang="en-US" altLang="zh-CN" sz="2000" dirty="0">
                <a:ea typeface="微软雅黑" pitchFamily="34" charset="-122"/>
                <a:cs typeface="Times New Roman" pitchFamily="18" charset="0"/>
              </a:rPr>
              <a:t>( </a:t>
            </a:r>
            <a:r>
              <a:rPr lang="en-US" altLang="zh-CN" sz="2000" dirty="0">
                <a:ea typeface="楷体" pitchFamily="49" charset="-122"/>
                <a:cs typeface="Times New Roman" pitchFamily="18" charset="0"/>
              </a:rPr>
              <a:t>17~31</a:t>
            </a:r>
            <a:r>
              <a:rPr kumimoji="1" lang="en-US" altLang="zh-CN" sz="2000" dirty="0">
                <a:ea typeface="微软雅黑" pitchFamily="34" charset="-122"/>
                <a:cs typeface="Times New Roman" pitchFamily="18" charset="0"/>
              </a:rPr>
              <a:t> )</a:t>
            </a:r>
            <a:endParaRPr lang="zh-CN" altLang="en-US" sz="2000" dirty="0">
              <a:ea typeface="楷体" pitchFamily="49" charset="-122"/>
              <a:cs typeface="Times New Roman" pitchFamily="18" charset="0"/>
            </a:endParaRPr>
          </a:p>
        </p:txBody>
      </p:sp>
      <p:sp>
        <p:nvSpPr>
          <p:cNvPr id="23" name="Rectangle 26"/>
          <p:cNvSpPr>
            <a:spLocks noChangeArrowheads="1"/>
          </p:cNvSpPr>
          <p:nvPr/>
        </p:nvSpPr>
        <p:spPr bwMode="auto">
          <a:xfrm>
            <a:off x="6288088" y="4325938"/>
            <a:ext cx="881062" cy="676275"/>
          </a:xfrm>
          <a:prstGeom prst="rect">
            <a:avLst/>
          </a:prstGeom>
          <a:solidFill>
            <a:schemeClr val="accent2">
              <a:lumMod val="40000"/>
              <a:lumOff val="60000"/>
            </a:schemeClr>
          </a:solidFill>
          <a:ln w="9525">
            <a:solidFill>
              <a:schemeClr val="tx1"/>
            </a:solidFill>
            <a:miter lim="800000"/>
            <a:headEnd/>
            <a:tailEnd/>
          </a:ln>
        </p:spPr>
        <p:txBody>
          <a:bodyPr wrap="none" lIns="68580" tIns="34290" rIns="68580" bIns="34290" anchor="ctr"/>
          <a:lstStyle/>
          <a:p>
            <a:pPr algn="ctr" eaLnBrk="1" hangingPunct="1">
              <a:defRPr/>
            </a:pPr>
            <a:r>
              <a:rPr lang="zh-CN" altLang="en-US" sz="2000" dirty="0">
                <a:ea typeface="楷体" pitchFamily="49" charset="-122"/>
                <a:cs typeface="Times New Roman" pitchFamily="18" charset="0"/>
              </a:rPr>
              <a:t>过程 </a:t>
            </a:r>
            <a:r>
              <a:rPr lang="en-US" altLang="zh-CN" sz="2000" dirty="0">
                <a:ea typeface="楷体" pitchFamily="49" charset="-122"/>
                <a:cs typeface="Times New Roman" pitchFamily="18" charset="0"/>
              </a:rPr>
              <a:t>6</a:t>
            </a:r>
            <a:endParaRPr lang="zh-CN" altLang="en-US" sz="2000" dirty="0">
              <a:ea typeface="楷体" pitchFamily="49" charset="-122"/>
              <a:cs typeface="Times New Roman" pitchFamily="18" charset="0"/>
            </a:endParaRPr>
          </a:p>
          <a:p>
            <a:pPr algn="ctr" eaLnBrk="1" hangingPunct="1">
              <a:defRPr/>
            </a:pPr>
            <a:r>
              <a:rPr kumimoji="1" lang="en-US" altLang="zh-CN" sz="2000" dirty="0">
                <a:ea typeface="微软雅黑" pitchFamily="34" charset="-122"/>
                <a:cs typeface="Times New Roman" pitchFamily="18" charset="0"/>
              </a:rPr>
              <a:t>( </a:t>
            </a:r>
            <a:r>
              <a:rPr lang="en-US" altLang="zh-CN" sz="2000" dirty="0">
                <a:ea typeface="楷体" pitchFamily="49" charset="-122"/>
                <a:cs typeface="Times New Roman" pitchFamily="18" charset="0"/>
              </a:rPr>
              <a:t>0~9</a:t>
            </a:r>
            <a:r>
              <a:rPr kumimoji="1" lang="en-US" altLang="zh-CN" sz="2000" dirty="0">
                <a:ea typeface="微软雅黑" pitchFamily="34" charset="-122"/>
                <a:cs typeface="Times New Roman" pitchFamily="18" charset="0"/>
              </a:rPr>
              <a:t> )</a:t>
            </a:r>
            <a:endParaRPr lang="zh-CN" altLang="en-US" sz="2000" dirty="0">
              <a:ea typeface="楷体" pitchFamily="49" charset="-122"/>
              <a:cs typeface="Times New Roman" pitchFamily="18" charset="0"/>
            </a:endParaRPr>
          </a:p>
        </p:txBody>
      </p:sp>
      <p:sp>
        <p:nvSpPr>
          <p:cNvPr id="24" name="Rectangle 27"/>
          <p:cNvSpPr>
            <a:spLocks noChangeArrowheads="1"/>
          </p:cNvSpPr>
          <p:nvPr/>
        </p:nvSpPr>
        <p:spPr bwMode="auto">
          <a:xfrm>
            <a:off x="7264400" y="4064000"/>
            <a:ext cx="979488" cy="935038"/>
          </a:xfrm>
          <a:prstGeom prst="rect">
            <a:avLst/>
          </a:prstGeom>
          <a:solidFill>
            <a:schemeClr val="accent2">
              <a:lumMod val="40000"/>
              <a:lumOff val="60000"/>
            </a:schemeClr>
          </a:solidFill>
          <a:ln w="9525">
            <a:solidFill>
              <a:schemeClr val="tx1"/>
            </a:solidFill>
            <a:miter lim="800000"/>
            <a:headEnd/>
            <a:tailEnd/>
          </a:ln>
        </p:spPr>
        <p:txBody>
          <a:bodyPr wrap="none" lIns="68580" tIns="34290" rIns="68580" bIns="34290" anchor="ctr"/>
          <a:lstStyle/>
          <a:p>
            <a:pPr algn="ctr" eaLnBrk="1" hangingPunct="1">
              <a:defRPr/>
            </a:pPr>
            <a:r>
              <a:rPr lang="zh-CN" altLang="en-US" sz="2000" dirty="0">
                <a:ea typeface="楷体" pitchFamily="49" charset="-122"/>
                <a:cs typeface="Times New Roman" pitchFamily="18" charset="0"/>
              </a:rPr>
              <a:t>过程 </a:t>
            </a:r>
            <a:r>
              <a:rPr lang="en-US" altLang="zh-CN" sz="2000" dirty="0">
                <a:ea typeface="楷体" pitchFamily="49" charset="-122"/>
                <a:cs typeface="Times New Roman" pitchFamily="18" charset="0"/>
              </a:rPr>
              <a:t>5</a:t>
            </a:r>
            <a:endParaRPr lang="zh-CN" altLang="en-US" sz="2000" dirty="0">
              <a:ea typeface="楷体" pitchFamily="49" charset="-122"/>
              <a:cs typeface="Times New Roman" pitchFamily="18" charset="0"/>
            </a:endParaRPr>
          </a:p>
          <a:p>
            <a:pPr algn="ctr" eaLnBrk="1" hangingPunct="1">
              <a:defRPr/>
            </a:pPr>
            <a:r>
              <a:rPr kumimoji="1" lang="en-US" altLang="zh-CN" sz="2000" dirty="0">
                <a:ea typeface="微软雅黑" pitchFamily="34" charset="-122"/>
                <a:cs typeface="Times New Roman" pitchFamily="18" charset="0"/>
              </a:rPr>
              <a:t>( </a:t>
            </a:r>
            <a:r>
              <a:rPr lang="en-US" altLang="zh-CN" sz="2000" dirty="0">
                <a:ea typeface="楷体" pitchFamily="49" charset="-122"/>
                <a:cs typeface="Times New Roman" pitchFamily="18" charset="0"/>
              </a:rPr>
              <a:t>0~22</a:t>
            </a:r>
            <a:r>
              <a:rPr kumimoji="1" lang="en-US" altLang="zh-CN" sz="2000" dirty="0">
                <a:ea typeface="微软雅黑" pitchFamily="34" charset="-122"/>
                <a:cs typeface="Times New Roman" pitchFamily="18" charset="0"/>
              </a:rPr>
              <a:t> )</a:t>
            </a:r>
            <a:endParaRPr lang="zh-CN" altLang="en-US" sz="2000" dirty="0">
              <a:ea typeface="楷体" pitchFamily="49" charset="-122"/>
              <a:cs typeface="Times New Roman" pitchFamily="18" charset="0"/>
            </a:endParaRPr>
          </a:p>
        </p:txBody>
      </p:sp>
      <p:sp>
        <p:nvSpPr>
          <p:cNvPr id="25" name="Rectangle 28"/>
          <p:cNvSpPr>
            <a:spLocks noChangeArrowheads="1"/>
          </p:cNvSpPr>
          <p:nvPr/>
        </p:nvSpPr>
        <p:spPr bwMode="auto">
          <a:xfrm>
            <a:off x="7264400" y="3295650"/>
            <a:ext cx="979488" cy="768350"/>
          </a:xfrm>
          <a:prstGeom prst="rect">
            <a:avLst/>
          </a:prstGeom>
          <a:solidFill>
            <a:schemeClr val="accent2">
              <a:lumMod val="40000"/>
              <a:lumOff val="60000"/>
            </a:schemeClr>
          </a:solidFill>
          <a:ln w="9525">
            <a:solidFill>
              <a:schemeClr val="tx1"/>
            </a:solidFill>
            <a:miter lim="800000"/>
            <a:headEnd/>
            <a:tailEnd/>
          </a:ln>
        </p:spPr>
        <p:txBody>
          <a:bodyPr wrap="none" lIns="68580" tIns="34290" rIns="68580" bIns="34290" anchor="ctr"/>
          <a:lstStyle/>
          <a:p>
            <a:pPr algn="ctr" eaLnBrk="1" hangingPunct="1">
              <a:defRPr/>
            </a:pPr>
            <a:r>
              <a:rPr lang="zh-CN" altLang="en-US" sz="2000" dirty="0">
                <a:ea typeface="楷体" pitchFamily="49" charset="-122"/>
                <a:cs typeface="Times New Roman" pitchFamily="18" charset="0"/>
              </a:rPr>
              <a:t>过程 </a:t>
            </a:r>
            <a:r>
              <a:rPr lang="en-US" altLang="zh-CN" sz="2000" dirty="0">
                <a:ea typeface="楷体" pitchFamily="49" charset="-122"/>
                <a:cs typeface="Times New Roman" pitchFamily="18" charset="0"/>
              </a:rPr>
              <a:t>3</a:t>
            </a:r>
            <a:endParaRPr lang="zh-CN" altLang="en-US" sz="2000" dirty="0">
              <a:ea typeface="楷体" pitchFamily="49" charset="-122"/>
              <a:cs typeface="Times New Roman" pitchFamily="18" charset="0"/>
            </a:endParaRPr>
          </a:p>
          <a:p>
            <a:pPr algn="ctr" eaLnBrk="1" hangingPunct="1">
              <a:defRPr/>
            </a:pPr>
            <a:r>
              <a:rPr kumimoji="1" lang="en-US" altLang="zh-CN" sz="2000" dirty="0">
                <a:ea typeface="微软雅黑" pitchFamily="34" charset="-122"/>
                <a:cs typeface="Times New Roman" pitchFamily="18" charset="0"/>
              </a:rPr>
              <a:t>( </a:t>
            </a:r>
            <a:r>
              <a:rPr lang="en-US" altLang="zh-CN" sz="2000" dirty="0">
                <a:ea typeface="楷体" pitchFamily="49" charset="-122"/>
                <a:cs typeface="Times New Roman" pitchFamily="18" charset="0"/>
              </a:rPr>
              <a:t>23~40</a:t>
            </a:r>
            <a:r>
              <a:rPr kumimoji="1" lang="en-US" altLang="zh-CN" sz="2000" dirty="0">
                <a:ea typeface="微软雅黑" pitchFamily="34" charset="-122"/>
                <a:cs typeface="Times New Roman" pitchFamily="18" charset="0"/>
              </a:rPr>
              <a:t> )</a:t>
            </a:r>
            <a:endParaRPr lang="zh-CN" altLang="en-US" sz="2000" dirty="0">
              <a:ea typeface="楷体" pitchFamily="49" charset="-122"/>
              <a:cs typeface="Times New Roman" pitchFamily="18" charset="0"/>
            </a:endParaRPr>
          </a:p>
        </p:txBody>
      </p:sp>
      <p:sp>
        <p:nvSpPr>
          <p:cNvPr id="26" name="Rectangle 29"/>
          <p:cNvSpPr>
            <a:spLocks noChangeArrowheads="1"/>
          </p:cNvSpPr>
          <p:nvPr/>
        </p:nvSpPr>
        <p:spPr bwMode="auto">
          <a:xfrm>
            <a:off x="7264400" y="2582863"/>
            <a:ext cx="979488" cy="715962"/>
          </a:xfrm>
          <a:prstGeom prst="rect">
            <a:avLst/>
          </a:prstGeom>
          <a:solidFill>
            <a:schemeClr val="accent2">
              <a:lumMod val="40000"/>
              <a:lumOff val="60000"/>
            </a:schemeClr>
          </a:solidFill>
          <a:ln w="9525">
            <a:solidFill>
              <a:schemeClr val="tx1"/>
            </a:solidFill>
            <a:miter lim="800000"/>
            <a:headEnd/>
            <a:tailEnd/>
          </a:ln>
        </p:spPr>
        <p:txBody>
          <a:bodyPr wrap="none" lIns="68580" tIns="34290" rIns="68580" bIns="34290" anchor="ctr"/>
          <a:lstStyle/>
          <a:p>
            <a:pPr algn="ctr" eaLnBrk="1" hangingPunct="1">
              <a:defRPr/>
            </a:pPr>
            <a:r>
              <a:rPr lang="zh-CN" altLang="en-US" sz="2000" dirty="0">
                <a:ea typeface="楷体" pitchFamily="49" charset="-122"/>
                <a:cs typeface="Times New Roman" pitchFamily="18" charset="0"/>
              </a:rPr>
              <a:t>过程 </a:t>
            </a:r>
            <a:r>
              <a:rPr lang="en-US" altLang="zh-CN" sz="2000" dirty="0">
                <a:ea typeface="楷体" pitchFamily="49" charset="-122"/>
                <a:cs typeface="Times New Roman" pitchFamily="18" charset="0"/>
              </a:rPr>
              <a:t>1</a:t>
            </a:r>
            <a:endParaRPr lang="zh-CN" altLang="en-US" sz="2000" dirty="0">
              <a:ea typeface="楷体" pitchFamily="49" charset="-122"/>
              <a:cs typeface="Times New Roman" pitchFamily="18" charset="0"/>
            </a:endParaRPr>
          </a:p>
          <a:p>
            <a:pPr algn="ctr" eaLnBrk="1" hangingPunct="1">
              <a:defRPr/>
            </a:pPr>
            <a:r>
              <a:rPr kumimoji="1" lang="en-US" altLang="zh-CN" sz="2000" dirty="0">
                <a:ea typeface="微软雅黑" pitchFamily="34" charset="-122"/>
                <a:cs typeface="Times New Roman" pitchFamily="18" charset="0"/>
              </a:rPr>
              <a:t>( </a:t>
            </a:r>
            <a:r>
              <a:rPr lang="en-US" altLang="zh-CN" sz="2000" dirty="0">
                <a:ea typeface="楷体" pitchFamily="49" charset="-122"/>
                <a:cs typeface="Times New Roman" pitchFamily="18" charset="0"/>
              </a:rPr>
              <a:t>41~62</a:t>
            </a:r>
            <a:r>
              <a:rPr kumimoji="1" lang="en-US" altLang="zh-CN" sz="2000" dirty="0">
                <a:ea typeface="微软雅黑" pitchFamily="34" charset="-122"/>
                <a:cs typeface="Times New Roman" pitchFamily="18" charset="0"/>
              </a:rPr>
              <a:t> )</a:t>
            </a:r>
            <a:endParaRPr lang="zh-CN" altLang="en-US" sz="2000" dirty="0">
              <a:ea typeface="楷体" pitchFamily="49" charset="-122"/>
              <a:cs typeface="Times New Roman" pitchFamily="18" charset="0"/>
            </a:endParaRPr>
          </a:p>
        </p:txBody>
      </p:sp>
      <p:sp>
        <p:nvSpPr>
          <p:cNvPr id="27" name="AutoShape 30"/>
          <p:cNvSpPr>
            <a:spLocks/>
          </p:cNvSpPr>
          <p:nvPr/>
        </p:nvSpPr>
        <p:spPr bwMode="auto">
          <a:xfrm>
            <a:off x="5599113" y="2084388"/>
            <a:ext cx="1474787" cy="642937"/>
          </a:xfrm>
          <a:prstGeom prst="borderCallout2">
            <a:avLst>
              <a:gd name="adj1" fmla="val 17602"/>
              <a:gd name="adj2" fmla="val 105287"/>
              <a:gd name="adj3" fmla="val 17602"/>
              <a:gd name="adj4" fmla="val 115088"/>
              <a:gd name="adj5" fmla="val 68949"/>
              <a:gd name="adj6" fmla="val 142736"/>
            </a:avLst>
          </a:prstGeom>
          <a:solidFill>
            <a:schemeClr val="accent5">
              <a:lumMod val="60000"/>
              <a:lumOff val="40000"/>
            </a:schemeClr>
          </a:solidFill>
          <a:ln w="9525">
            <a:solidFill>
              <a:schemeClr val="tx1"/>
            </a:solidFill>
            <a:miter lim="800000"/>
            <a:headEnd/>
            <a:tailEnd/>
          </a:ln>
        </p:spPr>
        <p:txBody>
          <a:bodyPr lIns="68580" tIns="34290" rIns="68580" bIns="34290"/>
          <a:lstStyle/>
          <a:p>
            <a:pPr algn="ctr" eaLnBrk="1" hangingPunct="1">
              <a:defRPr/>
            </a:pPr>
            <a:r>
              <a:rPr lang="zh-CN" altLang="en-US" sz="2000" dirty="0">
                <a:solidFill>
                  <a:srgbClr val="000000"/>
                </a:solidFill>
                <a:ea typeface="楷体" pitchFamily="49" charset="-122"/>
                <a:cs typeface="Times New Roman" pitchFamily="18" charset="0"/>
              </a:rPr>
              <a:t>共需要</a:t>
            </a:r>
            <a:r>
              <a:rPr lang="en-US" altLang="zh-CN" sz="2000" dirty="0">
                <a:solidFill>
                  <a:srgbClr val="000000"/>
                </a:solidFill>
                <a:ea typeface="楷体" pitchFamily="49" charset="-122"/>
                <a:cs typeface="Times New Roman" pitchFamily="18" charset="0"/>
              </a:rPr>
              <a:t>63</a:t>
            </a:r>
            <a:r>
              <a:rPr lang="zh-CN" altLang="en-US" sz="2000" dirty="0">
                <a:solidFill>
                  <a:srgbClr val="000000"/>
                </a:solidFill>
                <a:ea typeface="楷体" pitchFamily="49" charset="-122"/>
                <a:cs typeface="Times New Roman" pitchFamily="18" charset="0"/>
              </a:rPr>
              <a:t>个存储单元</a:t>
            </a:r>
          </a:p>
        </p:txBody>
      </p:sp>
      <p:sp>
        <p:nvSpPr>
          <p:cNvPr id="28" name="Line 32"/>
          <p:cNvSpPr>
            <a:spLocks noChangeShapeType="1"/>
          </p:cNvSpPr>
          <p:nvPr/>
        </p:nvSpPr>
        <p:spPr bwMode="auto">
          <a:xfrm flipV="1">
            <a:off x="5002213" y="3670300"/>
            <a:ext cx="0" cy="1349375"/>
          </a:xfrm>
          <a:prstGeom prst="line">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2" name="组合 1"/>
          <p:cNvGrpSpPr>
            <a:grpSpLocks/>
          </p:cNvGrpSpPr>
          <p:nvPr/>
        </p:nvGrpSpPr>
        <p:grpSpPr bwMode="auto">
          <a:xfrm>
            <a:off x="2466972" y="2209006"/>
            <a:ext cx="1614488" cy="1463675"/>
            <a:chOff x="2987675" y="1827213"/>
            <a:chExt cx="1614488" cy="1463675"/>
          </a:xfrm>
        </p:grpSpPr>
        <p:sp>
          <p:nvSpPr>
            <p:cNvPr id="29" name="Line 21"/>
            <p:cNvSpPr>
              <a:spLocks noChangeShapeType="1"/>
            </p:cNvSpPr>
            <p:nvPr/>
          </p:nvSpPr>
          <p:spPr bwMode="auto">
            <a:xfrm>
              <a:off x="2987675" y="1827213"/>
              <a:ext cx="1257300" cy="571500"/>
            </a:xfrm>
            <a:prstGeom prst="line">
              <a:avLst/>
            </a:prstGeom>
            <a:noFill/>
            <a:ln w="25400">
              <a:solidFill>
                <a:schemeClr val="tx2">
                  <a:lumMod val="60000"/>
                  <a:lumOff val="40000"/>
                </a:schemeClr>
              </a:solidFill>
              <a:prstDash val="sysDash"/>
              <a:round/>
              <a:headEnd type="none" w="sm" len="sm"/>
              <a:tailEnd type="none" w="sm" len="sm"/>
            </a:ln>
          </p:spPr>
          <p:txBody>
            <a:bodyPr lIns="68580" tIns="34290" rIns="68580" bIns="34290"/>
            <a:lstStyle/>
            <a:p>
              <a:pPr eaLnBrk="1" hangingPunct="1">
                <a:defRPr/>
              </a:pPr>
              <a:endParaRPr lang="zh-CN" altLang="en-US">
                <a:ea typeface="楷体_GB2312"/>
                <a:cs typeface="楷体_GB2312"/>
              </a:endParaRPr>
            </a:p>
          </p:txBody>
        </p:sp>
        <p:sp>
          <p:nvSpPr>
            <p:cNvPr id="30" name="Text Box 22"/>
            <p:cNvSpPr txBox="1">
              <a:spLocks noChangeArrowheads="1"/>
            </p:cNvSpPr>
            <p:nvPr/>
          </p:nvSpPr>
          <p:spPr bwMode="auto">
            <a:xfrm>
              <a:off x="4030663" y="2355850"/>
              <a:ext cx="571500" cy="347663"/>
            </a:xfrm>
            <a:prstGeom prst="rect">
              <a:avLst/>
            </a:prstGeom>
            <a:noFill/>
            <a:ln w="12700">
              <a:noFill/>
              <a:miter lim="800000"/>
              <a:headEnd type="none" w="sm" len="sm"/>
              <a:tailEnd type="none" w="sm" len="sm"/>
            </a:ln>
          </p:spPr>
          <p:txBody>
            <a:bodyPr lIns="68580" tIns="34290" rIns="68580" bIns="34290">
              <a:spAutoFit/>
            </a:bodyPr>
            <a:lstStyle/>
            <a:p>
              <a:pPr>
                <a:spcBef>
                  <a:spcPct val="50000"/>
                </a:spcBef>
                <a:defRPr/>
              </a:pPr>
              <a:r>
                <a:rPr kumimoji="1" lang="zh-CN" altLang="en-US" sz="1800" dirty="0">
                  <a:solidFill>
                    <a:schemeClr val="tx2">
                      <a:lumMod val="60000"/>
                      <a:lumOff val="40000"/>
                    </a:schemeClr>
                  </a:solidFill>
                  <a:ea typeface="楷体" pitchFamily="49" charset="-122"/>
                  <a:cs typeface="Times New Roman" pitchFamily="18" charset="0"/>
                </a:rPr>
                <a:t>7/80</a:t>
              </a:r>
            </a:p>
          </p:txBody>
        </p:sp>
        <p:sp>
          <p:nvSpPr>
            <p:cNvPr id="31" name="Line 23"/>
            <p:cNvSpPr>
              <a:spLocks noChangeShapeType="1"/>
            </p:cNvSpPr>
            <p:nvPr/>
          </p:nvSpPr>
          <p:spPr bwMode="auto">
            <a:xfrm>
              <a:off x="4337050" y="2643188"/>
              <a:ext cx="0" cy="647700"/>
            </a:xfrm>
            <a:prstGeom prst="line">
              <a:avLst/>
            </a:prstGeom>
            <a:noFill/>
            <a:ln w="25400">
              <a:solidFill>
                <a:schemeClr val="tx2">
                  <a:lumMod val="60000"/>
                  <a:lumOff val="40000"/>
                </a:schemeClr>
              </a:solidFill>
              <a:prstDash val="sysDash"/>
              <a:round/>
              <a:headEnd type="none" w="sm" len="sm"/>
              <a:tailEnd type="none" w="sm" len="sm"/>
            </a:ln>
          </p:spPr>
          <p:txBody>
            <a:bodyPr lIns="68580" tIns="34290" rIns="68580" bIns="34290"/>
            <a:lstStyle/>
            <a:p>
              <a:pPr eaLnBrk="1" hangingPunct="1">
                <a:defRPr/>
              </a:pPr>
              <a:endParaRPr lang="zh-CN" altLang="en-US">
                <a:ea typeface="楷体_GB2312"/>
                <a:cs typeface="楷体_GB2312"/>
              </a:endParaRPr>
            </a:p>
          </p:txBody>
        </p:sp>
      </p:grpSp>
      <p:sp>
        <p:nvSpPr>
          <p:cNvPr id="32" name="AutoShape 31"/>
          <p:cNvSpPr>
            <a:spLocks noChangeArrowheads="1"/>
          </p:cNvSpPr>
          <p:nvPr/>
        </p:nvSpPr>
        <p:spPr bwMode="auto">
          <a:xfrm>
            <a:off x="2827335" y="1796256"/>
            <a:ext cx="2024062" cy="485775"/>
          </a:xfrm>
          <a:prstGeom prst="cloudCallout">
            <a:avLst>
              <a:gd name="adj1" fmla="val -20218"/>
              <a:gd name="adj2" fmla="val 112225"/>
            </a:avLst>
          </a:prstGeom>
          <a:solidFill>
            <a:schemeClr val="tx2">
              <a:lumMod val="60000"/>
              <a:lumOff val="40000"/>
            </a:schemeClr>
          </a:solidFill>
          <a:ln w="9525">
            <a:solidFill>
              <a:schemeClr val="tx1"/>
            </a:solidFill>
            <a:round/>
            <a:headEnd/>
            <a:tailEnd/>
          </a:ln>
        </p:spPr>
        <p:txBody>
          <a:bodyPr lIns="68580" tIns="34290" rIns="68580" bIns="34290"/>
          <a:lstStyle/>
          <a:p>
            <a:pPr algn="ctr" eaLnBrk="1" hangingPunct="1">
              <a:defRPr/>
            </a:pPr>
            <a:r>
              <a:rPr kumimoji="1" lang="zh-CN" altLang="en-US" sz="2000" dirty="0">
                <a:solidFill>
                  <a:schemeClr val="bg1"/>
                </a:solidFill>
                <a:ea typeface="楷体" pitchFamily="49" charset="-122"/>
                <a:cs typeface="Times New Roman" pitchFamily="18" charset="0"/>
              </a:rPr>
              <a:t>如何分配？</a:t>
            </a:r>
          </a:p>
        </p:txBody>
      </p:sp>
      <p:grpSp>
        <p:nvGrpSpPr>
          <p:cNvPr id="46094" name="Group 4"/>
          <p:cNvGrpSpPr>
            <a:grpSpLocks/>
          </p:cNvGrpSpPr>
          <p:nvPr/>
        </p:nvGrpSpPr>
        <p:grpSpPr bwMode="auto">
          <a:xfrm>
            <a:off x="1135060" y="1878806"/>
            <a:ext cx="2857500" cy="2084387"/>
            <a:chOff x="192" y="2016"/>
            <a:chExt cx="2400" cy="1750"/>
          </a:xfrm>
        </p:grpSpPr>
        <p:sp>
          <p:nvSpPr>
            <p:cNvPr id="46096" name="Text Box 5"/>
            <p:cNvSpPr txBox="1">
              <a:spLocks noChangeArrowheads="1"/>
            </p:cNvSpPr>
            <p:nvPr/>
          </p:nvSpPr>
          <p:spPr bwMode="auto">
            <a:xfrm>
              <a:off x="960" y="2016"/>
              <a:ext cx="576"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zh-CN" altLang="en-US" sz="1800">
                  <a:ea typeface="楷体" panose="02010609060101010101" pitchFamily="49" charset="-122"/>
                  <a:cs typeface="Times New Roman" panose="02020603050405020304" pitchFamily="18" charset="0"/>
                </a:rPr>
                <a:t>1/22</a:t>
              </a:r>
            </a:p>
          </p:txBody>
        </p:sp>
        <p:sp>
          <p:nvSpPr>
            <p:cNvPr id="46097" name="Text Box 6"/>
            <p:cNvSpPr txBox="1">
              <a:spLocks noChangeArrowheads="1"/>
            </p:cNvSpPr>
            <p:nvPr/>
          </p:nvSpPr>
          <p:spPr bwMode="auto">
            <a:xfrm>
              <a:off x="624" y="2638"/>
              <a:ext cx="577"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zh-CN" altLang="en-US" sz="1800">
                  <a:ea typeface="楷体" panose="02010609060101010101" pitchFamily="49" charset="-122"/>
                  <a:cs typeface="Times New Roman" panose="02020603050405020304" pitchFamily="18" charset="0"/>
                </a:rPr>
                <a:t>2/15</a:t>
              </a:r>
            </a:p>
          </p:txBody>
        </p:sp>
        <p:sp>
          <p:nvSpPr>
            <p:cNvPr id="46098" name="Text Box 7"/>
            <p:cNvSpPr txBox="1">
              <a:spLocks noChangeArrowheads="1"/>
            </p:cNvSpPr>
            <p:nvPr/>
          </p:nvSpPr>
          <p:spPr bwMode="auto">
            <a:xfrm>
              <a:off x="1488" y="2688"/>
              <a:ext cx="624"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zh-CN" altLang="en-US" sz="1800">
                  <a:ea typeface="楷体" panose="02010609060101010101" pitchFamily="49" charset="-122"/>
                  <a:cs typeface="Times New Roman" panose="02020603050405020304" pitchFamily="18" charset="0"/>
                </a:rPr>
                <a:t>3/18</a:t>
              </a:r>
            </a:p>
          </p:txBody>
        </p:sp>
        <p:sp>
          <p:nvSpPr>
            <p:cNvPr id="46099" name="Text Box 8"/>
            <p:cNvSpPr txBox="1">
              <a:spLocks noChangeArrowheads="1"/>
            </p:cNvSpPr>
            <p:nvPr/>
          </p:nvSpPr>
          <p:spPr bwMode="auto">
            <a:xfrm>
              <a:off x="192" y="3456"/>
              <a:ext cx="528"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zh-CN" altLang="en-US" sz="1800">
                  <a:ea typeface="楷体" panose="02010609060101010101" pitchFamily="49" charset="-122"/>
                  <a:cs typeface="Times New Roman" panose="02020603050405020304" pitchFamily="18" charset="0"/>
                </a:rPr>
                <a:t>4/17</a:t>
              </a:r>
            </a:p>
          </p:txBody>
        </p:sp>
        <p:sp>
          <p:nvSpPr>
            <p:cNvPr id="46100" name="Text Box 9"/>
            <p:cNvSpPr txBox="1">
              <a:spLocks noChangeArrowheads="1"/>
            </p:cNvSpPr>
            <p:nvPr/>
          </p:nvSpPr>
          <p:spPr bwMode="auto">
            <a:xfrm>
              <a:off x="1104" y="3408"/>
              <a:ext cx="576"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zh-CN" altLang="en-US" sz="1800">
                  <a:ea typeface="楷体" panose="02010609060101010101" pitchFamily="49" charset="-122"/>
                  <a:cs typeface="Times New Roman" panose="02020603050405020304" pitchFamily="18" charset="0"/>
                </a:rPr>
                <a:t>6/10</a:t>
              </a:r>
            </a:p>
          </p:txBody>
        </p:sp>
        <p:sp>
          <p:nvSpPr>
            <p:cNvPr id="46101" name="Text Box 10"/>
            <p:cNvSpPr txBox="1">
              <a:spLocks noChangeArrowheads="1"/>
            </p:cNvSpPr>
            <p:nvPr/>
          </p:nvSpPr>
          <p:spPr bwMode="auto">
            <a:xfrm>
              <a:off x="2064" y="3456"/>
              <a:ext cx="528"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zh-CN" altLang="en-US" sz="1800">
                  <a:ea typeface="楷体" panose="02010609060101010101" pitchFamily="49" charset="-122"/>
                  <a:cs typeface="Times New Roman" panose="02020603050405020304" pitchFamily="18" charset="0"/>
                </a:rPr>
                <a:t>5/23</a:t>
              </a:r>
            </a:p>
          </p:txBody>
        </p:sp>
        <p:sp>
          <p:nvSpPr>
            <p:cNvPr id="46102" name="Line 11"/>
            <p:cNvSpPr>
              <a:spLocks noChangeShapeType="1"/>
            </p:cNvSpPr>
            <p:nvPr/>
          </p:nvSpPr>
          <p:spPr bwMode="auto">
            <a:xfrm flipH="1">
              <a:off x="816" y="2256"/>
              <a:ext cx="288"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03" name="Line 12"/>
            <p:cNvSpPr>
              <a:spLocks noChangeShapeType="1"/>
            </p:cNvSpPr>
            <p:nvPr/>
          </p:nvSpPr>
          <p:spPr bwMode="auto">
            <a:xfrm flipH="1">
              <a:off x="1296" y="2928"/>
              <a:ext cx="336" cy="57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04" name="Line 13"/>
            <p:cNvSpPr>
              <a:spLocks noChangeShapeType="1"/>
            </p:cNvSpPr>
            <p:nvPr/>
          </p:nvSpPr>
          <p:spPr bwMode="auto">
            <a:xfrm>
              <a:off x="1680" y="2928"/>
              <a:ext cx="576" cy="57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05" name="Line 14"/>
            <p:cNvSpPr>
              <a:spLocks noChangeShapeType="1"/>
            </p:cNvSpPr>
            <p:nvPr/>
          </p:nvSpPr>
          <p:spPr bwMode="auto">
            <a:xfrm>
              <a:off x="1152" y="2256"/>
              <a:ext cx="528" cy="48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06" name="Line 15"/>
            <p:cNvSpPr>
              <a:spLocks noChangeShapeType="1"/>
            </p:cNvSpPr>
            <p:nvPr/>
          </p:nvSpPr>
          <p:spPr bwMode="auto">
            <a:xfrm flipH="1">
              <a:off x="384" y="2928"/>
              <a:ext cx="384" cy="57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107" name="Line 16"/>
            <p:cNvSpPr>
              <a:spLocks noChangeShapeType="1"/>
            </p:cNvSpPr>
            <p:nvPr/>
          </p:nvSpPr>
          <p:spPr bwMode="auto">
            <a:xfrm>
              <a:off x="768" y="2880"/>
              <a:ext cx="528" cy="57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sp>
        <p:nvSpPr>
          <p:cNvPr id="47" name="Text Box 19"/>
          <p:cNvSpPr txBox="1">
            <a:spLocks noChangeArrowheads="1"/>
          </p:cNvSpPr>
          <p:nvPr/>
        </p:nvSpPr>
        <p:spPr bwMode="auto">
          <a:xfrm>
            <a:off x="1061588" y="4219439"/>
            <a:ext cx="3019872" cy="315471"/>
          </a:xfrm>
          <a:prstGeom prst="rect">
            <a:avLst/>
          </a:prstGeom>
          <a:noFill/>
          <a:ln>
            <a:noFill/>
          </a:ln>
        </p:spPr>
        <p:txBody>
          <a:bodyPr wrap="square" lIns="68580" tIns="34290" rIns="68580" bIns="34290">
            <a:spAutoFit/>
          </a:bodyPr>
          <a:lstStyle>
            <a:lvl1pPr eaLnBrk="0" hangingPunct="0">
              <a:defRPr sz="1100" b="1">
                <a:solidFill>
                  <a:schemeClr val="tx1"/>
                </a:solidFill>
                <a:latin typeface="Times New Roman" panose="02020603050405020304" pitchFamily="18" charset="0"/>
                <a:ea typeface="楷体_GB2312"/>
                <a:cs typeface="楷体_GB2312"/>
              </a:defRPr>
            </a:lvl1pPr>
            <a:lvl2pPr marL="742950" indent="-285750" eaLnBrk="0" hangingPunct="0">
              <a:defRPr sz="1100" b="1">
                <a:solidFill>
                  <a:schemeClr val="tx1"/>
                </a:solidFill>
                <a:latin typeface="Times New Roman" panose="02020603050405020304" pitchFamily="18" charset="0"/>
                <a:ea typeface="楷体_GB2312"/>
                <a:cs typeface="楷体_GB2312"/>
              </a:defRPr>
            </a:lvl2pPr>
            <a:lvl3pPr marL="1143000" indent="-228600" eaLnBrk="0" hangingPunct="0">
              <a:defRPr sz="1100" b="1">
                <a:solidFill>
                  <a:schemeClr val="tx1"/>
                </a:solidFill>
                <a:latin typeface="Times New Roman" panose="02020603050405020304" pitchFamily="18" charset="0"/>
                <a:ea typeface="楷体_GB2312"/>
                <a:cs typeface="楷体_GB2312"/>
              </a:defRPr>
            </a:lvl3pPr>
            <a:lvl4pPr marL="1600200" indent="-228600" eaLnBrk="0" hangingPunct="0">
              <a:defRPr sz="1100" b="1">
                <a:solidFill>
                  <a:schemeClr val="tx1"/>
                </a:solidFill>
                <a:latin typeface="Times New Roman" panose="02020603050405020304" pitchFamily="18" charset="0"/>
                <a:ea typeface="楷体_GB2312"/>
                <a:cs typeface="楷体_GB2312"/>
              </a:defRPr>
            </a:lvl4pPr>
            <a:lvl5pPr marL="2057400" indent="-228600" eaLnBrk="0" hangingPunct="0">
              <a:defRPr sz="1100" b="1">
                <a:solidFill>
                  <a:schemeClr val="tx1"/>
                </a:solidFill>
                <a:latin typeface="Times New Roman" panose="02020603050405020304" pitchFamily="18" charset="0"/>
                <a:ea typeface="楷体_GB2312"/>
                <a:cs typeface="楷体_GB231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a:cs typeface="楷体_GB231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a:cs typeface="楷体_GB231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a:cs typeface="楷体_GB231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a:cs typeface="楷体_GB2312"/>
              </a:defRPr>
            </a:lvl9pPr>
          </a:lstStyle>
          <a:p>
            <a:pPr algn="ctr">
              <a:spcBef>
                <a:spcPct val="50000"/>
              </a:spcBef>
              <a:defRPr/>
            </a:pPr>
            <a:r>
              <a:rPr lang="zh-CN" altLang="en-US" sz="1600" dirty="0">
                <a:ea typeface="楷体" panose="02010609060101010101" pitchFamily="49" charset="-122"/>
                <a:cs typeface="Times New Roman" panose="02020603050405020304" pitchFamily="18" charset="0"/>
              </a:rPr>
              <a:t>节点：过程编号</a:t>
            </a:r>
            <a:r>
              <a:rPr lang="en-US" altLang="zh-CN" sz="1600" dirty="0">
                <a:ea typeface="楷体" panose="02010609060101010101" pitchFamily="49" charset="-122"/>
                <a:cs typeface="Times New Roman" panose="02020603050405020304" pitchFamily="18" charset="0"/>
              </a:rPr>
              <a:t>/</a:t>
            </a:r>
            <a:r>
              <a:rPr lang="zh-CN" altLang="en-US" sz="1600" dirty="0">
                <a:ea typeface="楷体" panose="02010609060101010101" pitchFamily="49" charset="-122"/>
                <a:cs typeface="Times New Roman" panose="02020603050405020304" pitchFamily="18" charset="0"/>
              </a:rPr>
              <a:t>所需空间大小</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0" fill="hold" nodeType="withEffect">
                                  <p:stCondLst>
                                    <p:cond delay="0"/>
                                  </p:stCondLst>
                                  <p:childTnLst>
                                    <p:set>
                                      <p:cBhvr>
                                        <p:cTn id="6" dur="1" fill="hold">
                                          <p:stCondLst>
                                            <p:cond delay="0"/>
                                          </p:stCondLst>
                                        </p:cTn>
                                        <p:tgtEl>
                                          <p:spTgt spid="846866">
                                            <p:txEl>
                                              <p:pRg st="0" end="0"/>
                                            </p:txEl>
                                          </p:spTgt>
                                        </p:tgtEl>
                                        <p:attrNameLst>
                                          <p:attrName>style.visibility</p:attrName>
                                        </p:attrNameLst>
                                      </p:cBhvr>
                                      <p:to>
                                        <p:strVal val="visible"/>
                                      </p:to>
                                    </p:set>
                                    <p:anim calcmode="lin" valueType="num">
                                      <p:cBhvr>
                                        <p:cTn id="7" dur="500" fill="hold"/>
                                        <p:tgtEl>
                                          <p:spTgt spid="846866">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846866">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846866">
                                            <p:txEl>
                                              <p:pRg st="0" end="0"/>
                                            </p:txEl>
                                          </p:spTgt>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0" fill="hold" grpId="0" nodeType="clickEffect">
                                  <p:stCondLst>
                                    <p:cond delay="0"/>
                                  </p:stCondLst>
                                  <p:childTnLst>
                                    <p:set>
                                      <p:cBhvr>
                                        <p:cTn id="13" dur="1" fill="hold">
                                          <p:stCondLst>
                                            <p:cond delay="0"/>
                                          </p:stCondLst>
                                        </p:cTn>
                                        <p:tgtEl>
                                          <p:spTgt spid="21"/>
                                        </p:tgtEl>
                                        <p:attrNameLst>
                                          <p:attrName>style.visibility</p:attrName>
                                        </p:attrNameLst>
                                      </p:cBhvr>
                                      <p:to>
                                        <p:strVal val="visible"/>
                                      </p:to>
                                    </p:set>
                                    <p:anim calcmode="lin" valueType="num">
                                      <p:cBhvr>
                                        <p:cTn id="14" dur="500" fill="hold"/>
                                        <p:tgtEl>
                                          <p:spTgt spid="21"/>
                                        </p:tgtEl>
                                        <p:attrNameLst>
                                          <p:attrName>ppt_w</p:attrName>
                                        </p:attrNameLst>
                                      </p:cBhvr>
                                      <p:tavLst>
                                        <p:tav tm="0">
                                          <p:val>
                                            <p:fltVal val="0"/>
                                          </p:val>
                                        </p:tav>
                                        <p:tav tm="100000">
                                          <p:val>
                                            <p:strVal val="#ppt_w"/>
                                          </p:val>
                                        </p:tav>
                                      </p:tavLst>
                                    </p:anim>
                                    <p:anim calcmode="lin" valueType="num">
                                      <p:cBhvr>
                                        <p:cTn id="15" dur="500" fill="hold"/>
                                        <p:tgtEl>
                                          <p:spTgt spid="21"/>
                                        </p:tgtEl>
                                        <p:attrNameLst>
                                          <p:attrName>ppt_h</p:attrName>
                                        </p:attrNameLst>
                                      </p:cBhvr>
                                      <p:tavLst>
                                        <p:tav tm="0">
                                          <p:val>
                                            <p:fltVal val="0"/>
                                          </p:val>
                                        </p:tav>
                                        <p:tav tm="100000">
                                          <p:val>
                                            <p:strVal val="#ppt_h"/>
                                          </p:val>
                                        </p:tav>
                                      </p:tavLst>
                                    </p:anim>
                                    <p:animEffect transition="in" filter="fade">
                                      <p:cBhvr>
                                        <p:cTn id="16" dur="500"/>
                                        <p:tgtEl>
                                          <p:spTgt spid="21"/>
                                        </p:tgtEl>
                                      </p:cBhvr>
                                    </p:animEffect>
                                  </p:childTnLst>
                                </p:cTn>
                              </p:par>
                              <p:par>
                                <p:cTn id="17" presetID="53"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 calcmode="lin" valueType="num">
                                      <p:cBhvr>
                                        <p:cTn id="19" dur="500" fill="hold"/>
                                        <p:tgtEl>
                                          <p:spTgt spid="23"/>
                                        </p:tgtEl>
                                        <p:attrNameLst>
                                          <p:attrName>ppt_w</p:attrName>
                                        </p:attrNameLst>
                                      </p:cBhvr>
                                      <p:tavLst>
                                        <p:tav tm="0">
                                          <p:val>
                                            <p:fltVal val="0"/>
                                          </p:val>
                                        </p:tav>
                                        <p:tav tm="100000">
                                          <p:val>
                                            <p:strVal val="#ppt_w"/>
                                          </p:val>
                                        </p:tav>
                                      </p:tavLst>
                                    </p:anim>
                                    <p:anim calcmode="lin" valueType="num">
                                      <p:cBhvr>
                                        <p:cTn id="20" dur="500" fill="hold"/>
                                        <p:tgtEl>
                                          <p:spTgt spid="23"/>
                                        </p:tgtEl>
                                        <p:attrNameLst>
                                          <p:attrName>ppt_h</p:attrName>
                                        </p:attrNameLst>
                                      </p:cBhvr>
                                      <p:tavLst>
                                        <p:tav tm="0">
                                          <p:val>
                                            <p:fltVal val="0"/>
                                          </p:val>
                                        </p:tav>
                                        <p:tav tm="100000">
                                          <p:val>
                                            <p:strVal val="#ppt_h"/>
                                          </p:val>
                                        </p:tav>
                                      </p:tavLst>
                                    </p:anim>
                                    <p:animEffect transition="in" filter="fade">
                                      <p:cBhvr>
                                        <p:cTn id="21" dur="500"/>
                                        <p:tgtEl>
                                          <p:spTgt spid="23"/>
                                        </p:tgtEl>
                                      </p:cBhvr>
                                    </p:animEffect>
                                  </p:childTnLst>
                                </p:cTn>
                              </p:par>
                              <p:par>
                                <p:cTn id="22" presetID="53"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 calcmode="lin" valueType="num">
                                      <p:cBhvr>
                                        <p:cTn id="24" dur="500" fill="hold"/>
                                        <p:tgtEl>
                                          <p:spTgt spid="24"/>
                                        </p:tgtEl>
                                        <p:attrNameLst>
                                          <p:attrName>ppt_w</p:attrName>
                                        </p:attrNameLst>
                                      </p:cBhvr>
                                      <p:tavLst>
                                        <p:tav tm="0">
                                          <p:val>
                                            <p:fltVal val="0"/>
                                          </p:val>
                                        </p:tav>
                                        <p:tav tm="100000">
                                          <p:val>
                                            <p:strVal val="#ppt_w"/>
                                          </p:val>
                                        </p:tav>
                                      </p:tavLst>
                                    </p:anim>
                                    <p:anim calcmode="lin" valueType="num">
                                      <p:cBhvr>
                                        <p:cTn id="25" dur="500" fill="hold"/>
                                        <p:tgtEl>
                                          <p:spTgt spid="24"/>
                                        </p:tgtEl>
                                        <p:attrNameLst>
                                          <p:attrName>ppt_h</p:attrName>
                                        </p:attrNameLst>
                                      </p:cBhvr>
                                      <p:tavLst>
                                        <p:tav tm="0">
                                          <p:val>
                                            <p:fltVal val="0"/>
                                          </p:val>
                                        </p:tav>
                                        <p:tav tm="100000">
                                          <p:val>
                                            <p:strVal val="#ppt_h"/>
                                          </p:val>
                                        </p:tav>
                                      </p:tavLst>
                                    </p:anim>
                                    <p:animEffect transition="in" filter="fade">
                                      <p:cBhvr>
                                        <p:cTn id="26" dur="500"/>
                                        <p:tgtEl>
                                          <p:spTgt spid="24"/>
                                        </p:tgtEl>
                                      </p:cBhvr>
                                    </p:animEffect>
                                  </p:childTnLst>
                                </p:cTn>
                              </p:par>
                            </p:childTnLst>
                          </p:cTn>
                        </p:par>
                        <p:par>
                          <p:cTn id="27" fill="hold" nodeType="afterGroup">
                            <p:stCondLst>
                              <p:cond delay="500"/>
                            </p:stCondLst>
                            <p:childTnLst>
                              <p:par>
                                <p:cTn id="28" presetID="53" presetClass="entr" presetSubtype="0" fill="hold" grpId="0" nodeType="afterEffect">
                                  <p:stCondLst>
                                    <p:cond delay="0"/>
                                  </p:stCondLst>
                                  <p:childTnLst>
                                    <p:set>
                                      <p:cBhvr>
                                        <p:cTn id="29" dur="1" fill="hold">
                                          <p:stCondLst>
                                            <p:cond delay="0"/>
                                          </p:stCondLst>
                                        </p:cTn>
                                        <p:tgtEl>
                                          <p:spTgt spid="28"/>
                                        </p:tgtEl>
                                        <p:attrNameLst>
                                          <p:attrName>style.visibility</p:attrName>
                                        </p:attrNameLst>
                                      </p:cBhvr>
                                      <p:to>
                                        <p:strVal val="visible"/>
                                      </p:to>
                                    </p:set>
                                    <p:anim calcmode="lin" valueType="num">
                                      <p:cBhvr>
                                        <p:cTn id="30" dur="500" fill="hold"/>
                                        <p:tgtEl>
                                          <p:spTgt spid="28"/>
                                        </p:tgtEl>
                                        <p:attrNameLst>
                                          <p:attrName>ppt_w</p:attrName>
                                        </p:attrNameLst>
                                      </p:cBhvr>
                                      <p:tavLst>
                                        <p:tav tm="0">
                                          <p:val>
                                            <p:fltVal val="0"/>
                                          </p:val>
                                        </p:tav>
                                        <p:tav tm="100000">
                                          <p:val>
                                            <p:strVal val="#ppt_w"/>
                                          </p:val>
                                        </p:tav>
                                      </p:tavLst>
                                    </p:anim>
                                    <p:anim calcmode="lin" valueType="num">
                                      <p:cBhvr>
                                        <p:cTn id="31" dur="500" fill="hold"/>
                                        <p:tgtEl>
                                          <p:spTgt spid="28"/>
                                        </p:tgtEl>
                                        <p:attrNameLst>
                                          <p:attrName>ppt_h</p:attrName>
                                        </p:attrNameLst>
                                      </p:cBhvr>
                                      <p:tavLst>
                                        <p:tav tm="0">
                                          <p:val>
                                            <p:fltVal val="0"/>
                                          </p:val>
                                        </p:tav>
                                        <p:tav tm="100000">
                                          <p:val>
                                            <p:strVal val="#ppt_h"/>
                                          </p:val>
                                        </p:tav>
                                      </p:tavLst>
                                    </p:anim>
                                    <p:animEffect transition="in" filter="fade">
                                      <p:cBhvr>
                                        <p:cTn id="32" dur="500"/>
                                        <p:tgtEl>
                                          <p:spTgt spid="28"/>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53"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anim calcmode="lin" valueType="num">
                                      <p:cBhvr>
                                        <p:cTn id="37" dur="500" fill="hold"/>
                                        <p:tgtEl>
                                          <p:spTgt spid="22"/>
                                        </p:tgtEl>
                                        <p:attrNameLst>
                                          <p:attrName>ppt_w</p:attrName>
                                        </p:attrNameLst>
                                      </p:cBhvr>
                                      <p:tavLst>
                                        <p:tav tm="0">
                                          <p:val>
                                            <p:fltVal val="0"/>
                                          </p:val>
                                        </p:tav>
                                        <p:tav tm="100000">
                                          <p:val>
                                            <p:strVal val="#ppt_w"/>
                                          </p:val>
                                        </p:tav>
                                      </p:tavLst>
                                    </p:anim>
                                    <p:anim calcmode="lin" valueType="num">
                                      <p:cBhvr>
                                        <p:cTn id="38" dur="500" fill="hold"/>
                                        <p:tgtEl>
                                          <p:spTgt spid="22"/>
                                        </p:tgtEl>
                                        <p:attrNameLst>
                                          <p:attrName>ppt_h</p:attrName>
                                        </p:attrNameLst>
                                      </p:cBhvr>
                                      <p:tavLst>
                                        <p:tav tm="0">
                                          <p:val>
                                            <p:fltVal val="0"/>
                                          </p:val>
                                        </p:tav>
                                        <p:tav tm="100000">
                                          <p:val>
                                            <p:strVal val="#ppt_h"/>
                                          </p:val>
                                        </p:tav>
                                      </p:tavLst>
                                    </p:anim>
                                    <p:animEffect transition="in" filter="fade">
                                      <p:cBhvr>
                                        <p:cTn id="39" dur="500"/>
                                        <p:tgtEl>
                                          <p:spTgt spid="22"/>
                                        </p:tgtEl>
                                      </p:cBhvr>
                                    </p:animEffect>
                                  </p:childTnLst>
                                </p:cTn>
                              </p:par>
                            </p:childTnLst>
                          </p:cTn>
                        </p:par>
                      </p:childTnLst>
                    </p:cTn>
                  </p:par>
                  <p:par>
                    <p:cTn id="40" fill="hold" nodeType="clickPar">
                      <p:stCondLst>
                        <p:cond delay="indefinite"/>
                      </p:stCondLst>
                      <p:childTnLst>
                        <p:par>
                          <p:cTn id="41" fill="hold" nodeType="withGroup">
                            <p:stCondLst>
                              <p:cond delay="0"/>
                            </p:stCondLst>
                            <p:childTnLst>
                              <p:par>
                                <p:cTn id="42" presetID="53" presetClass="entr" presetSubtype="0" fill="hold" grpId="0" nodeType="clickEffect">
                                  <p:stCondLst>
                                    <p:cond delay="0"/>
                                  </p:stCondLst>
                                  <p:childTnLst>
                                    <p:set>
                                      <p:cBhvr>
                                        <p:cTn id="43" dur="1" fill="hold">
                                          <p:stCondLst>
                                            <p:cond delay="0"/>
                                          </p:stCondLst>
                                        </p:cTn>
                                        <p:tgtEl>
                                          <p:spTgt spid="25"/>
                                        </p:tgtEl>
                                        <p:attrNameLst>
                                          <p:attrName>style.visibility</p:attrName>
                                        </p:attrNameLst>
                                      </p:cBhvr>
                                      <p:to>
                                        <p:strVal val="visible"/>
                                      </p:to>
                                    </p:set>
                                    <p:anim calcmode="lin" valueType="num">
                                      <p:cBhvr>
                                        <p:cTn id="44" dur="500" fill="hold"/>
                                        <p:tgtEl>
                                          <p:spTgt spid="25"/>
                                        </p:tgtEl>
                                        <p:attrNameLst>
                                          <p:attrName>ppt_w</p:attrName>
                                        </p:attrNameLst>
                                      </p:cBhvr>
                                      <p:tavLst>
                                        <p:tav tm="0">
                                          <p:val>
                                            <p:fltVal val="0"/>
                                          </p:val>
                                        </p:tav>
                                        <p:tav tm="100000">
                                          <p:val>
                                            <p:strVal val="#ppt_w"/>
                                          </p:val>
                                        </p:tav>
                                      </p:tavLst>
                                    </p:anim>
                                    <p:anim calcmode="lin" valueType="num">
                                      <p:cBhvr>
                                        <p:cTn id="45" dur="500" fill="hold"/>
                                        <p:tgtEl>
                                          <p:spTgt spid="25"/>
                                        </p:tgtEl>
                                        <p:attrNameLst>
                                          <p:attrName>ppt_h</p:attrName>
                                        </p:attrNameLst>
                                      </p:cBhvr>
                                      <p:tavLst>
                                        <p:tav tm="0">
                                          <p:val>
                                            <p:fltVal val="0"/>
                                          </p:val>
                                        </p:tav>
                                        <p:tav tm="100000">
                                          <p:val>
                                            <p:strVal val="#ppt_h"/>
                                          </p:val>
                                        </p:tav>
                                      </p:tavLst>
                                    </p:anim>
                                    <p:animEffect transition="in" filter="fade">
                                      <p:cBhvr>
                                        <p:cTn id="46" dur="500"/>
                                        <p:tgtEl>
                                          <p:spTgt spid="25"/>
                                        </p:tgtEl>
                                      </p:cBhvr>
                                    </p:animEffect>
                                  </p:childTnLst>
                                </p:cTn>
                              </p:par>
                            </p:childTnLst>
                          </p:cTn>
                        </p:par>
                      </p:childTnLst>
                    </p:cTn>
                  </p:par>
                  <p:par>
                    <p:cTn id="47" fill="hold" nodeType="clickPar">
                      <p:stCondLst>
                        <p:cond delay="indefinite"/>
                      </p:stCondLst>
                      <p:childTnLst>
                        <p:par>
                          <p:cTn id="48" fill="hold" nodeType="withGroup">
                            <p:stCondLst>
                              <p:cond delay="0"/>
                            </p:stCondLst>
                            <p:childTnLst>
                              <p:par>
                                <p:cTn id="49" presetID="53" presetClass="entr" presetSubtype="0" fill="hold" grpId="0" nodeType="clickEffect">
                                  <p:stCondLst>
                                    <p:cond delay="0"/>
                                  </p:stCondLst>
                                  <p:childTnLst>
                                    <p:set>
                                      <p:cBhvr>
                                        <p:cTn id="50" dur="1" fill="hold">
                                          <p:stCondLst>
                                            <p:cond delay="0"/>
                                          </p:stCondLst>
                                        </p:cTn>
                                        <p:tgtEl>
                                          <p:spTgt spid="26"/>
                                        </p:tgtEl>
                                        <p:attrNameLst>
                                          <p:attrName>style.visibility</p:attrName>
                                        </p:attrNameLst>
                                      </p:cBhvr>
                                      <p:to>
                                        <p:strVal val="visible"/>
                                      </p:to>
                                    </p:set>
                                    <p:anim calcmode="lin" valueType="num">
                                      <p:cBhvr>
                                        <p:cTn id="51" dur="500" fill="hold"/>
                                        <p:tgtEl>
                                          <p:spTgt spid="26"/>
                                        </p:tgtEl>
                                        <p:attrNameLst>
                                          <p:attrName>ppt_w</p:attrName>
                                        </p:attrNameLst>
                                      </p:cBhvr>
                                      <p:tavLst>
                                        <p:tav tm="0">
                                          <p:val>
                                            <p:fltVal val="0"/>
                                          </p:val>
                                        </p:tav>
                                        <p:tav tm="100000">
                                          <p:val>
                                            <p:strVal val="#ppt_w"/>
                                          </p:val>
                                        </p:tav>
                                      </p:tavLst>
                                    </p:anim>
                                    <p:anim calcmode="lin" valueType="num">
                                      <p:cBhvr>
                                        <p:cTn id="52" dur="500" fill="hold"/>
                                        <p:tgtEl>
                                          <p:spTgt spid="26"/>
                                        </p:tgtEl>
                                        <p:attrNameLst>
                                          <p:attrName>ppt_h</p:attrName>
                                        </p:attrNameLst>
                                      </p:cBhvr>
                                      <p:tavLst>
                                        <p:tav tm="0">
                                          <p:val>
                                            <p:fltVal val="0"/>
                                          </p:val>
                                        </p:tav>
                                        <p:tav tm="100000">
                                          <p:val>
                                            <p:strVal val="#ppt_h"/>
                                          </p:val>
                                        </p:tav>
                                      </p:tavLst>
                                    </p:anim>
                                    <p:animEffect transition="in" filter="fade">
                                      <p:cBhvr>
                                        <p:cTn id="53" dur="500"/>
                                        <p:tgtEl>
                                          <p:spTgt spid="26"/>
                                        </p:tgtEl>
                                      </p:cBhvr>
                                    </p:animEffect>
                                  </p:childTnLst>
                                </p:cTn>
                              </p:par>
                            </p:childTnLst>
                          </p:cTn>
                        </p:par>
                      </p:childTnLst>
                    </p:cTn>
                  </p:par>
                  <p:par>
                    <p:cTn id="54" fill="hold" nodeType="clickPar">
                      <p:stCondLst>
                        <p:cond delay="indefinite"/>
                      </p:stCondLst>
                      <p:childTnLst>
                        <p:par>
                          <p:cTn id="55" fill="hold" nodeType="withGroup">
                            <p:stCondLst>
                              <p:cond delay="0"/>
                            </p:stCondLst>
                            <p:childTnLst>
                              <p:par>
                                <p:cTn id="56" presetID="53"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 calcmode="lin" valueType="num">
                                      <p:cBhvr>
                                        <p:cTn id="58" dur="500" fill="hold"/>
                                        <p:tgtEl>
                                          <p:spTgt spid="27"/>
                                        </p:tgtEl>
                                        <p:attrNameLst>
                                          <p:attrName>ppt_w</p:attrName>
                                        </p:attrNameLst>
                                      </p:cBhvr>
                                      <p:tavLst>
                                        <p:tav tm="0">
                                          <p:val>
                                            <p:fltVal val="0"/>
                                          </p:val>
                                        </p:tav>
                                        <p:tav tm="100000">
                                          <p:val>
                                            <p:strVal val="#ppt_w"/>
                                          </p:val>
                                        </p:tav>
                                      </p:tavLst>
                                    </p:anim>
                                    <p:anim calcmode="lin" valueType="num">
                                      <p:cBhvr>
                                        <p:cTn id="59" dur="500" fill="hold"/>
                                        <p:tgtEl>
                                          <p:spTgt spid="27"/>
                                        </p:tgtEl>
                                        <p:attrNameLst>
                                          <p:attrName>ppt_h</p:attrName>
                                        </p:attrNameLst>
                                      </p:cBhvr>
                                      <p:tavLst>
                                        <p:tav tm="0">
                                          <p:val>
                                            <p:fltVal val="0"/>
                                          </p:val>
                                        </p:tav>
                                        <p:tav tm="100000">
                                          <p:val>
                                            <p:strVal val="#ppt_h"/>
                                          </p:val>
                                        </p:tav>
                                      </p:tavLst>
                                    </p:anim>
                                    <p:animEffect transition="in" filter="fade">
                                      <p:cBhvr>
                                        <p:cTn id="60" dur="500"/>
                                        <p:tgtEl>
                                          <p:spTgt spid="27"/>
                                        </p:tgtEl>
                                      </p:cBhvr>
                                    </p:animEffect>
                                  </p:childTnLst>
                                </p:cTn>
                              </p:par>
                            </p:childTnLst>
                          </p:cTn>
                        </p:par>
                      </p:childTnLst>
                    </p:cTn>
                  </p:par>
                  <p:par>
                    <p:cTn id="61" fill="hold" nodeType="clickPar">
                      <p:stCondLst>
                        <p:cond delay="indefinite"/>
                      </p:stCondLst>
                      <p:childTnLst>
                        <p:par>
                          <p:cTn id="62" fill="hold" nodeType="withGroup">
                            <p:stCondLst>
                              <p:cond delay="0"/>
                            </p:stCondLst>
                            <p:childTnLst>
                              <p:par>
                                <p:cTn id="63" presetID="53" presetClass="entr" presetSubtype="16" fill="hold" nodeType="clickEffect">
                                  <p:stCondLst>
                                    <p:cond delay="0"/>
                                  </p:stCondLst>
                                  <p:childTnLst>
                                    <p:set>
                                      <p:cBhvr>
                                        <p:cTn id="64" dur="1" fill="hold">
                                          <p:stCondLst>
                                            <p:cond delay="0"/>
                                          </p:stCondLst>
                                        </p:cTn>
                                        <p:tgtEl>
                                          <p:spTgt spid="2"/>
                                        </p:tgtEl>
                                        <p:attrNameLst>
                                          <p:attrName>style.visibility</p:attrName>
                                        </p:attrNameLst>
                                      </p:cBhvr>
                                      <p:to>
                                        <p:strVal val="visible"/>
                                      </p:to>
                                    </p:set>
                                    <p:anim calcmode="lin" valueType="num">
                                      <p:cBhvr>
                                        <p:cTn id="65" dur="500" fill="hold"/>
                                        <p:tgtEl>
                                          <p:spTgt spid="2"/>
                                        </p:tgtEl>
                                        <p:attrNameLst>
                                          <p:attrName>ppt_w</p:attrName>
                                        </p:attrNameLst>
                                      </p:cBhvr>
                                      <p:tavLst>
                                        <p:tav tm="0">
                                          <p:val>
                                            <p:fltVal val="0"/>
                                          </p:val>
                                        </p:tav>
                                        <p:tav tm="100000">
                                          <p:val>
                                            <p:strVal val="#ppt_w"/>
                                          </p:val>
                                        </p:tav>
                                      </p:tavLst>
                                    </p:anim>
                                    <p:anim calcmode="lin" valueType="num">
                                      <p:cBhvr>
                                        <p:cTn id="66" dur="500" fill="hold"/>
                                        <p:tgtEl>
                                          <p:spTgt spid="2"/>
                                        </p:tgtEl>
                                        <p:attrNameLst>
                                          <p:attrName>ppt_h</p:attrName>
                                        </p:attrNameLst>
                                      </p:cBhvr>
                                      <p:tavLst>
                                        <p:tav tm="0">
                                          <p:val>
                                            <p:fltVal val="0"/>
                                          </p:val>
                                        </p:tav>
                                        <p:tav tm="100000">
                                          <p:val>
                                            <p:strVal val="#ppt_h"/>
                                          </p:val>
                                        </p:tav>
                                      </p:tavLst>
                                    </p:anim>
                                    <p:animEffect transition="in" filter="fade">
                                      <p:cBhvr>
                                        <p:cTn id="67" dur="500"/>
                                        <p:tgtEl>
                                          <p:spTgt spid="2"/>
                                        </p:tgtEl>
                                      </p:cBhvr>
                                    </p:animEffect>
                                  </p:childTnLst>
                                </p:cTn>
                              </p:par>
                              <p:par>
                                <p:cTn id="68" presetID="53" presetClass="entr" presetSubtype="0" fill="hold" grpId="0" nodeType="withEffect">
                                  <p:stCondLst>
                                    <p:cond delay="0"/>
                                  </p:stCondLst>
                                  <p:childTnLst>
                                    <p:set>
                                      <p:cBhvr>
                                        <p:cTn id="69" dur="1" fill="hold">
                                          <p:stCondLst>
                                            <p:cond delay="0"/>
                                          </p:stCondLst>
                                        </p:cTn>
                                        <p:tgtEl>
                                          <p:spTgt spid="32"/>
                                        </p:tgtEl>
                                        <p:attrNameLst>
                                          <p:attrName>style.visibility</p:attrName>
                                        </p:attrNameLst>
                                      </p:cBhvr>
                                      <p:to>
                                        <p:strVal val="visible"/>
                                      </p:to>
                                    </p:set>
                                    <p:anim calcmode="lin" valueType="num">
                                      <p:cBhvr>
                                        <p:cTn id="70" dur="500" fill="hold"/>
                                        <p:tgtEl>
                                          <p:spTgt spid="32"/>
                                        </p:tgtEl>
                                        <p:attrNameLst>
                                          <p:attrName>ppt_w</p:attrName>
                                        </p:attrNameLst>
                                      </p:cBhvr>
                                      <p:tavLst>
                                        <p:tav tm="0">
                                          <p:val>
                                            <p:fltVal val="0"/>
                                          </p:val>
                                        </p:tav>
                                        <p:tav tm="100000">
                                          <p:val>
                                            <p:strVal val="#ppt_w"/>
                                          </p:val>
                                        </p:tav>
                                      </p:tavLst>
                                    </p:anim>
                                    <p:anim calcmode="lin" valueType="num">
                                      <p:cBhvr>
                                        <p:cTn id="71" dur="500" fill="hold"/>
                                        <p:tgtEl>
                                          <p:spTgt spid="32"/>
                                        </p:tgtEl>
                                        <p:attrNameLst>
                                          <p:attrName>ppt_h</p:attrName>
                                        </p:attrNameLst>
                                      </p:cBhvr>
                                      <p:tavLst>
                                        <p:tav tm="0">
                                          <p:val>
                                            <p:fltVal val="0"/>
                                          </p:val>
                                        </p:tav>
                                        <p:tav tm="100000">
                                          <p:val>
                                            <p:strVal val="#ppt_h"/>
                                          </p:val>
                                        </p:tav>
                                      </p:tavLst>
                                    </p:anim>
                                    <p:animEffect transition="in" filter="fade">
                                      <p:cBhvr>
                                        <p:cTn id="7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3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859" name="Rectangle 3"/>
          <p:cNvSpPr>
            <a:spLocks noGrp="1" noChangeArrowheads="1"/>
          </p:cNvSpPr>
          <p:nvPr>
            <p:ph idx="1"/>
          </p:nvPr>
        </p:nvSpPr>
        <p:spPr>
          <a:xfrm>
            <a:off x="500062" y="785812"/>
            <a:ext cx="8350288" cy="4089395"/>
          </a:xfrm>
        </p:spPr>
        <p:txBody>
          <a:bodyPr/>
          <a:lstStyle/>
          <a:p>
            <a:pPr>
              <a:lnSpc>
                <a:spcPct val="90000"/>
              </a:lnSpc>
              <a:buClrTx/>
              <a:buFont typeface="Wingdings" panose="05000000000000000000" pitchFamily="2" charset="2"/>
              <a:buChar char="Ø"/>
            </a:pPr>
            <a:r>
              <a:rPr lang="en-US" altLang="zh-CN" sz="2500" b="1" i="1" dirty="0">
                <a:solidFill>
                  <a:schemeClr val="tx1"/>
                </a:solidFill>
                <a:cs typeface="Times New Roman" panose="02020603050405020304" pitchFamily="18" charset="0"/>
              </a:rPr>
              <a:t> </a:t>
            </a:r>
            <a:r>
              <a:rPr lang="en-US" altLang="zh-CN" sz="2000" b="1" i="1" dirty="0">
                <a:solidFill>
                  <a:srgbClr val="0070C0"/>
                </a:solidFill>
                <a:cs typeface="Times New Roman" panose="02020603050405020304" pitchFamily="18" charset="0"/>
              </a:rPr>
              <a:t>B</a:t>
            </a:r>
            <a:r>
              <a:rPr lang="en-US" altLang="zh-CN" sz="2000" b="1" dirty="0">
                <a:solidFill>
                  <a:srgbClr val="0070C0"/>
                </a:solidFill>
                <a:cs typeface="Times New Roman" panose="02020603050405020304" pitchFamily="18" charset="0"/>
              </a:rPr>
              <a:t>[</a:t>
            </a:r>
            <a:r>
              <a:rPr lang="en-US" altLang="zh-CN" sz="2000" b="1" i="1" dirty="0">
                <a:solidFill>
                  <a:srgbClr val="0070C0"/>
                </a:solidFill>
                <a:cs typeface="Times New Roman" panose="02020603050405020304" pitchFamily="18" charset="0"/>
              </a:rPr>
              <a:t>n</a:t>
            </a:r>
            <a:r>
              <a:rPr lang="en-US" altLang="zh-CN" sz="2000" b="1" dirty="0">
                <a:solidFill>
                  <a:srgbClr val="0070C0"/>
                </a:solidFill>
                <a:cs typeface="Times New Roman" panose="02020603050405020304" pitchFamily="18" charset="0"/>
              </a:rPr>
              <a:t>][</a:t>
            </a:r>
            <a:r>
              <a:rPr lang="en-US" altLang="zh-CN" sz="2000" b="1" i="1" dirty="0">
                <a:solidFill>
                  <a:srgbClr val="0070C0"/>
                </a:solidFill>
                <a:cs typeface="Times New Roman" panose="02020603050405020304" pitchFamily="18" charset="0"/>
              </a:rPr>
              <a:t>n</a:t>
            </a:r>
            <a:r>
              <a:rPr lang="en-US" altLang="zh-CN" sz="2000" b="1" dirty="0">
                <a:solidFill>
                  <a:srgbClr val="0070C0"/>
                </a:solidFill>
                <a:cs typeface="Times New Roman" panose="02020603050405020304" pitchFamily="18" charset="0"/>
              </a:rPr>
              <a:t>]</a:t>
            </a:r>
            <a:r>
              <a:rPr lang="zh-CN" altLang="en-US" sz="2000" b="1" dirty="0">
                <a:solidFill>
                  <a:schemeClr val="tx1"/>
                </a:solidFill>
                <a:cs typeface="Times New Roman" panose="02020603050405020304" pitchFamily="18" charset="0"/>
              </a:rPr>
              <a:t>：过程调用关系矩阵</a:t>
            </a:r>
            <a:endParaRPr lang="en-US" altLang="zh-CN" sz="2500" b="1" dirty="0">
              <a:solidFill>
                <a:schemeClr val="tx1"/>
              </a:solidFill>
              <a:cs typeface="Times New Roman" panose="02020603050405020304" pitchFamily="18" charset="0"/>
            </a:endParaRPr>
          </a:p>
          <a:p>
            <a:pPr lvl="1">
              <a:lnSpc>
                <a:spcPct val="90000"/>
              </a:lnSpc>
              <a:buClrTx/>
              <a:buFont typeface="Wingdings" panose="05000000000000000000" pitchFamily="2" charset="2"/>
              <a:buChar char="Ø"/>
            </a:pPr>
            <a:r>
              <a:rPr lang="en-US" altLang="zh-CN" sz="1800" b="1" i="1" dirty="0">
                <a:solidFill>
                  <a:schemeClr val="tx1"/>
                </a:solidFill>
                <a:cs typeface="Times New Roman" panose="02020603050405020304" pitchFamily="18" charset="0"/>
              </a:rPr>
              <a:t>B</a:t>
            </a:r>
            <a:r>
              <a:rPr lang="en-US" altLang="zh-CN" sz="1800" b="1" dirty="0">
                <a:solidFill>
                  <a:schemeClr val="tx1"/>
                </a:solidFill>
                <a:cs typeface="Times New Roman" panose="02020603050405020304" pitchFamily="18" charset="0"/>
              </a:rPr>
              <a:t>[ </a:t>
            </a:r>
            <a:r>
              <a:rPr lang="en-US" altLang="zh-CN" sz="1800" b="1" i="1" dirty="0" err="1">
                <a:solidFill>
                  <a:schemeClr val="tx1"/>
                </a:solidFill>
                <a:cs typeface="Times New Roman" panose="02020603050405020304" pitchFamily="18" charset="0"/>
              </a:rPr>
              <a:t>i</a:t>
            </a:r>
            <a:r>
              <a:rPr lang="en-US" altLang="zh-CN" sz="1800" b="1" i="1" dirty="0">
                <a:solidFill>
                  <a:schemeClr val="tx1"/>
                </a:solidFill>
                <a:cs typeface="Times New Roman" panose="02020603050405020304" pitchFamily="18" charset="0"/>
              </a:rPr>
              <a:t> </a:t>
            </a:r>
            <a:r>
              <a:rPr lang="en-US" altLang="zh-CN" sz="1800" b="1" dirty="0">
                <a:solidFill>
                  <a:schemeClr val="tx1"/>
                </a:solidFill>
                <a:cs typeface="Times New Roman" panose="02020603050405020304" pitchFamily="18" charset="0"/>
              </a:rPr>
              <a:t>][ </a:t>
            </a:r>
            <a:r>
              <a:rPr lang="en-US" altLang="zh-CN" sz="1800" b="1" i="1" dirty="0">
                <a:solidFill>
                  <a:schemeClr val="tx1"/>
                </a:solidFill>
                <a:cs typeface="Times New Roman" panose="02020603050405020304" pitchFamily="18" charset="0"/>
              </a:rPr>
              <a:t>j </a:t>
            </a:r>
            <a:r>
              <a:rPr lang="en-US" altLang="zh-CN" sz="1800" b="1" dirty="0">
                <a:solidFill>
                  <a:schemeClr val="tx1"/>
                </a:solidFill>
                <a:cs typeface="Times New Roman" panose="02020603050405020304" pitchFamily="18" charset="0"/>
              </a:rPr>
              <a:t>]=1</a:t>
            </a:r>
            <a:r>
              <a:rPr lang="zh-CN" altLang="en-US" sz="1800" b="1" dirty="0">
                <a:solidFill>
                  <a:schemeClr val="tx1"/>
                </a:solidFill>
                <a:cs typeface="Times New Roman" panose="02020603050405020304" pitchFamily="18" charset="0"/>
              </a:rPr>
              <a:t>： 表示第</a:t>
            </a:r>
            <a:r>
              <a:rPr lang="en-US" altLang="zh-CN" sz="1800" b="1" i="1" dirty="0" err="1">
                <a:solidFill>
                  <a:schemeClr val="tx1"/>
                </a:solidFill>
                <a:cs typeface="Times New Roman" panose="02020603050405020304" pitchFamily="18" charset="0"/>
              </a:rPr>
              <a:t>i</a:t>
            </a:r>
            <a:r>
              <a:rPr lang="zh-CN" altLang="en-US" sz="1800" b="1" dirty="0">
                <a:solidFill>
                  <a:schemeClr val="tx1"/>
                </a:solidFill>
                <a:cs typeface="Times New Roman" panose="02020603050405020304" pitchFamily="18" charset="0"/>
              </a:rPr>
              <a:t>个过程调用第</a:t>
            </a:r>
            <a:r>
              <a:rPr lang="en-US" altLang="zh-CN" sz="1800" b="1" i="1" dirty="0">
                <a:solidFill>
                  <a:schemeClr val="tx1"/>
                </a:solidFill>
                <a:cs typeface="Times New Roman" panose="02020603050405020304" pitchFamily="18" charset="0"/>
              </a:rPr>
              <a:t>j</a:t>
            </a:r>
            <a:r>
              <a:rPr lang="zh-CN" altLang="en-US" sz="1800" b="1" dirty="0">
                <a:solidFill>
                  <a:schemeClr val="tx1"/>
                </a:solidFill>
                <a:cs typeface="Times New Roman" panose="02020603050405020304" pitchFamily="18" charset="0"/>
              </a:rPr>
              <a:t>个过程，且第</a:t>
            </a:r>
            <a:r>
              <a:rPr lang="en-US" altLang="zh-CN" sz="1800" b="1" i="1" dirty="0">
                <a:solidFill>
                  <a:schemeClr val="tx1"/>
                </a:solidFill>
                <a:cs typeface="Times New Roman" panose="02020603050405020304" pitchFamily="18" charset="0"/>
              </a:rPr>
              <a:t>j</a:t>
            </a:r>
            <a:r>
              <a:rPr lang="zh-CN" altLang="en-US" sz="1800" b="1" dirty="0">
                <a:solidFill>
                  <a:schemeClr val="tx1"/>
                </a:solidFill>
                <a:cs typeface="Times New Roman" panose="02020603050405020304" pitchFamily="18" charset="0"/>
              </a:rPr>
              <a:t>个过程未分配内存</a:t>
            </a:r>
            <a:endParaRPr lang="zh-CN" altLang="en-US" sz="1800" b="1" i="1" dirty="0">
              <a:solidFill>
                <a:schemeClr val="tx1"/>
              </a:solidFill>
              <a:cs typeface="Times New Roman" panose="02020603050405020304" pitchFamily="18" charset="0"/>
            </a:endParaRPr>
          </a:p>
          <a:p>
            <a:pPr lvl="1">
              <a:lnSpc>
                <a:spcPct val="90000"/>
              </a:lnSpc>
              <a:buClrTx/>
              <a:buFont typeface="Wingdings" panose="05000000000000000000" pitchFamily="2" charset="2"/>
              <a:buChar char="Ø"/>
            </a:pPr>
            <a:r>
              <a:rPr lang="en-US" altLang="zh-CN" sz="1800" b="1" i="1" dirty="0">
                <a:solidFill>
                  <a:schemeClr val="tx1"/>
                </a:solidFill>
                <a:cs typeface="Times New Roman" panose="02020603050405020304" pitchFamily="18" charset="0"/>
              </a:rPr>
              <a:t>B</a:t>
            </a:r>
            <a:r>
              <a:rPr lang="en-US" altLang="zh-CN" sz="1800" b="1" dirty="0">
                <a:solidFill>
                  <a:schemeClr val="tx1"/>
                </a:solidFill>
                <a:cs typeface="Times New Roman" panose="02020603050405020304" pitchFamily="18" charset="0"/>
              </a:rPr>
              <a:t>[ </a:t>
            </a:r>
            <a:r>
              <a:rPr lang="en-US" altLang="zh-CN" sz="1800" b="1" i="1" dirty="0" err="1">
                <a:solidFill>
                  <a:schemeClr val="tx1"/>
                </a:solidFill>
                <a:cs typeface="Times New Roman" panose="02020603050405020304" pitchFamily="18" charset="0"/>
              </a:rPr>
              <a:t>i</a:t>
            </a:r>
            <a:r>
              <a:rPr lang="en-US" altLang="zh-CN" sz="1800" b="1" i="1" dirty="0">
                <a:solidFill>
                  <a:schemeClr val="tx1"/>
                </a:solidFill>
                <a:cs typeface="Times New Roman" panose="02020603050405020304" pitchFamily="18" charset="0"/>
              </a:rPr>
              <a:t> </a:t>
            </a:r>
            <a:r>
              <a:rPr lang="en-US" altLang="zh-CN" sz="1800" b="1" dirty="0">
                <a:solidFill>
                  <a:schemeClr val="tx1"/>
                </a:solidFill>
                <a:cs typeface="Times New Roman" panose="02020603050405020304" pitchFamily="18" charset="0"/>
              </a:rPr>
              <a:t>][ </a:t>
            </a:r>
            <a:r>
              <a:rPr lang="en-US" altLang="zh-CN" sz="1800" b="1" i="1" dirty="0">
                <a:solidFill>
                  <a:schemeClr val="tx1"/>
                </a:solidFill>
                <a:cs typeface="Times New Roman" panose="02020603050405020304" pitchFamily="18" charset="0"/>
              </a:rPr>
              <a:t>j </a:t>
            </a:r>
            <a:r>
              <a:rPr lang="en-US" altLang="zh-CN" sz="1800" b="1" dirty="0">
                <a:solidFill>
                  <a:schemeClr val="tx1"/>
                </a:solidFill>
                <a:cs typeface="Times New Roman" panose="02020603050405020304" pitchFamily="18" charset="0"/>
              </a:rPr>
              <a:t>]=0</a:t>
            </a:r>
            <a:r>
              <a:rPr lang="zh-CN" altLang="en-US" sz="1800" b="1" dirty="0">
                <a:solidFill>
                  <a:schemeClr val="tx1"/>
                </a:solidFill>
                <a:cs typeface="Times New Roman" panose="02020603050405020304" pitchFamily="18" charset="0"/>
              </a:rPr>
              <a:t> ：表示第</a:t>
            </a:r>
            <a:r>
              <a:rPr lang="en-US" altLang="zh-CN" sz="1800" b="1" i="1" dirty="0" err="1">
                <a:solidFill>
                  <a:schemeClr val="tx1"/>
                </a:solidFill>
                <a:cs typeface="Times New Roman" panose="02020603050405020304" pitchFamily="18" charset="0"/>
              </a:rPr>
              <a:t>i</a:t>
            </a:r>
            <a:r>
              <a:rPr lang="zh-CN" altLang="en-US" sz="1800" b="1" dirty="0">
                <a:solidFill>
                  <a:schemeClr val="tx1"/>
                </a:solidFill>
                <a:cs typeface="Times New Roman" panose="02020603050405020304" pitchFamily="18" charset="0"/>
              </a:rPr>
              <a:t>个过程不调用第</a:t>
            </a:r>
            <a:r>
              <a:rPr lang="en-US" altLang="zh-CN" sz="1800" b="1" i="1" dirty="0">
                <a:solidFill>
                  <a:schemeClr val="tx1"/>
                </a:solidFill>
                <a:cs typeface="Times New Roman" panose="02020603050405020304" pitchFamily="18" charset="0"/>
              </a:rPr>
              <a:t>j</a:t>
            </a:r>
            <a:r>
              <a:rPr lang="zh-CN" altLang="en-US" sz="1800" b="1" dirty="0">
                <a:solidFill>
                  <a:schemeClr val="tx1"/>
                </a:solidFill>
                <a:cs typeface="Times New Roman" panose="02020603050405020304" pitchFamily="18" charset="0"/>
              </a:rPr>
              <a:t>个过程或第</a:t>
            </a:r>
            <a:r>
              <a:rPr lang="en-US" altLang="zh-CN" sz="1800" b="1" i="1" dirty="0">
                <a:solidFill>
                  <a:schemeClr val="tx1"/>
                </a:solidFill>
                <a:cs typeface="Times New Roman" panose="02020603050405020304" pitchFamily="18" charset="0"/>
              </a:rPr>
              <a:t>j</a:t>
            </a:r>
            <a:r>
              <a:rPr lang="zh-CN" altLang="en-US" sz="1800" b="1" dirty="0">
                <a:solidFill>
                  <a:schemeClr val="tx1"/>
                </a:solidFill>
                <a:cs typeface="Times New Roman" panose="02020603050405020304" pitchFamily="18" charset="0"/>
              </a:rPr>
              <a:t>个过程已分配内存</a:t>
            </a:r>
            <a:endParaRPr lang="en-US" altLang="zh-CN" sz="1800" b="1" i="1" dirty="0">
              <a:solidFill>
                <a:schemeClr val="tx1"/>
              </a:solidFill>
              <a:cs typeface="Times New Roman" panose="02020603050405020304" pitchFamily="18" charset="0"/>
            </a:endParaRPr>
          </a:p>
        </p:txBody>
      </p:sp>
      <p:sp>
        <p:nvSpPr>
          <p:cNvPr id="48131" name="Rectangle 2"/>
          <p:cNvSpPr>
            <a:spLocks noGrp="1" noChangeArrowheads="1"/>
          </p:cNvSpPr>
          <p:nvPr>
            <p:ph type="title"/>
          </p:nvPr>
        </p:nvSpPr>
        <p:spPr>
          <a:xfrm>
            <a:off x="755650" y="268288"/>
            <a:ext cx="7931150" cy="358775"/>
          </a:xfrm>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层次分配算法</a:t>
            </a:r>
            <a:endParaRPr lang="en-US" altLang="zh-CN"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endParaRPr>
          </a:p>
        </p:txBody>
      </p:sp>
      <p:pic>
        <p:nvPicPr>
          <p:cNvPr id="30725" name="Picture 1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23948" y="2032144"/>
            <a:ext cx="2636649" cy="19588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 name="组合 39"/>
          <p:cNvGrpSpPr>
            <a:grpSpLocks/>
          </p:cNvGrpSpPr>
          <p:nvPr/>
        </p:nvGrpSpPr>
        <p:grpSpPr bwMode="auto">
          <a:xfrm>
            <a:off x="5286375" y="1911896"/>
            <a:ext cx="3246065" cy="2676078"/>
            <a:chOff x="5214942" y="2143122"/>
            <a:chExt cx="3571900" cy="2729456"/>
          </a:xfrm>
        </p:grpSpPr>
        <p:sp>
          <p:nvSpPr>
            <p:cNvPr id="36" name="Rectangle 4"/>
            <p:cNvSpPr>
              <a:spLocks noChangeArrowheads="1"/>
            </p:cNvSpPr>
            <p:nvPr/>
          </p:nvSpPr>
          <p:spPr bwMode="auto">
            <a:xfrm>
              <a:off x="5214942" y="2143122"/>
              <a:ext cx="3571900" cy="2499720"/>
            </a:xfrm>
            <a:prstGeom prst="rect">
              <a:avLst/>
            </a:prstGeom>
            <a:solidFill>
              <a:schemeClr val="accent2">
                <a:lumMod val="40000"/>
                <a:lumOff val="60000"/>
              </a:schemeClr>
            </a:solidFill>
            <a:ln w="12700">
              <a:solidFill>
                <a:schemeClr val="tx1"/>
              </a:solidFill>
              <a:miter lim="800000"/>
              <a:headEnd/>
              <a:tailEnd/>
            </a:ln>
          </p:spPr>
          <p:txBody>
            <a:bodyPr/>
            <a:lstStyle/>
            <a:p>
              <a:pPr eaLnBrk="1" hangingPunct="1">
                <a:defRPr/>
              </a:pPr>
              <a:endParaRPr lang="zh-CN" altLang="en-US" sz="1600" b="0" dirty="0">
                <a:latin typeface="楷体" pitchFamily="49" charset="-122"/>
                <a:ea typeface="楷体" pitchFamily="49" charset="-122"/>
                <a:cs typeface="Times New Roman" pitchFamily="18" charset="0"/>
              </a:endParaRPr>
            </a:p>
          </p:txBody>
        </p:sp>
        <p:sp>
          <p:nvSpPr>
            <p:cNvPr id="48135" name="Text Box 19"/>
            <p:cNvSpPr txBox="1">
              <a:spLocks noChangeArrowheads="1"/>
            </p:cNvSpPr>
            <p:nvPr/>
          </p:nvSpPr>
          <p:spPr bwMode="auto">
            <a:xfrm>
              <a:off x="5214942" y="2143122"/>
              <a:ext cx="3571900" cy="27294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square"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lang="en-US" altLang="zh-CN" sz="1800" dirty="0">
                  <a:ea typeface="楷体" panose="02010609060101010101" pitchFamily="49" charset="-122"/>
                  <a:cs typeface="Times New Roman" panose="02020603050405020304" pitchFamily="18" charset="0"/>
                </a:rPr>
                <a:t>        1      2      3      4      5       6</a:t>
              </a:r>
            </a:p>
            <a:p>
              <a:pPr>
                <a:lnSpc>
                  <a:spcPts val="1600"/>
                </a:lnSpc>
                <a:spcBef>
                  <a:spcPct val="50000"/>
                </a:spcBef>
              </a:pPr>
              <a:r>
                <a:rPr lang="en-US" altLang="zh-CN" sz="1800" dirty="0">
                  <a:ea typeface="楷体" panose="02010609060101010101" pitchFamily="49" charset="-122"/>
                  <a:cs typeface="Times New Roman" panose="02020603050405020304" pitchFamily="18" charset="0"/>
                </a:rPr>
                <a:t> 1     0      1      1      0      0       0</a:t>
              </a:r>
            </a:p>
            <a:p>
              <a:pPr>
                <a:lnSpc>
                  <a:spcPts val="1600"/>
                </a:lnSpc>
                <a:spcBef>
                  <a:spcPct val="50000"/>
                </a:spcBef>
              </a:pPr>
              <a:r>
                <a:rPr lang="en-US" altLang="zh-CN" sz="1800" dirty="0">
                  <a:ea typeface="楷体" panose="02010609060101010101" pitchFamily="49" charset="-122"/>
                  <a:cs typeface="Times New Roman" panose="02020603050405020304" pitchFamily="18" charset="0"/>
                </a:rPr>
                <a:t> 2     0      0      0      1      0       1</a:t>
              </a:r>
            </a:p>
            <a:p>
              <a:pPr>
                <a:lnSpc>
                  <a:spcPts val="1600"/>
                </a:lnSpc>
                <a:spcBef>
                  <a:spcPct val="50000"/>
                </a:spcBef>
              </a:pPr>
              <a:r>
                <a:rPr lang="en-US" altLang="zh-CN" sz="1800" dirty="0">
                  <a:ea typeface="楷体" panose="02010609060101010101" pitchFamily="49" charset="-122"/>
                  <a:cs typeface="Times New Roman" panose="02020603050405020304" pitchFamily="18" charset="0"/>
                </a:rPr>
                <a:t> 3     0      0      0      0      1       1</a:t>
              </a:r>
            </a:p>
            <a:p>
              <a:pPr>
                <a:lnSpc>
                  <a:spcPts val="1600"/>
                </a:lnSpc>
                <a:spcBef>
                  <a:spcPct val="50000"/>
                </a:spcBef>
              </a:pPr>
              <a:r>
                <a:rPr lang="en-US" altLang="zh-CN" sz="1800" dirty="0">
                  <a:ea typeface="楷体" panose="02010609060101010101" pitchFamily="49" charset="-122"/>
                  <a:cs typeface="Times New Roman" panose="02020603050405020304" pitchFamily="18" charset="0"/>
                </a:rPr>
                <a:t> 4     0      0      0      0      0       0</a:t>
              </a:r>
            </a:p>
            <a:p>
              <a:pPr>
                <a:lnSpc>
                  <a:spcPts val="1600"/>
                </a:lnSpc>
                <a:spcBef>
                  <a:spcPct val="50000"/>
                </a:spcBef>
              </a:pPr>
              <a:r>
                <a:rPr lang="en-US" altLang="zh-CN" sz="1800" dirty="0">
                  <a:ea typeface="楷体" panose="02010609060101010101" pitchFamily="49" charset="-122"/>
                  <a:cs typeface="Times New Roman" panose="02020603050405020304" pitchFamily="18" charset="0"/>
                </a:rPr>
                <a:t> 5     0      0      0      0      0       0</a:t>
              </a:r>
            </a:p>
            <a:p>
              <a:pPr>
                <a:lnSpc>
                  <a:spcPts val="1600"/>
                </a:lnSpc>
                <a:spcBef>
                  <a:spcPct val="50000"/>
                </a:spcBef>
              </a:pPr>
              <a:r>
                <a:rPr lang="en-US" altLang="zh-CN" sz="1800" dirty="0">
                  <a:ea typeface="楷体" panose="02010609060101010101" pitchFamily="49" charset="-122"/>
                  <a:cs typeface="Times New Roman" panose="02020603050405020304" pitchFamily="18" charset="0"/>
                </a:rPr>
                <a:t> 6     0      0      0      0      0       0</a:t>
              </a:r>
              <a:endParaRPr lang="zh-CN" altLang="en-US" sz="1800" dirty="0">
                <a:ea typeface="楷体" panose="02010609060101010101" pitchFamily="49" charset="-122"/>
                <a:cs typeface="Times New Roman" panose="02020603050405020304" pitchFamily="18" charset="0"/>
              </a:endParaRPr>
            </a:p>
          </p:txBody>
        </p:sp>
        <p:sp>
          <p:nvSpPr>
            <p:cNvPr id="48136" name="Line 13"/>
            <p:cNvSpPr>
              <a:spLocks noChangeShapeType="1"/>
            </p:cNvSpPr>
            <p:nvPr/>
          </p:nvSpPr>
          <p:spPr bwMode="auto">
            <a:xfrm>
              <a:off x="5214942" y="2500312"/>
              <a:ext cx="3564000" cy="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050"/>
            </a:p>
          </p:txBody>
        </p:sp>
        <p:sp>
          <p:nvSpPr>
            <p:cNvPr id="48137" name="Line 13"/>
            <p:cNvSpPr>
              <a:spLocks noChangeShapeType="1"/>
            </p:cNvSpPr>
            <p:nvPr/>
          </p:nvSpPr>
          <p:spPr bwMode="auto">
            <a:xfrm flipH="1">
              <a:off x="5572132" y="2143122"/>
              <a:ext cx="0" cy="24840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050"/>
            </a:p>
          </p:txBody>
        </p:sp>
      </p:grpSp>
      <p:sp>
        <p:nvSpPr>
          <p:cNvPr id="10" name="矩形 9">
            <a:extLst>
              <a:ext uri="{FF2B5EF4-FFF2-40B4-BE49-F238E27FC236}">
                <a16:creationId xmlns:a16="http://schemas.microsoft.com/office/drawing/2014/main" id="{AECBCD4C-037E-4E68-BC9A-8095603872FD}"/>
              </a:ext>
            </a:extLst>
          </p:cNvPr>
          <p:cNvSpPr/>
          <p:nvPr/>
        </p:nvSpPr>
        <p:spPr>
          <a:xfrm>
            <a:off x="435940" y="4419326"/>
            <a:ext cx="8176716" cy="646331"/>
          </a:xfrm>
          <a:prstGeom prst="rect">
            <a:avLst/>
          </a:prstGeom>
          <a:solidFill>
            <a:schemeClr val="accent5">
              <a:lumMod val="20000"/>
              <a:lumOff val="80000"/>
            </a:schemeClr>
          </a:solidFill>
          <a:ln>
            <a:solidFill>
              <a:schemeClr val="tx1"/>
            </a:solidFill>
          </a:ln>
        </p:spPr>
        <p:txBody>
          <a:bodyPr wrap="square">
            <a:spAutoFit/>
          </a:bodyPr>
          <a:lstStyle/>
          <a:p>
            <a:r>
              <a:rPr kumimoji="1" lang="zh-CN" altLang="en-US" sz="1800" dirty="0">
                <a:latin typeface="华文楷体" panose="02010600040101010101" pitchFamily="2" charset="-122"/>
                <a:ea typeface="华文楷体" panose="02010600040101010101" pitchFamily="2" charset="-122"/>
                <a:sym typeface="Symbol" pitchFamily="18" charset="2"/>
              </a:rPr>
              <a:t>总体思想：先为不调用其它过程的过程分配内存，再为调用的所有过程都已分配内存的过程分配内存。</a:t>
            </a:r>
            <a:endParaRPr lang="zh-CN" altLang="en-US" sz="1800"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par>
                    <p:cTn id="10" fill="hold">
                      <p:stCondLst>
                        <p:cond delay="indefinite"/>
                      </p:stCondLst>
                      <p:childTnLst>
                        <p:par>
                          <p:cTn id="11" fill="hold">
                            <p:stCondLst>
                              <p:cond delay="0"/>
                            </p:stCondLst>
                            <p:childTnLst>
                              <p:par>
                                <p:cTn id="12" presetID="22" presetClass="entr" presetSubtype="4" fill="hold" grpId="0" nodeType="clickEffect">
                                  <p:stCondLst>
                                    <p:cond delay="0"/>
                                  </p:stCondLst>
                                  <p:childTnLst>
                                    <p:set>
                                      <p:cBhvr>
                                        <p:cTn id="13" dur="1" fill="hold">
                                          <p:stCondLst>
                                            <p:cond delay="0"/>
                                          </p:stCondLst>
                                        </p:cTn>
                                        <p:tgtEl>
                                          <p:spTgt spid="249859">
                                            <p:txEl>
                                              <p:pRg st="0" end="0"/>
                                            </p:txEl>
                                          </p:spTgt>
                                        </p:tgtEl>
                                        <p:attrNameLst>
                                          <p:attrName>style.visibility</p:attrName>
                                        </p:attrNameLst>
                                      </p:cBhvr>
                                      <p:to>
                                        <p:strVal val="visible"/>
                                      </p:to>
                                    </p:set>
                                    <p:animEffect transition="in" filter="wipe(down)">
                                      <p:cBhvr>
                                        <p:cTn id="14" dur="500"/>
                                        <p:tgtEl>
                                          <p:spTgt spid="249859">
                                            <p:txEl>
                                              <p:pRg st="0" end="0"/>
                                            </p:txEl>
                                          </p:spTgt>
                                        </p:tgtEl>
                                      </p:cBhvr>
                                    </p:animEffect>
                                  </p:childTnLst>
                                </p:cTn>
                              </p:par>
                              <p:par>
                                <p:cTn id="15" presetID="22" presetClass="entr" presetSubtype="4" fill="hold" grpId="0" nodeType="withEffect">
                                  <p:stCondLst>
                                    <p:cond delay="0"/>
                                  </p:stCondLst>
                                  <p:childTnLst>
                                    <p:set>
                                      <p:cBhvr>
                                        <p:cTn id="16" dur="1" fill="hold">
                                          <p:stCondLst>
                                            <p:cond delay="0"/>
                                          </p:stCondLst>
                                        </p:cTn>
                                        <p:tgtEl>
                                          <p:spTgt spid="249859">
                                            <p:txEl>
                                              <p:pRg st="1" end="1"/>
                                            </p:txEl>
                                          </p:spTgt>
                                        </p:tgtEl>
                                        <p:attrNameLst>
                                          <p:attrName>style.visibility</p:attrName>
                                        </p:attrNameLst>
                                      </p:cBhvr>
                                      <p:to>
                                        <p:strVal val="visible"/>
                                      </p:to>
                                    </p:set>
                                    <p:animEffect transition="in" filter="wipe(down)">
                                      <p:cBhvr>
                                        <p:cTn id="17" dur="500"/>
                                        <p:tgtEl>
                                          <p:spTgt spid="249859">
                                            <p:txEl>
                                              <p:pRg st="1" end="1"/>
                                            </p:txEl>
                                          </p:spTgt>
                                        </p:tgtEl>
                                      </p:cBhvr>
                                    </p:animEffect>
                                  </p:childTnLst>
                                </p:cTn>
                              </p:par>
                              <p:par>
                                <p:cTn id="18" presetID="22" presetClass="entr" presetSubtype="4" fill="hold" grpId="0" nodeType="withEffect">
                                  <p:stCondLst>
                                    <p:cond delay="0"/>
                                  </p:stCondLst>
                                  <p:childTnLst>
                                    <p:set>
                                      <p:cBhvr>
                                        <p:cTn id="19" dur="1" fill="hold">
                                          <p:stCondLst>
                                            <p:cond delay="0"/>
                                          </p:stCondLst>
                                        </p:cTn>
                                        <p:tgtEl>
                                          <p:spTgt spid="249859">
                                            <p:txEl>
                                              <p:pRg st="2" end="2"/>
                                            </p:txEl>
                                          </p:spTgt>
                                        </p:tgtEl>
                                        <p:attrNameLst>
                                          <p:attrName>style.visibility</p:attrName>
                                        </p:attrNameLst>
                                      </p:cBhvr>
                                      <p:to>
                                        <p:strVal val="visible"/>
                                      </p:to>
                                    </p:set>
                                    <p:animEffect transition="in" filter="wipe(down)">
                                      <p:cBhvr>
                                        <p:cTn id="20" dur="500"/>
                                        <p:tgtEl>
                                          <p:spTgt spid="24985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9859"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179"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915988"/>
            <a:ext cx="1979613"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2"/>
          <p:cNvSpPr txBox="1">
            <a:spLocks noChangeArrowheads="1"/>
          </p:cNvSpPr>
          <p:nvPr/>
        </p:nvSpPr>
        <p:spPr bwMode="auto">
          <a:xfrm>
            <a:off x="1928813" y="627535"/>
            <a:ext cx="7035675" cy="4392487"/>
          </a:xfrm>
          <a:prstGeom prst="rect">
            <a:avLst/>
          </a:prstGeom>
          <a:solidFill>
            <a:schemeClr val="accent5">
              <a:lumMod val="20000"/>
              <a:lumOff val="80000"/>
            </a:schemeClr>
          </a:solidFill>
          <a:ln>
            <a:solidFill>
              <a:schemeClr val="tx1"/>
            </a:solidFill>
          </a:ln>
        </p:spPr>
        <p:txBody>
          <a:bodyPr lIns="68580" tIns="34290" rIns="68580" bIns="34290" anchor="ctr"/>
          <a:lstStyle/>
          <a:p>
            <a:pPr>
              <a:lnSpc>
                <a:spcPts val="2000"/>
              </a:lnSpc>
              <a:defRPr/>
            </a:pPr>
            <a:r>
              <a:rPr kumimoji="1" lang="en-US" altLang="zh-CN" sz="1600" dirty="0">
                <a:solidFill>
                  <a:schemeClr val="accent3">
                    <a:lumMod val="50000"/>
                  </a:schemeClr>
                </a:solidFill>
                <a:ea typeface="华文楷体" pitchFamily="2" charset="-122"/>
                <a:sym typeface="Symbol" pitchFamily="18" charset="2"/>
              </a:rPr>
              <a:t>/*</a:t>
            </a:r>
            <a:r>
              <a:rPr kumimoji="1" lang="zh-CN" altLang="en-US" sz="1600" dirty="0">
                <a:solidFill>
                  <a:schemeClr val="accent3">
                    <a:lumMod val="50000"/>
                  </a:schemeClr>
                </a:solidFill>
                <a:ea typeface="华文楷体" pitchFamily="2" charset="-122"/>
                <a:sym typeface="Symbol" pitchFamily="18" charset="2"/>
              </a:rPr>
              <a:t>初始化所有过程的基地址和分配标记</a:t>
            </a:r>
            <a:r>
              <a:rPr kumimoji="1" lang="en-US" altLang="zh-CN" sz="1600" dirty="0">
                <a:solidFill>
                  <a:schemeClr val="accent3">
                    <a:lumMod val="50000"/>
                  </a:schemeClr>
                </a:solidFill>
                <a:ea typeface="华文楷体" pitchFamily="2" charset="-122"/>
                <a:sym typeface="Symbol" pitchFamily="18" charset="2"/>
              </a:rPr>
              <a:t>*/</a:t>
            </a:r>
          </a:p>
          <a:p>
            <a:pPr>
              <a:lnSpc>
                <a:spcPts val="2000"/>
              </a:lnSpc>
              <a:defRPr/>
            </a:pPr>
            <a:r>
              <a:rPr kumimoji="1" lang="en-US" altLang="zh-CN" sz="1600" i="1" dirty="0">
                <a:solidFill>
                  <a:srgbClr val="000000"/>
                </a:solidFill>
                <a:ea typeface="华文楷体" pitchFamily="2" charset="-122"/>
                <a:sym typeface="Symbol" pitchFamily="18" charset="2"/>
              </a:rPr>
              <a:t>for</a:t>
            </a:r>
            <a:r>
              <a:rPr kumimoji="1" lang="en-US" altLang="zh-CN" sz="1600" dirty="0">
                <a:solidFill>
                  <a:srgbClr val="000000"/>
                </a:solidFill>
                <a:ea typeface="华文楷体" pitchFamily="2" charset="-122"/>
                <a:sym typeface="Symbol" pitchFamily="18" charset="2"/>
              </a:rPr>
              <a:t>(</a:t>
            </a:r>
            <a:r>
              <a:rPr kumimoji="1" lang="zh-CN" altLang="en-US" sz="1600" dirty="0">
                <a:solidFill>
                  <a:srgbClr val="000000"/>
                </a:solidFill>
                <a:ea typeface="华文楷体" pitchFamily="2" charset="-122"/>
                <a:sym typeface="Symbol" pitchFamily="18" charset="2"/>
              </a:rPr>
              <a:t> 每个过程 </a:t>
            </a:r>
            <a:r>
              <a:rPr kumimoji="1" lang="en-US" altLang="zh-CN" sz="1600" dirty="0" err="1">
                <a:solidFill>
                  <a:srgbClr val="000000"/>
                </a:solidFill>
                <a:ea typeface="华文楷体" pitchFamily="2" charset="-122"/>
                <a:sym typeface="Symbol" pitchFamily="18" charset="2"/>
              </a:rPr>
              <a:t>i</a:t>
            </a:r>
            <a:r>
              <a:rPr kumimoji="1" lang="en-US" altLang="zh-CN" sz="1600" dirty="0">
                <a:solidFill>
                  <a:srgbClr val="000000"/>
                </a:solidFill>
                <a:ea typeface="华文楷体" pitchFamily="2" charset="-122"/>
                <a:sym typeface="Symbol" pitchFamily="18" charset="2"/>
              </a:rPr>
              <a:t> )</a:t>
            </a:r>
            <a:r>
              <a:rPr kumimoji="1" lang="en-US" altLang="zh-CN" sz="1600" i="1" dirty="0">
                <a:solidFill>
                  <a:srgbClr val="000000"/>
                </a:solidFill>
                <a:ea typeface="华文楷体" pitchFamily="2" charset="-122"/>
                <a:sym typeface="Symbol" pitchFamily="18" charset="2"/>
              </a:rPr>
              <a:t> </a:t>
            </a:r>
            <a:r>
              <a:rPr kumimoji="1" lang="en-US" altLang="zh-CN" sz="1600" dirty="0">
                <a:solidFill>
                  <a:srgbClr val="000000"/>
                </a:solidFill>
                <a:cs typeface="Times New Roman" pitchFamily="18" charset="0"/>
                <a:sym typeface="Symbol" pitchFamily="18" charset="2"/>
              </a:rPr>
              <a:t>{</a:t>
            </a:r>
            <a:endParaRPr kumimoji="1" lang="en-US" altLang="zh-CN" sz="1600" i="1" dirty="0">
              <a:solidFill>
                <a:srgbClr val="00B050"/>
              </a:solidFill>
              <a:ea typeface="华文楷体" pitchFamily="2" charset="-122"/>
              <a:sym typeface="Symbol" pitchFamily="18" charset="2"/>
            </a:endParaRPr>
          </a:p>
          <a:p>
            <a:pPr>
              <a:lnSpc>
                <a:spcPts val="2000"/>
              </a:lnSpc>
              <a:defRPr/>
            </a:pPr>
            <a:r>
              <a:rPr kumimoji="1" lang="zh-CN" altLang="en-US" sz="1600" dirty="0">
                <a:solidFill>
                  <a:srgbClr val="000000"/>
                </a:solidFill>
                <a:ea typeface="华文楷体" pitchFamily="2" charset="-122"/>
                <a:sym typeface="Symbol" pitchFamily="18" charset="2"/>
              </a:rPr>
              <a:t>         过程</a:t>
            </a:r>
            <a:r>
              <a:rPr kumimoji="1" lang="en-US" altLang="zh-CN" sz="1600" i="1" dirty="0" err="1">
                <a:solidFill>
                  <a:srgbClr val="000000"/>
                </a:solidFill>
                <a:ea typeface="华文楷体" pitchFamily="2" charset="-122"/>
                <a:sym typeface="Symbol" pitchFamily="18" charset="2"/>
              </a:rPr>
              <a:t>i</a:t>
            </a:r>
            <a:r>
              <a:rPr kumimoji="1" lang="zh-CN" altLang="en-US" sz="1600" dirty="0">
                <a:solidFill>
                  <a:srgbClr val="000000"/>
                </a:solidFill>
                <a:ea typeface="华文楷体" pitchFamily="2" charset="-122"/>
                <a:sym typeface="Symbol" pitchFamily="18" charset="2"/>
              </a:rPr>
              <a:t>的基地址初始化为 </a:t>
            </a:r>
            <a:r>
              <a:rPr kumimoji="1" lang="en-US" altLang="zh-CN" sz="1600" dirty="0">
                <a:solidFill>
                  <a:srgbClr val="000000"/>
                </a:solidFill>
                <a:ea typeface="华文楷体" pitchFamily="2" charset="-122"/>
                <a:sym typeface="Symbol" pitchFamily="18" charset="2"/>
              </a:rPr>
              <a:t>0</a:t>
            </a:r>
            <a:r>
              <a:rPr kumimoji="1" lang="zh-CN" altLang="en-US" sz="1600" dirty="0">
                <a:solidFill>
                  <a:srgbClr val="000000"/>
                </a:solidFill>
                <a:ea typeface="华文楷体" pitchFamily="2" charset="-122"/>
                <a:sym typeface="Symbol" pitchFamily="18" charset="2"/>
              </a:rPr>
              <a:t>；</a:t>
            </a:r>
            <a:r>
              <a:rPr kumimoji="1" lang="en-US" altLang="zh-CN" sz="1600" dirty="0">
                <a:solidFill>
                  <a:srgbClr val="000000"/>
                </a:solidFill>
                <a:ea typeface="华文楷体" pitchFamily="2" charset="-122"/>
              </a:rPr>
              <a:t>   </a:t>
            </a:r>
            <a:endParaRPr kumimoji="1" lang="en-US" altLang="zh-CN" sz="1600" dirty="0">
              <a:solidFill>
                <a:srgbClr val="000000"/>
              </a:solidFill>
              <a:ea typeface="华文楷体" pitchFamily="2" charset="-122"/>
              <a:sym typeface="Symbol" pitchFamily="18" charset="2"/>
            </a:endParaRPr>
          </a:p>
          <a:p>
            <a:pPr>
              <a:lnSpc>
                <a:spcPts val="2000"/>
              </a:lnSpc>
              <a:defRPr/>
            </a:pPr>
            <a:r>
              <a:rPr kumimoji="1" lang="en-US" altLang="zh-CN" sz="1600" i="1" dirty="0">
                <a:solidFill>
                  <a:srgbClr val="000000"/>
                </a:solidFill>
                <a:ea typeface="华文楷体" pitchFamily="2" charset="-122"/>
                <a:sym typeface="Symbol" pitchFamily="18" charset="2"/>
              </a:rPr>
              <a:t>         </a:t>
            </a:r>
            <a:r>
              <a:rPr kumimoji="1" lang="zh-CN" altLang="en-US" sz="1600" dirty="0">
                <a:solidFill>
                  <a:srgbClr val="000000"/>
                </a:solidFill>
                <a:ea typeface="华文楷体" pitchFamily="2" charset="-122"/>
                <a:sym typeface="Symbol" pitchFamily="18" charset="2"/>
              </a:rPr>
              <a:t>过程</a:t>
            </a:r>
            <a:r>
              <a:rPr kumimoji="1" lang="zh-CN" altLang="en-US" sz="1600" i="1"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i</a:t>
            </a:r>
            <a:r>
              <a:rPr kumimoji="1" lang="zh-CN" altLang="en-US" sz="1600" dirty="0">
                <a:ea typeface="华文楷体" pitchFamily="2" charset="-122"/>
              </a:rPr>
              <a:t>标记为未分配</a:t>
            </a:r>
            <a:endParaRPr kumimoji="1" lang="en-US" altLang="zh-CN" sz="1600" dirty="0">
              <a:ea typeface="华文楷体" pitchFamily="2" charset="-122"/>
              <a:sym typeface="Symbol" pitchFamily="18" charset="2"/>
            </a:endParaRPr>
          </a:p>
          <a:p>
            <a:pPr>
              <a:lnSpc>
                <a:spcPts val="2000"/>
              </a:lnSpc>
              <a:defRPr/>
            </a:pPr>
            <a:r>
              <a:rPr kumimoji="1" lang="en-US" altLang="zh-CN" sz="1600" dirty="0">
                <a:solidFill>
                  <a:srgbClr val="000000"/>
                </a:solidFill>
              </a:rPr>
              <a:t>}</a:t>
            </a:r>
            <a:endParaRPr kumimoji="1" lang="en-US" altLang="zh-CN" sz="1600" i="1" dirty="0">
              <a:solidFill>
                <a:srgbClr val="000000"/>
              </a:solidFill>
              <a:ea typeface="华文楷体" pitchFamily="2" charset="-122"/>
              <a:sym typeface="Symbol" pitchFamily="18" charset="2"/>
            </a:endParaRPr>
          </a:p>
          <a:p>
            <a:pPr>
              <a:lnSpc>
                <a:spcPts val="2000"/>
              </a:lnSpc>
              <a:defRPr/>
            </a:pPr>
            <a:r>
              <a:rPr kumimoji="1" lang="en-US" altLang="zh-CN" sz="1600" i="1" dirty="0">
                <a:solidFill>
                  <a:srgbClr val="000000"/>
                </a:solidFill>
                <a:ea typeface="华文楷体" pitchFamily="2" charset="-122"/>
                <a:sym typeface="Symbol" pitchFamily="18" charset="2"/>
              </a:rPr>
              <a:t>for</a:t>
            </a:r>
            <a:r>
              <a:rPr kumimoji="1" lang="en-US" altLang="zh-CN" sz="1600" dirty="0">
                <a:solidFill>
                  <a:srgbClr val="000000"/>
                </a:solidFill>
                <a:ea typeface="华文楷体" pitchFamily="2" charset="-122"/>
                <a:sym typeface="Symbol" pitchFamily="18" charset="2"/>
              </a:rPr>
              <a:t>( </a:t>
            </a:r>
            <a:r>
              <a:rPr kumimoji="1" lang="zh-CN" altLang="en-US" sz="1600" dirty="0">
                <a:solidFill>
                  <a:srgbClr val="000000"/>
                </a:solidFill>
                <a:ea typeface="华文楷体" pitchFamily="2" charset="-122"/>
                <a:sym typeface="Symbol" pitchFamily="18" charset="2"/>
              </a:rPr>
              <a:t>若还有过程未分配内存 </a:t>
            </a:r>
            <a:r>
              <a:rPr kumimoji="1" lang="en-US" altLang="zh-CN" sz="1600" dirty="0">
                <a:solidFill>
                  <a:srgbClr val="000000"/>
                </a:solidFill>
                <a:ea typeface="华文楷体" pitchFamily="2" charset="-122"/>
                <a:sym typeface="Symbol" pitchFamily="18" charset="2"/>
              </a:rPr>
              <a:t>)</a:t>
            </a:r>
          </a:p>
          <a:p>
            <a:pPr>
              <a:lnSpc>
                <a:spcPts val="2000"/>
              </a:lnSpc>
              <a:defRPr/>
            </a:pPr>
            <a:r>
              <a:rPr kumimoji="1" lang="en-US" altLang="zh-CN" sz="1600" dirty="0">
                <a:solidFill>
                  <a:schemeClr val="accent3">
                    <a:lumMod val="50000"/>
                  </a:schemeClr>
                </a:solidFill>
                <a:ea typeface="华文楷体" pitchFamily="2" charset="-122"/>
                <a:sym typeface="Symbol" pitchFamily="18" charset="2"/>
              </a:rPr>
              <a:t>         /*</a:t>
            </a:r>
            <a:r>
              <a:rPr kumimoji="1" lang="zh-CN" altLang="en-US" sz="1600" dirty="0">
                <a:solidFill>
                  <a:schemeClr val="accent3">
                    <a:lumMod val="50000"/>
                  </a:schemeClr>
                </a:solidFill>
                <a:ea typeface="华文楷体" pitchFamily="2" charset="-122"/>
                <a:sym typeface="Symbol" pitchFamily="18" charset="2"/>
              </a:rPr>
              <a:t>找到可以分配的所有过程 </a:t>
            </a:r>
            <a:r>
              <a:rPr kumimoji="1" lang="en-US" altLang="zh-CN" sz="1600" dirty="0">
                <a:solidFill>
                  <a:schemeClr val="accent3">
                    <a:lumMod val="50000"/>
                  </a:schemeClr>
                </a:solidFill>
                <a:ea typeface="华文楷体" pitchFamily="2" charset="-122"/>
                <a:sym typeface="Symbol" pitchFamily="18" charset="2"/>
              </a:rPr>
              <a:t>*/</a:t>
            </a:r>
          </a:p>
          <a:p>
            <a:pPr>
              <a:lnSpc>
                <a:spcPts val="2000"/>
              </a:lnSpc>
              <a:defRPr/>
            </a:pPr>
            <a:r>
              <a:rPr kumimoji="1" lang="en-US" altLang="zh-CN" sz="1600" i="1" dirty="0">
                <a:solidFill>
                  <a:srgbClr val="000000"/>
                </a:solidFill>
                <a:ea typeface="华文楷体" pitchFamily="2" charset="-122"/>
                <a:sym typeface="Symbol" pitchFamily="18" charset="2"/>
              </a:rPr>
              <a:t>          for</a:t>
            </a:r>
            <a:r>
              <a:rPr kumimoji="1" lang="en-US" altLang="zh-CN" sz="1600" dirty="0">
                <a:solidFill>
                  <a:srgbClr val="000000"/>
                </a:solidFill>
                <a:ea typeface="华文楷体" pitchFamily="2" charset="-122"/>
                <a:sym typeface="Symbol" pitchFamily="18" charset="2"/>
              </a:rPr>
              <a:t>(</a:t>
            </a:r>
            <a:r>
              <a:rPr kumimoji="1" lang="en-US" altLang="zh-CN" sz="1600" i="1" dirty="0">
                <a:solidFill>
                  <a:srgbClr val="000000"/>
                </a:solidFill>
                <a:ea typeface="华文楷体" pitchFamily="2" charset="-122"/>
                <a:sym typeface="Symbol" pitchFamily="18" charset="2"/>
              </a:rPr>
              <a:t> </a:t>
            </a:r>
            <a:r>
              <a:rPr kumimoji="1" lang="zh-CN" altLang="en-US" sz="1600" dirty="0">
                <a:solidFill>
                  <a:srgbClr val="000000"/>
                </a:solidFill>
                <a:ea typeface="华文楷体" pitchFamily="2" charset="-122"/>
                <a:sym typeface="Symbol" pitchFamily="18" charset="2"/>
              </a:rPr>
              <a:t>每个过程 </a:t>
            </a:r>
            <a:r>
              <a:rPr kumimoji="1" lang="en-US" altLang="zh-CN" sz="1600" i="1" dirty="0" err="1">
                <a:solidFill>
                  <a:srgbClr val="000000"/>
                </a:solidFill>
                <a:ea typeface="华文楷体" pitchFamily="2" charset="-122"/>
                <a:sym typeface="Symbol" pitchFamily="18" charset="2"/>
              </a:rPr>
              <a:t>i</a:t>
            </a:r>
            <a:r>
              <a:rPr kumimoji="1" lang="zh-CN" altLang="en-US" sz="1600" dirty="0">
                <a:solidFill>
                  <a:srgbClr val="000000"/>
                </a:solidFill>
                <a:ea typeface="华文楷体" pitchFamily="2" charset="-122"/>
                <a:sym typeface="Symbol" pitchFamily="18" charset="2"/>
              </a:rPr>
              <a:t> </a:t>
            </a:r>
            <a:r>
              <a:rPr kumimoji="1" lang="en-US" altLang="zh-CN" sz="1600" dirty="0">
                <a:solidFill>
                  <a:srgbClr val="000000"/>
                </a:solidFill>
                <a:ea typeface="华文楷体" pitchFamily="2" charset="-122"/>
                <a:sym typeface="Symbol" pitchFamily="18" charset="2"/>
              </a:rPr>
              <a:t>) </a:t>
            </a:r>
            <a:r>
              <a:rPr kumimoji="1" lang="en-US" altLang="zh-CN" sz="1600" dirty="0">
                <a:solidFill>
                  <a:srgbClr val="000000"/>
                </a:solidFill>
                <a:sym typeface="Symbol" pitchFamily="18" charset="2"/>
              </a:rPr>
              <a:t>{                 </a:t>
            </a:r>
            <a:r>
              <a:rPr kumimoji="1" lang="en-US" altLang="zh-CN" sz="1600" dirty="0">
                <a:solidFill>
                  <a:schemeClr val="accent3">
                    <a:lumMod val="50000"/>
                  </a:schemeClr>
                </a:solidFill>
                <a:latin typeface="华文楷体" panose="02010600040101010101" pitchFamily="2" charset="-122"/>
                <a:ea typeface="华文楷体" panose="02010600040101010101" pitchFamily="2" charset="-122"/>
                <a:sym typeface="Symbol" pitchFamily="18" charset="2"/>
              </a:rPr>
              <a:t>   </a:t>
            </a:r>
          </a:p>
          <a:p>
            <a:pPr>
              <a:lnSpc>
                <a:spcPts val="2000"/>
              </a:lnSpc>
              <a:defRPr/>
            </a:pPr>
            <a:r>
              <a:rPr kumimoji="1" lang="zh-CN" altLang="en-US" sz="1600" i="1" dirty="0">
                <a:latin typeface="华文楷体" panose="02010600040101010101" pitchFamily="2" charset="-122"/>
                <a:ea typeface="华文楷体" panose="02010600040101010101" pitchFamily="2" charset="-122"/>
                <a:sym typeface="Symbol" pitchFamily="18" charset="2"/>
              </a:rPr>
              <a:t>                 </a:t>
            </a:r>
            <a:r>
              <a:rPr kumimoji="1" lang="en-US" altLang="zh-CN" sz="1600" i="1" dirty="0">
                <a:ea typeface="华文楷体" panose="02010600040101010101" pitchFamily="2" charset="-122"/>
                <a:cs typeface="Times New Roman" panose="02020603050405020304" pitchFamily="18" charset="0"/>
                <a:sym typeface="Symbol" pitchFamily="18" charset="2"/>
              </a:rPr>
              <a:t>if</a:t>
            </a:r>
            <a:r>
              <a:rPr kumimoji="1" lang="en-US" altLang="zh-CN" sz="1600" dirty="0">
                <a:ea typeface="华文楷体" panose="02010600040101010101" pitchFamily="2" charset="-122"/>
                <a:cs typeface="Times New Roman" panose="02020603050405020304" pitchFamily="18" charset="0"/>
                <a:sym typeface="Symbol" pitchFamily="18" charset="2"/>
              </a:rPr>
              <a:t>(</a:t>
            </a:r>
            <a:r>
              <a:rPr kumimoji="1" lang="zh-CN" altLang="en-US" sz="1600" dirty="0">
                <a:latin typeface="华文楷体" panose="02010600040101010101" pitchFamily="2" charset="-122"/>
                <a:ea typeface="华文楷体" panose="02010600040101010101" pitchFamily="2" charset="-122"/>
                <a:sym typeface="Symbol" pitchFamily="18" charset="2"/>
              </a:rPr>
              <a:t>矩阵</a:t>
            </a:r>
            <a:r>
              <a:rPr kumimoji="1" lang="en-US" altLang="zh-CN" sz="1600" i="1" dirty="0">
                <a:solidFill>
                  <a:schemeClr val="accent3">
                    <a:lumMod val="50000"/>
                  </a:schemeClr>
                </a:solidFill>
                <a:ea typeface="华文楷体" panose="02010600040101010101" pitchFamily="2" charset="-122"/>
                <a:cs typeface="Times New Roman" panose="02020603050405020304" pitchFamily="18" charset="0"/>
                <a:sym typeface="Symbol" pitchFamily="18" charset="2"/>
              </a:rPr>
              <a:t>B</a:t>
            </a:r>
            <a:r>
              <a:rPr kumimoji="1" lang="zh-CN" altLang="en-US" sz="1600" dirty="0">
                <a:latin typeface="华文楷体" panose="02010600040101010101" pitchFamily="2" charset="-122"/>
                <a:ea typeface="华文楷体" panose="02010600040101010101" pitchFamily="2" charset="-122"/>
                <a:sym typeface="Symbol" pitchFamily="18" charset="2"/>
              </a:rPr>
              <a:t>的第</a:t>
            </a:r>
            <a:r>
              <a:rPr kumimoji="1" lang="en-US" altLang="zh-CN" sz="1600" i="1" dirty="0" err="1">
                <a:ea typeface="华文楷体" panose="02010600040101010101" pitchFamily="2" charset="-122"/>
                <a:cs typeface="Times New Roman" panose="02020603050405020304" pitchFamily="18" charset="0"/>
                <a:sym typeface="Symbol" pitchFamily="18" charset="2"/>
              </a:rPr>
              <a:t>i</a:t>
            </a:r>
            <a:r>
              <a:rPr kumimoji="1" lang="zh-CN" altLang="en-US" sz="1600" dirty="0">
                <a:latin typeface="华文楷体" panose="02010600040101010101" pitchFamily="2" charset="-122"/>
                <a:ea typeface="华文楷体" panose="02010600040101010101" pitchFamily="2" charset="-122"/>
                <a:sym typeface="Symbol" pitchFamily="18" charset="2"/>
              </a:rPr>
              <a:t>行的和</a:t>
            </a:r>
            <a:r>
              <a:rPr kumimoji="1" lang="en-US" altLang="zh-CN" sz="1600" i="1" dirty="0">
                <a:ea typeface="华文楷体" panose="02010600040101010101" pitchFamily="2" charset="-122"/>
                <a:cs typeface="Times New Roman" panose="02020603050405020304" pitchFamily="18" charset="0"/>
                <a:sym typeface="Symbol" pitchFamily="18" charset="2"/>
              </a:rPr>
              <a:t>sum</a:t>
            </a:r>
            <a:r>
              <a:rPr kumimoji="1" lang="en-US" altLang="zh-CN" sz="1600" dirty="0">
                <a:latin typeface="华文楷体" panose="02010600040101010101" pitchFamily="2" charset="-122"/>
                <a:ea typeface="华文楷体" panose="02010600040101010101" pitchFamily="2" charset="-122"/>
                <a:sym typeface="Symbol" pitchFamily="18" charset="2"/>
              </a:rPr>
              <a:t> </a:t>
            </a:r>
            <a:r>
              <a:rPr kumimoji="1" lang="en-US" altLang="zh-CN" sz="1600" dirty="0">
                <a:ea typeface="华文楷体" panose="02010600040101010101" pitchFamily="2" charset="-122"/>
                <a:cs typeface="Times New Roman" panose="02020603050405020304" pitchFamily="18" charset="0"/>
                <a:sym typeface="Symbol" pitchFamily="18" charset="2"/>
              </a:rPr>
              <a:t>= 0 )</a:t>
            </a:r>
            <a:r>
              <a:rPr kumimoji="1" lang="zh-CN" altLang="en-US" sz="1600" dirty="0">
                <a:latin typeface="华文楷体" panose="02010600040101010101" pitchFamily="2" charset="-122"/>
                <a:ea typeface="华文楷体" panose="02010600040101010101" pitchFamily="2" charset="-122"/>
                <a:cs typeface="Times New Roman" panose="02020603050405020304" pitchFamily="18" charset="0"/>
                <a:sym typeface="Symbol" pitchFamily="18" charset="2"/>
              </a:rPr>
              <a:t>  </a:t>
            </a:r>
            <a:r>
              <a:rPr kumimoji="1" lang="en-US" altLang="zh-CN" sz="1600" dirty="0">
                <a:latin typeface="华文楷体" panose="02010600040101010101" pitchFamily="2" charset="-122"/>
                <a:ea typeface="华文楷体" panose="02010600040101010101" pitchFamily="2" charset="-122"/>
                <a:cs typeface="Times New Roman" panose="02020603050405020304" pitchFamily="18" charset="0"/>
                <a:sym typeface="Symbol" pitchFamily="18" charset="2"/>
              </a:rPr>
              <a:t>{</a:t>
            </a:r>
            <a:r>
              <a:rPr kumimoji="1" lang="en-US" altLang="zh-CN" sz="1600" dirty="0">
                <a:solidFill>
                  <a:schemeClr val="accent3">
                    <a:lumMod val="50000"/>
                  </a:schemeClr>
                </a:solidFill>
                <a:latin typeface="华文楷体" panose="02010600040101010101" pitchFamily="2" charset="-122"/>
                <a:ea typeface="华文楷体" panose="02010600040101010101" pitchFamily="2" charset="-122"/>
                <a:sym typeface="Symbol" pitchFamily="18" charset="2"/>
              </a:rPr>
              <a:t>/*</a:t>
            </a:r>
            <a:r>
              <a:rPr kumimoji="1" lang="zh-CN" altLang="en-US" sz="1600" dirty="0">
                <a:solidFill>
                  <a:schemeClr val="accent3">
                    <a:lumMod val="50000"/>
                  </a:schemeClr>
                </a:solidFill>
                <a:latin typeface="华文楷体" panose="02010600040101010101" pitchFamily="2" charset="-122"/>
                <a:ea typeface="华文楷体" panose="02010600040101010101" pitchFamily="2" charset="-122"/>
                <a:sym typeface="Symbol" pitchFamily="18" charset="2"/>
              </a:rPr>
              <a:t>若过程 </a:t>
            </a:r>
            <a:r>
              <a:rPr kumimoji="1" lang="en-US" altLang="zh-CN" sz="1600" i="1" dirty="0" err="1">
                <a:solidFill>
                  <a:schemeClr val="accent3">
                    <a:lumMod val="50000"/>
                  </a:schemeClr>
                </a:solidFill>
                <a:ea typeface="华文楷体" panose="02010600040101010101" pitchFamily="2" charset="-122"/>
                <a:cs typeface="Times New Roman" panose="02020603050405020304" pitchFamily="18" charset="0"/>
                <a:sym typeface="Symbol" pitchFamily="18" charset="2"/>
              </a:rPr>
              <a:t>i</a:t>
            </a:r>
            <a:r>
              <a:rPr kumimoji="1" lang="en-US" altLang="zh-CN" sz="1600" dirty="0">
                <a:solidFill>
                  <a:schemeClr val="accent3">
                    <a:lumMod val="50000"/>
                  </a:schemeClr>
                </a:solidFill>
                <a:latin typeface="华文楷体" panose="02010600040101010101" pitchFamily="2" charset="-122"/>
                <a:ea typeface="华文楷体" panose="02010600040101010101" pitchFamily="2" charset="-122"/>
                <a:sym typeface="Symbol" pitchFamily="18" charset="2"/>
              </a:rPr>
              <a:t> </a:t>
            </a:r>
            <a:r>
              <a:rPr kumimoji="1" lang="zh-CN" altLang="en-US" sz="1600" dirty="0">
                <a:solidFill>
                  <a:schemeClr val="accent3">
                    <a:lumMod val="50000"/>
                  </a:schemeClr>
                </a:solidFill>
                <a:latin typeface="华文楷体" panose="02010600040101010101" pitchFamily="2" charset="-122"/>
                <a:ea typeface="华文楷体" panose="02010600040101010101" pitchFamily="2" charset="-122"/>
                <a:sym typeface="Symbol" pitchFamily="18" charset="2"/>
              </a:rPr>
              <a:t>调用的所有过程已分配</a:t>
            </a:r>
            <a:r>
              <a:rPr kumimoji="1" lang="en-US" altLang="zh-CN" sz="1600" dirty="0">
                <a:solidFill>
                  <a:schemeClr val="accent3">
                    <a:lumMod val="50000"/>
                  </a:schemeClr>
                </a:solidFill>
                <a:latin typeface="华文楷体" panose="02010600040101010101" pitchFamily="2" charset="-122"/>
                <a:ea typeface="华文楷体" panose="02010600040101010101" pitchFamily="2" charset="-122"/>
                <a:sym typeface="Symbol" pitchFamily="18" charset="2"/>
              </a:rPr>
              <a:t>*/</a:t>
            </a:r>
            <a:endParaRPr kumimoji="1" lang="en-US" altLang="zh-CN" sz="1600" dirty="0">
              <a:latin typeface="华文楷体" panose="02010600040101010101" pitchFamily="2" charset="-122"/>
              <a:ea typeface="华文楷体" panose="02010600040101010101" pitchFamily="2" charset="-122"/>
              <a:sym typeface="Symbol" pitchFamily="18" charset="2"/>
            </a:endParaRPr>
          </a:p>
          <a:p>
            <a:pPr>
              <a:lnSpc>
                <a:spcPts val="2000"/>
              </a:lnSpc>
              <a:defRPr/>
            </a:pPr>
            <a:r>
              <a:rPr kumimoji="1" lang="en-US" altLang="zh-CN" sz="1600" dirty="0">
                <a:latin typeface="华文楷体" panose="02010600040101010101" pitchFamily="2" charset="-122"/>
                <a:ea typeface="华文楷体" panose="02010600040101010101" pitchFamily="2" charset="-122"/>
                <a:sym typeface="Symbol" pitchFamily="18" charset="2"/>
              </a:rPr>
              <a:t>	       </a:t>
            </a:r>
            <a:r>
              <a:rPr kumimoji="1" lang="zh-CN" altLang="en-US" sz="1600" dirty="0">
                <a:latin typeface="华文楷体" panose="02010600040101010101" pitchFamily="2" charset="-122"/>
                <a:ea typeface="华文楷体" panose="02010600040101010101" pitchFamily="2" charset="-122"/>
                <a:sym typeface="Symbol" pitchFamily="18" charset="2"/>
              </a:rPr>
              <a:t>为</a:t>
            </a:r>
            <a:r>
              <a:rPr kumimoji="1" lang="en-US" altLang="zh-CN" sz="1600" i="1" dirty="0" err="1">
                <a:ea typeface="华文楷体" panose="02010600040101010101" pitchFamily="2" charset="-122"/>
                <a:cs typeface="Times New Roman" panose="02020603050405020304" pitchFamily="18" charset="0"/>
                <a:sym typeface="Symbol" pitchFamily="18" charset="2"/>
              </a:rPr>
              <a:t>i</a:t>
            </a:r>
            <a:r>
              <a:rPr kumimoji="1" lang="zh-CN" altLang="en-US" sz="1600" dirty="0">
                <a:latin typeface="华文楷体" panose="02010600040101010101" pitchFamily="2" charset="-122"/>
                <a:ea typeface="华文楷体" panose="02010600040101010101" pitchFamily="2" charset="-122"/>
                <a:sym typeface="Symbol" pitchFamily="18" charset="2"/>
              </a:rPr>
              <a:t>分配内存，标记过程</a:t>
            </a:r>
            <a:r>
              <a:rPr kumimoji="1" lang="en-US" altLang="zh-CN" sz="1600" i="1" dirty="0" err="1">
                <a:ea typeface="华文楷体" panose="02010600040101010101" pitchFamily="2" charset="-122"/>
                <a:cs typeface="Times New Roman" panose="02020603050405020304" pitchFamily="18" charset="0"/>
                <a:sym typeface="Symbol" pitchFamily="18" charset="2"/>
              </a:rPr>
              <a:t>i</a:t>
            </a:r>
            <a:r>
              <a:rPr kumimoji="1" lang="zh-CN" altLang="en-US" sz="1600" dirty="0">
                <a:latin typeface="华文楷体" panose="02010600040101010101" pitchFamily="2" charset="-122"/>
                <a:ea typeface="华文楷体" panose="02010600040101010101" pitchFamily="2" charset="-122"/>
                <a:sym typeface="Symbol" pitchFamily="18" charset="2"/>
              </a:rPr>
              <a:t>已分配</a:t>
            </a:r>
            <a:r>
              <a:rPr lang="en-US" altLang="zh-CN" sz="1600" dirty="0">
                <a:cs typeface="Times New Roman" pitchFamily="18" charset="0"/>
              </a:rPr>
              <a:t>; </a:t>
            </a:r>
          </a:p>
          <a:p>
            <a:pPr>
              <a:lnSpc>
                <a:spcPts val="2000"/>
              </a:lnSpc>
              <a:defRPr/>
            </a:pPr>
            <a:r>
              <a:rPr kumimoji="1" lang="en-US" altLang="zh-CN" sz="1600" dirty="0">
                <a:latin typeface="华文楷体" panose="02010600040101010101" pitchFamily="2" charset="-122"/>
                <a:ea typeface="华文楷体" panose="02010600040101010101" pitchFamily="2" charset="-122"/>
                <a:cs typeface="Times New Roman" pitchFamily="18" charset="0"/>
                <a:sym typeface="Symbol" pitchFamily="18" charset="2"/>
              </a:rPr>
              <a:t>                 	        </a:t>
            </a:r>
            <a:r>
              <a:rPr kumimoji="1" lang="en-US" altLang="zh-CN" sz="1600" i="1" dirty="0">
                <a:ea typeface="华文楷体" panose="02010600040101010101" pitchFamily="2" charset="-122"/>
                <a:cs typeface="Times New Roman" panose="02020603050405020304" pitchFamily="18" charset="0"/>
                <a:sym typeface="Symbol" pitchFamily="18" charset="2"/>
              </a:rPr>
              <a:t>for</a:t>
            </a:r>
            <a:r>
              <a:rPr kumimoji="1" lang="en-US" altLang="zh-CN" sz="1600" dirty="0">
                <a:latin typeface="华文楷体" panose="02010600040101010101" pitchFamily="2" charset="-122"/>
                <a:ea typeface="华文楷体" panose="02010600040101010101" pitchFamily="2" charset="-122"/>
                <a:cs typeface="Times New Roman" pitchFamily="18" charset="0"/>
                <a:sym typeface="Symbol" pitchFamily="18" charset="2"/>
              </a:rPr>
              <a:t>(</a:t>
            </a:r>
            <a:r>
              <a:rPr kumimoji="1" lang="zh-CN" altLang="en-US" sz="1600" dirty="0">
                <a:latin typeface="华文楷体" panose="02010600040101010101" pitchFamily="2" charset="-122"/>
                <a:ea typeface="华文楷体" panose="02010600040101010101" pitchFamily="2" charset="-122"/>
                <a:cs typeface="Times New Roman" pitchFamily="18" charset="0"/>
                <a:sym typeface="Symbol" pitchFamily="18" charset="2"/>
              </a:rPr>
              <a:t> 每个调用</a:t>
            </a:r>
            <a:r>
              <a:rPr kumimoji="1" lang="en-US" altLang="zh-CN" sz="1600" i="1" dirty="0" err="1">
                <a:ea typeface="华文楷体" panose="02010600040101010101" pitchFamily="2" charset="-122"/>
                <a:cs typeface="Times New Roman" panose="02020603050405020304" pitchFamily="18" charset="0"/>
                <a:sym typeface="Symbol" pitchFamily="18" charset="2"/>
              </a:rPr>
              <a:t>i</a:t>
            </a:r>
            <a:r>
              <a:rPr kumimoji="1" lang="en-US" altLang="zh-CN" sz="1600" i="1" dirty="0">
                <a:ea typeface="华文楷体" panose="02010600040101010101" pitchFamily="2" charset="-122"/>
                <a:cs typeface="Times New Roman" panose="02020603050405020304" pitchFamily="18" charset="0"/>
                <a:sym typeface="Symbol" pitchFamily="18" charset="2"/>
              </a:rPr>
              <a:t> </a:t>
            </a:r>
            <a:r>
              <a:rPr kumimoji="1" lang="zh-CN" altLang="en-US" sz="1600" dirty="0">
                <a:latin typeface="华文楷体" panose="02010600040101010101" pitchFamily="2" charset="-122"/>
                <a:ea typeface="华文楷体" panose="02010600040101010101" pitchFamily="2" charset="-122"/>
                <a:cs typeface="Times New Roman" pitchFamily="18" charset="0"/>
                <a:sym typeface="Symbol" pitchFamily="18" charset="2"/>
              </a:rPr>
              <a:t>的过程 </a:t>
            </a:r>
            <a:r>
              <a:rPr kumimoji="1" lang="en-US" altLang="zh-CN" sz="1600" i="1" dirty="0">
                <a:ea typeface="华文楷体" panose="02010600040101010101" pitchFamily="2" charset="-122"/>
                <a:cs typeface="Times New Roman" panose="02020603050405020304" pitchFamily="18" charset="0"/>
                <a:sym typeface="Symbol" pitchFamily="18" charset="2"/>
              </a:rPr>
              <a:t>k</a:t>
            </a:r>
            <a:r>
              <a:rPr kumimoji="1" lang="en-US" altLang="zh-CN" sz="1600" dirty="0">
                <a:latin typeface="华文楷体" panose="02010600040101010101" pitchFamily="2" charset="-122"/>
                <a:ea typeface="华文楷体" panose="02010600040101010101" pitchFamily="2" charset="-122"/>
                <a:cs typeface="Times New Roman" pitchFamily="18" charset="0"/>
                <a:sym typeface="Symbol" pitchFamily="18" charset="2"/>
              </a:rPr>
              <a:t> )   {</a:t>
            </a:r>
          </a:p>
          <a:p>
            <a:pPr>
              <a:lnSpc>
                <a:spcPts val="2000"/>
              </a:lnSpc>
              <a:defRPr/>
            </a:pPr>
            <a:r>
              <a:rPr kumimoji="1" lang="en-US" altLang="zh-CN" sz="1600" dirty="0">
                <a:latin typeface="华文楷体" panose="02010600040101010101" pitchFamily="2" charset="-122"/>
                <a:ea typeface="华文楷体" panose="02010600040101010101" pitchFamily="2" charset="-122"/>
                <a:cs typeface="Times New Roman" pitchFamily="18" charset="0"/>
                <a:sym typeface="Symbol" pitchFamily="18" charset="2"/>
              </a:rPr>
              <a:t>                                </a:t>
            </a:r>
            <a:r>
              <a:rPr kumimoji="1" lang="en-US" altLang="zh-CN" sz="1600" i="1" dirty="0">
                <a:ea typeface="华文楷体" panose="02010600040101010101" pitchFamily="2" charset="-122"/>
                <a:cs typeface="Times New Roman" panose="02020603050405020304" pitchFamily="18" charset="0"/>
                <a:sym typeface="Symbol" pitchFamily="18" charset="2"/>
              </a:rPr>
              <a:t>if</a:t>
            </a:r>
            <a:r>
              <a:rPr kumimoji="1" lang="zh-CN" altLang="en-US" sz="1600" i="1" dirty="0">
                <a:ea typeface="华文楷体" panose="02010600040101010101" pitchFamily="2" charset="-122"/>
                <a:cs typeface="Times New Roman" panose="02020603050405020304" pitchFamily="18" charset="0"/>
                <a:sym typeface="Symbol" pitchFamily="18" charset="2"/>
              </a:rPr>
              <a:t> </a:t>
            </a:r>
            <a:r>
              <a:rPr kumimoji="1" lang="en-US" altLang="zh-CN" sz="1600" dirty="0">
                <a:ea typeface="华文楷体" panose="02010600040101010101" pitchFamily="2" charset="-122"/>
                <a:cs typeface="Times New Roman" panose="02020603050405020304" pitchFamily="18" charset="0"/>
                <a:sym typeface="Symbol" pitchFamily="18" charset="2"/>
              </a:rPr>
              <a:t>(</a:t>
            </a:r>
            <a:r>
              <a:rPr kumimoji="1" lang="zh-CN" altLang="en-US" sz="1600" i="1" dirty="0">
                <a:ea typeface="华文楷体" panose="02010600040101010101" pitchFamily="2" charset="-122"/>
                <a:cs typeface="Times New Roman" panose="02020603050405020304" pitchFamily="18" charset="0"/>
                <a:sym typeface="Symbol" pitchFamily="18" charset="2"/>
              </a:rPr>
              <a:t> </a:t>
            </a:r>
            <a:r>
              <a:rPr kumimoji="1" lang="en-US" altLang="zh-CN" sz="1600" i="1" dirty="0">
                <a:ea typeface="华文楷体" panose="02010600040101010101" pitchFamily="2" charset="-122"/>
                <a:cs typeface="Times New Roman" panose="02020603050405020304" pitchFamily="18" charset="0"/>
                <a:sym typeface="Symbol" pitchFamily="18" charset="2"/>
              </a:rPr>
              <a:t>k</a:t>
            </a:r>
            <a:r>
              <a:rPr kumimoji="1" lang="zh-CN" altLang="en-US" sz="1600" dirty="0">
                <a:latin typeface="华文楷体" panose="02010600040101010101" pitchFamily="2" charset="-122"/>
                <a:ea typeface="华文楷体" panose="02010600040101010101" pitchFamily="2" charset="-122"/>
                <a:cs typeface="Times New Roman" pitchFamily="18" charset="0"/>
                <a:sym typeface="Symbol" pitchFamily="18" charset="2"/>
              </a:rPr>
              <a:t>的基地址在过程</a:t>
            </a:r>
            <a:r>
              <a:rPr kumimoji="1" lang="en-US" altLang="zh-CN" sz="1600" i="1" dirty="0" err="1">
                <a:ea typeface="华文楷体" panose="02010600040101010101" pitchFamily="2" charset="-122"/>
                <a:cs typeface="Times New Roman" panose="02020603050405020304" pitchFamily="18" charset="0"/>
                <a:sym typeface="Symbol" pitchFamily="18" charset="2"/>
              </a:rPr>
              <a:t>i</a:t>
            </a:r>
            <a:r>
              <a:rPr kumimoji="1" lang="zh-CN" altLang="en-US" sz="1600" dirty="0">
                <a:latin typeface="华文楷体" panose="02010600040101010101" pitchFamily="2" charset="-122"/>
                <a:ea typeface="华文楷体" panose="02010600040101010101" pitchFamily="2" charset="-122"/>
                <a:cs typeface="Times New Roman" pitchFamily="18" charset="0"/>
                <a:sym typeface="Symbol" pitchFamily="18" charset="2"/>
              </a:rPr>
              <a:t>的数据区</a:t>
            </a:r>
            <a:r>
              <a:rPr kumimoji="1" lang="en-US" altLang="zh-CN" sz="1600" dirty="0">
                <a:ea typeface="华文楷体" panose="02010600040101010101" pitchFamily="2" charset="-122"/>
                <a:cs typeface="Times New Roman" panose="02020603050405020304" pitchFamily="18" charset="0"/>
                <a:sym typeface="Symbol" pitchFamily="18" charset="2"/>
              </a:rPr>
              <a:t>)</a:t>
            </a:r>
            <a:r>
              <a:rPr kumimoji="1" lang="zh-CN" altLang="en-US" sz="1600" dirty="0">
                <a:latin typeface="华文楷体" panose="02010600040101010101" pitchFamily="2" charset="-122"/>
                <a:ea typeface="华文楷体" panose="02010600040101010101" pitchFamily="2" charset="-122"/>
                <a:cs typeface="Times New Roman" pitchFamily="18" charset="0"/>
                <a:sym typeface="Symbol" pitchFamily="18" charset="2"/>
              </a:rPr>
              <a:t> </a:t>
            </a:r>
            <a:endParaRPr kumimoji="1" lang="en-US" altLang="zh-CN" sz="1600" dirty="0">
              <a:latin typeface="华文楷体" panose="02010600040101010101" pitchFamily="2" charset="-122"/>
              <a:ea typeface="华文楷体" panose="02010600040101010101" pitchFamily="2" charset="-122"/>
              <a:cs typeface="Times New Roman" pitchFamily="18" charset="0"/>
              <a:sym typeface="Symbol" pitchFamily="18" charset="2"/>
            </a:endParaRPr>
          </a:p>
          <a:p>
            <a:pPr>
              <a:lnSpc>
                <a:spcPts val="2000"/>
              </a:lnSpc>
              <a:defRPr/>
            </a:pPr>
            <a:r>
              <a:rPr kumimoji="1" lang="en-US" altLang="zh-CN" sz="1600" dirty="0">
                <a:latin typeface="华文楷体" panose="02010600040101010101" pitchFamily="2" charset="-122"/>
                <a:ea typeface="华文楷体" panose="02010600040101010101" pitchFamily="2" charset="-122"/>
                <a:cs typeface="Times New Roman" pitchFamily="18" charset="0"/>
                <a:sym typeface="Symbol" pitchFamily="18" charset="2"/>
              </a:rPr>
              <a:t>	                            </a:t>
            </a:r>
            <a:r>
              <a:rPr kumimoji="1" lang="zh-CN" altLang="en-US" sz="1600" dirty="0">
                <a:solidFill>
                  <a:srgbClr val="000000"/>
                </a:solidFill>
                <a:latin typeface="华文楷体" pitchFamily="2" charset="-122"/>
                <a:ea typeface="华文楷体" pitchFamily="2" charset="-122"/>
                <a:cs typeface="Times New Roman" pitchFamily="18" charset="0"/>
                <a:sym typeface="Symbol" pitchFamily="18" charset="2"/>
              </a:rPr>
              <a:t>设置</a:t>
            </a:r>
            <a:r>
              <a:rPr lang="en-US" altLang="zh-CN" sz="1600" i="1" dirty="0">
                <a:cs typeface="Times New Roman" pitchFamily="18" charset="0"/>
              </a:rPr>
              <a:t>k</a:t>
            </a:r>
            <a:r>
              <a:rPr lang="zh-CN" altLang="en-US" sz="1600" dirty="0">
                <a:latin typeface="+mn-ea"/>
                <a:ea typeface="+mn-ea"/>
                <a:cs typeface="Times New Roman" pitchFamily="18" charset="0"/>
              </a:rPr>
              <a:t>的基地址在</a:t>
            </a:r>
            <a:r>
              <a:rPr lang="en-US" altLang="zh-CN" sz="1600" i="1" dirty="0" err="1">
                <a:ea typeface="+mn-ea"/>
                <a:cs typeface="Times New Roman" panose="02020603050405020304" pitchFamily="18" charset="0"/>
              </a:rPr>
              <a:t>i</a:t>
            </a:r>
            <a:r>
              <a:rPr lang="zh-CN" altLang="en-US" sz="1600" dirty="0">
                <a:latin typeface="+mn-ea"/>
                <a:ea typeface="+mn-ea"/>
                <a:cs typeface="Times New Roman" pitchFamily="18" charset="0"/>
              </a:rPr>
              <a:t>的数据区之上</a:t>
            </a:r>
            <a:r>
              <a:rPr lang="en-US" altLang="zh-CN" sz="1600" dirty="0">
                <a:latin typeface="+mn-ea"/>
                <a:ea typeface="+mn-ea"/>
                <a:cs typeface="Times New Roman" pitchFamily="18" charset="0"/>
              </a:rPr>
              <a:t> </a:t>
            </a:r>
          </a:p>
          <a:p>
            <a:pPr>
              <a:lnSpc>
                <a:spcPts val="2000"/>
              </a:lnSpc>
              <a:defRPr/>
            </a:pPr>
            <a:r>
              <a:rPr lang="en-US" altLang="zh-CN" sz="1600" dirty="0">
                <a:solidFill>
                  <a:srgbClr val="000000"/>
                </a:solidFill>
                <a:cs typeface="Times New Roman" pitchFamily="18" charset="0"/>
              </a:rPr>
              <a:t>                                </a:t>
            </a:r>
            <a:r>
              <a:rPr lang="en-US" altLang="zh-CN" sz="1600" i="1" dirty="0">
                <a:solidFill>
                  <a:srgbClr val="000000"/>
                </a:solidFill>
                <a:cs typeface="Times New Roman" pitchFamily="18" charset="0"/>
              </a:rPr>
              <a:t>B</a:t>
            </a:r>
            <a:r>
              <a:rPr lang="en-US" altLang="zh-CN" sz="1600" dirty="0">
                <a:solidFill>
                  <a:srgbClr val="000000"/>
                </a:solidFill>
                <a:cs typeface="Times New Roman" pitchFamily="18" charset="0"/>
              </a:rPr>
              <a:t>[</a:t>
            </a:r>
            <a:r>
              <a:rPr lang="en-US" altLang="zh-CN" sz="1600" i="1" dirty="0">
                <a:solidFill>
                  <a:srgbClr val="000000"/>
                </a:solidFill>
                <a:cs typeface="Times New Roman" pitchFamily="18" charset="0"/>
              </a:rPr>
              <a:t>k</a:t>
            </a:r>
            <a:r>
              <a:rPr lang="en-US" altLang="zh-CN" sz="1600" dirty="0">
                <a:solidFill>
                  <a:srgbClr val="000000"/>
                </a:solidFill>
                <a:cs typeface="Times New Roman" pitchFamily="18" charset="0"/>
              </a:rPr>
              <a:t>][</a:t>
            </a:r>
            <a:r>
              <a:rPr lang="en-US" altLang="zh-CN" sz="1600" i="1" dirty="0" err="1">
                <a:solidFill>
                  <a:srgbClr val="000000"/>
                </a:solidFill>
                <a:cs typeface="Times New Roman" pitchFamily="18" charset="0"/>
              </a:rPr>
              <a:t>i</a:t>
            </a:r>
            <a:r>
              <a:rPr lang="en-US" altLang="zh-CN" sz="1600" dirty="0">
                <a:solidFill>
                  <a:srgbClr val="000000"/>
                </a:solidFill>
                <a:cs typeface="Times New Roman" pitchFamily="18" charset="0"/>
              </a:rPr>
              <a:t>] </a:t>
            </a:r>
            <a:r>
              <a:rPr kumimoji="1" lang="en-US" altLang="zh-CN" sz="1600" i="1" dirty="0">
                <a:solidFill>
                  <a:srgbClr val="000000"/>
                </a:solidFill>
                <a:ea typeface="华文楷体" pitchFamily="2" charset="-122"/>
                <a:sym typeface="Symbol" pitchFamily="18" charset="2"/>
              </a:rPr>
              <a:t>= </a:t>
            </a:r>
            <a:r>
              <a:rPr kumimoji="1" lang="en-US" altLang="zh-CN" sz="1600" dirty="0">
                <a:solidFill>
                  <a:srgbClr val="000000"/>
                </a:solidFill>
                <a:ea typeface="华文楷体" pitchFamily="2" charset="-122"/>
                <a:sym typeface="Symbol" pitchFamily="18" charset="2"/>
              </a:rPr>
              <a:t>0;  </a:t>
            </a:r>
            <a:r>
              <a:rPr kumimoji="1" lang="en-US" altLang="zh-CN" sz="1600" dirty="0">
                <a:solidFill>
                  <a:schemeClr val="accent3">
                    <a:lumMod val="50000"/>
                  </a:schemeClr>
                </a:solidFill>
                <a:ea typeface="华文楷体" pitchFamily="2" charset="-122"/>
                <a:sym typeface="Symbol" pitchFamily="18" charset="2"/>
              </a:rPr>
              <a:t>/* </a:t>
            </a:r>
            <a:r>
              <a:rPr kumimoji="1" lang="zh-CN" altLang="en-US" sz="1600" dirty="0">
                <a:solidFill>
                  <a:schemeClr val="accent3">
                    <a:lumMod val="50000"/>
                  </a:schemeClr>
                </a:solidFill>
                <a:ea typeface="华文楷体" pitchFamily="2" charset="-122"/>
                <a:sym typeface="Symbol" pitchFamily="18" charset="2"/>
              </a:rPr>
              <a:t>标记 </a:t>
            </a:r>
            <a:r>
              <a:rPr kumimoji="1" lang="en-US" altLang="zh-CN" sz="1600" i="1" dirty="0">
                <a:solidFill>
                  <a:schemeClr val="accent3">
                    <a:lumMod val="50000"/>
                  </a:schemeClr>
                </a:solidFill>
                <a:ea typeface="华文楷体" pitchFamily="2" charset="-122"/>
                <a:sym typeface="Symbol" pitchFamily="18" charset="2"/>
              </a:rPr>
              <a:t>k</a:t>
            </a:r>
            <a:r>
              <a:rPr kumimoji="1" lang="zh-CN" altLang="en-US" sz="1600" dirty="0">
                <a:solidFill>
                  <a:schemeClr val="accent3">
                    <a:lumMod val="50000"/>
                  </a:schemeClr>
                </a:solidFill>
                <a:ea typeface="华文楷体" pitchFamily="2" charset="-122"/>
                <a:sym typeface="Symbol" pitchFamily="18" charset="2"/>
              </a:rPr>
              <a:t>调用的</a:t>
            </a:r>
            <a:r>
              <a:rPr kumimoji="1" lang="en-US" altLang="zh-CN" sz="1600" i="1" dirty="0" err="1">
                <a:solidFill>
                  <a:schemeClr val="accent3">
                    <a:lumMod val="50000"/>
                  </a:schemeClr>
                </a:solidFill>
                <a:ea typeface="华文楷体" pitchFamily="2" charset="-122"/>
                <a:sym typeface="Symbol" pitchFamily="18" charset="2"/>
              </a:rPr>
              <a:t>i</a:t>
            </a:r>
            <a:r>
              <a:rPr kumimoji="1" lang="zh-CN" altLang="en-US" sz="1600" dirty="0">
                <a:solidFill>
                  <a:schemeClr val="accent3">
                    <a:lumMod val="50000"/>
                  </a:schemeClr>
                </a:solidFill>
                <a:ea typeface="华文楷体" pitchFamily="2" charset="-122"/>
                <a:sym typeface="Symbol" pitchFamily="18" charset="2"/>
              </a:rPr>
              <a:t>已分配内存 </a:t>
            </a:r>
            <a:r>
              <a:rPr kumimoji="1" lang="en-US" altLang="zh-CN" sz="1600" dirty="0">
                <a:solidFill>
                  <a:schemeClr val="accent3">
                    <a:lumMod val="50000"/>
                  </a:schemeClr>
                </a:solidFill>
                <a:ea typeface="华文楷体" pitchFamily="2" charset="-122"/>
                <a:sym typeface="Symbol" pitchFamily="18" charset="2"/>
              </a:rPr>
              <a:t>*/</a:t>
            </a:r>
            <a:endParaRPr lang="en-US" altLang="zh-CN" sz="1600" dirty="0">
              <a:solidFill>
                <a:schemeClr val="accent3">
                  <a:lumMod val="50000"/>
                </a:schemeClr>
              </a:solidFill>
              <a:cs typeface="Times New Roman" pitchFamily="18" charset="0"/>
            </a:endParaRPr>
          </a:p>
          <a:p>
            <a:pPr>
              <a:lnSpc>
                <a:spcPts val="2000"/>
              </a:lnSpc>
              <a:defRPr/>
            </a:pPr>
            <a:r>
              <a:rPr lang="en-US" altLang="zh-CN" sz="1600" dirty="0">
                <a:solidFill>
                  <a:srgbClr val="000000"/>
                </a:solidFill>
                <a:cs typeface="Times New Roman" pitchFamily="18" charset="0"/>
              </a:rPr>
              <a:t>                           }</a:t>
            </a:r>
            <a:endParaRPr kumimoji="1" lang="en-US" altLang="zh-CN" sz="1600" dirty="0">
              <a:solidFill>
                <a:srgbClr val="00B050"/>
              </a:solidFill>
              <a:latin typeface="华文楷体" panose="02010600040101010101" pitchFamily="2" charset="-122"/>
              <a:ea typeface="华文楷体" panose="02010600040101010101" pitchFamily="2" charset="-122"/>
              <a:sym typeface="Symbol" pitchFamily="18" charset="2"/>
            </a:endParaRPr>
          </a:p>
          <a:p>
            <a:pPr>
              <a:lnSpc>
                <a:spcPts val="2000"/>
              </a:lnSpc>
              <a:defRPr/>
            </a:pPr>
            <a:r>
              <a:rPr kumimoji="1" lang="en-US" altLang="zh-CN" sz="1600" i="1" dirty="0">
                <a:solidFill>
                  <a:srgbClr val="00B050"/>
                </a:solidFill>
                <a:latin typeface="华文楷体" panose="02010600040101010101" pitchFamily="2" charset="-122"/>
                <a:ea typeface="华文楷体" panose="02010600040101010101" pitchFamily="2" charset="-122"/>
                <a:sym typeface="Symbol" pitchFamily="18" charset="2"/>
              </a:rPr>
              <a:t>                   </a:t>
            </a:r>
            <a:r>
              <a:rPr kumimoji="1" lang="en-US" altLang="zh-CN" sz="1600" dirty="0">
                <a:latin typeface="华文楷体" panose="02010600040101010101" pitchFamily="2" charset="-122"/>
                <a:ea typeface="华文楷体" panose="02010600040101010101" pitchFamily="2" charset="-122"/>
                <a:sym typeface="Symbol" pitchFamily="18" charset="2"/>
              </a:rPr>
              <a:t>}</a:t>
            </a:r>
          </a:p>
          <a:p>
            <a:pPr>
              <a:lnSpc>
                <a:spcPts val="2000"/>
              </a:lnSpc>
              <a:defRPr/>
            </a:pPr>
            <a:r>
              <a:rPr kumimoji="1" lang="en-US" altLang="zh-CN" sz="1600" dirty="0">
                <a:latin typeface="华文楷体" panose="02010600040101010101" pitchFamily="2" charset="-122"/>
                <a:ea typeface="华文楷体" panose="02010600040101010101" pitchFamily="2" charset="-122"/>
                <a:sym typeface="Symbol" pitchFamily="18" charset="2"/>
              </a:rPr>
              <a:t>          }</a:t>
            </a:r>
            <a:endParaRPr kumimoji="1" lang="en-US" altLang="zh-CN" sz="1600" dirty="0">
              <a:ea typeface="华文楷体" pitchFamily="2" charset="-122"/>
              <a:sym typeface="Symbol" pitchFamily="18" charset="2"/>
            </a:endParaRPr>
          </a:p>
        </p:txBody>
      </p:sp>
      <p:sp>
        <p:nvSpPr>
          <p:cNvPr id="4" name="标题 3">
            <a:extLst>
              <a:ext uri="{FF2B5EF4-FFF2-40B4-BE49-F238E27FC236}">
                <a16:creationId xmlns:a16="http://schemas.microsoft.com/office/drawing/2014/main" id="{0776FC8A-4FC6-411D-B788-50B66748615B}"/>
              </a:ext>
            </a:extLst>
          </p:cNvPr>
          <p:cNvSpPr>
            <a:spLocks noGrp="1"/>
          </p:cNvSpPr>
          <p:nvPr>
            <p:ph type="title"/>
          </p:nvPr>
        </p:nvSpPr>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层次分配算法</a:t>
            </a:r>
            <a:endParaRPr lang="zh-CN" altLang="en-US" sz="3000" dirty="0"/>
          </a:p>
        </p:txBody>
      </p:sp>
    </p:spTree>
    <p:extLst>
      <p:ext uri="{BB962C8B-B14F-4D97-AF65-F5344CB8AC3E}">
        <p14:creationId xmlns:p14="http://schemas.microsoft.com/office/powerpoint/2010/main" val="264015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wipe(down)">
                                      <p:cBhvr>
                                        <p:cTn id="7" dur="500"/>
                                        <p:tgtEl>
                                          <p:spTgt spid="5">
                                            <p:bg/>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down)">
                                      <p:cBhvr>
                                        <p:cTn id="12" dur="500"/>
                                        <p:tgtEl>
                                          <p:spTgt spid="5">
                                            <p:txEl>
                                              <p:pRg st="0" end="0"/>
                                            </p:txEl>
                                          </p:spTgt>
                                        </p:tgtEl>
                                      </p:cBhvr>
                                    </p:animEffect>
                                  </p:childTnLst>
                                </p:cTn>
                              </p:par>
                              <p:par>
                                <p:cTn id="13" presetID="22" presetClass="entr" presetSubtype="4" fill="hold" grpId="0" nodeType="withEffect">
                                  <p:stCondLst>
                                    <p:cond delay="0"/>
                                  </p:stCondLst>
                                  <p:childTnLst>
                                    <p:set>
                                      <p:cBhvr>
                                        <p:cTn id="14" dur="1" fill="hold">
                                          <p:stCondLst>
                                            <p:cond delay="0"/>
                                          </p:stCondLst>
                                        </p:cTn>
                                        <p:tgtEl>
                                          <p:spTgt spid="5">
                                            <p:txEl>
                                              <p:pRg st="1" end="1"/>
                                            </p:txEl>
                                          </p:spTgt>
                                        </p:tgtEl>
                                        <p:attrNameLst>
                                          <p:attrName>style.visibility</p:attrName>
                                        </p:attrNameLst>
                                      </p:cBhvr>
                                      <p:to>
                                        <p:strVal val="visible"/>
                                      </p:to>
                                    </p:set>
                                    <p:animEffect transition="in" filter="wipe(down)">
                                      <p:cBhvr>
                                        <p:cTn id="15" dur="500"/>
                                        <p:tgtEl>
                                          <p:spTgt spid="5">
                                            <p:txEl>
                                              <p:pRg st="1" end="1"/>
                                            </p:txEl>
                                          </p:spTgt>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5">
                                            <p:txEl>
                                              <p:pRg st="2" end="2"/>
                                            </p:txEl>
                                          </p:spTgt>
                                        </p:tgtEl>
                                        <p:attrNameLst>
                                          <p:attrName>style.visibility</p:attrName>
                                        </p:attrNameLst>
                                      </p:cBhvr>
                                      <p:to>
                                        <p:strVal val="visible"/>
                                      </p:to>
                                    </p:set>
                                    <p:animEffect transition="in" filter="wipe(down)">
                                      <p:cBhvr>
                                        <p:cTn id="18" dur="500"/>
                                        <p:tgtEl>
                                          <p:spTgt spid="5">
                                            <p:txEl>
                                              <p:pRg st="2" end="2"/>
                                            </p:txEl>
                                          </p:spTgt>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animEffect transition="in" filter="wipe(down)">
                                      <p:cBhvr>
                                        <p:cTn id="21" dur="500"/>
                                        <p:tgtEl>
                                          <p:spTgt spid="5">
                                            <p:txEl>
                                              <p:pRg st="3" end="3"/>
                                            </p:txEl>
                                          </p:spTgt>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5">
                                            <p:txEl>
                                              <p:pRg st="4" end="4"/>
                                            </p:txEl>
                                          </p:spTgt>
                                        </p:tgtEl>
                                        <p:attrNameLst>
                                          <p:attrName>style.visibility</p:attrName>
                                        </p:attrNameLst>
                                      </p:cBhvr>
                                      <p:to>
                                        <p:strVal val="visible"/>
                                      </p:to>
                                    </p:set>
                                    <p:animEffect transition="in" filter="wipe(down)">
                                      <p:cBhvr>
                                        <p:cTn id="24" dur="500"/>
                                        <p:tgtEl>
                                          <p:spTgt spid="5">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grpId="0" nodeType="clickEffect">
                                  <p:stCondLst>
                                    <p:cond delay="0"/>
                                  </p:stCondLst>
                                  <p:childTnLst>
                                    <p:set>
                                      <p:cBhvr>
                                        <p:cTn id="28" dur="1" fill="hold">
                                          <p:stCondLst>
                                            <p:cond delay="0"/>
                                          </p:stCondLst>
                                        </p:cTn>
                                        <p:tgtEl>
                                          <p:spTgt spid="5">
                                            <p:txEl>
                                              <p:pRg st="5" end="5"/>
                                            </p:txEl>
                                          </p:spTgt>
                                        </p:tgtEl>
                                        <p:attrNameLst>
                                          <p:attrName>style.visibility</p:attrName>
                                        </p:attrNameLst>
                                      </p:cBhvr>
                                      <p:to>
                                        <p:strVal val="visible"/>
                                      </p:to>
                                    </p:set>
                                    <p:animEffect transition="in" filter="wipe(down)">
                                      <p:cBhvr>
                                        <p:cTn id="29" dur="500"/>
                                        <p:tgtEl>
                                          <p:spTgt spid="5">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5">
                                            <p:txEl>
                                              <p:pRg st="6" end="6"/>
                                            </p:txEl>
                                          </p:spTgt>
                                        </p:tgtEl>
                                        <p:attrNameLst>
                                          <p:attrName>style.visibility</p:attrName>
                                        </p:attrNameLst>
                                      </p:cBhvr>
                                      <p:to>
                                        <p:strVal val="visible"/>
                                      </p:to>
                                    </p:set>
                                    <p:animEffect transition="in" filter="wipe(down)">
                                      <p:cBhvr>
                                        <p:cTn id="34" dur="500"/>
                                        <p:tgtEl>
                                          <p:spTgt spid="5">
                                            <p:txEl>
                                              <p:pRg st="6" end="6"/>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4" fill="hold" grpId="0" nodeType="clickEffect">
                                  <p:stCondLst>
                                    <p:cond delay="0"/>
                                  </p:stCondLst>
                                  <p:childTnLst>
                                    <p:set>
                                      <p:cBhvr>
                                        <p:cTn id="38" dur="1" fill="hold">
                                          <p:stCondLst>
                                            <p:cond delay="0"/>
                                          </p:stCondLst>
                                        </p:cTn>
                                        <p:tgtEl>
                                          <p:spTgt spid="5">
                                            <p:txEl>
                                              <p:pRg st="7" end="7"/>
                                            </p:txEl>
                                          </p:spTgt>
                                        </p:tgtEl>
                                        <p:attrNameLst>
                                          <p:attrName>style.visibility</p:attrName>
                                        </p:attrNameLst>
                                      </p:cBhvr>
                                      <p:to>
                                        <p:strVal val="visible"/>
                                      </p:to>
                                    </p:set>
                                    <p:animEffect transition="in" filter="wipe(down)">
                                      <p:cBhvr>
                                        <p:cTn id="39" dur="500"/>
                                        <p:tgtEl>
                                          <p:spTgt spid="5">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4" fill="hold" grpId="0" nodeType="clickEffect">
                                  <p:stCondLst>
                                    <p:cond delay="0"/>
                                  </p:stCondLst>
                                  <p:childTnLst>
                                    <p:set>
                                      <p:cBhvr>
                                        <p:cTn id="43" dur="1" fill="hold">
                                          <p:stCondLst>
                                            <p:cond delay="0"/>
                                          </p:stCondLst>
                                        </p:cTn>
                                        <p:tgtEl>
                                          <p:spTgt spid="5">
                                            <p:txEl>
                                              <p:pRg st="8" end="8"/>
                                            </p:txEl>
                                          </p:spTgt>
                                        </p:tgtEl>
                                        <p:attrNameLst>
                                          <p:attrName>style.visibility</p:attrName>
                                        </p:attrNameLst>
                                      </p:cBhvr>
                                      <p:to>
                                        <p:strVal val="visible"/>
                                      </p:to>
                                    </p:set>
                                    <p:animEffect transition="in" filter="wipe(down)">
                                      <p:cBhvr>
                                        <p:cTn id="44" dur="500"/>
                                        <p:tgtEl>
                                          <p:spTgt spid="5">
                                            <p:txEl>
                                              <p:pRg st="8" end="8"/>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4" fill="hold" grpId="0" nodeType="clickEffect">
                                  <p:stCondLst>
                                    <p:cond delay="0"/>
                                  </p:stCondLst>
                                  <p:childTnLst>
                                    <p:set>
                                      <p:cBhvr>
                                        <p:cTn id="48" dur="1" fill="hold">
                                          <p:stCondLst>
                                            <p:cond delay="0"/>
                                          </p:stCondLst>
                                        </p:cTn>
                                        <p:tgtEl>
                                          <p:spTgt spid="5">
                                            <p:txEl>
                                              <p:pRg st="9" end="9"/>
                                            </p:txEl>
                                          </p:spTgt>
                                        </p:tgtEl>
                                        <p:attrNameLst>
                                          <p:attrName>style.visibility</p:attrName>
                                        </p:attrNameLst>
                                      </p:cBhvr>
                                      <p:to>
                                        <p:strVal val="visible"/>
                                      </p:to>
                                    </p:set>
                                    <p:animEffect transition="in" filter="wipe(down)">
                                      <p:cBhvr>
                                        <p:cTn id="49" dur="500"/>
                                        <p:tgtEl>
                                          <p:spTgt spid="5">
                                            <p:txEl>
                                              <p:pRg st="9" end="9"/>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4" fill="hold" grpId="0" nodeType="clickEffect">
                                  <p:stCondLst>
                                    <p:cond delay="0"/>
                                  </p:stCondLst>
                                  <p:childTnLst>
                                    <p:set>
                                      <p:cBhvr>
                                        <p:cTn id="53" dur="1" fill="hold">
                                          <p:stCondLst>
                                            <p:cond delay="0"/>
                                          </p:stCondLst>
                                        </p:cTn>
                                        <p:tgtEl>
                                          <p:spTgt spid="5">
                                            <p:txEl>
                                              <p:pRg st="10" end="10"/>
                                            </p:txEl>
                                          </p:spTgt>
                                        </p:tgtEl>
                                        <p:attrNameLst>
                                          <p:attrName>style.visibility</p:attrName>
                                        </p:attrNameLst>
                                      </p:cBhvr>
                                      <p:to>
                                        <p:strVal val="visible"/>
                                      </p:to>
                                    </p:set>
                                    <p:animEffect transition="in" filter="wipe(down)">
                                      <p:cBhvr>
                                        <p:cTn id="54" dur="500"/>
                                        <p:tgtEl>
                                          <p:spTgt spid="5">
                                            <p:txEl>
                                              <p:pRg st="10" end="10"/>
                                            </p:txEl>
                                          </p:spTgt>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4" fill="hold" grpId="0" nodeType="clickEffect">
                                  <p:stCondLst>
                                    <p:cond delay="0"/>
                                  </p:stCondLst>
                                  <p:childTnLst>
                                    <p:set>
                                      <p:cBhvr>
                                        <p:cTn id="58" dur="1" fill="hold">
                                          <p:stCondLst>
                                            <p:cond delay="0"/>
                                          </p:stCondLst>
                                        </p:cTn>
                                        <p:tgtEl>
                                          <p:spTgt spid="5">
                                            <p:txEl>
                                              <p:pRg st="11" end="11"/>
                                            </p:txEl>
                                          </p:spTgt>
                                        </p:tgtEl>
                                        <p:attrNameLst>
                                          <p:attrName>style.visibility</p:attrName>
                                        </p:attrNameLst>
                                      </p:cBhvr>
                                      <p:to>
                                        <p:strVal val="visible"/>
                                      </p:to>
                                    </p:set>
                                    <p:animEffect transition="in" filter="wipe(down)">
                                      <p:cBhvr>
                                        <p:cTn id="59" dur="500"/>
                                        <p:tgtEl>
                                          <p:spTgt spid="5">
                                            <p:txEl>
                                              <p:pRg st="11" end="11"/>
                                            </p:txEl>
                                          </p:spTgt>
                                        </p:tgtEl>
                                      </p:cBhvr>
                                    </p:animEffect>
                                  </p:childTnLst>
                                </p:cTn>
                              </p:par>
                              <p:par>
                                <p:cTn id="60" presetID="22" presetClass="entr" presetSubtype="4" fill="hold" grpId="0" nodeType="withEffect">
                                  <p:stCondLst>
                                    <p:cond delay="0"/>
                                  </p:stCondLst>
                                  <p:childTnLst>
                                    <p:set>
                                      <p:cBhvr>
                                        <p:cTn id="61" dur="1" fill="hold">
                                          <p:stCondLst>
                                            <p:cond delay="0"/>
                                          </p:stCondLst>
                                        </p:cTn>
                                        <p:tgtEl>
                                          <p:spTgt spid="5">
                                            <p:txEl>
                                              <p:pRg st="12" end="12"/>
                                            </p:txEl>
                                          </p:spTgt>
                                        </p:tgtEl>
                                        <p:attrNameLst>
                                          <p:attrName>style.visibility</p:attrName>
                                        </p:attrNameLst>
                                      </p:cBhvr>
                                      <p:to>
                                        <p:strVal val="visible"/>
                                      </p:to>
                                    </p:set>
                                    <p:animEffect transition="in" filter="wipe(down)">
                                      <p:cBhvr>
                                        <p:cTn id="62" dur="500"/>
                                        <p:tgtEl>
                                          <p:spTgt spid="5">
                                            <p:txEl>
                                              <p:pRg st="12" end="12"/>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4" fill="hold" grpId="0" nodeType="clickEffect">
                                  <p:stCondLst>
                                    <p:cond delay="0"/>
                                  </p:stCondLst>
                                  <p:childTnLst>
                                    <p:set>
                                      <p:cBhvr>
                                        <p:cTn id="66" dur="1" fill="hold">
                                          <p:stCondLst>
                                            <p:cond delay="0"/>
                                          </p:stCondLst>
                                        </p:cTn>
                                        <p:tgtEl>
                                          <p:spTgt spid="5">
                                            <p:txEl>
                                              <p:pRg st="13" end="13"/>
                                            </p:txEl>
                                          </p:spTgt>
                                        </p:tgtEl>
                                        <p:attrNameLst>
                                          <p:attrName>style.visibility</p:attrName>
                                        </p:attrNameLst>
                                      </p:cBhvr>
                                      <p:to>
                                        <p:strVal val="visible"/>
                                      </p:to>
                                    </p:set>
                                    <p:animEffect transition="in" filter="wipe(down)">
                                      <p:cBhvr>
                                        <p:cTn id="67" dur="500"/>
                                        <p:tgtEl>
                                          <p:spTgt spid="5">
                                            <p:txEl>
                                              <p:pRg st="13" end="13"/>
                                            </p:txEl>
                                          </p:spTgt>
                                        </p:tgtEl>
                                      </p:cBhvr>
                                    </p:animEffect>
                                  </p:childTnLst>
                                </p:cTn>
                              </p:par>
                              <p:par>
                                <p:cTn id="68" presetID="22" presetClass="entr" presetSubtype="4" fill="hold" grpId="0" nodeType="withEffect">
                                  <p:stCondLst>
                                    <p:cond delay="0"/>
                                  </p:stCondLst>
                                  <p:childTnLst>
                                    <p:set>
                                      <p:cBhvr>
                                        <p:cTn id="69" dur="1" fill="hold">
                                          <p:stCondLst>
                                            <p:cond delay="0"/>
                                          </p:stCondLst>
                                        </p:cTn>
                                        <p:tgtEl>
                                          <p:spTgt spid="5">
                                            <p:txEl>
                                              <p:pRg st="14" end="14"/>
                                            </p:txEl>
                                          </p:spTgt>
                                        </p:tgtEl>
                                        <p:attrNameLst>
                                          <p:attrName>style.visibility</p:attrName>
                                        </p:attrNameLst>
                                      </p:cBhvr>
                                      <p:to>
                                        <p:strVal val="visible"/>
                                      </p:to>
                                    </p:set>
                                    <p:animEffect transition="in" filter="wipe(down)">
                                      <p:cBhvr>
                                        <p:cTn id="70" dur="500"/>
                                        <p:tgtEl>
                                          <p:spTgt spid="5">
                                            <p:txEl>
                                              <p:pRg st="14" end="14"/>
                                            </p:txEl>
                                          </p:spTgt>
                                        </p:tgtEl>
                                      </p:cBhvr>
                                    </p:animEffect>
                                  </p:childTnLst>
                                </p:cTn>
                              </p:par>
                              <p:par>
                                <p:cTn id="71" presetID="22" presetClass="entr" presetSubtype="4" fill="hold" grpId="0" nodeType="withEffect">
                                  <p:stCondLst>
                                    <p:cond delay="0"/>
                                  </p:stCondLst>
                                  <p:childTnLst>
                                    <p:set>
                                      <p:cBhvr>
                                        <p:cTn id="72" dur="1" fill="hold">
                                          <p:stCondLst>
                                            <p:cond delay="0"/>
                                          </p:stCondLst>
                                        </p:cTn>
                                        <p:tgtEl>
                                          <p:spTgt spid="5">
                                            <p:txEl>
                                              <p:pRg st="15" end="15"/>
                                            </p:txEl>
                                          </p:spTgt>
                                        </p:tgtEl>
                                        <p:attrNameLst>
                                          <p:attrName>style.visibility</p:attrName>
                                        </p:attrNameLst>
                                      </p:cBhvr>
                                      <p:to>
                                        <p:strVal val="visible"/>
                                      </p:to>
                                    </p:set>
                                    <p:animEffect transition="in" filter="wipe(down)">
                                      <p:cBhvr>
                                        <p:cTn id="73" dur="500"/>
                                        <p:tgtEl>
                                          <p:spTgt spid="5">
                                            <p:txEl>
                                              <p:pRg st="15" end="15"/>
                                            </p:txEl>
                                          </p:spTgt>
                                        </p:tgtEl>
                                      </p:cBhvr>
                                    </p:animEffect>
                                  </p:childTnLst>
                                </p:cTn>
                              </p:par>
                              <p:par>
                                <p:cTn id="74" presetID="22" presetClass="entr" presetSubtype="4" fill="hold" grpId="0" nodeType="withEffect">
                                  <p:stCondLst>
                                    <p:cond delay="0"/>
                                  </p:stCondLst>
                                  <p:childTnLst>
                                    <p:set>
                                      <p:cBhvr>
                                        <p:cTn id="75" dur="1" fill="hold">
                                          <p:stCondLst>
                                            <p:cond delay="0"/>
                                          </p:stCondLst>
                                        </p:cTn>
                                        <p:tgtEl>
                                          <p:spTgt spid="5">
                                            <p:txEl>
                                              <p:pRg st="16" end="16"/>
                                            </p:txEl>
                                          </p:spTgt>
                                        </p:tgtEl>
                                        <p:attrNameLst>
                                          <p:attrName>style.visibility</p:attrName>
                                        </p:attrNameLst>
                                      </p:cBhvr>
                                      <p:to>
                                        <p:strVal val="visible"/>
                                      </p:to>
                                    </p:set>
                                    <p:animEffect transition="in" filter="wipe(down)">
                                      <p:cBhvr>
                                        <p:cTn id="76" dur="500"/>
                                        <p:tgtEl>
                                          <p:spTgt spid="5">
                                            <p:txEl>
                                              <p:pRg st="16" end="1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899592" y="123478"/>
            <a:ext cx="7787208" cy="662335"/>
          </a:xfrm>
        </p:spPr>
        <p:txBody>
          <a:bodyPr/>
          <a:lstStyle/>
          <a:p>
            <a:pPr>
              <a:defRPr/>
            </a:pPr>
            <a:br>
              <a:rPr lang="en-US" altLang="zh-CN" sz="2000" i="1" dirty="0">
                <a:solidFill>
                  <a:srgbClr val="0070C0"/>
                </a:solidFill>
                <a:ea typeface="楷体_GB2312" pitchFamily="49" charset="-122"/>
                <a:cs typeface="Times New Roman" pitchFamily="18" charset="0"/>
              </a:rPr>
            </a:br>
            <a:r>
              <a:rPr lang="en-US" altLang="zh-CN" sz="2000" i="1" dirty="0">
                <a:solidFill>
                  <a:srgbClr val="0070C0"/>
                </a:solidFill>
                <a:cs typeface="Times New Roman" panose="02020603050405020304" pitchFamily="18" charset="0"/>
              </a:rPr>
              <a:t>Units</a:t>
            </a:r>
            <a:r>
              <a:rPr lang="en-US" altLang="zh-CN" sz="2000" dirty="0">
                <a:solidFill>
                  <a:srgbClr val="0070C0"/>
                </a:solidFill>
                <a:cs typeface="Times New Roman" panose="02020603050405020304" pitchFamily="18" charset="0"/>
              </a:rPr>
              <a:t>[</a:t>
            </a:r>
            <a:r>
              <a:rPr lang="en-US" altLang="zh-CN" sz="2000" i="1" dirty="0">
                <a:solidFill>
                  <a:srgbClr val="0070C0"/>
                </a:solidFill>
                <a:cs typeface="Times New Roman" panose="02020603050405020304" pitchFamily="18" charset="0"/>
              </a:rPr>
              <a:t>n</a:t>
            </a:r>
            <a:r>
              <a:rPr lang="en-US" altLang="zh-CN" sz="2000" dirty="0">
                <a:solidFill>
                  <a:srgbClr val="0070C0"/>
                </a:solidFill>
                <a:cs typeface="Times New Roman" panose="02020603050405020304" pitchFamily="18" charset="0"/>
              </a:rPr>
              <a:t>]</a:t>
            </a:r>
            <a:r>
              <a:rPr lang="zh-CN" altLang="en-US" sz="2000" dirty="0">
                <a:solidFill>
                  <a:schemeClr val="tx1"/>
                </a:solidFill>
                <a:cs typeface="Times New Roman" panose="02020603050405020304" pitchFamily="18" charset="0"/>
              </a:rPr>
              <a:t>：</a:t>
            </a:r>
            <a:r>
              <a:rPr lang="zh-CN" altLang="en-US" sz="2000" dirty="0">
                <a:solidFill>
                  <a:schemeClr val="tx1"/>
                </a:solidFill>
                <a:latin typeface="+mn-ea"/>
                <a:ea typeface="+mn-ea"/>
                <a:cs typeface="Times New Roman" panose="02020603050405020304" pitchFamily="18" charset="0"/>
              </a:rPr>
              <a:t>过程所需内存数量</a:t>
            </a:r>
            <a:br>
              <a:rPr lang="en-US" altLang="zh-CN" sz="2000" dirty="0">
                <a:solidFill>
                  <a:schemeClr val="tx1"/>
                </a:solidFill>
                <a:cs typeface="Times New Roman" panose="02020603050405020304" pitchFamily="18" charset="0"/>
              </a:rPr>
            </a:br>
            <a:r>
              <a:rPr lang="en-US" altLang="zh-CN" sz="2000" i="1" dirty="0">
                <a:solidFill>
                  <a:srgbClr val="0070C0"/>
                </a:solidFill>
                <a:ea typeface="楷体_GB2312" pitchFamily="49" charset="-122"/>
                <a:cs typeface="Times New Roman" pitchFamily="18" charset="0"/>
              </a:rPr>
              <a:t>base</a:t>
            </a:r>
            <a:r>
              <a:rPr lang="en-US" altLang="zh-CN" sz="2000" dirty="0">
                <a:solidFill>
                  <a:srgbClr val="0070C0"/>
                </a:solidFill>
                <a:ea typeface="楷体_GB2312" pitchFamily="49" charset="-122"/>
                <a:cs typeface="Times New Roman" pitchFamily="18" charset="0"/>
              </a:rPr>
              <a:t>[ </a:t>
            </a:r>
            <a:r>
              <a:rPr lang="en-US" altLang="zh-CN" sz="2000" i="1" dirty="0" err="1">
                <a:solidFill>
                  <a:srgbClr val="0070C0"/>
                </a:solidFill>
                <a:ea typeface="楷体_GB2312" pitchFamily="49" charset="-122"/>
                <a:cs typeface="Times New Roman" pitchFamily="18" charset="0"/>
              </a:rPr>
              <a:t>i</a:t>
            </a:r>
            <a:r>
              <a:rPr lang="en-US" altLang="zh-CN" sz="2000" i="1" dirty="0">
                <a:solidFill>
                  <a:srgbClr val="0070C0"/>
                </a:solidFill>
                <a:ea typeface="楷体_GB2312" pitchFamily="49" charset="-122"/>
                <a:cs typeface="Times New Roman" pitchFamily="18" charset="0"/>
              </a:rPr>
              <a:t> </a:t>
            </a:r>
            <a:r>
              <a:rPr lang="en-US" altLang="zh-CN" sz="2000" dirty="0">
                <a:solidFill>
                  <a:srgbClr val="0070C0"/>
                </a:solidFill>
                <a:ea typeface="楷体_GB2312" pitchFamily="49" charset="-122"/>
                <a:cs typeface="Times New Roman" pitchFamily="18" charset="0"/>
              </a:rPr>
              <a:t>]:</a:t>
            </a:r>
            <a:r>
              <a:rPr lang="zh-CN" altLang="en-US" sz="2000" dirty="0">
                <a:solidFill>
                  <a:schemeClr val="tx1"/>
                </a:solidFill>
                <a:latin typeface="+mn-ea"/>
                <a:ea typeface="+mn-ea"/>
                <a:cs typeface="Times New Roman" pitchFamily="18" charset="0"/>
              </a:rPr>
              <a:t>第</a:t>
            </a:r>
            <a:r>
              <a:rPr lang="en-US" altLang="zh-CN" sz="2000" i="1" dirty="0" err="1">
                <a:solidFill>
                  <a:schemeClr val="tx1"/>
                </a:solidFill>
                <a:latin typeface="+mn-ea"/>
                <a:ea typeface="+mn-ea"/>
                <a:cs typeface="Times New Roman" pitchFamily="18" charset="0"/>
              </a:rPr>
              <a:t>i</a:t>
            </a:r>
            <a:r>
              <a:rPr lang="zh-CN" altLang="en-US" sz="2000" dirty="0">
                <a:solidFill>
                  <a:schemeClr val="tx1"/>
                </a:solidFill>
                <a:latin typeface="+mn-ea"/>
                <a:ea typeface="+mn-ea"/>
                <a:cs typeface="Times New Roman" pitchFamily="18" charset="0"/>
              </a:rPr>
              <a:t>个过程局部数据区的</a:t>
            </a:r>
            <a:r>
              <a:rPr lang="zh-CN" altLang="en-US" sz="2000" dirty="0">
                <a:solidFill>
                  <a:srgbClr val="0070C0"/>
                </a:solidFill>
                <a:latin typeface="+mn-ea"/>
                <a:ea typeface="+mn-ea"/>
                <a:cs typeface="Times New Roman" pitchFamily="18" charset="0"/>
              </a:rPr>
              <a:t>基地址</a:t>
            </a:r>
            <a:br>
              <a:rPr lang="zh-CN" altLang="en-US" sz="2000" dirty="0">
                <a:solidFill>
                  <a:schemeClr val="tx1"/>
                </a:solidFill>
                <a:ea typeface="楷体_GB2312" pitchFamily="49" charset="-122"/>
                <a:cs typeface="Times New Roman" pitchFamily="18" charset="0"/>
              </a:rPr>
            </a:br>
            <a:r>
              <a:rPr lang="en-US" altLang="zh-CN" sz="2000" i="1" dirty="0">
                <a:solidFill>
                  <a:srgbClr val="0070C0"/>
                </a:solidFill>
                <a:ea typeface="楷体_GB2312" pitchFamily="49" charset="-122"/>
                <a:cs typeface="Times New Roman" pitchFamily="18" charset="0"/>
              </a:rPr>
              <a:t>allocated</a:t>
            </a:r>
            <a:r>
              <a:rPr lang="en-US" altLang="zh-CN" sz="2000" dirty="0">
                <a:solidFill>
                  <a:srgbClr val="0070C0"/>
                </a:solidFill>
                <a:ea typeface="楷体_GB2312" pitchFamily="49" charset="-122"/>
                <a:cs typeface="Times New Roman" pitchFamily="18" charset="0"/>
              </a:rPr>
              <a:t>[ </a:t>
            </a:r>
            <a:r>
              <a:rPr lang="en-US" altLang="zh-CN" sz="2000" i="1" dirty="0" err="1">
                <a:solidFill>
                  <a:srgbClr val="0070C0"/>
                </a:solidFill>
                <a:ea typeface="楷体_GB2312" pitchFamily="49" charset="-122"/>
                <a:cs typeface="Times New Roman" pitchFamily="18" charset="0"/>
              </a:rPr>
              <a:t>i</a:t>
            </a:r>
            <a:r>
              <a:rPr lang="en-US" altLang="zh-CN" sz="2000" i="1" dirty="0">
                <a:solidFill>
                  <a:srgbClr val="0070C0"/>
                </a:solidFill>
                <a:ea typeface="楷体_GB2312" pitchFamily="49" charset="-122"/>
                <a:cs typeface="Times New Roman" pitchFamily="18" charset="0"/>
              </a:rPr>
              <a:t> </a:t>
            </a:r>
            <a:r>
              <a:rPr lang="en-US" altLang="zh-CN" sz="2000" dirty="0">
                <a:solidFill>
                  <a:srgbClr val="0070C0"/>
                </a:solidFill>
                <a:ea typeface="楷体_GB2312" pitchFamily="49" charset="-122"/>
                <a:cs typeface="Times New Roman" pitchFamily="18" charset="0"/>
              </a:rPr>
              <a:t>]:</a:t>
            </a:r>
            <a:r>
              <a:rPr lang="zh-CN" altLang="en-US" sz="2000" dirty="0">
                <a:solidFill>
                  <a:schemeClr val="tx1"/>
                </a:solidFill>
                <a:latin typeface="+mn-ea"/>
                <a:ea typeface="+mn-ea"/>
                <a:cs typeface="Times New Roman" pitchFamily="18" charset="0"/>
              </a:rPr>
              <a:t>第</a:t>
            </a:r>
            <a:r>
              <a:rPr lang="en-US" altLang="zh-CN" sz="2000" i="1" dirty="0" err="1">
                <a:solidFill>
                  <a:schemeClr val="tx1"/>
                </a:solidFill>
                <a:latin typeface="+mn-ea"/>
                <a:ea typeface="+mn-ea"/>
                <a:cs typeface="Times New Roman" pitchFamily="18" charset="0"/>
              </a:rPr>
              <a:t>i</a:t>
            </a:r>
            <a:r>
              <a:rPr lang="zh-CN" altLang="en-US" sz="2000" dirty="0">
                <a:solidFill>
                  <a:schemeClr val="tx1"/>
                </a:solidFill>
                <a:latin typeface="+mn-ea"/>
                <a:ea typeface="+mn-ea"/>
                <a:cs typeface="Times New Roman" pitchFamily="18" charset="0"/>
              </a:rPr>
              <a:t>个过程局部数据区</a:t>
            </a:r>
            <a:r>
              <a:rPr lang="zh-CN" altLang="en-US" sz="2000" dirty="0">
                <a:solidFill>
                  <a:srgbClr val="0070C0"/>
                </a:solidFill>
                <a:latin typeface="+mn-ea"/>
                <a:ea typeface="+mn-ea"/>
                <a:cs typeface="Times New Roman" pitchFamily="18" charset="0"/>
              </a:rPr>
              <a:t>是否分配</a:t>
            </a:r>
            <a:r>
              <a:rPr lang="zh-CN" altLang="en-US" sz="2000" dirty="0">
                <a:solidFill>
                  <a:schemeClr val="tx1"/>
                </a:solidFill>
                <a:latin typeface="+mn-ea"/>
                <a:ea typeface="+mn-ea"/>
                <a:cs typeface="Times New Roman" pitchFamily="18" charset="0"/>
              </a:rPr>
              <a:t>的标志</a:t>
            </a:r>
            <a:br>
              <a:rPr lang="zh-CN" altLang="en-US" sz="2000" dirty="0">
                <a:solidFill>
                  <a:schemeClr val="tx1"/>
                </a:solidFill>
                <a:latin typeface="+mn-ea"/>
                <a:ea typeface="+mn-ea"/>
                <a:cs typeface="Times New Roman" pitchFamily="18" charset="0"/>
              </a:rPr>
            </a:br>
            <a:endParaRPr lang="zh-CN" altLang="en-US" sz="2000" dirty="0">
              <a:solidFill>
                <a:schemeClr val="tx1"/>
              </a:solidFill>
              <a:latin typeface="+mn-ea"/>
              <a:ea typeface="+mn-ea"/>
              <a:cs typeface="Times New Roman" pitchFamily="18" charset="0"/>
            </a:endParaRPr>
          </a:p>
        </p:txBody>
      </p:sp>
      <p:pic>
        <p:nvPicPr>
          <p:cNvPr id="50179"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915988"/>
            <a:ext cx="1979613"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2"/>
          <p:cNvSpPr txBox="1">
            <a:spLocks noChangeArrowheads="1"/>
          </p:cNvSpPr>
          <p:nvPr/>
        </p:nvSpPr>
        <p:spPr bwMode="auto">
          <a:xfrm>
            <a:off x="1928813" y="987425"/>
            <a:ext cx="7164387" cy="3887788"/>
          </a:xfrm>
          <a:prstGeom prst="rect">
            <a:avLst/>
          </a:prstGeom>
          <a:solidFill>
            <a:schemeClr val="accent5">
              <a:lumMod val="20000"/>
              <a:lumOff val="80000"/>
            </a:schemeClr>
          </a:solidFill>
          <a:ln>
            <a:solidFill>
              <a:schemeClr val="tx1"/>
            </a:solidFill>
          </a:ln>
        </p:spPr>
        <p:txBody>
          <a:bodyPr lIns="68580" tIns="34290" rIns="68580" bIns="34290" anchor="ctr"/>
          <a:lstStyle/>
          <a:p>
            <a:pPr>
              <a:lnSpc>
                <a:spcPts val="2000"/>
              </a:lnSpc>
              <a:defRPr/>
            </a:pPr>
            <a:r>
              <a:rPr lang="en-US" altLang="zh-CN" sz="1800" i="1" dirty="0">
                <a:solidFill>
                  <a:srgbClr val="000000"/>
                </a:solidFill>
                <a:cs typeface="Times New Roman" pitchFamily="18" charset="0"/>
              </a:rPr>
              <a:t>void  </a:t>
            </a:r>
            <a:r>
              <a:rPr lang="en-US" altLang="zh-CN" sz="1800" i="1" dirty="0" err="1">
                <a:solidFill>
                  <a:srgbClr val="000000"/>
                </a:solidFill>
                <a:cs typeface="Times New Roman" pitchFamily="18" charset="0"/>
              </a:rPr>
              <a:t>MakeFortranBlockAllocated</a:t>
            </a:r>
            <a:r>
              <a:rPr lang="en-US" altLang="zh-CN" sz="1800" dirty="0">
                <a:solidFill>
                  <a:srgbClr val="000000"/>
                </a:solidFill>
                <a:cs typeface="Times New Roman" pitchFamily="18" charset="0"/>
              </a:rPr>
              <a:t>(</a:t>
            </a:r>
            <a:r>
              <a:rPr lang="en-US" altLang="zh-CN" sz="1800" i="1" dirty="0">
                <a:solidFill>
                  <a:srgbClr val="000000"/>
                </a:solidFill>
                <a:cs typeface="Times New Roman" pitchFamily="18" charset="0"/>
              </a:rPr>
              <a:t>int</a:t>
            </a:r>
            <a:r>
              <a:rPr kumimoji="1" lang="en-US" altLang="zh-CN" sz="1800" dirty="0">
                <a:solidFill>
                  <a:srgbClr val="000000"/>
                </a:solidFill>
                <a:ea typeface="华文楷体" pitchFamily="2" charset="-122"/>
                <a:cs typeface="Times New Roman" pitchFamily="18" charset="0"/>
                <a:sym typeface="Symbol" pitchFamily="18" charset="2"/>
              </a:rPr>
              <a:t> </a:t>
            </a:r>
            <a:r>
              <a:rPr kumimoji="1" lang="zh-CN" altLang="en-US" sz="1800" dirty="0">
                <a:solidFill>
                  <a:srgbClr val="000000"/>
                </a:solidFill>
                <a:ea typeface="华文楷体" pitchFamily="2" charset="-122"/>
                <a:cs typeface="Times New Roman" pitchFamily="18" charset="0"/>
                <a:sym typeface="Symbol" pitchFamily="18" charset="2"/>
              </a:rPr>
              <a:t>*</a:t>
            </a:r>
            <a:r>
              <a:rPr kumimoji="1" lang="en-US" altLang="zh-CN" sz="1800" i="1" dirty="0">
                <a:solidFill>
                  <a:srgbClr val="000000"/>
                </a:solidFill>
                <a:ea typeface="华文楷体" pitchFamily="2" charset="-122"/>
                <a:cs typeface="Times New Roman" pitchFamily="18" charset="0"/>
                <a:sym typeface="Symbol" pitchFamily="18" charset="2"/>
              </a:rPr>
              <a:t>Units, int </a:t>
            </a:r>
            <a:r>
              <a:rPr kumimoji="1" lang="zh-CN" altLang="en-US" sz="1800" dirty="0">
                <a:solidFill>
                  <a:srgbClr val="000000"/>
                </a:solidFill>
                <a:ea typeface="华文楷体" pitchFamily="2" charset="-122"/>
                <a:cs typeface="Times New Roman" pitchFamily="18" charset="0"/>
                <a:sym typeface="Symbol" pitchFamily="18" charset="2"/>
              </a:rPr>
              <a:t>*</a:t>
            </a:r>
            <a:r>
              <a:rPr kumimoji="1" lang="en-US" altLang="zh-CN" sz="1800" i="1" dirty="0">
                <a:solidFill>
                  <a:srgbClr val="000000"/>
                </a:solidFill>
                <a:ea typeface="华文楷体" pitchFamily="2" charset="-122"/>
                <a:cs typeface="Times New Roman" pitchFamily="18" charset="0"/>
                <a:sym typeface="Symbol" pitchFamily="18" charset="2"/>
              </a:rPr>
              <a:t>base, int  </a:t>
            </a:r>
            <a:r>
              <a:rPr kumimoji="1" lang="en-US" altLang="zh-CN" sz="1800" i="1" dirty="0" err="1">
                <a:solidFill>
                  <a:srgbClr val="000000"/>
                </a:solidFill>
                <a:ea typeface="华文楷体" pitchFamily="2" charset="-122"/>
                <a:cs typeface="Times New Roman" pitchFamily="18" charset="0"/>
                <a:sym typeface="Symbol" pitchFamily="18" charset="2"/>
              </a:rPr>
              <a:t>NoOfBlocks</a:t>
            </a:r>
            <a:r>
              <a:rPr kumimoji="1" lang="en-US" altLang="zh-CN" sz="1800" i="1" dirty="0">
                <a:solidFill>
                  <a:srgbClr val="000000"/>
                </a:solidFill>
                <a:ea typeface="华文楷体" pitchFamily="2" charset="-122"/>
                <a:cs typeface="Times New Roman" pitchFamily="18" charset="0"/>
                <a:sym typeface="Symbol" pitchFamily="18" charset="2"/>
              </a:rPr>
              <a:t> </a:t>
            </a:r>
            <a:r>
              <a:rPr lang="en-US" altLang="zh-CN" sz="1800" dirty="0">
                <a:solidFill>
                  <a:srgbClr val="000000"/>
                </a:solidFill>
                <a:cs typeface="Times New Roman" pitchFamily="18" charset="0"/>
              </a:rPr>
              <a:t>)</a:t>
            </a:r>
          </a:p>
          <a:p>
            <a:pPr>
              <a:lnSpc>
                <a:spcPts val="2000"/>
              </a:lnSpc>
              <a:defRPr/>
            </a:pPr>
            <a:r>
              <a:rPr kumimoji="1" lang="en-US" altLang="zh-CN" sz="1800" dirty="0">
                <a:solidFill>
                  <a:srgbClr val="000000"/>
                </a:solidFill>
                <a:sym typeface="Symbol" pitchFamily="18" charset="2"/>
              </a:rPr>
              <a:t>{ </a:t>
            </a:r>
            <a:r>
              <a:rPr kumimoji="1" lang="en-US" altLang="zh-CN" sz="1800" dirty="0">
                <a:solidFill>
                  <a:srgbClr val="00B050"/>
                </a:solidFill>
                <a:ea typeface="华文楷体" pitchFamily="2" charset="-122"/>
                <a:sym typeface="Symbol" pitchFamily="18" charset="2"/>
              </a:rPr>
              <a:t>/</a:t>
            </a:r>
            <a:r>
              <a:rPr kumimoji="1" lang="zh-CN" altLang="en-US" sz="1600" dirty="0">
                <a:solidFill>
                  <a:srgbClr val="00B050"/>
                </a:solidFill>
                <a:ea typeface="华文楷体" pitchFamily="2" charset="-122"/>
                <a:sym typeface="Symbol" pitchFamily="18" charset="2"/>
              </a:rPr>
              <a:t>*</a:t>
            </a:r>
            <a:r>
              <a:rPr kumimoji="1" lang="en-US" altLang="zh-CN" sz="1600" dirty="0">
                <a:solidFill>
                  <a:srgbClr val="00B050"/>
                </a:solidFill>
                <a:ea typeface="华文楷体" pitchFamily="2" charset="-122"/>
                <a:sym typeface="Symbol" pitchFamily="18" charset="2"/>
              </a:rPr>
              <a:t> </a:t>
            </a:r>
            <a:r>
              <a:rPr kumimoji="1" lang="en-US" altLang="zh-CN" sz="1600" i="1" dirty="0" err="1">
                <a:solidFill>
                  <a:srgbClr val="00B050"/>
                </a:solidFill>
                <a:ea typeface="华文楷体" pitchFamily="2" charset="-122"/>
                <a:sym typeface="Symbol" pitchFamily="18" charset="2"/>
              </a:rPr>
              <a:t>NoOfBlocks</a:t>
            </a:r>
            <a:r>
              <a:rPr kumimoji="1" lang="en-US" altLang="zh-CN" sz="1600" i="1" dirty="0">
                <a:solidFill>
                  <a:srgbClr val="00B050"/>
                </a:solidFill>
                <a:ea typeface="华文楷体" pitchFamily="2" charset="-122"/>
                <a:sym typeface="Symbol" pitchFamily="18" charset="2"/>
              </a:rPr>
              <a:t>  : </a:t>
            </a:r>
            <a:r>
              <a:rPr kumimoji="1" lang="zh-CN" altLang="en-US" sz="1600" dirty="0">
                <a:solidFill>
                  <a:srgbClr val="00B050"/>
                </a:solidFill>
                <a:ea typeface="华文楷体" pitchFamily="2" charset="-122"/>
                <a:sym typeface="Symbol" pitchFamily="18" charset="2"/>
              </a:rPr>
              <a:t>过程总数 *</a:t>
            </a:r>
            <a:r>
              <a:rPr kumimoji="1" lang="en-US" altLang="zh-CN" sz="1600" dirty="0">
                <a:solidFill>
                  <a:srgbClr val="00B050"/>
                </a:solidFill>
                <a:ea typeface="华文楷体" pitchFamily="2" charset="-122"/>
                <a:sym typeface="Symbol" pitchFamily="18" charset="2"/>
              </a:rPr>
              <a:t>/</a:t>
            </a:r>
            <a:endParaRPr kumimoji="1" lang="en-US" altLang="zh-CN" sz="1600" i="1" dirty="0">
              <a:solidFill>
                <a:srgbClr val="00B050"/>
              </a:solidFill>
              <a:ea typeface="华文楷体" pitchFamily="2" charset="-122"/>
              <a:sym typeface="Symbol" pitchFamily="18" charset="2"/>
            </a:endParaRPr>
          </a:p>
          <a:p>
            <a:pPr>
              <a:lnSpc>
                <a:spcPts val="2000"/>
              </a:lnSpc>
              <a:defRPr/>
            </a:pPr>
            <a:r>
              <a:rPr kumimoji="1" lang="en-US" altLang="zh-CN" sz="1600" i="1" dirty="0">
                <a:solidFill>
                  <a:srgbClr val="000000"/>
                </a:solidFill>
                <a:ea typeface="华文楷体" pitchFamily="2" charset="-122"/>
                <a:sym typeface="Symbol" pitchFamily="18" charset="2"/>
              </a:rPr>
              <a:t>     int  </a:t>
            </a:r>
            <a:r>
              <a:rPr kumimoji="1" lang="en-US" altLang="zh-CN" sz="1600" i="1" dirty="0" err="1">
                <a:solidFill>
                  <a:srgbClr val="000000"/>
                </a:solidFill>
                <a:ea typeface="华文楷体" pitchFamily="2" charset="-122"/>
                <a:sym typeface="Symbol" pitchFamily="18" charset="2"/>
              </a:rPr>
              <a:t>i</a:t>
            </a:r>
            <a:r>
              <a:rPr kumimoji="1" lang="en-US" altLang="zh-CN" sz="1600" dirty="0">
                <a:solidFill>
                  <a:srgbClr val="000000"/>
                </a:solidFill>
                <a:ea typeface="华文楷体" pitchFamily="2" charset="-122"/>
                <a:sym typeface="Symbol" pitchFamily="18" charset="2"/>
              </a:rPr>
              <a:t> </a:t>
            </a:r>
            <a:r>
              <a:rPr kumimoji="1" lang="en-US" altLang="zh-CN" sz="1600" i="1" dirty="0">
                <a:solidFill>
                  <a:srgbClr val="000000"/>
                </a:solidFill>
                <a:ea typeface="华文楷体" pitchFamily="2" charset="-122"/>
                <a:sym typeface="Symbol" pitchFamily="18" charset="2"/>
              </a:rPr>
              <a:t>, j, k, Sum; </a:t>
            </a:r>
          </a:p>
          <a:p>
            <a:pPr>
              <a:lnSpc>
                <a:spcPts val="2000"/>
              </a:lnSpc>
              <a:defRPr/>
            </a:pPr>
            <a:r>
              <a:rPr kumimoji="1" lang="en-US" altLang="zh-CN" sz="1600" i="1" dirty="0">
                <a:solidFill>
                  <a:srgbClr val="000000"/>
                </a:solidFill>
                <a:ea typeface="华文楷体" pitchFamily="2" charset="-122"/>
                <a:sym typeface="Symbol" pitchFamily="18" charset="2"/>
              </a:rPr>
              <a:t>     int</a:t>
            </a:r>
            <a:r>
              <a:rPr kumimoji="1" lang="en-US" altLang="zh-CN" sz="1600" dirty="0">
                <a:solidFill>
                  <a:srgbClr val="000000"/>
                </a:solidFill>
                <a:ea typeface="华文楷体" pitchFamily="2" charset="-122"/>
                <a:sym typeface="Symbol" pitchFamily="18" charset="2"/>
              </a:rPr>
              <a:t> *</a:t>
            </a:r>
            <a:r>
              <a:rPr kumimoji="1" lang="en-US" altLang="zh-CN" sz="1600" i="1" dirty="0">
                <a:solidFill>
                  <a:srgbClr val="000000"/>
                </a:solidFill>
                <a:ea typeface="华文楷体" pitchFamily="2" charset="-122"/>
                <a:sym typeface="Symbol" pitchFamily="18" charset="2"/>
              </a:rPr>
              <a:t>allocated;</a:t>
            </a:r>
            <a:r>
              <a:rPr kumimoji="1" lang="en-US" altLang="zh-CN" sz="1600" dirty="0">
                <a:solidFill>
                  <a:srgbClr val="000000"/>
                </a:solidFill>
                <a:ea typeface="华文楷体" pitchFamily="2" charset="-122"/>
                <a:sym typeface="Symbol" pitchFamily="18" charset="2"/>
              </a:rPr>
              <a:t> </a:t>
            </a:r>
            <a:r>
              <a:rPr kumimoji="1" lang="en-US" altLang="zh-CN" sz="1600" dirty="0">
                <a:solidFill>
                  <a:srgbClr val="00B050"/>
                </a:solidFill>
                <a:ea typeface="华文楷体" pitchFamily="2" charset="-122"/>
                <a:sym typeface="Symbol" pitchFamily="18" charset="2"/>
              </a:rPr>
              <a:t>/*</a:t>
            </a:r>
            <a:r>
              <a:rPr kumimoji="1" lang="zh-CN" altLang="en-US" sz="1600" dirty="0">
                <a:solidFill>
                  <a:srgbClr val="00B050"/>
                </a:solidFill>
                <a:ea typeface="华文楷体" pitchFamily="2" charset="-122"/>
                <a:sym typeface="Symbol" pitchFamily="18" charset="2"/>
              </a:rPr>
              <a:t>过程是否已分配</a:t>
            </a:r>
            <a:r>
              <a:rPr kumimoji="1" lang="en-US" altLang="zh-CN" sz="1600" dirty="0">
                <a:solidFill>
                  <a:srgbClr val="00B050"/>
                </a:solidFill>
                <a:ea typeface="华文楷体" pitchFamily="2" charset="-122"/>
                <a:sym typeface="Symbol" pitchFamily="18" charset="2"/>
              </a:rPr>
              <a:t>*/</a:t>
            </a:r>
            <a:endParaRPr kumimoji="1" lang="en-US" altLang="zh-CN" sz="1600" i="1" dirty="0">
              <a:solidFill>
                <a:srgbClr val="00B050"/>
              </a:solidFill>
              <a:ea typeface="华文楷体" pitchFamily="2" charset="-122"/>
              <a:sym typeface="Symbol" pitchFamily="18" charset="2"/>
            </a:endParaRPr>
          </a:p>
          <a:p>
            <a:pPr>
              <a:lnSpc>
                <a:spcPts val="2000"/>
              </a:lnSpc>
              <a:defRPr/>
            </a:pPr>
            <a:r>
              <a:rPr kumimoji="1" lang="en-US" altLang="zh-CN" sz="1600" i="1" dirty="0">
                <a:solidFill>
                  <a:srgbClr val="000000"/>
                </a:solidFill>
                <a:ea typeface="华文楷体" pitchFamily="2" charset="-122"/>
                <a:sym typeface="Symbol" pitchFamily="18" charset="2"/>
              </a:rPr>
              <a:t>     allocated = </a:t>
            </a:r>
            <a:r>
              <a:rPr kumimoji="1" lang="en-US" altLang="zh-CN" sz="1600" dirty="0">
                <a:solidFill>
                  <a:srgbClr val="000000"/>
                </a:solidFill>
                <a:ea typeface="华文楷体" pitchFamily="2" charset="-122"/>
                <a:sym typeface="Symbol" pitchFamily="18" charset="2"/>
              </a:rPr>
              <a:t>( </a:t>
            </a:r>
            <a:r>
              <a:rPr kumimoji="1" lang="en-US" altLang="zh-CN" sz="1600" i="1" dirty="0">
                <a:solidFill>
                  <a:srgbClr val="000000"/>
                </a:solidFill>
                <a:ea typeface="华文楷体" pitchFamily="2" charset="-122"/>
                <a:sym typeface="Symbol" pitchFamily="18" charset="2"/>
              </a:rPr>
              <a:t>int</a:t>
            </a:r>
            <a:r>
              <a:rPr kumimoji="1" lang="en-US" altLang="zh-CN" sz="1600" dirty="0">
                <a:solidFill>
                  <a:srgbClr val="000000"/>
                </a:solidFill>
                <a:ea typeface="华文楷体" pitchFamily="2" charset="-122"/>
                <a:sym typeface="Symbol" pitchFamily="18" charset="2"/>
              </a:rPr>
              <a:t>* ) </a:t>
            </a:r>
            <a:r>
              <a:rPr kumimoji="1" lang="en-US" altLang="zh-CN" sz="1600" i="1" dirty="0">
                <a:solidFill>
                  <a:srgbClr val="000000"/>
                </a:solidFill>
                <a:ea typeface="华文楷体" pitchFamily="2" charset="-122"/>
                <a:sym typeface="Symbol" pitchFamily="18" charset="2"/>
              </a:rPr>
              <a:t>malloc </a:t>
            </a:r>
            <a:r>
              <a:rPr kumimoji="1" lang="en-US" altLang="zh-CN" sz="1600" dirty="0">
                <a:solidFill>
                  <a:srgbClr val="000000"/>
                </a:solidFill>
                <a:ea typeface="华文楷体" pitchFamily="2" charset="-122"/>
                <a:sym typeface="Symbol" pitchFamily="18" charset="2"/>
              </a:rPr>
              <a:t>(</a:t>
            </a:r>
            <a:r>
              <a:rPr kumimoji="1" lang="en-US" altLang="zh-CN" sz="1600" i="1" dirty="0" err="1">
                <a:solidFill>
                  <a:srgbClr val="000000"/>
                </a:solidFill>
                <a:ea typeface="华文楷体" pitchFamily="2" charset="-122"/>
                <a:sym typeface="Symbol" pitchFamily="18" charset="2"/>
              </a:rPr>
              <a:t>sizeof</a:t>
            </a:r>
            <a:r>
              <a:rPr kumimoji="1" lang="en-US" altLang="zh-CN" sz="1600" dirty="0">
                <a:solidFill>
                  <a:srgbClr val="000000"/>
                </a:solidFill>
                <a:ea typeface="华文楷体" pitchFamily="2" charset="-122"/>
                <a:sym typeface="Symbol" pitchFamily="18" charset="2"/>
              </a:rPr>
              <a:t>( </a:t>
            </a:r>
            <a:r>
              <a:rPr kumimoji="1" lang="en-US" altLang="zh-CN" sz="1600" i="1" dirty="0">
                <a:solidFill>
                  <a:srgbClr val="000000"/>
                </a:solidFill>
                <a:ea typeface="华文楷体" pitchFamily="2" charset="-122"/>
                <a:sym typeface="Symbol" pitchFamily="18" charset="2"/>
              </a:rPr>
              <a:t>int </a:t>
            </a:r>
            <a:r>
              <a:rPr kumimoji="1" lang="en-US" altLang="zh-CN" sz="1600" dirty="0">
                <a:solidFill>
                  <a:srgbClr val="000000"/>
                </a:solidFill>
                <a:ea typeface="华文楷体" pitchFamily="2" charset="-122"/>
                <a:sym typeface="Symbol" pitchFamily="18" charset="2"/>
              </a:rPr>
              <a:t>) * </a:t>
            </a:r>
            <a:r>
              <a:rPr kumimoji="1" lang="en-US" altLang="zh-CN" sz="1600" i="1" dirty="0" err="1">
                <a:solidFill>
                  <a:srgbClr val="000000"/>
                </a:solidFill>
                <a:ea typeface="华文楷体" pitchFamily="2" charset="-122"/>
                <a:sym typeface="Symbol" pitchFamily="18" charset="2"/>
              </a:rPr>
              <a:t>NoOfBlocks</a:t>
            </a:r>
            <a:r>
              <a:rPr kumimoji="1" lang="en-US" altLang="zh-CN" sz="1600" i="1" dirty="0">
                <a:solidFill>
                  <a:srgbClr val="000000"/>
                </a:solidFill>
                <a:ea typeface="华文楷体" pitchFamily="2" charset="-122"/>
                <a:sym typeface="Symbol" pitchFamily="18" charset="2"/>
              </a:rPr>
              <a:t> </a:t>
            </a:r>
            <a:r>
              <a:rPr kumimoji="1" lang="en-US" altLang="zh-CN" sz="1600" dirty="0">
                <a:solidFill>
                  <a:srgbClr val="000000"/>
                </a:solidFill>
                <a:ea typeface="华文楷体" pitchFamily="2" charset="-122"/>
                <a:sym typeface="Symbol" pitchFamily="18" charset="2"/>
              </a:rPr>
              <a:t>)</a:t>
            </a:r>
            <a:r>
              <a:rPr kumimoji="1" lang="en-US" altLang="zh-CN" sz="1600" i="1" dirty="0">
                <a:solidFill>
                  <a:srgbClr val="000000"/>
                </a:solidFill>
                <a:ea typeface="华文楷体" pitchFamily="2" charset="-122"/>
                <a:sym typeface="Symbol" pitchFamily="18" charset="2"/>
              </a:rPr>
              <a:t>;</a:t>
            </a:r>
          </a:p>
          <a:p>
            <a:pPr>
              <a:lnSpc>
                <a:spcPts val="2000"/>
              </a:lnSpc>
              <a:defRPr/>
            </a:pPr>
            <a:r>
              <a:rPr kumimoji="1" lang="en-US" altLang="zh-CN" sz="1600" i="1" dirty="0">
                <a:solidFill>
                  <a:srgbClr val="000000"/>
                </a:solidFill>
                <a:ea typeface="华文楷体" pitchFamily="2" charset="-122"/>
                <a:sym typeface="Symbol" pitchFamily="18" charset="2"/>
              </a:rPr>
              <a:t>     for</a:t>
            </a:r>
            <a:r>
              <a:rPr kumimoji="1" lang="en-US" altLang="zh-CN" sz="1600"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i</a:t>
            </a:r>
            <a:r>
              <a:rPr kumimoji="1" lang="en-US" altLang="zh-CN" sz="1600" i="1" dirty="0">
                <a:solidFill>
                  <a:srgbClr val="000000"/>
                </a:solidFill>
                <a:ea typeface="华文楷体" pitchFamily="2" charset="-122"/>
                <a:sym typeface="Symbol" pitchFamily="18" charset="2"/>
              </a:rPr>
              <a:t> = </a:t>
            </a:r>
            <a:r>
              <a:rPr kumimoji="1" lang="en-US" altLang="zh-CN" sz="1600" dirty="0">
                <a:solidFill>
                  <a:srgbClr val="000000"/>
                </a:solidFill>
                <a:ea typeface="华文楷体" pitchFamily="2" charset="-122"/>
                <a:sym typeface="Symbol" pitchFamily="18" charset="2"/>
              </a:rPr>
              <a:t>0</a:t>
            </a:r>
            <a:r>
              <a:rPr kumimoji="1" lang="en-US" altLang="zh-CN" sz="1600" i="1"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i</a:t>
            </a:r>
            <a:r>
              <a:rPr kumimoji="1" lang="en-US" altLang="zh-CN" sz="1600" i="1" dirty="0">
                <a:solidFill>
                  <a:srgbClr val="000000"/>
                </a:solidFill>
                <a:ea typeface="华文楷体" pitchFamily="2" charset="-122"/>
                <a:sym typeface="Symbol" pitchFamily="18" charset="2"/>
              </a:rPr>
              <a:t> </a:t>
            </a:r>
            <a:r>
              <a:rPr kumimoji="1" lang="zh-CN" altLang="en-US" sz="1600"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NoOfBlocks</a:t>
            </a:r>
            <a:r>
              <a:rPr kumimoji="1" lang="en-US" altLang="zh-CN" sz="1600" i="1"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i</a:t>
            </a:r>
            <a:r>
              <a:rPr kumimoji="1" lang="en-US" altLang="zh-CN" sz="1600" i="1" dirty="0">
                <a:solidFill>
                  <a:srgbClr val="000000"/>
                </a:solidFill>
                <a:ea typeface="华文楷体" pitchFamily="2" charset="-122"/>
                <a:sym typeface="Symbol" pitchFamily="18" charset="2"/>
              </a:rPr>
              <a:t> ++ </a:t>
            </a:r>
            <a:r>
              <a:rPr kumimoji="1" lang="en-US" altLang="zh-CN" sz="1600" dirty="0">
                <a:solidFill>
                  <a:srgbClr val="000000"/>
                </a:solidFill>
                <a:ea typeface="华文楷体" pitchFamily="2" charset="-122"/>
                <a:sym typeface="Symbol" pitchFamily="18" charset="2"/>
              </a:rPr>
              <a:t>)</a:t>
            </a:r>
            <a:r>
              <a:rPr kumimoji="1" lang="en-US" altLang="zh-CN" sz="1600" i="1" dirty="0">
                <a:solidFill>
                  <a:srgbClr val="000000"/>
                </a:solidFill>
                <a:ea typeface="华文楷体" pitchFamily="2" charset="-122"/>
                <a:sym typeface="Symbol" pitchFamily="18" charset="2"/>
              </a:rPr>
              <a:t>  </a:t>
            </a:r>
            <a:r>
              <a:rPr kumimoji="1" lang="en-US" altLang="zh-CN" sz="1600" dirty="0">
                <a:solidFill>
                  <a:srgbClr val="00B050"/>
                </a:solidFill>
                <a:ea typeface="华文楷体" pitchFamily="2" charset="-122"/>
                <a:sym typeface="Symbol" pitchFamily="18" charset="2"/>
              </a:rPr>
              <a:t>/*</a:t>
            </a:r>
            <a:r>
              <a:rPr kumimoji="1" lang="zh-CN" altLang="en-US" sz="1600" dirty="0">
                <a:solidFill>
                  <a:srgbClr val="00B050"/>
                </a:solidFill>
                <a:ea typeface="华文楷体" pitchFamily="2" charset="-122"/>
                <a:sym typeface="Symbol" pitchFamily="18" charset="2"/>
              </a:rPr>
              <a:t>初始化 </a:t>
            </a:r>
            <a:r>
              <a:rPr kumimoji="1" lang="en-US" altLang="zh-CN" sz="1600" i="1" dirty="0">
                <a:solidFill>
                  <a:srgbClr val="00B050"/>
                </a:solidFill>
                <a:ea typeface="华文楷体" pitchFamily="2" charset="-122"/>
                <a:sym typeface="Symbol" pitchFamily="18" charset="2"/>
              </a:rPr>
              <a:t>base</a:t>
            </a:r>
            <a:r>
              <a:rPr kumimoji="1" lang="zh-CN" altLang="en-US" sz="1600" dirty="0">
                <a:solidFill>
                  <a:srgbClr val="00B050"/>
                </a:solidFill>
                <a:ea typeface="华文楷体" pitchFamily="2" charset="-122"/>
                <a:sym typeface="Symbol" pitchFamily="18" charset="2"/>
              </a:rPr>
              <a:t>和 </a:t>
            </a:r>
            <a:r>
              <a:rPr kumimoji="1" lang="en-US" altLang="zh-CN" sz="1600" i="1" dirty="0">
                <a:solidFill>
                  <a:srgbClr val="00B050"/>
                </a:solidFill>
                <a:ea typeface="华文楷体" pitchFamily="2" charset="-122"/>
                <a:sym typeface="Symbol" pitchFamily="18" charset="2"/>
              </a:rPr>
              <a:t>allocated</a:t>
            </a:r>
            <a:r>
              <a:rPr kumimoji="1" lang="en-US" altLang="zh-CN" sz="1600" dirty="0">
                <a:solidFill>
                  <a:srgbClr val="00B050"/>
                </a:solidFill>
                <a:ea typeface="华文楷体" pitchFamily="2" charset="-122"/>
                <a:sym typeface="Symbol" pitchFamily="18" charset="2"/>
              </a:rPr>
              <a:t>*/</a:t>
            </a:r>
            <a:endParaRPr kumimoji="1" lang="en-US" altLang="zh-CN" sz="1600" i="1" dirty="0">
              <a:solidFill>
                <a:srgbClr val="00B050"/>
              </a:solidFill>
              <a:ea typeface="华文楷体" pitchFamily="2" charset="-122"/>
              <a:sym typeface="Symbol" pitchFamily="18" charset="2"/>
            </a:endParaRPr>
          </a:p>
          <a:p>
            <a:pPr>
              <a:lnSpc>
                <a:spcPts val="2000"/>
              </a:lnSpc>
              <a:defRPr/>
            </a:pPr>
            <a:r>
              <a:rPr kumimoji="1" lang="en-US" altLang="zh-CN" sz="1600" dirty="0">
                <a:solidFill>
                  <a:srgbClr val="000000"/>
                </a:solidFill>
                <a:cs typeface="Times New Roman" pitchFamily="18" charset="0"/>
                <a:sym typeface="Symbol" pitchFamily="18" charset="2"/>
              </a:rPr>
              <a:t>     {     </a:t>
            </a:r>
            <a:r>
              <a:rPr kumimoji="1" lang="en-US" altLang="zh-CN" sz="1600" i="1" dirty="0">
                <a:solidFill>
                  <a:srgbClr val="000000"/>
                </a:solidFill>
                <a:ea typeface="华文楷体" pitchFamily="2" charset="-122"/>
                <a:sym typeface="Symbol" pitchFamily="18" charset="2"/>
              </a:rPr>
              <a:t>base</a:t>
            </a:r>
            <a:r>
              <a:rPr lang="en-US" altLang="zh-CN" sz="1600" dirty="0">
                <a:solidFill>
                  <a:srgbClr val="000000"/>
                </a:solidFill>
                <a:cs typeface="Times New Roman" pitchFamily="18" charset="0"/>
              </a:rPr>
              <a:t> [ </a:t>
            </a:r>
            <a:r>
              <a:rPr lang="en-US" altLang="zh-CN" sz="1600" i="1" dirty="0" err="1">
                <a:solidFill>
                  <a:srgbClr val="000000"/>
                </a:solidFill>
                <a:cs typeface="Times New Roman" pitchFamily="18" charset="0"/>
              </a:rPr>
              <a:t>i</a:t>
            </a:r>
            <a:r>
              <a:rPr lang="en-US" altLang="zh-CN" sz="1600" i="1" dirty="0">
                <a:solidFill>
                  <a:srgbClr val="000000"/>
                </a:solidFill>
                <a:cs typeface="Times New Roman" pitchFamily="18" charset="0"/>
              </a:rPr>
              <a:t> </a:t>
            </a:r>
            <a:r>
              <a:rPr lang="en-US" altLang="zh-CN" sz="1600" dirty="0">
                <a:solidFill>
                  <a:srgbClr val="000000"/>
                </a:solidFill>
                <a:cs typeface="Times New Roman" pitchFamily="18" charset="0"/>
              </a:rPr>
              <a:t>] = 0;</a:t>
            </a:r>
            <a:endParaRPr kumimoji="1" lang="en-US" altLang="zh-CN" sz="1600" i="1" dirty="0">
              <a:solidFill>
                <a:srgbClr val="000000"/>
              </a:solidFill>
              <a:ea typeface="华文楷体" pitchFamily="2" charset="-122"/>
              <a:sym typeface="Symbol" pitchFamily="18" charset="2"/>
            </a:endParaRPr>
          </a:p>
          <a:p>
            <a:pPr>
              <a:lnSpc>
                <a:spcPts val="2000"/>
              </a:lnSpc>
              <a:defRPr/>
            </a:pPr>
            <a:r>
              <a:rPr kumimoji="1" lang="en-US" altLang="zh-CN" sz="1600" i="1" dirty="0">
                <a:solidFill>
                  <a:srgbClr val="000000"/>
                </a:solidFill>
                <a:ea typeface="华文楷体" pitchFamily="2" charset="-122"/>
                <a:sym typeface="Symbol" pitchFamily="18" charset="2"/>
              </a:rPr>
              <a:t>            allocated</a:t>
            </a:r>
            <a:r>
              <a:rPr lang="en-US" altLang="zh-CN" sz="1600" dirty="0">
                <a:solidFill>
                  <a:srgbClr val="000000"/>
                </a:solidFill>
                <a:cs typeface="Times New Roman" pitchFamily="18" charset="0"/>
              </a:rPr>
              <a:t> [ </a:t>
            </a:r>
            <a:r>
              <a:rPr lang="en-US" altLang="zh-CN" sz="1600" i="1" dirty="0" err="1">
                <a:solidFill>
                  <a:srgbClr val="000000"/>
                </a:solidFill>
                <a:cs typeface="Times New Roman" pitchFamily="18" charset="0"/>
              </a:rPr>
              <a:t>i</a:t>
            </a:r>
            <a:r>
              <a:rPr lang="en-US" altLang="zh-CN" sz="1600" i="1" dirty="0">
                <a:solidFill>
                  <a:srgbClr val="000000"/>
                </a:solidFill>
                <a:cs typeface="Times New Roman" pitchFamily="18" charset="0"/>
              </a:rPr>
              <a:t> </a:t>
            </a:r>
            <a:r>
              <a:rPr lang="en-US" altLang="zh-CN" sz="1600" dirty="0">
                <a:solidFill>
                  <a:srgbClr val="000000"/>
                </a:solidFill>
                <a:cs typeface="Times New Roman" pitchFamily="18" charset="0"/>
              </a:rPr>
              <a:t>] = 0;</a:t>
            </a:r>
            <a:endParaRPr kumimoji="1" lang="en-US" altLang="zh-CN" sz="1600" i="1" dirty="0">
              <a:solidFill>
                <a:srgbClr val="000000"/>
              </a:solidFill>
              <a:ea typeface="华文楷体" pitchFamily="2" charset="-122"/>
              <a:sym typeface="Symbol" pitchFamily="18" charset="2"/>
            </a:endParaRPr>
          </a:p>
          <a:p>
            <a:pPr>
              <a:lnSpc>
                <a:spcPts val="2000"/>
              </a:lnSpc>
              <a:defRPr/>
            </a:pPr>
            <a:r>
              <a:rPr kumimoji="1" lang="en-US" altLang="zh-CN" sz="1600" dirty="0">
                <a:solidFill>
                  <a:srgbClr val="000000"/>
                </a:solidFill>
              </a:rPr>
              <a:t>     }</a:t>
            </a:r>
            <a:endParaRPr kumimoji="1" lang="en-US" altLang="zh-CN" sz="1600" i="1" dirty="0">
              <a:solidFill>
                <a:srgbClr val="000000"/>
              </a:solidFill>
              <a:ea typeface="华文楷体" pitchFamily="2" charset="-122"/>
              <a:sym typeface="Symbol" pitchFamily="18" charset="2"/>
            </a:endParaRPr>
          </a:p>
          <a:p>
            <a:pPr>
              <a:lnSpc>
                <a:spcPts val="2000"/>
              </a:lnSpc>
              <a:defRPr/>
            </a:pPr>
            <a:r>
              <a:rPr kumimoji="1" lang="en-US" altLang="zh-CN" sz="1600" i="1" dirty="0">
                <a:solidFill>
                  <a:srgbClr val="000000"/>
                </a:solidFill>
                <a:ea typeface="华文楷体" pitchFamily="2" charset="-122"/>
                <a:sym typeface="Symbol" pitchFamily="18" charset="2"/>
              </a:rPr>
              <a:t>     for</a:t>
            </a:r>
            <a:r>
              <a:rPr kumimoji="1" lang="en-US" altLang="zh-CN" sz="1600" dirty="0">
                <a:solidFill>
                  <a:srgbClr val="000000"/>
                </a:solidFill>
                <a:ea typeface="华文楷体" pitchFamily="2" charset="-122"/>
                <a:sym typeface="Symbol" pitchFamily="18" charset="2"/>
              </a:rPr>
              <a:t>(</a:t>
            </a:r>
            <a:r>
              <a:rPr kumimoji="1" lang="en-US" altLang="zh-CN" sz="1600" i="1" dirty="0">
                <a:solidFill>
                  <a:srgbClr val="000000"/>
                </a:solidFill>
                <a:ea typeface="华文楷体" pitchFamily="2" charset="-122"/>
                <a:sym typeface="Symbol" pitchFamily="18" charset="2"/>
              </a:rPr>
              <a:t> j = </a:t>
            </a:r>
            <a:r>
              <a:rPr kumimoji="1" lang="en-US" altLang="zh-CN" sz="1600" dirty="0">
                <a:solidFill>
                  <a:srgbClr val="000000"/>
                </a:solidFill>
                <a:ea typeface="华文楷体" pitchFamily="2" charset="-122"/>
                <a:sym typeface="Symbol" pitchFamily="18" charset="2"/>
              </a:rPr>
              <a:t>0</a:t>
            </a:r>
            <a:r>
              <a:rPr kumimoji="1" lang="en-US" altLang="zh-CN" sz="1600" i="1" dirty="0">
                <a:solidFill>
                  <a:srgbClr val="000000"/>
                </a:solidFill>
                <a:ea typeface="华文楷体" pitchFamily="2" charset="-122"/>
                <a:sym typeface="Symbol" pitchFamily="18" charset="2"/>
              </a:rPr>
              <a:t>;  j </a:t>
            </a:r>
            <a:r>
              <a:rPr kumimoji="1" lang="zh-CN" altLang="en-US" sz="1600" dirty="0">
                <a:solidFill>
                  <a:srgbClr val="000000"/>
                </a:solidFill>
                <a:ea typeface="华文楷体" pitchFamily="2" charset="-122"/>
                <a:sym typeface="Symbol" pitchFamily="18" charset="2"/>
              </a:rPr>
              <a:t>＜ </a:t>
            </a:r>
            <a:r>
              <a:rPr kumimoji="1" lang="en-US" altLang="zh-CN" sz="1600" i="1"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NoOfBlocks</a:t>
            </a:r>
            <a:r>
              <a:rPr kumimoji="1" lang="en-US" altLang="zh-CN" sz="1600" i="1"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j++</a:t>
            </a:r>
            <a:r>
              <a:rPr kumimoji="1" lang="en-US" altLang="zh-CN" sz="1600" i="1" dirty="0">
                <a:solidFill>
                  <a:srgbClr val="000000"/>
                </a:solidFill>
                <a:ea typeface="华文楷体" pitchFamily="2" charset="-122"/>
                <a:sym typeface="Symbol" pitchFamily="18" charset="2"/>
              </a:rPr>
              <a:t> </a:t>
            </a:r>
            <a:r>
              <a:rPr kumimoji="1" lang="en-US" altLang="zh-CN" sz="1600" dirty="0">
                <a:solidFill>
                  <a:srgbClr val="000000"/>
                </a:solidFill>
                <a:ea typeface="华文楷体" pitchFamily="2" charset="-122"/>
                <a:sym typeface="Symbol" pitchFamily="18" charset="2"/>
              </a:rPr>
              <a:t>)</a:t>
            </a:r>
          </a:p>
          <a:p>
            <a:pPr>
              <a:lnSpc>
                <a:spcPts val="2000"/>
              </a:lnSpc>
              <a:defRPr/>
            </a:pPr>
            <a:r>
              <a:rPr kumimoji="1" lang="en-US" altLang="zh-CN" sz="1600" i="1" dirty="0">
                <a:solidFill>
                  <a:srgbClr val="000000"/>
                </a:solidFill>
                <a:ea typeface="华文楷体" pitchFamily="2" charset="-122"/>
                <a:sym typeface="Symbol" pitchFamily="18" charset="2"/>
              </a:rPr>
              <a:t>          for</a:t>
            </a:r>
            <a:r>
              <a:rPr kumimoji="1" lang="en-US" altLang="zh-CN" sz="1600" dirty="0">
                <a:solidFill>
                  <a:srgbClr val="000000"/>
                </a:solidFill>
                <a:ea typeface="华文楷体" pitchFamily="2" charset="-122"/>
                <a:sym typeface="Symbol" pitchFamily="18" charset="2"/>
              </a:rPr>
              <a:t>(</a:t>
            </a:r>
            <a:r>
              <a:rPr kumimoji="1" lang="en-US" altLang="zh-CN" sz="1600" i="1"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i</a:t>
            </a:r>
            <a:r>
              <a:rPr kumimoji="1" lang="en-US" altLang="zh-CN" sz="1600" i="1" dirty="0">
                <a:solidFill>
                  <a:srgbClr val="000000"/>
                </a:solidFill>
                <a:ea typeface="华文楷体" pitchFamily="2" charset="-122"/>
                <a:sym typeface="Symbol" pitchFamily="18" charset="2"/>
              </a:rPr>
              <a:t> = </a:t>
            </a:r>
            <a:r>
              <a:rPr kumimoji="1" lang="en-US" altLang="zh-CN" sz="1600" dirty="0">
                <a:solidFill>
                  <a:srgbClr val="000000"/>
                </a:solidFill>
                <a:ea typeface="华文楷体" pitchFamily="2" charset="-122"/>
                <a:sym typeface="Symbol" pitchFamily="18" charset="2"/>
              </a:rPr>
              <a:t>0</a:t>
            </a:r>
            <a:r>
              <a:rPr kumimoji="1" lang="en-US" altLang="zh-CN" sz="1600" i="1"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i</a:t>
            </a:r>
            <a:r>
              <a:rPr kumimoji="1" lang="en-US" altLang="zh-CN" sz="1600" i="1" dirty="0">
                <a:solidFill>
                  <a:srgbClr val="000000"/>
                </a:solidFill>
                <a:ea typeface="华文楷体" pitchFamily="2" charset="-122"/>
                <a:sym typeface="Symbol" pitchFamily="18" charset="2"/>
              </a:rPr>
              <a:t> </a:t>
            </a:r>
            <a:r>
              <a:rPr kumimoji="1" lang="zh-CN" altLang="en-US" sz="1600" dirty="0">
                <a:solidFill>
                  <a:srgbClr val="000000"/>
                </a:solidFill>
                <a:ea typeface="华文楷体" pitchFamily="2" charset="-122"/>
                <a:sym typeface="Symbol" pitchFamily="18" charset="2"/>
              </a:rPr>
              <a:t>＜</a:t>
            </a:r>
            <a:r>
              <a:rPr kumimoji="1" lang="en-US" altLang="zh-CN" sz="1600" i="1"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NoOfBlocks</a:t>
            </a:r>
            <a:r>
              <a:rPr kumimoji="1" lang="en-US" altLang="zh-CN" sz="1600" i="1"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i</a:t>
            </a:r>
            <a:r>
              <a:rPr kumimoji="1" lang="en-US" altLang="zh-CN" sz="1600" i="1" dirty="0">
                <a:solidFill>
                  <a:srgbClr val="000000"/>
                </a:solidFill>
                <a:ea typeface="华文楷体" pitchFamily="2" charset="-122"/>
                <a:sym typeface="Symbol" pitchFamily="18" charset="2"/>
              </a:rPr>
              <a:t>++ </a:t>
            </a:r>
            <a:r>
              <a:rPr kumimoji="1" lang="en-US" altLang="zh-CN" sz="1600" dirty="0">
                <a:solidFill>
                  <a:srgbClr val="000000"/>
                </a:solidFill>
                <a:ea typeface="华文楷体" pitchFamily="2" charset="-122"/>
                <a:sym typeface="Symbol" pitchFamily="18" charset="2"/>
              </a:rPr>
              <a:t>)</a:t>
            </a:r>
          </a:p>
          <a:p>
            <a:pPr>
              <a:lnSpc>
                <a:spcPts val="2000"/>
              </a:lnSpc>
              <a:defRPr/>
            </a:pPr>
            <a:r>
              <a:rPr kumimoji="1" lang="en-US" altLang="zh-CN" sz="1600" dirty="0">
                <a:solidFill>
                  <a:srgbClr val="000000"/>
                </a:solidFill>
                <a:sym typeface="Symbol" pitchFamily="18" charset="2"/>
              </a:rPr>
              <a:t>         {     </a:t>
            </a:r>
            <a:r>
              <a:rPr kumimoji="1" lang="en-US" altLang="zh-CN" sz="1600" i="1" dirty="0">
                <a:solidFill>
                  <a:srgbClr val="000000"/>
                </a:solidFill>
                <a:ea typeface="华文楷体" pitchFamily="2" charset="-122"/>
                <a:sym typeface="Symbol" pitchFamily="18" charset="2"/>
              </a:rPr>
              <a:t>Sum = </a:t>
            </a:r>
            <a:r>
              <a:rPr kumimoji="1" lang="en-US" altLang="zh-CN" sz="1600" dirty="0">
                <a:solidFill>
                  <a:srgbClr val="000000"/>
                </a:solidFill>
                <a:ea typeface="华文楷体" pitchFamily="2" charset="-122"/>
                <a:sym typeface="Symbol" pitchFamily="18" charset="2"/>
              </a:rPr>
              <a:t>0;</a:t>
            </a:r>
          </a:p>
          <a:p>
            <a:pPr>
              <a:lnSpc>
                <a:spcPts val="2000"/>
              </a:lnSpc>
              <a:defRPr/>
            </a:pPr>
            <a:r>
              <a:rPr kumimoji="1" lang="en-US" altLang="zh-CN" sz="1600" i="1" dirty="0">
                <a:solidFill>
                  <a:srgbClr val="000000"/>
                </a:solidFill>
                <a:ea typeface="华文楷体" pitchFamily="2" charset="-122"/>
                <a:sym typeface="Symbol" pitchFamily="18" charset="2"/>
              </a:rPr>
              <a:t>                for</a:t>
            </a:r>
            <a:r>
              <a:rPr kumimoji="1" lang="en-US" altLang="zh-CN" sz="1600" dirty="0">
                <a:solidFill>
                  <a:srgbClr val="000000"/>
                </a:solidFill>
                <a:ea typeface="华文楷体" pitchFamily="2" charset="-122"/>
                <a:sym typeface="Symbol" pitchFamily="18" charset="2"/>
              </a:rPr>
              <a:t> (</a:t>
            </a:r>
            <a:r>
              <a:rPr kumimoji="1" lang="en-US" altLang="zh-CN" sz="1600" i="1" dirty="0">
                <a:solidFill>
                  <a:srgbClr val="000000"/>
                </a:solidFill>
                <a:ea typeface="华文楷体" pitchFamily="2" charset="-122"/>
                <a:sym typeface="Symbol" pitchFamily="18" charset="2"/>
              </a:rPr>
              <a:t> k = </a:t>
            </a:r>
            <a:r>
              <a:rPr kumimoji="1" lang="en-US" altLang="zh-CN" sz="1600" dirty="0">
                <a:solidFill>
                  <a:srgbClr val="000000"/>
                </a:solidFill>
                <a:ea typeface="华文楷体" pitchFamily="2" charset="-122"/>
                <a:sym typeface="Symbol" pitchFamily="18" charset="2"/>
              </a:rPr>
              <a:t>0</a:t>
            </a:r>
            <a:r>
              <a:rPr kumimoji="1" lang="en-US" altLang="zh-CN" sz="1600" i="1" dirty="0">
                <a:solidFill>
                  <a:srgbClr val="000000"/>
                </a:solidFill>
                <a:ea typeface="华文楷体" pitchFamily="2" charset="-122"/>
                <a:sym typeface="Symbol" pitchFamily="18" charset="2"/>
              </a:rPr>
              <a:t>;  k </a:t>
            </a:r>
            <a:r>
              <a:rPr kumimoji="1" lang="zh-CN" altLang="en-US" sz="1600" dirty="0">
                <a:solidFill>
                  <a:srgbClr val="000000"/>
                </a:solidFill>
                <a:ea typeface="华文楷体" pitchFamily="2" charset="-122"/>
                <a:sym typeface="Symbol" pitchFamily="18" charset="2"/>
              </a:rPr>
              <a:t>＜</a:t>
            </a:r>
            <a:r>
              <a:rPr kumimoji="1" lang="en-US" altLang="zh-CN" sz="1600" i="1"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NoOfBlocks</a:t>
            </a:r>
            <a:r>
              <a:rPr kumimoji="1" lang="en-US" altLang="zh-CN" sz="1600" i="1" dirty="0">
                <a:solidFill>
                  <a:srgbClr val="000000"/>
                </a:solidFill>
                <a:ea typeface="华文楷体" pitchFamily="2" charset="-122"/>
                <a:sym typeface="Symbol" pitchFamily="18" charset="2"/>
              </a:rPr>
              <a:t>; k++ </a:t>
            </a:r>
            <a:r>
              <a:rPr kumimoji="1" lang="en-US" altLang="zh-CN" sz="1600" dirty="0">
                <a:solidFill>
                  <a:srgbClr val="000000"/>
                </a:solidFill>
                <a:ea typeface="华文楷体" pitchFamily="2" charset="-122"/>
                <a:sym typeface="Symbol" pitchFamily="18" charset="2"/>
              </a:rPr>
              <a:t>)</a:t>
            </a:r>
            <a:endParaRPr kumimoji="1" lang="en-US" altLang="zh-CN" sz="1600" i="1" dirty="0">
              <a:solidFill>
                <a:srgbClr val="000000"/>
              </a:solidFill>
              <a:ea typeface="华文楷体" pitchFamily="2" charset="-122"/>
              <a:sym typeface="Symbol" pitchFamily="18" charset="2"/>
            </a:endParaRPr>
          </a:p>
          <a:p>
            <a:pPr>
              <a:lnSpc>
                <a:spcPts val="2000"/>
              </a:lnSpc>
              <a:defRPr/>
            </a:pPr>
            <a:r>
              <a:rPr kumimoji="1" lang="en-US" altLang="zh-CN" sz="1600" i="1" dirty="0">
                <a:solidFill>
                  <a:srgbClr val="000000"/>
                </a:solidFill>
                <a:ea typeface="华文楷体" pitchFamily="2" charset="-122"/>
                <a:sym typeface="Symbol" pitchFamily="18" charset="2"/>
              </a:rPr>
              <a:t>                     Sum += B</a:t>
            </a:r>
            <a:r>
              <a:rPr lang="en-US" altLang="zh-CN" sz="1600" dirty="0">
                <a:solidFill>
                  <a:srgbClr val="000000"/>
                </a:solidFill>
                <a:cs typeface="Times New Roman" pitchFamily="18" charset="0"/>
              </a:rPr>
              <a:t> [ </a:t>
            </a:r>
            <a:r>
              <a:rPr lang="en-US" altLang="zh-CN" sz="1600" i="1" dirty="0" err="1">
                <a:solidFill>
                  <a:srgbClr val="000000"/>
                </a:solidFill>
                <a:cs typeface="Times New Roman" pitchFamily="18" charset="0"/>
              </a:rPr>
              <a:t>i</a:t>
            </a:r>
            <a:r>
              <a:rPr lang="en-US" altLang="zh-CN" sz="1600" i="1" dirty="0">
                <a:solidFill>
                  <a:srgbClr val="000000"/>
                </a:solidFill>
                <a:cs typeface="Times New Roman" pitchFamily="18" charset="0"/>
              </a:rPr>
              <a:t> </a:t>
            </a:r>
            <a:r>
              <a:rPr lang="en-US" altLang="zh-CN" sz="1600" dirty="0">
                <a:solidFill>
                  <a:srgbClr val="000000"/>
                </a:solidFill>
                <a:cs typeface="Times New Roman" pitchFamily="18" charset="0"/>
              </a:rPr>
              <a:t>] [ </a:t>
            </a:r>
            <a:r>
              <a:rPr lang="en-US" altLang="zh-CN" sz="1600" i="1" dirty="0">
                <a:solidFill>
                  <a:srgbClr val="000000"/>
                </a:solidFill>
                <a:cs typeface="Times New Roman" pitchFamily="18" charset="0"/>
              </a:rPr>
              <a:t>k </a:t>
            </a:r>
            <a:r>
              <a:rPr lang="en-US" altLang="zh-CN" sz="1600" dirty="0">
                <a:solidFill>
                  <a:srgbClr val="000000"/>
                </a:solidFill>
                <a:cs typeface="Times New Roman" pitchFamily="18" charset="0"/>
              </a:rPr>
              <a:t>];</a:t>
            </a:r>
            <a:r>
              <a:rPr kumimoji="1" lang="en-US" altLang="zh-CN" sz="1600" i="1" dirty="0">
                <a:solidFill>
                  <a:srgbClr val="000000"/>
                </a:solidFill>
                <a:ea typeface="华文楷体" pitchFamily="2" charset="-122"/>
                <a:sym typeface="Symbol" pitchFamily="18" charset="2"/>
              </a:rPr>
              <a:t>          </a:t>
            </a:r>
            <a:r>
              <a:rPr kumimoji="1" lang="en-US" altLang="zh-CN" sz="1600" dirty="0">
                <a:solidFill>
                  <a:srgbClr val="00B050"/>
                </a:solidFill>
                <a:ea typeface="华文楷体" pitchFamily="2" charset="-122"/>
                <a:sym typeface="Symbol" pitchFamily="18" charset="2"/>
              </a:rPr>
              <a:t>/*</a:t>
            </a:r>
            <a:r>
              <a:rPr kumimoji="1" lang="zh-CN" altLang="en-US" sz="1600" dirty="0">
                <a:solidFill>
                  <a:srgbClr val="00B050"/>
                </a:solidFill>
                <a:latin typeface="华文楷体" panose="02010600040101010101" pitchFamily="2" charset="-122"/>
                <a:ea typeface="华文楷体" panose="02010600040101010101" pitchFamily="2" charset="-122"/>
                <a:sym typeface="Symbol" pitchFamily="18" charset="2"/>
              </a:rPr>
              <a:t>计算</a:t>
            </a:r>
            <a:r>
              <a:rPr kumimoji="1" lang="en-US" altLang="zh-CN" sz="1600" i="1" dirty="0" err="1">
                <a:solidFill>
                  <a:srgbClr val="00B050"/>
                </a:solidFill>
                <a:latin typeface="华文楷体" panose="02010600040101010101" pitchFamily="2" charset="-122"/>
                <a:ea typeface="华文楷体" panose="02010600040101010101" pitchFamily="2" charset="-122"/>
                <a:sym typeface="Symbol" pitchFamily="18" charset="2"/>
              </a:rPr>
              <a:t>i</a:t>
            </a:r>
            <a:r>
              <a:rPr kumimoji="1" lang="en-US" altLang="zh-CN" sz="1600" i="1" dirty="0">
                <a:solidFill>
                  <a:srgbClr val="00B050"/>
                </a:solidFill>
                <a:latin typeface="华文楷体" panose="02010600040101010101" pitchFamily="2" charset="-122"/>
                <a:ea typeface="华文楷体" panose="02010600040101010101" pitchFamily="2" charset="-122"/>
                <a:sym typeface="Symbol" pitchFamily="18" charset="2"/>
              </a:rPr>
              <a:t> </a:t>
            </a:r>
            <a:r>
              <a:rPr kumimoji="1" lang="zh-CN" altLang="en-US" sz="1600" dirty="0">
                <a:solidFill>
                  <a:srgbClr val="00B050"/>
                </a:solidFill>
                <a:latin typeface="华文楷体" panose="02010600040101010101" pitchFamily="2" charset="-122"/>
                <a:ea typeface="华文楷体" panose="02010600040101010101" pitchFamily="2" charset="-122"/>
                <a:sym typeface="Symbol" pitchFamily="18" charset="2"/>
              </a:rPr>
              <a:t>调用的还未分配内存的过程数量</a:t>
            </a:r>
            <a:r>
              <a:rPr kumimoji="1" lang="en-US" altLang="zh-CN" sz="1600" dirty="0">
                <a:solidFill>
                  <a:srgbClr val="00B050"/>
                </a:solidFill>
                <a:ea typeface="华文楷体" pitchFamily="2" charset="-122"/>
                <a:sym typeface="Symbol" pitchFamily="18" charset="2"/>
              </a:rPr>
              <a:t>*</a:t>
            </a:r>
            <a:r>
              <a:rPr kumimoji="1" lang="en-US" altLang="zh-CN" sz="1600" i="1" dirty="0">
                <a:solidFill>
                  <a:srgbClr val="00B050"/>
                </a:solidFill>
                <a:ea typeface="华文楷体" pitchFamily="2" charset="-122"/>
                <a:sym typeface="Symbol" pitchFamily="18" charset="2"/>
              </a:rPr>
              <a:t> </a:t>
            </a:r>
            <a:r>
              <a:rPr kumimoji="1" lang="en-US" altLang="zh-CN" sz="1600" dirty="0">
                <a:solidFill>
                  <a:srgbClr val="00B050"/>
                </a:solidFill>
                <a:ea typeface="华文楷体" pitchFamily="2" charset="-122"/>
                <a:sym typeface="Symbol" pitchFamily="18" charset="2"/>
              </a:rPr>
              <a:t>/</a:t>
            </a:r>
            <a:endParaRPr kumimoji="1" lang="en-US" altLang="zh-CN" sz="1600" i="1" dirty="0">
              <a:solidFill>
                <a:srgbClr val="00B050"/>
              </a:solidFill>
              <a:ea typeface="华文楷体" pitchFamily="2" charset="-122"/>
              <a:sym typeface="Symbol" pitchFamily="18" charset="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p:cNvSpPr txBox="1">
            <a:spLocks noChangeArrowheads="1"/>
          </p:cNvSpPr>
          <p:nvPr/>
        </p:nvSpPr>
        <p:spPr bwMode="auto">
          <a:xfrm>
            <a:off x="2071688" y="285750"/>
            <a:ext cx="6858000" cy="4660900"/>
          </a:xfrm>
          <a:prstGeom prst="rect">
            <a:avLst/>
          </a:prstGeom>
          <a:solidFill>
            <a:schemeClr val="accent5">
              <a:lumMod val="20000"/>
              <a:lumOff val="80000"/>
            </a:schemeClr>
          </a:solidFill>
          <a:ln>
            <a:solidFill>
              <a:schemeClr val="tx1"/>
            </a:solidFill>
          </a:ln>
        </p:spPr>
        <p:txBody>
          <a:bodyPr lIns="68580" tIns="34290" rIns="68580" bIns="34290" anchor="ctr"/>
          <a:lstStyle/>
          <a:p>
            <a:pPr>
              <a:lnSpc>
                <a:spcPts val="2000"/>
              </a:lnSpc>
              <a:defRPr/>
            </a:pPr>
            <a:r>
              <a:rPr kumimoji="1" lang="en-US" altLang="zh-CN" sz="1600" i="1" dirty="0">
                <a:solidFill>
                  <a:srgbClr val="000000"/>
                </a:solidFill>
                <a:ea typeface="华文楷体" pitchFamily="2" charset="-122"/>
                <a:cs typeface="Times New Roman" pitchFamily="18" charset="0"/>
                <a:sym typeface="Symbol" pitchFamily="18" charset="2"/>
              </a:rPr>
              <a:t>      if </a:t>
            </a:r>
            <a:r>
              <a:rPr kumimoji="1" lang="en-US" altLang="zh-CN" sz="1600" dirty="0">
                <a:solidFill>
                  <a:srgbClr val="000000"/>
                </a:solidFill>
                <a:ea typeface="华文楷体" pitchFamily="2" charset="-122"/>
                <a:cs typeface="Times New Roman" pitchFamily="18" charset="0"/>
                <a:sym typeface="Symbol" pitchFamily="18" charset="2"/>
              </a:rPr>
              <a:t>( ! </a:t>
            </a:r>
            <a:r>
              <a:rPr kumimoji="1" lang="en-US" altLang="zh-CN" sz="1600" i="1" dirty="0">
                <a:solidFill>
                  <a:srgbClr val="000000"/>
                </a:solidFill>
                <a:ea typeface="华文楷体" pitchFamily="2" charset="-122"/>
                <a:cs typeface="Times New Roman" pitchFamily="18" charset="0"/>
                <a:sym typeface="Symbol" pitchFamily="18" charset="2"/>
              </a:rPr>
              <a:t>Sum  </a:t>
            </a:r>
            <a:r>
              <a:rPr kumimoji="1" lang="en-US" altLang="zh-CN" sz="1600" dirty="0">
                <a:solidFill>
                  <a:srgbClr val="000000"/>
                </a:solidFill>
                <a:ea typeface="华文楷体" pitchFamily="2" charset="-122"/>
                <a:cs typeface="Times New Roman" pitchFamily="18" charset="0"/>
                <a:sym typeface="Symbol" pitchFamily="18" charset="2"/>
              </a:rPr>
              <a:t>&amp;&amp;  !</a:t>
            </a:r>
            <a:r>
              <a:rPr kumimoji="1" lang="en-US" altLang="zh-CN" sz="1600" i="1" dirty="0">
                <a:solidFill>
                  <a:srgbClr val="000000"/>
                </a:solidFill>
                <a:ea typeface="华文楷体" pitchFamily="2" charset="-122"/>
                <a:cs typeface="Times New Roman" pitchFamily="18" charset="0"/>
                <a:sym typeface="Symbol" pitchFamily="18" charset="2"/>
              </a:rPr>
              <a:t> allocated</a:t>
            </a:r>
            <a:r>
              <a:rPr lang="en-US" altLang="zh-CN" sz="1600" dirty="0">
                <a:solidFill>
                  <a:srgbClr val="000000"/>
                </a:solidFill>
                <a:ea typeface="华文楷体" pitchFamily="2" charset="-122"/>
                <a:cs typeface="Times New Roman" pitchFamily="18" charset="0"/>
              </a:rPr>
              <a:t> [ </a:t>
            </a:r>
            <a:r>
              <a:rPr lang="en-US" altLang="zh-CN" sz="1600" i="1" dirty="0" err="1">
                <a:solidFill>
                  <a:srgbClr val="000000"/>
                </a:solidFill>
                <a:ea typeface="华文楷体" pitchFamily="2" charset="-122"/>
                <a:cs typeface="Times New Roman" pitchFamily="18" charset="0"/>
              </a:rPr>
              <a:t>i</a:t>
            </a:r>
            <a:r>
              <a:rPr lang="en-US" altLang="zh-CN" sz="1600" i="1" dirty="0">
                <a:solidFill>
                  <a:srgbClr val="000000"/>
                </a:solidFill>
                <a:ea typeface="华文楷体" pitchFamily="2" charset="-122"/>
                <a:cs typeface="Times New Roman" pitchFamily="18" charset="0"/>
              </a:rPr>
              <a:t> </a:t>
            </a:r>
            <a:r>
              <a:rPr lang="en-US" altLang="zh-CN" sz="1600" dirty="0">
                <a:solidFill>
                  <a:srgbClr val="000000"/>
                </a:solidFill>
                <a:ea typeface="华文楷体" pitchFamily="2" charset="-122"/>
                <a:cs typeface="Times New Roman" pitchFamily="18" charset="0"/>
              </a:rPr>
              <a:t>] </a:t>
            </a:r>
            <a:r>
              <a:rPr kumimoji="1" lang="en-US" altLang="zh-CN" sz="1600" dirty="0">
                <a:solidFill>
                  <a:srgbClr val="000000"/>
                </a:solidFill>
                <a:ea typeface="华文楷体" pitchFamily="2" charset="-122"/>
                <a:cs typeface="Times New Roman" pitchFamily="18" charset="0"/>
                <a:sym typeface="Symbol" pitchFamily="18" charset="2"/>
              </a:rPr>
              <a:t>)  </a:t>
            </a:r>
            <a:r>
              <a:rPr kumimoji="1" lang="en-US" altLang="zh-CN" sz="1600" i="1" dirty="0">
                <a:solidFill>
                  <a:srgbClr val="000000"/>
                </a:solidFill>
                <a:ea typeface="华文楷体" pitchFamily="2" charset="-122"/>
                <a:cs typeface="Times New Roman" pitchFamily="18" charset="0"/>
                <a:sym typeface="Symbol" pitchFamily="18" charset="2"/>
              </a:rPr>
              <a:t>   </a:t>
            </a:r>
          </a:p>
          <a:p>
            <a:pPr>
              <a:lnSpc>
                <a:spcPts val="2000"/>
              </a:lnSpc>
              <a:defRPr/>
            </a:pPr>
            <a:r>
              <a:rPr kumimoji="1" lang="en-US" altLang="zh-CN" sz="1600" dirty="0">
                <a:solidFill>
                  <a:srgbClr val="000000"/>
                </a:solidFill>
                <a:ea typeface="华文楷体" pitchFamily="2" charset="-122"/>
                <a:cs typeface="Times New Roman" pitchFamily="18" charset="0"/>
                <a:sym typeface="Symbol" pitchFamily="18" charset="2"/>
              </a:rPr>
              <a:t>      { </a:t>
            </a:r>
            <a:r>
              <a:rPr kumimoji="1" lang="en-US" altLang="zh-CN" sz="1600" dirty="0">
                <a:solidFill>
                  <a:srgbClr val="00B050"/>
                </a:solidFill>
                <a:ea typeface="华文楷体" pitchFamily="2" charset="-122"/>
                <a:cs typeface="Times New Roman" pitchFamily="18" charset="0"/>
                <a:sym typeface="Symbol" pitchFamily="18" charset="2"/>
              </a:rPr>
              <a:t>/*</a:t>
            </a:r>
            <a:r>
              <a:rPr kumimoji="1" lang="en-US" altLang="zh-CN" sz="1600" i="1" dirty="0">
                <a:solidFill>
                  <a:srgbClr val="00B050"/>
                </a:solidFill>
                <a:ea typeface="华文楷体" pitchFamily="2" charset="-122"/>
                <a:cs typeface="Times New Roman" pitchFamily="18" charset="0"/>
                <a:sym typeface="Symbol" pitchFamily="18" charset="2"/>
              </a:rPr>
              <a:t>Sum=</a:t>
            </a:r>
            <a:r>
              <a:rPr kumimoji="1" lang="en-US" altLang="zh-CN" sz="1600" dirty="0">
                <a:solidFill>
                  <a:srgbClr val="00B050"/>
                </a:solidFill>
                <a:ea typeface="华文楷体" pitchFamily="2" charset="-122"/>
                <a:cs typeface="Times New Roman" pitchFamily="18" charset="0"/>
                <a:sym typeface="Symbol" pitchFamily="18" charset="2"/>
              </a:rPr>
              <a:t>0 </a:t>
            </a:r>
            <a:r>
              <a:rPr kumimoji="1" lang="zh-CN" altLang="en-US" sz="1600" dirty="0">
                <a:solidFill>
                  <a:srgbClr val="00B050"/>
                </a:solidFill>
                <a:ea typeface="华文楷体" pitchFamily="2" charset="-122"/>
                <a:cs typeface="Times New Roman" pitchFamily="18" charset="0"/>
                <a:sym typeface="Symbol" pitchFamily="18" charset="2"/>
              </a:rPr>
              <a:t>表示过程</a:t>
            </a:r>
            <a:r>
              <a:rPr kumimoji="1" lang="en-US" altLang="zh-CN" sz="1600" i="1" dirty="0">
                <a:solidFill>
                  <a:srgbClr val="00B050"/>
                </a:solidFill>
                <a:ea typeface="华文楷体" pitchFamily="2" charset="-122"/>
                <a:cs typeface="Times New Roman" pitchFamily="18" charset="0"/>
                <a:sym typeface="Symbol" pitchFamily="18" charset="2"/>
              </a:rPr>
              <a:t> </a:t>
            </a:r>
            <a:r>
              <a:rPr kumimoji="1" lang="en-US" altLang="zh-CN" sz="1600" i="1" dirty="0" err="1">
                <a:solidFill>
                  <a:srgbClr val="00B050"/>
                </a:solidFill>
                <a:ea typeface="华文楷体" pitchFamily="2" charset="-122"/>
                <a:cs typeface="Times New Roman" pitchFamily="18" charset="0"/>
                <a:sym typeface="Symbol" pitchFamily="18" charset="2"/>
              </a:rPr>
              <a:t>i</a:t>
            </a:r>
            <a:r>
              <a:rPr kumimoji="1" lang="en-US" altLang="zh-CN" sz="1600" i="1" dirty="0">
                <a:solidFill>
                  <a:srgbClr val="00B050"/>
                </a:solidFill>
                <a:ea typeface="华文楷体" pitchFamily="2" charset="-122"/>
                <a:cs typeface="Times New Roman" pitchFamily="18" charset="0"/>
                <a:sym typeface="Symbol" pitchFamily="18" charset="2"/>
              </a:rPr>
              <a:t> </a:t>
            </a:r>
            <a:r>
              <a:rPr kumimoji="1" lang="zh-CN" altLang="en-US" sz="1600" dirty="0">
                <a:solidFill>
                  <a:srgbClr val="00B050"/>
                </a:solidFill>
                <a:ea typeface="华文楷体" pitchFamily="2" charset="-122"/>
                <a:cs typeface="Times New Roman" pitchFamily="18" charset="0"/>
                <a:sym typeface="Symbol" pitchFamily="18" charset="2"/>
              </a:rPr>
              <a:t>不调用未分配内存的过程</a:t>
            </a:r>
            <a:r>
              <a:rPr kumimoji="1" lang="en-US" altLang="zh-CN" sz="1600" dirty="0">
                <a:solidFill>
                  <a:srgbClr val="00B050"/>
                </a:solidFill>
                <a:ea typeface="华文楷体" pitchFamily="2" charset="-122"/>
                <a:cs typeface="Times New Roman" pitchFamily="18" charset="0"/>
                <a:sym typeface="Symbol" pitchFamily="18" charset="2"/>
              </a:rPr>
              <a:t>;</a:t>
            </a:r>
          </a:p>
          <a:p>
            <a:pPr>
              <a:lnSpc>
                <a:spcPts val="2000"/>
              </a:lnSpc>
              <a:defRPr/>
            </a:pPr>
            <a:r>
              <a:rPr kumimoji="1" lang="en-US" altLang="zh-CN" sz="1600" i="1" dirty="0">
                <a:solidFill>
                  <a:srgbClr val="00B050"/>
                </a:solidFill>
                <a:ea typeface="华文楷体" pitchFamily="2" charset="-122"/>
                <a:cs typeface="Times New Roman" pitchFamily="18" charset="0"/>
                <a:sym typeface="Symbol" pitchFamily="18" charset="2"/>
              </a:rPr>
              <a:t>             allocated </a:t>
            </a:r>
            <a:r>
              <a:rPr lang="en-US" altLang="zh-CN" sz="1600" dirty="0">
                <a:solidFill>
                  <a:srgbClr val="00B050"/>
                </a:solidFill>
                <a:cs typeface="Times New Roman" pitchFamily="18" charset="0"/>
              </a:rPr>
              <a:t>[ </a:t>
            </a:r>
            <a:r>
              <a:rPr lang="en-US" altLang="zh-CN" sz="1600" i="1" dirty="0" err="1">
                <a:solidFill>
                  <a:srgbClr val="00B050"/>
                </a:solidFill>
                <a:cs typeface="Times New Roman" pitchFamily="18" charset="0"/>
              </a:rPr>
              <a:t>i</a:t>
            </a:r>
            <a:r>
              <a:rPr lang="en-US" altLang="zh-CN" sz="1600" i="1" dirty="0">
                <a:solidFill>
                  <a:srgbClr val="00B050"/>
                </a:solidFill>
                <a:cs typeface="Times New Roman" pitchFamily="18" charset="0"/>
              </a:rPr>
              <a:t> </a:t>
            </a:r>
            <a:r>
              <a:rPr lang="en-US" altLang="zh-CN" sz="1600" dirty="0">
                <a:solidFill>
                  <a:srgbClr val="00B050"/>
                </a:solidFill>
                <a:cs typeface="Times New Roman" pitchFamily="18" charset="0"/>
              </a:rPr>
              <a:t>]</a:t>
            </a:r>
            <a:r>
              <a:rPr kumimoji="1" lang="en-US" altLang="zh-CN" sz="1600" dirty="0">
                <a:solidFill>
                  <a:srgbClr val="00B050"/>
                </a:solidFill>
                <a:ea typeface="华文楷体" pitchFamily="2" charset="-122"/>
                <a:sym typeface="Symbol" pitchFamily="18" charset="2"/>
              </a:rPr>
              <a:t>=0;</a:t>
            </a:r>
            <a:r>
              <a:rPr kumimoji="1" lang="en-US" altLang="zh-CN" sz="1600" i="1" dirty="0">
                <a:solidFill>
                  <a:srgbClr val="00B050"/>
                </a:solidFill>
                <a:ea typeface="华文楷体" pitchFamily="2" charset="-122"/>
                <a:sym typeface="Symbol" pitchFamily="18" charset="2"/>
              </a:rPr>
              <a:t> </a:t>
            </a:r>
            <a:r>
              <a:rPr kumimoji="1" lang="zh-CN" altLang="en-US" sz="1600" dirty="0">
                <a:solidFill>
                  <a:srgbClr val="00B050"/>
                </a:solidFill>
                <a:ea typeface="华文楷体" pitchFamily="2" charset="-122"/>
                <a:sym typeface="Symbol" pitchFamily="18" charset="2"/>
              </a:rPr>
              <a:t>表示过程</a:t>
            </a:r>
            <a:r>
              <a:rPr kumimoji="1" lang="en-US" altLang="zh-CN" sz="1600" dirty="0">
                <a:solidFill>
                  <a:srgbClr val="00B050"/>
                </a:solidFill>
                <a:ea typeface="华文楷体" pitchFamily="2" charset="-122"/>
                <a:sym typeface="Symbol" pitchFamily="18" charset="2"/>
              </a:rPr>
              <a:t>  </a:t>
            </a:r>
            <a:r>
              <a:rPr kumimoji="1" lang="en-US" altLang="zh-CN" sz="1600" i="1" dirty="0" err="1">
                <a:solidFill>
                  <a:srgbClr val="00B050"/>
                </a:solidFill>
                <a:ea typeface="华文楷体" pitchFamily="2" charset="-122"/>
                <a:sym typeface="Symbol" pitchFamily="18" charset="2"/>
              </a:rPr>
              <a:t>i</a:t>
            </a:r>
            <a:r>
              <a:rPr kumimoji="1" lang="en-US" altLang="zh-CN" sz="1600" i="1" dirty="0">
                <a:solidFill>
                  <a:srgbClr val="00B050"/>
                </a:solidFill>
                <a:ea typeface="华文楷体" pitchFamily="2" charset="-122"/>
                <a:sym typeface="Symbol" pitchFamily="18" charset="2"/>
              </a:rPr>
              <a:t> </a:t>
            </a:r>
            <a:r>
              <a:rPr kumimoji="1" lang="zh-CN" altLang="en-US" sz="1600" dirty="0">
                <a:solidFill>
                  <a:srgbClr val="00B050"/>
                </a:solidFill>
                <a:ea typeface="华文楷体" pitchFamily="2" charset="-122"/>
                <a:sym typeface="Symbol" pitchFamily="18" charset="2"/>
              </a:rPr>
              <a:t>未分配内存</a:t>
            </a:r>
            <a:r>
              <a:rPr kumimoji="1" lang="en-US" altLang="zh-CN" sz="1600" i="1" dirty="0">
                <a:solidFill>
                  <a:srgbClr val="00B050"/>
                </a:solidFill>
                <a:ea typeface="华文楷体" pitchFamily="2" charset="-122"/>
                <a:sym typeface="Symbol" pitchFamily="18" charset="2"/>
              </a:rPr>
              <a:t> </a:t>
            </a:r>
            <a:r>
              <a:rPr kumimoji="1" lang="zh-CN" altLang="en-US" sz="1600" i="1" dirty="0">
                <a:solidFill>
                  <a:srgbClr val="00B050"/>
                </a:solidFill>
                <a:ea typeface="华文楷体" pitchFamily="2" charset="-122"/>
                <a:sym typeface="Symbol" pitchFamily="18" charset="2"/>
              </a:rPr>
              <a:t>，</a:t>
            </a:r>
            <a:r>
              <a:rPr kumimoji="1" lang="zh-CN" altLang="en-US" sz="1600" dirty="0">
                <a:solidFill>
                  <a:srgbClr val="00B050"/>
                </a:solidFill>
                <a:ea typeface="华文楷体" pitchFamily="2" charset="-122"/>
                <a:sym typeface="Symbol" pitchFamily="18" charset="2"/>
              </a:rPr>
              <a:t>接下来为 </a:t>
            </a:r>
            <a:r>
              <a:rPr kumimoji="1" lang="en-US" altLang="zh-CN" sz="1600" i="1" dirty="0" err="1">
                <a:solidFill>
                  <a:srgbClr val="00B050"/>
                </a:solidFill>
                <a:ea typeface="华文楷体" pitchFamily="2" charset="-122"/>
                <a:sym typeface="Symbol" pitchFamily="18" charset="2"/>
              </a:rPr>
              <a:t>i</a:t>
            </a:r>
            <a:r>
              <a:rPr kumimoji="1" lang="zh-CN" altLang="en-US" sz="1600" dirty="0">
                <a:solidFill>
                  <a:srgbClr val="00B050"/>
                </a:solidFill>
                <a:ea typeface="华文楷体" pitchFamily="2" charset="-122"/>
                <a:sym typeface="Symbol" pitchFamily="18" charset="2"/>
              </a:rPr>
              <a:t>分配内存</a:t>
            </a:r>
            <a:r>
              <a:rPr kumimoji="1" lang="en-US" altLang="zh-CN" sz="1600" dirty="0">
                <a:solidFill>
                  <a:srgbClr val="00B050"/>
                </a:solidFill>
                <a:ea typeface="华文楷体" pitchFamily="2" charset="-122"/>
                <a:sym typeface="Symbol" pitchFamily="18" charset="2"/>
              </a:rPr>
              <a:t>*/</a:t>
            </a:r>
            <a:endParaRPr kumimoji="1" lang="en-US" altLang="zh-CN" sz="1600" i="1" dirty="0">
              <a:solidFill>
                <a:srgbClr val="00B050"/>
              </a:solidFill>
              <a:ea typeface="华文楷体" pitchFamily="2" charset="-122"/>
              <a:sym typeface="Symbol" pitchFamily="18" charset="2"/>
            </a:endParaRPr>
          </a:p>
          <a:p>
            <a:pPr>
              <a:lnSpc>
                <a:spcPts val="2000"/>
              </a:lnSpc>
              <a:defRPr/>
            </a:pPr>
            <a:r>
              <a:rPr kumimoji="1" lang="en-US" altLang="zh-CN" sz="1600" i="1" dirty="0">
                <a:solidFill>
                  <a:srgbClr val="000000"/>
                </a:solidFill>
                <a:ea typeface="华文楷体" pitchFamily="2" charset="-122"/>
                <a:sym typeface="Symbol" pitchFamily="18" charset="2"/>
              </a:rPr>
              <a:t>           allocated </a:t>
            </a:r>
            <a:r>
              <a:rPr lang="en-US" altLang="zh-CN" sz="1600" dirty="0">
                <a:solidFill>
                  <a:srgbClr val="000000"/>
                </a:solidFill>
                <a:cs typeface="Times New Roman" pitchFamily="18" charset="0"/>
              </a:rPr>
              <a:t>[ </a:t>
            </a:r>
            <a:r>
              <a:rPr lang="en-US" altLang="zh-CN" sz="1600" i="1" dirty="0" err="1">
                <a:solidFill>
                  <a:srgbClr val="000000"/>
                </a:solidFill>
                <a:cs typeface="Times New Roman" pitchFamily="18" charset="0"/>
              </a:rPr>
              <a:t>i</a:t>
            </a:r>
            <a:r>
              <a:rPr lang="en-US" altLang="zh-CN" sz="1600" i="1" dirty="0">
                <a:solidFill>
                  <a:srgbClr val="000000"/>
                </a:solidFill>
                <a:cs typeface="Times New Roman" pitchFamily="18" charset="0"/>
              </a:rPr>
              <a:t> </a:t>
            </a:r>
            <a:r>
              <a:rPr lang="en-US" altLang="zh-CN" sz="1600" dirty="0">
                <a:solidFill>
                  <a:srgbClr val="000000"/>
                </a:solidFill>
                <a:cs typeface="Times New Roman" pitchFamily="18" charset="0"/>
              </a:rPr>
              <a:t>] </a:t>
            </a:r>
            <a:r>
              <a:rPr kumimoji="1" lang="en-US" altLang="zh-CN" sz="1600" dirty="0">
                <a:solidFill>
                  <a:srgbClr val="000000"/>
                </a:solidFill>
                <a:ea typeface="华文楷体" pitchFamily="2" charset="-122"/>
                <a:sym typeface="Symbol" pitchFamily="18" charset="2"/>
              </a:rPr>
              <a:t>= 1;  </a:t>
            </a:r>
            <a:endParaRPr kumimoji="1" lang="en-US" altLang="zh-CN" sz="1600" i="1" dirty="0">
              <a:solidFill>
                <a:srgbClr val="000000"/>
              </a:solidFill>
              <a:ea typeface="华文楷体" pitchFamily="2" charset="-122"/>
              <a:sym typeface="Symbol" pitchFamily="18" charset="2"/>
            </a:endParaRPr>
          </a:p>
          <a:p>
            <a:pPr>
              <a:lnSpc>
                <a:spcPts val="2000"/>
              </a:lnSpc>
              <a:defRPr/>
            </a:pPr>
            <a:r>
              <a:rPr kumimoji="1" lang="en-US" altLang="zh-CN" sz="1600" i="1"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printf</a:t>
            </a:r>
            <a:r>
              <a:rPr kumimoji="1" lang="en-US" altLang="zh-CN" sz="1600" dirty="0">
                <a:solidFill>
                  <a:srgbClr val="000000"/>
                </a:solidFill>
                <a:ea typeface="华文楷体" pitchFamily="2" charset="-122"/>
                <a:sym typeface="Symbol" pitchFamily="18" charset="2"/>
              </a:rPr>
              <a:t>( </a:t>
            </a:r>
            <a:r>
              <a:rPr lang="en-US" altLang="zh-CN" sz="1600" dirty="0">
                <a:solidFill>
                  <a:srgbClr val="000000"/>
                </a:solidFill>
                <a:ea typeface="楷体" pitchFamily="49" charset="-122"/>
              </a:rPr>
              <a:t>′′ %</a:t>
            </a:r>
            <a:r>
              <a:rPr lang="en-US" altLang="zh-CN" sz="1600" i="1" dirty="0">
                <a:solidFill>
                  <a:srgbClr val="000000"/>
                </a:solidFill>
                <a:ea typeface="楷体" pitchFamily="49" charset="-122"/>
              </a:rPr>
              <a:t>d:</a:t>
            </a:r>
            <a:r>
              <a:rPr lang="en-US" altLang="zh-CN" sz="1600" dirty="0">
                <a:solidFill>
                  <a:srgbClr val="000000"/>
                </a:solidFill>
                <a:ea typeface="楷体" pitchFamily="49" charset="-122"/>
              </a:rPr>
              <a:t> %</a:t>
            </a:r>
            <a:r>
              <a:rPr lang="en-US" altLang="zh-CN" sz="1600" i="1" dirty="0">
                <a:solidFill>
                  <a:srgbClr val="000000"/>
                </a:solidFill>
                <a:ea typeface="楷体" pitchFamily="49" charset="-122"/>
              </a:rPr>
              <a:t>d </a:t>
            </a:r>
            <a:r>
              <a:rPr lang="en-US" altLang="zh-CN" sz="1600" b="0" dirty="0">
                <a:solidFill>
                  <a:srgbClr val="000000"/>
                </a:solidFill>
                <a:ea typeface="楷体" pitchFamily="49" charset="-122"/>
              </a:rPr>
              <a:t>-</a:t>
            </a:r>
            <a:r>
              <a:rPr lang="en-US" altLang="zh-CN" sz="1600" dirty="0">
                <a:solidFill>
                  <a:srgbClr val="000000"/>
                </a:solidFill>
                <a:ea typeface="楷体" pitchFamily="49" charset="-122"/>
              </a:rPr>
              <a:t>%</a:t>
            </a:r>
            <a:r>
              <a:rPr lang="en-US" altLang="zh-CN" sz="1600" i="1" dirty="0">
                <a:solidFill>
                  <a:srgbClr val="000000"/>
                </a:solidFill>
                <a:ea typeface="楷体" pitchFamily="49" charset="-122"/>
              </a:rPr>
              <a:t>d </a:t>
            </a:r>
            <a:r>
              <a:rPr kumimoji="1" lang="en-US" altLang="zh-CN" sz="1600" dirty="0">
                <a:solidFill>
                  <a:srgbClr val="000000"/>
                </a:solidFill>
                <a:ea typeface="华文楷体" pitchFamily="2" charset="-122"/>
                <a:sym typeface="Symbol" pitchFamily="18" charset="2"/>
              </a:rPr>
              <a:t>/</a:t>
            </a:r>
            <a:r>
              <a:rPr lang="en-US" altLang="zh-CN" sz="1600" i="1" dirty="0">
                <a:solidFill>
                  <a:srgbClr val="000000"/>
                </a:solidFill>
                <a:ea typeface="楷体" pitchFamily="49" charset="-122"/>
              </a:rPr>
              <a:t>n</a:t>
            </a:r>
            <a:r>
              <a:rPr lang="en-US" altLang="zh-CN" sz="1600" dirty="0">
                <a:solidFill>
                  <a:srgbClr val="000000"/>
                </a:solidFill>
                <a:ea typeface="楷体" pitchFamily="49" charset="-122"/>
              </a:rPr>
              <a:t>′′,</a:t>
            </a:r>
            <a:r>
              <a:rPr lang="en-US" altLang="zh-CN" sz="1600" i="1" dirty="0">
                <a:solidFill>
                  <a:srgbClr val="000000"/>
                </a:solidFill>
                <a:cs typeface="Times New Roman" pitchFamily="18" charset="0"/>
              </a:rPr>
              <a:t> </a:t>
            </a:r>
            <a:r>
              <a:rPr lang="en-US" altLang="zh-CN" sz="1600" i="1" dirty="0" err="1">
                <a:solidFill>
                  <a:srgbClr val="000000"/>
                </a:solidFill>
                <a:cs typeface="Times New Roman" pitchFamily="18" charset="0"/>
              </a:rPr>
              <a:t>i</a:t>
            </a:r>
            <a:r>
              <a:rPr lang="en-US" altLang="zh-CN" sz="1600" i="1" dirty="0">
                <a:solidFill>
                  <a:srgbClr val="000000"/>
                </a:solidFill>
                <a:cs typeface="Times New Roman" pitchFamily="18" charset="0"/>
              </a:rPr>
              <a:t> ,</a:t>
            </a:r>
            <a:r>
              <a:rPr kumimoji="1" lang="en-US" altLang="zh-CN" sz="1600" i="1" dirty="0">
                <a:solidFill>
                  <a:srgbClr val="000000"/>
                </a:solidFill>
                <a:ea typeface="华文楷体" pitchFamily="2" charset="-122"/>
                <a:sym typeface="Symbol" pitchFamily="18" charset="2"/>
              </a:rPr>
              <a:t> base</a:t>
            </a:r>
            <a:r>
              <a:rPr lang="en-US" altLang="zh-CN" sz="1600" dirty="0">
                <a:solidFill>
                  <a:srgbClr val="000000"/>
                </a:solidFill>
                <a:cs typeface="Times New Roman" pitchFamily="18" charset="0"/>
              </a:rPr>
              <a:t>[ </a:t>
            </a:r>
            <a:r>
              <a:rPr lang="en-US" altLang="zh-CN" sz="1600" i="1" dirty="0" err="1">
                <a:solidFill>
                  <a:srgbClr val="000000"/>
                </a:solidFill>
                <a:cs typeface="Times New Roman" pitchFamily="18" charset="0"/>
              </a:rPr>
              <a:t>i</a:t>
            </a:r>
            <a:r>
              <a:rPr lang="en-US" altLang="zh-CN" sz="1600" i="1" dirty="0">
                <a:solidFill>
                  <a:srgbClr val="000000"/>
                </a:solidFill>
                <a:cs typeface="Times New Roman" pitchFamily="18" charset="0"/>
              </a:rPr>
              <a:t> </a:t>
            </a:r>
            <a:r>
              <a:rPr lang="en-US" altLang="zh-CN" sz="1600" dirty="0">
                <a:solidFill>
                  <a:srgbClr val="000000"/>
                </a:solidFill>
                <a:cs typeface="Times New Roman" pitchFamily="18" charset="0"/>
              </a:rPr>
              <a:t>],</a:t>
            </a:r>
            <a:r>
              <a:rPr kumimoji="1" lang="en-US" altLang="zh-CN" sz="1600" i="1" dirty="0">
                <a:solidFill>
                  <a:srgbClr val="000000"/>
                </a:solidFill>
                <a:ea typeface="华文楷体" pitchFamily="2" charset="-122"/>
                <a:sym typeface="Symbol" pitchFamily="18" charset="2"/>
              </a:rPr>
              <a:t> base</a:t>
            </a:r>
            <a:r>
              <a:rPr lang="en-US" altLang="zh-CN" sz="1600" dirty="0">
                <a:solidFill>
                  <a:srgbClr val="000000"/>
                </a:solidFill>
                <a:cs typeface="Times New Roman" pitchFamily="18" charset="0"/>
              </a:rPr>
              <a:t>[ </a:t>
            </a:r>
            <a:r>
              <a:rPr lang="en-US" altLang="zh-CN" sz="1600" i="1" dirty="0" err="1">
                <a:solidFill>
                  <a:srgbClr val="000000"/>
                </a:solidFill>
                <a:cs typeface="Times New Roman" pitchFamily="18" charset="0"/>
              </a:rPr>
              <a:t>i</a:t>
            </a:r>
            <a:r>
              <a:rPr lang="en-US" altLang="zh-CN" sz="1600" i="1" dirty="0">
                <a:solidFill>
                  <a:srgbClr val="000000"/>
                </a:solidFill>
                <a:cs typeface="Times New Roman" pitchFamily="18" charset="0"/>
              </a:rPr>
              <a:t> </a:t>
            </a:r>
            <a:r>
              <a:rPr lang="en-US" altLang="zh-CN" sz="1600" dirty="0">
                <a:solidFill>
                  <a:srgbClr val="000000"/>
                </a:solidFill>
                <a:cs typeface="Times New Roman" pitchFamily="18" charset="0"/>
              </a:rPr>
              <a:t>]+</a:t>
            </a:r>
            <a:r>
              <a:rPr lang="en-US" altLang="zh-CN" sz="1600" i="1" dirty="0">
                <a:solidFill>
                  <a:srgbClr val="000000"/>
                </a:solidFill>
                <a:cs typeface="Times New Roman" pitchFamily="18" charset="0"/>
              </a:rPr>
              <a:t>Units</a:t>
            </a:r>
            <a:r>
              <a:rPr lang="en-US" altLang="zh-CN" sz="1600" dirty="0">
                <a:solidFill>
                  <a:srgbClr val="000000"/>
                </a:solidFill>
                <a:cs typeface="Times New Roman" pitchFamily="18" charset="0"/>
              </a:rPr>
              <a:t>[ </a:t>
            </a:r>
            <a:r>
              <a:rPr lang="en-US" altLang="zh-CN" sz="1600" i="1" dirty="0" err="1">
                <a:solidFill>
                  <a:srgbClr val="000000"/>
                </a:solidFill>
                <a:cs typeface="Times New Roman" pitchFamily="18" charset="0"/>
              </a:rPr>
              <a:t>i</a:t>
            </a:r>
            <a:r>
              <a:rPr lang="en-US" altLang="zh-CN" sz="1600" i="1" dirty="0">
                <a:solidFill>
                  <a:srgbClr val="000000"/>
                </a:solidFill>
                <a:cs typeface="Times New Roman" pitchFamily="18" charset="0"/>
              </a:rPr>
              <a:t> </a:t>
            </a:r>
            <a:r>
              <a:rPr lang="en-US" altLang="zh-CN" sz="1600" dirty="0">
                <a:solidFill>
                  <a:srgbClr val="000000"/>
                </a:solidFill>
                <a:cs typeface="Times New Roman" pitchFamily="18" charset="0"/>
              </a:rPr>
              <a:t>]</a:t>
            </a:r>
            <a:r>
              <a:rPr kumimoji="1" lang="en-US" altLang="zh-CN" sz="1600" b="0" dirty="0">
                <a:solidFill>
                  <a:srgbClr val="000000"/>
                </a:solidFill>
                <a:ea typeface="华文楷体" pitchFamily="2" charset="-122"/>
                <a:sym typeface="Symbol" pitchFamily="18" charset="2"/>
              </a:rPr>
              <a:t>-</a:t>
            </a:r>
            <a:r>
              <a:rPr kumimoji="1" lang="en-US" altLang="zh-CN" sz="1600" dirty="0">
                <a:solidFill>
                  <a:srgbClr val="000000"/>
                </a:solidFill>
                <a:ea typeface="华文楷体" pitchFamily="2" charset="-122"/>
                <a:sym typeface="Symbol" pitchFamily="18" charset="2"/>
              </a:rPr>
              <a:t>1 ) ;</a:t>
            </a:r>
          </a:p>
          <a:p>
            <a:pPr>
              <a:lnSpc>
                <a:spcPts val="2000"/>
              </a:lnSpc>
              <a:defRPr/>
            </a:pPr>
            <a:r>
              <a:rPr kumimoji="1" lang="en-US" altLang="zh-CN" sz="1600" i="1" dirty="0">
                <a:solidFill>
                  <a:srgbClr val="000000"/>
                </a:solidFill>
                <a:ea typeface="华文楷体" pitchFamily="2" charset="-122"/>
                <a:sym typeface="Symbol" pitchFamily="18" charset="2"/>
              </a:rPr>
              <a:t>           for</a:t>
            </a:r>
            <a:r>
              <a:rPr kumimoji="1" lang="en-US" altLang="zh-CN" sz="1600" dirty="0">
                <a:solidFill>
                  <a:srgbClr val="000000"/>
                </a:solidFill>
                <a:ea typeface="华文楷体" pitchFamily="2" charset="-122"/>
                <a:sym typeface="Symbol" pitchFamily="18" charset="2"/>
              </a:rPr>
              <a:t>(</a:t>
            </a:r>
            <a:r>
              <a:rPr kumimoji="1" lang="en-US" altLang="zh-CN" sz="1600" i="1" dirty="0">
                <a:solidFill>
                  <a:srgbClr val="000000"/>
                </a:solidFill>
                <a:ea typeface="华文楷体" pitchFamily="2" charset="-122"/>
                <a:sym typeface="Symbol" pitchFamily="18" charset="2"/>
              </a:rPr>
              <a:t> k = </a:t>
            </a:r>
            <a:r>
              <a:rPr kumimoji="1" lang="en-US" altLang="zh-CN" sz="1600" dirty="0">
                <a:solidFill>
                  <a:srgbClr val="000000"/>
                </a:solidFill>
                <a:ea typeface="华文楷体" pitchFamily="2" charset="-122"/>
                <a:sym typeface="Symbol" pitchFamily="18" charset="2"/>
              </a:rPr>
              <a:t>0</a:t>
            </a:r>
            <a:r>
              <a:rPr kumimoji="1" lang="en-US" altLang="zh-CN" sz="1600" i="1" dirty="0">
                <a:solidFill>
                  <a:srgbClr val="000000"/>
                </a:solidFill>
                <a:ea typeface="华文楷体" pitchFamily="2" charset="-122"/>
                <a:sym typeface="Symbol" pitchFamily="18" charset="2"/>
              </a:rPr>
              <a:t>; k</a:t>
            </a:r>
            <a:r>
              <a:rPr kumimoji="1" lang="zh-CN" altLang="en-US" sz="1600" dirty="0">
                <a:solidFill>
                  <a:srgbClr val="000000"/>
                </a:solidFill>
                <a:ea typeface="华文楷体" pitchFamily="2" charset="-122"/>
                <a:sym typeface="Symbol" pitchFamily="18" charset="2"/>
              </a:rPr>
              <a:t>＜</a:t>
            </a:r>
            <a:r>
              <a:rPr kumimoji="1" lang="en-US" altLang="zh-CN" sz="1600" i="1" dirty="0">
                <a:solidFill>
                  <a:srgbClr val="000000"/>
                </a:solidFill>
                <a:ea typeface="华文楷体" pitchFamily="2" charset="-122"/>
                <a:sym typeface="Symbol" pitchFamily="18" charset="2"/>
              </a:rPr>
              <a:t> </a:t>
            </a:r>
            <a:r>
              <a:rPr kumimoji="1" lang="en-US" altLang="zh-CN" sz="1600" i="1" dirty="0" err="1">
                <a:solidFill>
                  <a:srgbClr val="000000"/>
                </a:solidFill>
                <a:ea typeface="华文楷体" pitchFamily="2" charset="-122"/>
                <a:sym typeface="Symbol" pitchFamily="18" charset="2"/>
              </a:rPr>
              <a:t>NoOfBlocks</a:t>
            </a:r>
            <a:r>
              <a:rPr kumimoji="1" lang="en-US" altLang="zh-CN" sz="1600" i="1" dirty="0">
                <a:solidFill>
                  <a:srgbClr val="000000"/>
                </a:solidFill>
                <a:ea typeface="华文楷体" pitchFamily="2" charset="-122"/>
                <a:sym typeface="Symbol" pitchFamily="18" charset="2"/>
              </a:rPr>
              <a:t>; k++ </a:t>
            </a:r>
            <a:r>
              <a:rPr kumimoji="1" lang="en-US" altLang="zh-CN" sz="1600" dirty="0">
                <a:solidFill>
                  <a:srgbClr val="000000"/>
                </a:solidFill>
                <a:ea typeface="华文楷体" pitchFamily="2" charset="-122"/>
                <a:sym typeface="Symbol" pitchFamily="18" charset="2"/>
              </a:rPr>
              <a:t>)</a:t>
            </a:r>
            <a:r>
              <a:rPr kumimoji="1" lang="en-US" altLang="zh-CN" sz="1600" i="1" dirty="0">
                <a:solidFill>
                  <a:srgbClr val="000000"/>
                </a:solidFill>
                <a:ea typeface="华文楷体" pitchFamily="2" charset="-122"/>
                <a:sym typeface="Symbol" pitchFamily="18" charset="2"/>
              </a:rPr>
              <a:t>   </a:t>
            </a:r>
          </a:p>
          <a:p>
            <a:pPr>
              <a:lnSpc>
                <a:spcPts val="2000"/>
              </a:lnSpc>
              <a:defRPr/>
            </a:pPr>
            <a:r>
              <a:rPr kumimoji="1" lang="en-US" altLang="zh-CN" sz="1600" i="1" dirty="0">
                <a:solidFill>
                  <a:srgbClr val="000000"/>
                </a:solidFill>
                <a:ea typeface="华文楷体" pitchFamily="2" charset="-122"/>
                <a:sym typeface="Symbol" pitchFamily="18" charset="2"/>
              </a:rPr>
              <a:t>           if </a:t>
            </a:r>
            <a:r>
              <a:rPr kumimoji="1" lang="en-US" altLang="zh-CN" sz="1600" dirty="0">
                <a:solidFill>
                  <a:srgbClr val="000000"/>
                </a:solidFill>
                <a:ea typeface="华文楷体" pitchFamily="2" charset="-122"/>
                <a:sym typeface="Symbol" pitchFamily="18" charset="2"/>
              </a:rPr>
              <a:t>( </a:t>
            </a:r>
            <a:r>
              <a:rPr kumimoji="1" lang="en-US" altLang="zh-CN" sz="1600" i="1" dirty="0">
                <a:solidFill>
                  <a:srgbClr val="000000"/>
                </a:solidFill>
                <a:ea typeface="华文楷体" pitchFamily="2" charset="-122"/>
                <a:sym typeface="Symbol" pitchFamily="18" charset="2"/>
              </a:rPr>
              <a:t>B</a:t>
            </a:r>
            <a:r>
              <a:rPr lang="en-US" altLang="zh-CN" sz="1600" dirty="0">
                <a:solidFill>
                  <a:srgbClr val="000000"/>
                </a:solidFill>
                <a:cs typeface="Times New Roman" pitchFamily="18" charset="0"/>
              </a:rPr>
              <a:t>[</a:t>
            </a:r>
            <a:r>
              <a:rPr lang="en-US" altLang="zh-CN" sz="1600" i="1" dirty="0">
                <a:solidFill>
                  <a:srgbClr val="000000"/>
                </a:solidFill>
                <a:cs typeface="Times New Roman" pitchFamily="18" charset="0"/>
              </a:rPr>
              <a:t>k</a:t>
            </a:r>
            <a:r>
              <a:rPr lang="en-US" altLang="zh-CN" sz="1600" dirty="0">
                <a:solidFill>
                  <a:srgbClr val="000000"/>
                </a:solidFill>
                <a:cs typeface="Times New Roman" pitchFamily="18" charset="0"/>
              </a:rPr>
              <a:t>][</a:t>
            </a:r>
            <a:r>
              <a:rPr lang="en-US" altLang="zh-CN" sz="1600" i="1" dirty="0" err="1">
                <a:solidFill>
                  <a:srgbClr val="000000"/>
                </a:solidFill>
                <a:cs typeface="Times New Roman" pitchFamily="18" charset="0"/>
              </a:rPr>
              <a:t>i</a:t>
            </a:r>
            <a:r>
              <a:rPr lang="en-US" altLang="zh-CN" sz="1600" dirty="0">
                <a:solidFill>
                  <a:srgbClr val="000000"/>
                </a:solidFill>
                <a:cs typeface="Times New Roman" pitchFamily="18" charset="0"/>
              </a:rPr>
              <a:t>] </a:t>
            </a:r>
            <a:r>
              <a:rPr kumimoji="1" lang="en-US" altLang="zh-CN" sz="1600" dirty="0">
                <a:solidFill>
                  <a:srgbClr val="000000"/>
                </a:solidFill>
                <a:ea typeface="华文楷体" pitchFamily="2" charset="-122"/>
                <a:sym typeface="Symbol" pitchFamily="18" charset="2"/>
              </a:rPr>
              <a:t>)   </a:t>
            </a:r>
            <a:r>
              <a:rPr kumimoji="1" lang="en-US" altLang="zh-CN" sz="1600" dirty="0">
                <a:solidFill>
                  <a:srgbClr val="00B050"/>
                </a:solidFill>
                <a:ea typeface="华文楷体" pitchFamily="2" charset="-122"/>
                <a:sym typeface="Symbol" pitchFamily="18" charset="2"/>
              </a:rPr>
              <a:t>/* </a:t>
            </a:r>
            <a:r>
              <a:rPr kumimoji="1" lang="en-US" altLang="zh-CN" sz="1600" i="1" dirty="0">
                <a:solidFill>
                  <a:srgbClr val="00B050"/>
                </a:solidFill>
                <a:ea typeface="华文楷体" pitchFamily="2" charset="-122"/>
                <a:sym typeface="Symbol" pitchFamily="18" charset="2"/>
              </a:rPr>
              <a:t>b</a:t>
            </a:r>
            <a:r>
              <a:rPr lang="en-US" altLang="zh-CN" sz="1600" dirty="0">
                <a:solidFill>
                  <a:srgbClr val="00B050"/>
                </a:solidFill>
                <a:cs typeface="Times New Roman" pitchFamily="18" charset="0"/>
              </a:rPr>
              <a:t>[</a:t>
            </a:r>
            <a:r>
              <a:rPr lang="en-US" altLang="zh-CN" sz="1600" i="1" dirty="0">
                <a:solidFill>
                  <a:srgbClr val="00B050"/>
                </a:solidFill>
                <a:cs typeface="Times New Roman" pitchFamily="18" charset="0"/>
              </a:rPr>
              <a:t>k</a:t>
            </a:r>
            <a:r>
              <a:rPr lang="en-US" altLang="zh-CN" sz="1600" dirty="0">
                <a:solidFill>
                  <a:srgbClr val="00B050"/>
                </a:solidFill>
                <a:cs typeface="Times New Roman" pitchFamily="18" charset="0"/>
              </a:rPr>
              <a:t>][</a:t>
            </a:r>
            <a:r>
              <a:rPr lang="en-US" altLang="zh-CN" sz="1600" i="1" dirty="0" err="1">
                <a:solidFill>
                  <a:srgbClr val="00B050"/>
                </a:solidFill>
                <a:cs typeface="Times New Roman" pitchFamily="18" charset="0"/>
              </a:rPr>
              <a:t>i</a:t>
            </a:r>
            <a:r>
              <a:rPr lang="en-US" altLang="zh-CN" sz="1600" dirty="0">
                <a:solidFill>
                  <a:srgbClr val="00B050"/>
                </a:solidFill>
                <a:cs typeface="Times New Roman" pitchFamily="18" charset="0"/>
              </a:rPr>
              <a:t>]!=0  </a:t>
            </a:r>
            <a:r>
              <a:rPr lang="zh-CN" altLang="en-US" sz="1600" dirty="0">
                <a:solidFill>
                  <a:srgbClr val="00B050"/>
                </a:solidFill>
                <a:latin typeface="+mn-ea"/>
                <a:ea typeface="+mn-ea"/>
                <a:cs typeface="Times New Roman" pitchFamily="18" charset="0"/>
              </a:rPr>
              <a:t>表示 过程</a:t>
            </a:r>
            <a:r>
              <a:rPr lang="en-US" altLang="zh-CN" sz="1600" dirty="0">
                <a:solidFill>
                  <a:srgbClr val="00B050"/>
                </a:solidFill>
                <a:latin typeface="+mn-ea"/>
                <a:ea typeface="+mn-ea"/>
                <a:cs typeface="Times New Roman" pitchFamily="18" charset="0"/>
              </a:rPr>
              <a:t> </a:t>
            </a:r>
            <a:r>
              <a:rPr lang="en-US" altLang="zh-CN" sz="1600" i="1" dirty="0">
                <a:solidFill>
                  <a:srgbClr val="00B050"/>
                </a:solidFill>
                <a:cs typeface="Times New Roman" pitchFamily="18" charset="0"/>
              </a:rPr>
              <a:t>k</a:t>
            </a:r>
            <a:r>
              <a:rPr lang="zh-CN" altLang="en-US" sz="1600" dirty="0">
                <a:solidFill>
                  <a:srgbClr val="00B050"/>
                </a:solidFill>
                <a:latin typeface="+mn-ea"/>
                <a:ea typeface="+mn-ea"/>
                <a:cs typeface="Times New Roman" pitchFamily="18" charset="0"/>
              </a:rPr>
              <a:t>调用过程</a:t>
            </a:r>
            <a:r>
              <a:rPr lang="en-US" altLang="zh-CN" sz="1600" dirty="0">
                <a:solidFill>
                  <a:srgbClr val="00B050"/>
                </a:solidFill>
                <a:latin typeface="+mn-ea"/>
                <a:ea typeface="+mn-ea"/>
                <a:cs typeface="Times New Roman" pitchFamily="18" charset="0"/>
              </a:rPr>
              <a:t>  </a:t>
            </a:r>
            <a:r>
              <a:rPr lang="en-US" altLang="zh-CN" sz="1600" i="1" dirty="0" err="1">
                <a:solidFill>
                  <a:srgbClr val="00B050"/>
                </a:solidFill>
                <a:cs typeface="Times New Roman" pitchFamily="18" charset="0"/>
              </a:rPr>
              <a:t>i</a:t>
            </a:r>
            <a:r>
              <a:rPr kumimoji="1" lang="en-US" altLang="zh-CN" sz="1600" dirty="0">
                <a:solidFill>
                  <a:srgbClr val="00B050"/>
                </a:solidFill>
                <a:ea typeface="华文楷体" pitchFamily="2" charset="-122"/>
                <a:sym typeface="Symbol" pitchFamily="18" charset="2"/>
              </a:rPr>
              <a:t> */</a:t>
            </a:r>
          </a:p>
          <a:p>
            <a:pPr>
              <a:lnSpc>
                <a:spcPts val="2000"/>
              </a:lnSpc>
              <a:defRPr/>
            </a:pPr>
            <a:r>
              <a:rPr kumimoji="1" lang="en-US" altLang="zh-CN" sz="1600" dirty="0">
                <a:solidFill>
                  <a:srgbClr val="000000"/>
                </a:solidFill>
                <a:sym typeface="Symbol" pitchFamily="18" charset="2"/>
              </a:rPr>
              <a:t>           {  </a:t>
            </a:r>
            <a:r>
              <a:rPr kumimoji="1" lang="en-US" altLang="zh-CN" sz="1600" dirty="0">
                <a:solidFill>
                  <a:srgbClr val="00B050"/>
                </a:solidFill>
                <a:ea typeface="华文楷体" pitchFamily="2" charset="-122"/>
                <a:sym typeface="Symbol" pitchFamily="18" charset="2"/>
              </a:rPr>
              <a:t>/*</a:t>
            </a:r>
            <a:r>
              <a:rPr kumimoji="1" lang="zh-CN" altLang="en-US" sz="1600" dirty="0">
                <a:solidFill>
                  <a:srgbClr val="00B050"/>
                </a:solidFill>
                <a:ea typeface="华文楷体" pitchFamily="2" charset="-122"/>
                <a:sym typeface="Symbol" pitchFamily="18" charset="2"/>
              </a:rPr>
              <a:t>由于过程</a:t>
            </a:r>
            <a:r>
              <a:rPr kumimoji="1" lang="en-US" altLang="zh-CN" sz="1600" dirty="0">
                <a:solidFill>
                  <a:srgbClr val="00B050"/>
                </a:solidFill>
                <a:ea typeface="华文楷体" pitchFamily="2" charset="-122"/>
                <a:sym typeface="Symbol" pitchFamily="18" charset="2"/>
              </a:rPr>
              <a:t> </a:t>
            </a:r>
            <a:r>
              <a:rPr kumimoji="1" lang="en-US" altLang="zh-CN" sz="1600" i="1" dirty="0">
                <a:solidFill>
                  <a:srgbClr val="00B050"/>
                </a:solidFill>
                <a:ea typeface="华文楷体" pitchFamily="2" charset="-122"/>
                <a:sym typeface="Symbol" pitchFamily="18" charset="2"/>
              </a:rPr>
              <a:t>k </a:t>
            </a:r>
            <a:r>
              <a:rPr kumimoji="1" lang="zh-CN" altLang="en-US" sz="1600" dirty="0">
                <a:solidFill>
                  <a:srgbClr val="00B050"/>
                </a:solidFill>
                <a:ea typeface="华文楷体" pitchFamily="2" charset="-122"/>
                <a:sym typeface="Symbol" pitchFamily="18" charset="2"/>
              </a:rPr>
              <a:t>调用过程</a:t>
            </a:r>
            <a:r>
              <a:rPr kumimoji="1" lang="en-US" altLang="zh-CN" sz="1600" dirty="0">
                <a:solidFill>
                  <a:srgbClr val="00B050"/>
                </a:solidFill>
                <a:ea typeface="华文楷体" pitchFamily="2" charset="-122"/>
                <a:sym typeface="Symbol" pitchFamily="18" charset="2"/>
              </a:rPr>
              <a:t>  </a:t>
            </a:r>
            <a:r>
              <a:rPr kumimoji="1" lang="en-US" altLang="zh-CN" sz="1600" i="1" dirty="0" err="1">
                <a:solidFill>
                  <a:srgbClr val="00B050"/>
                </a:solidFill>
                <a:ea typeface="华文楷体" pitchFamily="2" charset="-122"/>
                <a:sym typeface="Symbol" pitchFamily="18" charset="2"/>
              </a:rPr>
              <a:t>i</a:t>
            </a:r>
            <a:r>
              <a:rPr kumimoji="1" lang="en-US" altLang="zh-CN" sz="1600" i="1" dirty="0">
                <a:solidFill>
                  <a:srgbClr val="00B050"/>
                </a:solidFill>
                <a:ea typeface="华文楷体" pitchFamily="2" charset="-122"/>
                <a:sym typeface="Symbol" pitchFamily="18" charset="2"/>
              </a:rPr>
              <a:t> ,  </a:t>
            </a:r>
            <a:r>
              <a:rPr kumimoji="1" lang="zh-CN" altLang="en-US" sz="1600" dirty="0">
                <a:solidFill>
                  <a:srgbClr val="00B050"/>
                </a:solidFill>
                <a:ea typeface="华文楷体" pitchFamily="2" charset="-122"/>
                <a:sym typeface="Symbol" pitchFamily="18" charset="2"/>
              </a:rPr>
              <a:t>过程</a:t>
            </a:r>
            <a:r>
              <a:rPr kumimoji="1" lang="zh-CN" altLang="en-US" sz="1600" i="1" dirty="0">
                <a:solidFill>
                  <a:srgbClr val="00B050"/>
                </a:solidFill>
                <a:ea typeface="华文楷体" pitchFamily="2" charset="-122"/>
                <a:sym typeface="Symbol" pitchFamily="18" charset="2"/>
              </a:rPr>
              <a:t> </a:t>
            </a:r>
            <a:r>
              <a:rPr kumimoji="1" lang="en-US" altLang="zh-CN" sz="1600" i="1" dirty="0">
                <a:solidFill>
                  <a:srgbClr val="00B050"/>
                </a:solidFill>
                <a:ea typeface="华文楷体" pitchFamily="2" charset="-122"/>
                <a:sym typeface="Symbol" pitchFamily="18" charset="2"/>
              </a:rPr>
              <a:t>k </a:t>
            </a:r>
            <a:r>
              <a:rPr kumimoji="1" lang="zh-CN" altLang="en-US" sz="1600" dirty="0">
                <a:solidFill>
                  <a:srgbClr val="00B050"/>
                </a:solidFill>
                <a:ea typeface="华文楷体" pitchFamily="2" charset="-122"/>
                <a:sym typeface="Symbol" pitchFamily="18" charset="2"/>
              </a:rPr>
              <a:t>必须在过程 </a:t>
            </a:r>
            <a:r>
              <a:rPr kumimoji="1" lang="en-US" altLang="zh-CN" sz="1600" i="1" dirty="0" err="1">
                <a:solidFill>
                  <a:srgbClr val="00B050"/>
                </a:solidFill>
                <a:ea typeface="华文楷体" pitchFamily="2" charset="-122"/>
                <a:sym typeface="Symbol" pitchFamily="18" charset="2"/>
              </a:rPr>
              <a:t>i</a:t>
            </a:r>
            <a:r>
              <a:rPr kumimoji="1" lang="zh-CN" altLang="en-US" sz="1600" dirty="0">
                <a:solidFill>
                  <a:srgbClr val="00B050"/>
                </a:solidFill>
                <a:ea typeface="华文楷体" pitchFamily="2" charset="-122"/>
                <a:sym typeface="Symbol" pitchFamily="18" charset="2"/>
              </a:rPr>
              <a:t>之后分配内存且过程</a:t>
            </a:r>
            <a:r>
              <a:rPr lang="en-US" altLang="zh-CN" sz="1600" i="1" dirty="0">
                <a:solidFill>
                  <a:srgbClr val="00B050"/>
                </a:solidFill>
                <a:cs typeface="Times New Roman" pitchFamily="18" charset="0"/>
              </a:rPr>
              <a:t> k </a:t>
            </a:r>
            <a:r>
              <a:rPr lang="zh-CN" altLang="en-US" sz="1600" dirty="0">
                <a:solidFill>
                  <a:srgbClr val="00B050"/>
                </a:solidFill>
                <a:latin typeface="华文楷体" panose="02010600040101010101" pitchFamily="2" charset="-122"/>
                <a:ea typeface="华文楷体" panose="02010600040101010101" pitchFamily="2" charset="-122"/>
                <a:cs typeface="Times New Roman" pitchFamily="18" charset="0"/>
              </a:rPr>
              <a:t>的起始地址必须大于过程</a:t>
            </a:r>
            <a:r>
              <a:rPr lang="en-US" altLang="zh-CN" sz="1600" dirty="0">
                <a:solidFill>
                  <a:srgbClr val="00B050"/>
                </a:solidFill>
                <a:latin typeface="华文楷体" panose="02010600040101010101" pitchFamily="2" charset="-122"/>
                <a:ea typeface="华文楷体" panose="02010600040101010101" pitchFamily="2" charset="-122"/>
                <a:cs typeface="Times New Roman" pitchFamily="18" charset="0"/>
              </a:rPr>
              <a:t>  </a:t>
            </a:r>
            <a:r>
              <a:rPr lang="en-US" altLang="zh-CN" sz="1600" i="1" dirty="0" err="1">
                <a:solidFill>
                  <a:srgbClr val="00B050"/>
                </a:solidFill>
                <a:cs typeface="Times New Roman" pitchFamily="18" charset="0"/>
              </a:rPr>
              <a:t>i</a:t>
            </a:r>
            <a:r>
              <a:rPr kumimoji="1" lang="en-US" altLang="zh-CN" sz="1600" dirty="0">
                <a:solidFill>
                  <a:srgbClr val="00B050"/>
                </a:solidFill>
                <a:ea typeface="华文楷体" pitchFamily="2" charset="-122"/>
                <a:sym typeface="Symbol" pitchFamily="18" charset="2"/>
              </a:rPr>
              <a:t> </a:t>
            </a:r>
            <a:r>
              <a:rPr kumimoji="1" lang="zh-CN" altLang="en-US" sz="1600" dirty="0">
                <a:solidFill>
                  <a:srgbClr val="00B050"/>
                </a:solidFill>
                <a:ea typeface="华文楷体" pitchFamily="2" charset="-122"/>
                <a:sym typeface="Symbol" pitchFamily="18" charset="2"/>
              </a:rPr>
              <a:t>的起始地址</a:t>
            </a:r>
            <a:r>
              <a:rPr kumimoji="1" lang="en-US" altLang="zh-CN" sz="1600" dirty="0">
                <a:solidFill>
                  <a:srgbClr val="00B050"/>
                </a:solidFill>
                <a:ea typeface="华文楷体" pitchFamily="2" charset="-122"/>
                <a:sym typeface="Symbol" pitchFamily="18" charset="2"/>
              </a:rPr>
              <a:t>*/</a:t>
            </a:r>
            <a:endParaRPr kumimoji="1" lang="en-US" altLang="zh-CN" sz="1600" i="1" dirty="0">
              <a:solidFill>
                <a:srgbClr val="00B050"/>
              </a:solidFill>
              <a:ea typeface="华文楷体" pitchFamily="2" charset="-122"/>
              <a:sym typeface="Symbol" pitchFamily="18" charset="2"/>
            </a:endParaRPr>
          </a:p>
          <a:p>
            <a:pPr>
              <a:lnSpc>
                <a:spcPts val="2000"/>
              </a:lnSpc>
              <a:defRPr/>
            </a:pPr>
            <a:r>
              <a:rPr kumimoji="1" lang="en-US" altLang="zh-CN" sz="1600" i="1" dirty="0">
                <a:solidFill>
                  <a:srgbClr val="000000"/>
                </a:solidFill>
                <a:ea typeface="华文楷体" pitchFamily="2" charset="-122"/>
                <a:sym typeface="Symbol" pitchFamily="18" charset="2"/>
              </a:rPr>
              <a:t>                if </a:t>
            </a:r>
            <a:r>
              <a:rPr kumimoji="1" lang="en-US" altLang="zh-CN" sz="1600" dirty="0">
                <a:solidFill>
                  <a:srgbClr val="000000"/>
                </a:solidFill>
                <a:ea typeface="华文楷体" pitchFamily="2" charset="-122"/>
                <a:sym typeface="Symbol" pitchFamily="18" charset="2"/>
              </a:rPr>
              <a:t>(</a:t>
            </a:r>
            <a:r>
              <a:rPr kumimoji="1" lang="en-US" altLang="zh-CN" sz="1600" i="1" dirty="0">
                <a:solidFill>
                  <a:srgbClr val="000000"/>
                </a:solidFill>
                <a:ea typeface="华文楷体" pitchFamily="2" charset="-122"/>
                <a:sym typeface="Symbol" pitchFamily="18" charset="2"/>
              </a:rPr>
              <a:t>base</a:t>
            </a:r>
            <a:r>
              <a:rPr lang="en-US" altLang="zh-CN" sz="1600" dirty="0">
                <a:solidFill>
                  <a:srgbClr val="000000"/>
                </a:solidFill>
                <a:cs typeface="Times New Roman" pitchFamily="18" charset="0"/>
              </a:rPr>
              <a:t>[ </a:t>
            </a:r>
            <a:r>
              <a:rPr lang="en-US" altLang="zh-CN" sz="1600" i="1" dirty="0">
                <a:solidFill>
                  <a:srgbClr val="000000"/>
                </a:solidFill>
                <a:cs typeface="Times New Roman" pitchFamily="18" charset="0"/>
              </a:rPr>
              <a:t>k </a:t>
            </a:r>
            <a:r>
              <a:rPr lang="en-US" altLang="zh-CN" sz="1600" dirty="0">
                <a:solidFill>
                  <a:srgbClr val="000000"/>
                </a:solidFill>
                <a:cs typeface="Times New Roman" pitchFamily="18" charset="0"/>
              </a:rPr>
              <a:t>]</a:t>
            </a:r>
            <a:r>
              <a:rPr kumimoji="1" lang="zh-CN" altLang="en-US" sz="1600" dirty="0">
                <a:solidFill>
                  <a:srgbClr val="000000"/>
                </a:solidFill>
                <a:ea typeface="华文楷体" pitchFamily="2" charset="-122"/>
                <a:sym typeface="Symbol" pitchFamily="18" charset="2"/>
              </a:rPr>
              <a:t> ＜ </a:t>
            </a:r>
            <a:r>
              <a:rPr kumimoji="1" lang="en-US" altLang="zh-CN" sz="1600" i="1" dirty="0">
                <a:solidFill>
                  <a:srgbClr val="000000"/>
                </a:solidFill>
                <a:ea typeface="华文楷体" pitchFamily="2" charset="-122"/>
                <a:sym typeface="Symbol" pitchFamily="18" charset="2"/>
              </a:rPr>
              <a:t>base</a:t>
            </a:r>
            <a:r>
              <a:rPr lang="en-US" altLang="zh-CN" sz="1600" dirty="0">
                <a:solidFill>
                  <a:srgbClr val="000000"/>
                </a:solidFill>
                <a:cs typeface="Times New Roman" pitchFamily="18" charset="0"/>
              </a:rPr>
              <a:t>[ </a:t>
            </a:r>
            <a:r>
              <a:rPr lang="en-US" altLang="zh-CN" sz="1600" i="1" dirty="0" err="1">
                <a:solidFill>
                  <a:srgbClr val="000000"/>
                </a:solidFill>
                <a:cs typeface="Times New Roman" pitchFamily="18" charset="0"/>
              </a:rPr>
              <a:t>i</a:t>
            </a:r>
            <a:r>
              <a:rPr lang="en-US" altLang="zh-CN" sz="1600" i="1" dirty="0">
                <a:solidFill>
                  <a:srgbClr val="000000"/>
                </a:solidFill>
                <a:cs typeface="Times New Roman" pitchFamily="18" charset="0"/>
              </a:rPr>
              <a:t> </a:t>
            </a:r>
            <a:r>
              <a:rPr lang="en-US" altLang="zh-CN" sz="1600" dirty="0">
                <a:solidFill>
                  <a:srgbClr val="000000"/>
                </a:solidFill>
                <a:cs typeface="Times New Roman" pitchFamily="18" charset="0"/>
              </a:rPr>
              <a:t>] + </a:t>
            </a:r>
            <a:r>
              <a:rPr lang="en-US" altLang="zh-CN" sz="1600" i="1" dirty="0">
                <a:solidFill>
                  <a:srgbClr val="000000"/>
                </a:solidFill>
                <a:cs typeface="Times New Roman" pitchFamily="18" charset="0"/>
              </a:rPr>
              <a:t>Units</a:t>
            </a:r>
            <a:r>
              <a:rPr lang="en-US" altLang="zh-CN" sz="1600" dirty="0">
                <a:solidFill>
                  <a:srgbClr val="000000"/>
                </a:solidFill>
                <a:cs typeface="Times New Roman" pitchFamily="18" charset="0"/>
              </a:rPr>
              <a:t>[ </a:t>
            </a:r>
            <a:r>
              <a:rPr lang="en-US" altLang="zh-CN" sz="1600" i="1" dirty="0" err="1">
                <a:solidFill>
                  <a:srgbClr val="000000"/>
                </a:solidFill>
                <a:cs typeface="Times New Roman" pitchFamily="18" charset="0"/>
              </a:rPr>
              <a:t>i</a:t>
            </a:r>
            <a:r>
              <a:rPr lang="en-US" altLang="zh-CN" sz="1600" i="1" dirty="0">
                <a:solidFill>
                  <a:srgbClr val="000000"/>
                </a:solidFill>
                <a:cs typeface="Times New Roman" pitchFamily="18" charset="0"/>
              </a:rPr>
              <a:t> </a:t>
            </a:r>
            <a:r>
              <a:rPr lang="en-US" altLang="zh-CN" sz="1600" dirty="0">
                <a:solidFill>
                  <a:srgbClr val="000000"/>
                </a:solidFill>
                <a:cs typeface="Times New Roman" pitchFamily="18" charset="0"/>
              </a:rPr>
              <a:t>]</a:t>
            </a:r>
            <a:r>
              <a:rPr kumimoji="1" lang="en-US" altLang="zh-CN" sz="1600" dirty="0">
                <a:solidFill>
                  <a:srgbClr val="000000"/>
                </a:solidFill>
                <a:ea typeface="华文楷体" pitchFamily="2" charset="-122"/>
                <a:sym typeface="Symbol" pitchFamily="18" charset="2"/>
              </a:rPr>
              <a:t>)</a:t>
            </a:r>
          </a:p>
          <a:p>
            <a:pPr>
              <a:lnSpc>
                <a:spcPts val="2000"/>
              </a:lnSpc>
              <a:defRPr/>
            </a:pPr>
            <a:r>
              <a:rPr kumimoji="1" lang="en-US" altLang="zh-CN" sz="1600" i="1" dirty="0">
                <a:solidFill>
                  <a:srgbClr val="000000"/>
                </a:solidFill>
                <a:ea typeface="华文楷体" pitchFamily="2" charset="-122"/>
                <a:sym typeface="Symbol" pitchFamily="18" charset="2"/>
              </a:rPr>
              <a:t>                base</a:t>
            </a:r>
            <a:r>
              <a:rPr lang="en-US" altLang="zh-CN" sz="1600" dirty="0">
                <a:solidFill>
                  <a:srgbClr val="000000"/>
                </a:solidFill>
                <a:cs typeface="Times New Roman" pitchFamily="18" charset="0"/>
              </a:rPr>
              <a:t>[ </a:t>
            </a:r>
            <a:r>
              <a:rPr lang="en-US" altLang="zh-CN" sz="1600" i="1" dirty="0">
                <a:solidFill>
                  <a:srgbClr val="000000"/>
                </a:solidFill>
                <a:cs typeface="Times New Roman" pitchFamily="18" charset="0"/>
              </a:rPr>
              <a:t>k </a:t>
            </a:r>
            <a:r>
              <a:rPr lang="en-US" altLang="zh-CN" sz="1600" dirty="0">
                <a:solidFill>
                  <a:srgbClr val="000000"/>
                </a:solidFill>
                <a:cs typeface="Times New Roman" pitchFamily="18" charset="0"/>
              </a:rPr>
              <a:t>] =</a:t>
            </a:r>
            <a:r>
              <a:rPr kumimoji="1" lang="en-US" altLang="zh-CN" sz="1600" i="1" dirty="0">
                <a:solidFill>
                  <a:srgbClr val="000000"/>
                </a:solidFill>
                <a:ea typeface="华文楷体" pitchFamily="2" charset="-122"/>
                <a:sym typeface="Symbol" pitchFamily="18" charset="2"/>
              </a:rPr>
              <a:t> base</a:t>
            </a:r>
            <a:r>
              <a:rPr lang="en-US" altLang="zh-CN" sz="1600" dirty="0">
                <a:solidFill>
                  <a:srgbClr val="000000"/>
                </a:solidFill>
                <a:cs typeface="Times New Roman" pitchFamily="18" charset="0"/>
              </a:rPr>
              <a:t>[ </a:t>
            </a:r>
            <a:r>
              <a:rPr lang="en-US" altLang="zh-CN" sz="1600" i="1" dirty="0" err="1">
                <a:solidFill>
                  <a:srgbClr val="000000"/>
                </a:solidFill>
                <a:cs typeface="Times New Roman" pitchFamily="18" charset="0"/>
              </a:rPr>
              <a:t>i</a:t>
            </a:r>
            <a:r>
              <a:rPr lang="en-US" altLang="zh-CN" sz="1600" i="1" dirty="0">
                <a:solidFill>
                  <a:srgbClr val="000000"/>
                </a:solidFill>
                <a:cs typeface="Times New Roman" pitchFamily="18" charset="0"/>
              </a:rPr>
              <a:t> </a:t>
            </a:r>
            <a:r>
              <a:rPr lang="en-US" altLang="zh-CN" sz="1600" dirty="0">
                <a:solidFill>
                  <a:srgbClr val="000000"/>
                </a:solidFill>
                <a:cs typeface="Times New Roman" pitchFamily="18" charset="0"/>
              </a:rPr>
              <a:t>] </a:t>
            </a:r>
            <a:r>
              <a:rPr lang="en-US" altLang="zh-CN" sz="1600" b="0" dirty="0">
                <a:solidFill>
                  <a:srgbClr val="000000"/>
                </a:solidFill>
                <a:cs typeface="Times New Roman" pitchFamily="18" charset="0"/>
              </a:rPr>
              <a:t>+ </a:t>
            </a:r>
            <a:r>
              <a:rPr lang="en-US" altLang="zh-CN" sz="1600" i="1" dirty="0">
                <a:solidFill>
                  <a:srgbClr val="000000"/>
                </a:solidFill>
                <a:cs typeface="Times New Roman" pitchFamily="18" charset="0"/>
              </a:rPr>
              <a:t>Units</a:t>
            </a:r>
            <a:r>
              <a:rPr lang="en-US" altLang="zh-CN" sz="1600" dirty="0">
                <a:solidFill>
                  <a:srgbClr val="000000"/>
                </a:solidFill>
                <a:cs typeface="Times New Roman" pitchFamily="18" charset="0"/>
              </a:rPr>
              <a:t>[ </a:t>
            </a:r>
            <a:r>
              <a:rPr lang="en-US" altLang="zh-CN" sz="1600" i="1" dirty="0" err="1">
                <a:solidFill>
                  <a:srgbClr val="000000"/>
                </a:solidFill>
                <a:cs typeface="Times New Roman" pitchFamily="18" charset="0"/>
              </a:rPr>
              <a:t>i</a:t>
            </a:r>
            <a:r>
              <a:rPr lang="en-US" altLang="zh-CN" sz="1600" i="1" dirty="0">
                <a:solidFill>
                  <a:srgbClr val="000000"/>
                </a:solidFill>
                <a:cs typeface="Times New Roman" pitchFamily="18" charset="0"/>
              </a:rPr>
              <a:t> </a:t>
            </a:r>
            <a:r>
              <a:rPr lang="en-US" altLang="zh-CN" sz="1600" dirty="0">
                <a:solidFill>
                  <a:srgbClr val="000000"/>
                </a:solidFill>
                <a:cs typeface="Times New Roman" pitchFamily="18" charset="0"/>
              </a:rPr>
              <a:t>];</a:t>
            </a:r>
            <a:endParaRPr kumimoji="1" lang="en-US" altLang="zh-CN" sz="1600" i="1" dirty="0">
              <a:solidFill>
                <a:srgbClr val="000000"/>
              </a:solidFill>
              <a:ea typeface="华文楷体" pitchFamily="2" charset="-122"/>
              <a:sym typeface="Symbol" pitchFamily="18" charset="2"/>
            </a:endParaRPr>
          </a:p>
          <a:p>
            <a:pPr>
              <a:lnSpc>
                <a:spcPts val="2000"/>
              </a:lnSpc>
              <a:defRPr/>
            </a:pPr>
            <a:r>
              <a:rPr kumimoji="1" lang="en-US" altLang="zh-CN" sz="1600" i="1" dirty="0">
                <a:solidFill>
                  <a:srgbClr val="000000"/>
                </a:solidFill>
                <a:ea typeface="华文楷体" pitchFamily="2" charset="-122"/>
                <a:sym typeface="Symbol" pitchFamily="18" charset="2"/>
              </a:rPr>
              <a:t>                B</a:t>
            </a:r>
            <a:r>
              <a:rPr lang="en-US" altLang="zh-CN" sz="1600" dirty="0">
                <a:solidFill>
                  <a:srgbClr val="000000"/>
                </a:solidFill>
                <a:cs typeface="Times New Roman" pitchFamily="18" charset="0"/>
              </a:rPr>
              <a:t>[</a:t>
            </a:r>
            <a:r>
              <a:rPr lang="en-US" altLang="zh-CN" sz="1600" i="1" dirty="0">
                <a:solidFill>
                  <a:srgbClr val="000000"/>
                </a:solidFill>
                <a:cs typeface="Times New Roman" pitchFamily="18" charset="0"/>
              </a:rPr>
              <a:t>k</a:t>
            </a:r>
            <a:r>
              <a:rPr lang="en-US" altLang="zh-CN" sz="1600" dirty="0">
                <a:solidFill>
                  <a:srgbClr val="000000"/>
                </a:solidFill>
                <a:cs typeface="Times New Roman" pitchFamily="18" charset="0"/>
              </a:rPr>
              <a:t>][</a:t>
            </a:r>
            <a:r>
              <a:rPr lang="en-US" altLang="zh-CN" sz="1600" i="1" dirty="0" err="1">
                <a:solidFill>
                  <a:srgbClr val="000000"/>
                </a:solidFill>
                <a:cs typeface="Times New Roman" pitchFamily="18" charset="0"/>
              </a:rPr>
              <a:t>i</a:t>
            </a:r>
            <a:r>
              <a:rPr lang="en-US" altLang="zh-CN" sz="1600" dirty="0">
                <a:solidFill>
                  <a:srgbClr val="000000"/>
                </a:solidFill>
                <a:cs typeface="Times New Roman" pitchFamily="18" charset="0"/>
              </a:rPr>
              <a:t>] </a:t>
            </a:r>
            <a:r>
              <a:rPr kumimoji="1" lang="en-US" altLang="zh-CN" sz="1600" i="1" dirty="0">
                <a:solidFill>
                  <a:srgbClr val="000000"/>
                </a:solidFill>
                <a:ea typeface="华文楷体" pitchFamily="2" charset="-122"/>
                <a:sym typeface="Symbol" pitchFamily="18" charset="2"/>
              </a:rPr>
              <a:t>= </a:t>
            </a:r>
            <a:r>
              <a:rPr kumimoji="1" lang="en-US" altLang="zh-CN" sz="1600" dirty="0">
                <a:solidFill>
                  <a:srgbClr val="000000"/>
                </a:solidFill>
                <a:ea typeface="华文楷体" pitchFamily="2" charset="-122"/>
                <a:sym typeface="Symbol" pitchFamily="18" charset="2"/>
              </a:rPr>
              <a:t>0; </a:t>
            </a:r>
            <a:r>
              <a:rPr kumimoji="1" lang="en-US" altLang="zh-CN" sz="1600" dirty="0">
                <a:solidFill>
                  <a:srgbClr val="00B050"/>
                </a:solidFill>
                <a:ea typeface="华文楷体" pitchFamily="2" charset="-122"/>
                <a:sym typeface="Symbol" pitchFamily="18" charset="2"/>
              </a:rPr>
              <a:t>/*</a:t>
            </a:r>
            <a:r>
              <a:rPr kumimoji="1" lang="zh-CN" altLang="en-US" sz="1600" dirty="0">
                <a:solidFill>
                  <a:srgbClr val="00B050"/>
                </a:solidFill>
                <a:ea typeface="华文楷体" pitchFamily="2" charset="-122"/>
                <a:sym typeface="Symbol" pitchFamily="18" charset="2"/>
              </a:rPr>
              <a:t>标记所有的</a:t>
            </a:r>
            <a:r>
              <a:rPr kumimoji="1" lang="en-US" altLang="zh-CN" sz="1600" dirty="0">
                <a:solidFill>
                  <a:srgbClr val="00B050"/>
                </a:solidFill>
                <a:ea typeface="华文楷体" pitchFamily="2" charset="-122"/>
                <a:sym typeface="Symbol" pitchFamily="18" charset="2"/>
              </a:rPr>
              <a:t> </a:t>
            </a:r>
            <a:r>
              <a:rPr kumimoji="1" lang="en-US" altLang="zh-CN" sz="1600" i="1" dirty="0">
                <a:solidFill>
                  <a:srgbClr val="00B050"/>
                </a:solidFill>
                <a:ea typeface="华文楷体" pitchFamily="2" charset="-122"/>
                <a:sym typeface="Symbol" pitchFamily="18" charset="2"/>
              </a:rPr>
              <a:t>B</a:t>
            </a:r>
            <a:r>
              <a:rPr lang="en-US" altLang="zh-CN" sz="1600" dirty="0">
                <a:solidFill>
                  <a:srgbClr val="00B050"/>
                </a:solidFill>
                <a:cs typeface="Times New Roman" pitchFamily="18" charset="0"/>
              </a:rPr>
              <a:t>[</a:t>
            </a:r>
            <a:r>
              <a:rPr lang="en-US" altLang="zh-CN" sz="1600" i="1" dirty="0">
                <a:solidFill>
                  <a:srgbClr val="00B050"/>
                </a:solidFill>
                <a:cs typeface="Times New Roman" pitchFamily="18" charset="0"/>
              </a:rPr>
              <a:t>k</a:t>
            </a:r>
            <a:r>
              <a:rPr lang="en-US" altLang="zh-CN" sz="1600" dirty="0">
                <a:solidFill>
                  <a:srgbClr val="00B050"/>
                </a:solidFill>
                <a:cs typeface="Times New Roman" pitchFamily="18" charset="0"/>
              </a:rPr>
              <a:t>][</a:t>
            </a:r>
            <a:r>
              <a:rPr lang="en-US" altLang="zh-CN" sz="1600" i="1" dirty="0" err="1">
                <a:solidFill>
                  <a:srgbClr val="00B050"/>
                </a:solidFill>
                <a:cs typeface="Times New Roman" pitchFamily="18" charset="0"/>
              </a:rPr>
              <a:t>i</a:t>
            </a:r>
            <a:r>
              <a:rPr lang="en-US" altLang="zh-CN" sz="1600" dirty="0">
                <a:solidFill>
                  <a:srgbClr val="00B050"/>
                </a:solidFill>
                <a:cs typeface="Times New Roman" pitchFamily="18" charset="0"/>
              </a:rPr>
              <a:t>] </a:t>
            </a:r>
            <a:r>
              <a:rPr lang="zh-CN" altLang="en-US" sz="1600" dirty="0">
                <a:solidFill>
                  <a:srgbClr val="00B050"/>
                </a:solidFill>
                <a:latin typeface="华文楷体" panose="02010600040101010101" pitchFamily="2" charset="-122"/>
                <a:ea typeface="华文楷体" panose="02010600040101010101" pitchFamily="2" charset="-122"/>
                <a:cs typeface="Times New Roman" pitchFamily="18" charset="0"/>
              </a:rPr>
              <a:t>为调用已分配内存过程 </a:t>
            </a:r>
            <a:r>
              <a:rPr lang="en-US" altLang="zh-CN" sz="1600" i="1" dirty="0" err="1">
                <a:solidFill>
                  <a:srgbClr val="00B050"/>
                </a:solidFill>
                <a:cs typeface="Times New Roman" pitchFamily="18" charset="0"/>
              </a:rPr>
              <a:t>i</a:t>
            </a:r>
            <a:r>
              <a:rPr lang="en-US" altLang="zh-CN" sz="1600" dirty="0">
                <a:solidFill>
                  <a:srgbClr val="00B050"/>
                </a:solidFill>
                <a:latin typeface="华文楷体" panose="02010600040101010101" pitchFamily="2" charset="-122"/>
                <a:ea typeface="华文楷体" panose="02010600040101010101" pitchFamily="2" charset="-122"/>
                <a:cs typeface="Times New Roman" pitchFamily="18" charset="0"/>
              </a:rPr>
              <a:t> </a:t>
            </a:r>
            <a:r>
              <a:rPr kumimoji="1" lang="en-US" altLang="zh-CN" sz="1600" dirty="0">
                <a:solidFill>
                  <a:srgbClr val="000000"/>
                </a:solidFill>
                <a:latin typeface="华文楷体" panose="02010600040101010101" pitchFamily="2" charset="-122"/>
                <a:ea typeface="华文楷体" panose="02010600040101010101" pitchFamily="2" charset="-122"/>
                <a:sym typeface="Symbol" pitchFamily="18" charset="2"/>
              </a:rPr>
              <a:t> </a:t>
            </a:r>
            <a:r>
              <a:rPr kumimoji="1" lang="en-US" altLang="zh-CN" sz="1600" dirty="0">
                <a:solidFill>
                  <a:srgbClr val="00B050"/>
                </a:solidFill>
                <a:ea typeface="华文楷体" pitchFamily="2" charset="-122"/>
                <a:sym typeface="Symbol" pitchFamily="18" charset="2"/>
              </a:rPr>
              <a:t>*/</a:t>
            </a:r>
            <a:endParaRPr kumimoji="1" lang="en-US" altLang="zh-CN" sz="1600" i="1" dirty="0">
              <a:solidFill>
                <a:srgbClr val="00B050"/>
              </a:solidFill>
              <a:ea typeface="华文楷体" pitchFamily="2" charset="-122"/>
              <a:sym typeface="Symbol" pitchFamily="18" charset="2"/>
            </a:endParaRPr>
          </a:p>
          <a:p>
            <a:pPr>
              <a:lnSpc>
                <a:spcPts val="2000"/>
              </a:lnSpc>
              <a:defRPr/>
            </a:pPr>
            <a:r>
              <a:rPr kumimoji="1" lang="en-US" altLang="zh-CN" sz="1600" dirty="0">
                <a:solidFill>
                  <a:srgbClr val="000000"/>
                </a:solidFill>
              </a:rPr>
              <a:t>            }</a:t>
            </a:r>
            <a:endParaRPr kumimoji="1" lang="en-US" altLang="zh-CN" sz="1600" i="1" dirty="0">
              <a:solidFill>
                <a:srgbClr val="000000"/>
              </a:solidFill>
              <a:ea typeface="华文楷体" pitchFamily="2" charset="-122"/>
              <a:sym typeface="Symbol" pitchFamily="18" charset="2"/>
            </a:endParaRPr>
          </a:p>
          <a:p>
            <a:pPr>
              <a:lnSpc>
                <a:spcPts val="2000"/>
              </a:lnSpc>
              <a:defRPr/>
            </a:pPr>
            <a:r>
              <a:rPr kumimoji="1" lang="en-US" altLang="zh-CN" sz="1600" dirty="0">
                <a:solidFill>
                  <a:srgbClr val="000000"/>
                </a:solidFill>
              </a:rPr>
              <a:t>        }</a:t>
            </a:r>
            <a:endParaRPr kumimoji="1" lang="en-US" altLang="zh-CN" sz="1600" i="1" dirty="0">
              <a:solidFill>
                <a:srgbClr val="000000"/>
              </a:solidFill>
              <a:ea typeface="华文楷体" pitchFamily="2" charset="-122"/>
              <a:sym typeface="Symbol" pitchFamily="18" charset="2"/>
            </a:endParaRPr>
          </a:p>
          <a:p>
            <a:pPr>
              <a:lnSpc>
                <a:spcPts val="2000"/>
              </a:lnSpc>
              <a:defRPr/>
            </a:pPr>
            <a:r>
              <a:rPr kumimoji="1" lang="en-US" altLang="zh-CN" sz="1600" dirty="0">
                <a:solidFill>
                  <a:srgbClr val="000000"/>
                </a:solidFill>
              </a:rPr>
              <a:t>    }</a:t>
            </a:r>
            <a:endParaRPr kumimoji="1" lang="en-US" altLang="zh-CN" sz="1600" i="1" dirty="0">
              <a:solidFill>
                <a:srgbClr val="000000"/>
              </a:solidFill>
              <a:ea typeface="华文楷体" pitchFamily="2" charset="-122"/>
              <a:sym typeface="Symbol" pitchFamily="18" charset="2"/>
            </a:endParaRPr>
          </a:p>
          <a:p>
            <a:pPr>
              <a:lnSpc>
                <a:spcPts val="2000"/>
              </a:lnSpc>
              <a:defRPr/>
            </a:pPr>
            <a:r>
              <a:rPr kumimoji="1" lang="en-US" altLang="zh-CN" sz="1600" i="1" dirty="0">
                <a:solidFill>
                  <a:srgbClr val="000000"/>
                </a:solidFill>
                <a:ea typeface="华文楷体" pitchFamily="2" charset="-122"/>
                <a:sym typeface="Symbol" pitchFamily="18" charset="2"/>
              </a:rPr>
              <a:t>   free</a:t>
            </a:r>
            <a:r>
              <a:rPr kumimoji="1" lang="en-US" altLang="zh-CN" sz="1600" dirty="0">
                <a:solidFill>
                  <a:srgbClr val="000000"/>
                </a:solidFill>
                <a:ea typeface="华文楷体" pitchFamily="2" charset="-122"/>
                <a:sym typeface="Symbol" pitchFamily="18" charset="2"/>
              </a:rPr>
              <a:t>(</a:t>
            </a:r>
            <a:r>
              <a:rPr kumimoji="1" lang="en-US" altLang="zh-CN" sz="1600" i="1" dirty="0">
                <a:solidFill>
                  <a:srgbClr val="000000"/>
                </a:solidFill>
                <a:ea typeface="华文楷体" pitchFamily="2" charset="-122"/>
                <a:sym typeface="Symbol" pitchFamily="18" charset="2"/>
              </a:rPr>
              <a:t>allocated </a:t>
            </a:r>
            <a:r>
              <a:rPr kumimoji="1" lang="en-US" altLang="zh-CN" sz="1600" dirty="0">
                <a:solidFill>
                  <a:srgbClr val="000000"/>
                </a:solidFill>
                <a:ea typeface="华文楷体" pitchFamily="2" charset="-122"/>
                <a:sym typeface="Symbol" pitchFamily="18" charset="2"/>
              </a:rPr>
              <a:t>);</a:t>
            </a:r>
          </a:p>
          <a:p>
            <a:pPr>
              <a:lnSpc>
                <a:spcPts val="2000"/>
              </a:lnSpc>
              <a:defRPr/>
            </a:pPr>
            <a:r>
              <a:rPr kumimoji="1" lang="en-US" altLang="zh-CN" sz="1600" dirty="0">
                <a:solidFill>
                  <a:srgbClr val="000000"/>
                </a:solidFill>
              </a:rPr>
              <a:t>}</a:t>
            </a:r>
            <a:endParaRPr kumimoji="1" lang="en-US" altLang="zh-CN" sz="1600" i="1" dirty="0">
              <a:solidFill>
                <a:srgbClr val="000000"/>
              </a:solidFill>
              <a:ea typeface="华文楷体" pitchFamily="2" charset="-122"/>
              <a:sym typeface="Symbol" pitchFamily="18" charset="2"/>
            </a:endParaRPr>
          </a:p>
        </p:txBody>
      </p:sp>
      <p:pic>
        <p:nvPicPr>
          <p:cNvPr id="52227"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915988"/>
            <a:ext cx="1979613"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0" y="0"/>
            <a:ext cx="9144000" cy="15001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2870" tIns="51435" rIns="102870" bIns="51435" anchor="ctr"/>
          <a:lstStyle/>
          <a:p>
            <a:pPr algn="ctr" fontAlgn="auto">
              <a:spcBef>
                <a:spcPts val="0"/>
              </a:spcBef>
              <a:spcAft>
                <a:spcPts val="0"/>
              </a:spcAft>
              <a:defRPr/>
            </a:pPr>
            <a:endParaRPr lang="zh-CN" altLang="en-US" sz="1600" b="0" dirty="0">
              <a:solidFill>
                <a:prstClr val="black">
                  <a:lumMod val="85000"/>
                  <a:lumOff val="15000"/>
                </a:prstClr>
              </a:solidFill>
            </a:endParaRPr>
          </a:p>
        </p:txBody>
      </p:sp>
      <p:sp>
        <p:nvSpPr>
          <p:cNvPr id="8" name="矩形 7"/>
          <p:cNvSpPr/>
          <p:nvPr/>
        </p:nvSpPr>
        <p:spPr>
          <a:xfrm>
            <a:off x="4500563" y="1357313"/>
            <a:ext cx="4357687" cy="3147015"/>
          </a:xfrm>
          <a:prstGeom prst="rect">
            <a:avLst/>
          </a:prstGeom>
          <a:ln w="12700">
            <a:noFill/>
          </a:ln>
        </p:spPr>
        <p:txBody>
          <a:bodyPr lIns="68580" tIns="34290" rIns="68580" bIns="34290">
            <a:spAutoFit/>
          </a:bodyPr>
          <a:lstStyle/>
          <a:p>
            <a:pPr>
              <a:lnSpc>
                <a:spcPts val="4000"/>
              </a:lnSpc>
              <a:defRPr/>
            </a:pPr>
            <a:r>
              <a:rPr lang="en-US" altLang="zh-CN" sz="2500" b="0" dirty="0">
                <a:solidFill>
                  <a:prstClr val="white">
                    <a:lumMod val="50000"/>
                  </a:prstClr>
                </a:solidFill>
                <a:latin typeface="微软雅黑" pitchFamily="34" charset="-122"/>
                <a:ea typeface="微软雅黑" pitchFamily="34" charset="-122"/>
                <a:cs typeface="楷体_GB2312"/>
              </a:rPr>
              <a:t>7.1 </a:t>
            </a:r>
            <a:r>
              <a:rPr lang="zh-CN" altLang="en-US" sz="2500" b="0" dirty="0">
                <a:solidFill>
                  <a:prstClr val="white">
                    <a:lumMod val="50000"/>
                  </a:prstClr>
                </a:solidFill>
                <a:latin typeface="微软雅黑" pitchFamily="34" charset="-122"/>
                <a:ea typeface="微软雅黑" pitchFamily="34" charset="-122"/>
                <a:cs typeface="楷体_GB2312"/>
              </a:rPr>
              <a:t>存储组织</a:t>
            </a:r>
          </a:p>
          <a:p>
            <a:pPr>
              <a:lnSpc>
                <a:spcPts val="4000"/>
              </a:lnSpc>
              <a:defRPr/>
            </a:pPr>
            <a:r>
              <a:rPr lang="en-US" altLang="zh-CN" sz="2500" b="0" dirty="0">
                <a:solidFill>
                  <a:prstClr val="white">
                    <a:lumMod val="50000"/>
                  </a:prstClr>
                </a:solidFill>
                <a:latin typeface="微软雅黑" pitchFamily="34" charset="-122"/>
                <a:ea typeface="微软雅黑" pitchFamily="34" charset="-122"/>
                <a:cs typeface="楷体_GB2312"/>
              </a:rPr>
              <a:t>7.2 </a:t>
            </a:r>
            <a:r>
              <a:rPr lang="zh-CN" altLang="en-US" sz="2500" b="0" dirty="0">
                <a:solidFill>
                  <a:prstClr val="white">
                    <a:lumMod val="50000"/>
                  </a:prstClr>
                </a:solidFill>
                <a:latin typeface="微软雅黑" pitchFamily="34" charset="-122"/>
                <a:ea typeface="微软雅黑" pitchFamily="34" charset="-122"/>
                <a:cs typeface="楷体_GB2312"/>
              </a:rPr>
              <a:t>静态存储分配</a:t>
            </a:r>
          </a:p>
          <a:p>
            <a:pPr>
              <a:lnSpc>
                <a:spcPts val="4000"/>
              </a:lnSpc>
              <a:defRPr/>
            </a:pPr>
            <a:r>
              <a:rPr lang="en-US" altLang="zh-CN" sz="2500" b="0" dirty="0">
                <a:solidFill>
                  <a:schemeClr val="tx2">
                    <a:lumMod val="60000"/>
                    <a:lumOff val="40000"/>
                  </a:schemeClr>
                </a:solidFill>
                <a:latin typeface="微软雅黑" pitchFamily="34" charset="-122"/>
                <a:ea typeface="微软雅黑" pitchFamily="34" charset="-122"/>
                <a:cs typeface="楷体_GB2312"/>
              </a:rPr>
              <a:t>7.3 </a:t>
            </a:r>
            <a:r>
              <a:rPr lang="zh-CN" altLang="en-US" sz="2500" b="0" dirty="0">
                <a:solidFill>
                  <a:schemeClr val="tx2">
                    <a:lumMod val="60000"/>
                    <a:lumOff val="40000"/>
                  </a:schemeClr>
                </a:solidFill>
                <a:latin typeface="微软雅黑" pitchFamily="34" charset="-122"/>
                <a:ea typeface="微软雅黑" pitchFamily="34" charset="-122"/>
                <a:cs typeface="楷体_GB2312"/>
              </a:rPr>
              <a:t>栈式存储分配</a:t>
            </a:r>
          </a:p>
          <a:p>
            <a:pPr>
              <a:lnSpc>
                <a:spcPts val="4000"/>
              </a:lnSpc>
              <a:defRPr/>
            </a:pPr>
            <a:r>
              <a:rPr lang="en-US" altLang="zh-CN" sz="2500" b="0" dirty="0">
                <a:solidFill>
                  <a:prstClr val="white">
                    <a:lumMod val="50000"/>
                  </a:prstClr>
                </a:solidFill>
                <a:latin typeface="微软雅黑" pitchFamily="34" charset="-122"/>
                <a:ea typeface="微软雅黑" pitchFamily="34" charset="-122"/>
                <a:cs typeface="楷体_GB2312"/>
              </a:rPr>
              <a:t>7.4 </a:t>
            </a:r>
            <a:r>
              <a:rPr lang="zh-CN" altLang="en-US" sz="2500" b="0" dirty="0">
                <a:solidFill>
                  <a:prstClr val="white">
                    <a:lumMod val="50000"/>
                  </a:prstClr>
                </a:solidFill>
                <a:latin typeface="微软雅黑" pitchFamily="34" charset="-122"/>
                <a:ea typeface="微软雅黑" pitchFamily="34" charset="-122"/>
                <a:cs typeface="楷体_GB2312"/>
              </a:rPr>
              <a:t>非局部数据的访问</a:t>
            </a:r>
          </a:p>
          <a:p>
            <a:pPr>
              <a:lnSpc>
                <a:spcPts val="4000"/>
              </a:lnSpc>
              <a:defRPr/>
            </a:pPr>
            <a:r>
              <a:rPr lang="en-US" altLang="zh-CN" sz="2500" b="0" dirty="0">
                <a:solidFill>
                  <a:prstClr val="white">
                    <a:lumMod val="50000"/>
                  </a:prstClr>
                </a:solidFill>
                <a:latin typeface="微软雅黑" pitchFamily="34" charset="-122"/>
                <a:ea typeface="微软雅黑" pitchFamily="34" charset="-122"/>
                <a:cs typeface="楷体_GB2312"/>
              </a:rPr>
              <a:t>7.5 </a:t>
            </a:r>
            <a:r>
              <a:rPr lang="zh-CN" altLang="en-US" sz="2500" b="0" dirty="0">
                <a:solidFill>
                  <a:prstClr val="white">
                    <a:lumMod val="50000"/>
                  </a:prstClr>
                </a:solidFill>
                <a:latin typeface="微软雅黑" pitchFamily="34" charset="-122"/>
                <a:ea typeface="微软雅黑" pitchFamily="34" charset="-122"/>
                <a:cs typeface="楷体_GB2312"/>
              </a:rPr>
              <a:t>参数传递</a:t>
            </a:r>
            <a:endParaRPr lang="en-US" altLang="zh-CN" sz="2500" b="0" dirty="0">
              <a:solidFill>
                <a:prstClr val="white">
                  <a:lumMod val="50000"/>
                </a:prstClr>
              </a:solidFill>
              <a:latin typeface="微软雅黑" pitchFamily="34" charset="-122"/>
              <a:ea typeface="微软雅黑" pitchFamily="34" charset="-122"/>
              <a:cs typeface="楷体_GB2312"/>
            </a:endParaRPr>
          </a:p>
          <a:p>
            <a:pPr>
              <a:lnSpc>
                <a:spcPts val="4000"/>
              </a:lnSpc>
              <a:defRPr/>
            </a:pPr>
            <a:r>
              <a:rPr lang="en-US" altLang="zh-CN" sz="2500" b="0" dirty="0">
                <a:solidFill>
                  <a:prstClr val="white">
                    <a:lumMod val="50000"/>
                  </a:prstClr>
                </a:solidFill>
                <a:latin typeface="微软雅黑" pitchFamily="34" charset="-122"/>
                <a:ea typeface="微软雅黑" pitchFamily="34" charset="-122"/>
                <a:cs typeface="楷体_GB2312"/>
              </a:rPr>
              <a:t>7.6 </a:t>
            </a:r>
            <a:r>
              <a:rPr lang="zh-CN" altLang="en-US" sz="2500" b="0" dirty="0">
                <a:solidFill>
                  <a:prstClr val="white">
                    <a:lumMod val="50000"/>
                  </a:prstClr>
                </a:solidFill>
                <a:latin typeface="微软雅黑" pitchFamily="34" charset="-122"/>
                <a:ea typeface="微软雅黑" pitchFamily="34" charset="-122"/>
                <a:cs typeface="楷体_GB2312"/>
              </a:rPr>
              <a:t>符号表</a:t>
            </a:r>
          </a:p>
        </p:txBody>
      </p:sp>
      <p:pic>
        <p:nvPicPr>
          <p:cNvPr id="54276" name="Picture 7" descr="E:\工大编译\ppt\制作\0330e9c554c768200000158fc50d53d.jpg"/>
          <p:cNvPicPr>
            <a:picLocks noChangeAspect="1" noChangeArrowheads="1"/>
          </p:cNvPicPr>
          <p:nvPr/>
        </p:nvPicPr>
        <p:blipFill>
          <a:blip r:embed="rId3">
            <a:extLst>
              <a:ext uri="{28A0092B-C50C-407E-A947-70E740481C1C}">
                <a14:useLocalDpi xmlns:a14="http://schemas.microsoft.com/office/drawing/2010/main" val="0"/>
              </a:ext>
            </a:extLst>
          </a:blip>
          <a:srcRect l="15538" r="21837"/>
          <a:stretch>
            <a:fillRect/>
          </a:stretch>
        </p:blipFill>
        <p:spPr bwMode="auto">
          <a:xfrm>
            <a:off x="-6350" y="0"/>
            <a:ext cx="4295775"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矩形 15"/>
          <p:cNvSpPr/>
          <p:nvPr/>
        </p:nvSpPr>
        <p:spPr>
          <a:xfrm>
            <a:off x="4143375" y="357188"/>
            <a:ext cx="1928813" cy="785812"/>
          </a:xfrm>
          <a:prstGeom prst="rect">
            <a:avLst/>
          </a:prstGeom>
          <a:solidFill>
            <a:schemeClr val="accent2">
              <a:lumMod val="60000"/>
              <a:lumOff val="4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102870" tIns="51435" rIns="102870" bIns="51435" anchor="ctr"/>
          <a:lstStyle/>
          <a:p>
            <a:pPr algn="ctr" fontAlgn="auto">
              <a:spcBef>
                <a:spcPts val="0"/>
              </a:spcBef>
              <a:spcAft>
                <a:spcPts val="0"/>
              </a:spcAft>
              <a:defRPr/>
            </a:pPr>
            <a:r>
              <a:rPr lang="zh-CN" altLang="en-US" sz="4000" spc="600" dirty="0">
                <a:solidFill>
                  <a:prstClr val="white"/>
                </a:solidFill>
                <a:latin typeface="微软雅黑" pitchFamily="34" charset="-122"/>
                <a:ea typeface="微软雅黑" pitchFamily="34" charset="-122"/>
              </a:rPr>
              <a:t>提纲</a:t>
            </a:r>
            <a:endParaRPr lang="zh-CN" altLang="en-US" sz="1600" b="0" dirty="0">
              <a:solidFill>
                <a:prstClr val="black">
                  <a:lumMod val="85000"/>
                  <a:lumOff val="15000"/>
                </a:prstClr>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3"/>
          <p:cNvSpPr>
            <a:spLocks noGrp="1" noChangeArrowheads="1"/>
          </p:cNvSpPr>
          <p:nvPr>
            <p:ph idx="1"/>
          </p:nvPr>
        </p:nvSpPr>
        <p:spPr>
          <a:xfrm>
            <a:off x="357188" y="714375"/>
            <a:ext cx="8358187" cy="4017615"/>
          </a:xfrm>
        </p:spPr>
        <p:txBody>
          <a:bodyPr/>
          <a:lstStyle/>
          <a:p>
            <a:pPr>
              <a:lnSpc>
                <a:spcPts val="3200"/>
              </a:lnSpc>
              <a:buClrTx/>
              <a:buFont typeface="Wingdings" pitchFamily="2" charset="2"/>
              <a:buChar char="Ø"/>
              <a:defRPr/>
            </a:pPr>
            <a:r>
              <a:rPr lang="zh-CN" altLang="en-US" b="1" dirty="0">
                <a:solidFill>
                  <a:schemeClr val="tx1"/>
                </a:solidFill>
                <a:cs typeface="Times New Roman" pitchFamily="18" charset="0"/>
              </a:rPr>
              <a:t>使用过程、函数或方法作为代码单元的语言，它们的编译器几乎都把</a:t>
            </a:r>
            <a:r>
              <a:rPr kumimoji="1" lang="en-US" altLang="zh-CN" b="1" dirty="0">
                <a:solidFill>
                  <a:srgbClr val="000000"/>
                </a:solidFill>
                <a:cs typeface="Times New Roman" pitchFamily="18" charset="0"/>
                <a:sym typeface="Symbol" pitchFamily="18" charset="2"/>
              </a:rPr>
              <a:t>(</a:t>
            </a:r>
            <a:r>
              <a:rPr lang="zh-CN" altLang="en-US" b="1" dirty="0">
                <a:solidFill>
                  <a:schemeClr val="tx1"/>
                </a:solidFill>
                <a:cs typeface="Times New Roman" pitchFamily="18" charset="0"/>
              </a:rPr>
              <a:t>至少一部分的</a:t>
            </a:r>
            <a:r>
              <a:rPr kumimoji="1" lang="en-US" altLang="zh-CN" b="1" dirty="0">
                <a:solidFill>
                  <a:srgbClr val="000000"/>
                </a:solidFill>
                <a:cs typeface="Times New Roman" pitchFamily="18" charset="0"/>
                <a:sym typeface="Symbol" pitchFamily="18" charset="2"/>
              </a:rPr>
              <a:t>)</a:t>
            </a:r>
            <a:r>
              <a:rPr lang="zh-CN" altLang="en-US" b="1" dirty="0">
                <a:solidFill>
                  <a:schemeClr val="tx1"/>
                </a:solidFill>
                <a:cs typeface="Times New Roman" pitchFamily="18" charset="0"/>
              </a:rPr>
              <a:t>运行时刻存储以</a:t>
            </a:r>
            <a:r>
              <a:rPr lang="zh-CN" altLang="en-US" b="1" dirty="0">
                <a:solidFill>
                  <a:schemeClr val="tx2">
                    <a:lumMod val="60000"/>
                    <a:lumOff val="40000"/>
                  </a:schemeClr>
                </a:solidFill>
                <a:cs typeface="Times New Roman" pitchFamily="18" charset="0"/>
              </a:rPr>
              <a:t>栈</a:t>
            </a:r>
            <a:r>
              <a:rPr lang="zh-CN" altLang="en-US" b="1" dirty="0">
                <a:solidFill>
                  <a:schemeClr val="tx1"/>
                </a:solidFill>
                <a:cs typeface="Times New Roman" pitchFamily="18" charset="0"/>
              </a:rPr>
              <a:t>的形式进行管理，称为</a:t>
            </a:r>
            <a:r>
              <a:rPr lang="zh-CN" altLang="en-US" b="1" dirty="0">
                <a:solidFill>
                  <a:srgbClr val="FF0000"/>
                </a:solidFill>
                <a:cs typeface="Times New Roman" pitchFamily="18" charset="0"/>
              </a:rPr>
              <a:t>栈式存储分配</a:t>
            </a:r>
          </a:p>
          <a:p>
            <a:pPr>
              <a:lnSpc>
                <a:spcPts val="3200"/>
              </a:lnSpc>
              <a:buClrTx/>
              <a:buFont typeface="Wingdings" pitchFamily="2" charset="2"/>
              <a:buChar char="Ø"/>
              <a:defRPr/>
            </a:pPr>
            <a:r>
              <a:rPr lang="zh-CN" altLang="en-US" b="1" dirty="0">
                <a:solidFill>
                  <a:srgbClr val="FF0000"/>
                </a:solidFill>
                <a:cs typeface="Times New Roman" pitchFamily="18" charset="0"/>
              </a:rPr>
              <a:t>分配策略</a:t>
            </a:r>
            <a:r>
              <a:rPr lang="zh-CN" altLang="en-US" b="1" dirty="0">
                <a:solidFill>
                  <a:schemeClr val="tx1"/>
                </a:solidFill>
                <a:cs typeface="Times New Roman" pitchFamily="18" charset="0"/>
              </a:rPr>
              <a:t>：当一个过程被</a:t>
            </a:r>
            <a:r>
              <a:rPr lang="zh-CN" altLang="en-US" b="1" dirty="0">
                <a:solidFill>
                  <a:srgbClr val="0070C0"/>
                </a:solidFill>
                <a:cs typeface="Times New Roman" pitchFamily="18" charset="0"/>
              </a:rPr>
              <a:t>调用</a:t>
            </a:r>
            <a:r>
              <a:rPr lang="zh-CN" altLang="en-US" b="1" dirty="0">
                <a:solidFill>
                  <a:schemeClr val="tx1"/>
                </a:solidFill>
                <a:cs typeface="Times New Roman" pitchFamily="18" charset="0"/>
              </a:rPr>
              <a:t>时，该过程的活动记录被</a:t>
            </a:r>
            <a:r>
              <a:rPr lang="zh-CN" altLang="en-US" b="1" dirty="0">
                <a:solidFill>
                  <a:srgbClr val="0070C0"/>
                </a:solidFill>
                <a:cs typeface="Times New Roman" pitchFamily="18" charset="0"/>
              </a:rPr>
              <a:t>压入</a:t>
            </a:r>
            <a:r>
              <a:rPr lang="zh-CN" altLang="en-US" b="1" dirty="0">
                <a:solidFill>
                  <a:schemeClr val="tx1"/>
                </a:solidFill>
                <a:cs typeface="Times New Roman" pitchFamily="18" charset="0"/>
              </a:rPr>
              <a:t>栈；当过程</a:t>
            </a:r>
            <a:r>
              <a:rPr lang="zh-CN" altLang="en-US" b="1" dirty="0">
                <a:solidFill>
                  <a:srgbClr val="0070C0"/>
                </a:solidFill>
                <a:cs typeface="Times New Roman" pitchFamily="18" charset="0"/>
              </a:rPr>
              <a:t>结束</a:t>
            </a:r>
            <a:r>
              <a:rPr lang="zh-CN" altLang="en-US" b="1" dirty="0">
                <a:solidFill>
                  <a:schemeClr val="tx1"/>
                </a:solidFill>
                <a:cs typeface="Times New Roman" pitchFamily="18" charset="0"/>
              </a:rPr>
              <a:t>时，该活动记录被</a:t>
            </a:r>
            <a:r>
              <a:rPr lang="zh-CN" altLang="en-US" b="1" dirty="0">
                <a:solidFill>
                  <a:srgbClr val="0070C0"/>
                </a:solidFill>
                <a:cs typeface="Times New Roman" pitchFamily="18" charset="0"/>
              </a:rPr>
              <a:t>弹出</a:t>
            </a:r>
            <a:r>
              <a:rPr lang="zh-CN" altLang="en-US" b="1" dirty="0">
                <a:solidFill>
                  <a:schemeClr val="tx1"/>
                </a:solidFill>
                <a:cs typeface="Times New Roman" pitchFamily="18" charset="0"/>
              </a:rPr>
              <a:t>栈，</a:t>
            </a:r>
            <a:r>
              <a:rPr lang="zh-CN" altLang="en-US" b="1" dirty="0">
                <a:solidFill>
                  <a:srgbClr val="0070C0"/>
                </a:solidFill>
                <a:cs typeface="Times New Roman" pitchFamily="18" charset="0"/>
              </a:rPr>
              <a:t>活动记录也被</a:t>
            </a:r>
            <a:r>
              <a:rPr lang="zh-CN" altLang="en-US" b="1" dirty="0">
                <a:solidFill>
                  <a:schemeClr val="tx1"/>
                </a:solidFill>
                <a:cs typeface="Times New Roman" pitchFamily="18" charset="0"/>
              </a:rPr>
              <a:t>称为</a:t>
            </a:r>
            <a:r>
              <a:rPr lang="zh-CN" altLang="en-US" b="1" dirty="0">
                <a:solidFill>
                  <a:srgbClr val="FF0000"/>
                </a:solidFill>
                <a:cs typeface="Times New Roman" pitchFamily="18" charset="0"/>
              </a:rPr>
              <a:t>栈帧</a:t>
            </a:r>
            <a:endParaRPr lang="en-US" altLang="zh-CN" b="1" dirty="0">
              <a:solidFill>
                <a:schemeClr val="tx1"/>
              </a:solidFill>
              <a:cs typeface="Times New Roman" pitchFamily="18" charset="0"/>
            </a:endParaRPr>
          </a:p>
          <a:p>
            <a:pPr>
              <a:lnSpc>
                <a:spcPts val="3200"/>
              </a:lnSpc>
              <a:buClrTx/>
              <a:buFont typeface="Wingdings" pitchFamily="2" charset="2"/>
              <a:buChar char="Ø"/>
              <a:defRPr/>
            </a:pPr>
            <a:r>
              <a:rPr lang="zh-CN" altLang="en-US" b="1" dirty="0">
                <a:solidFill>
                  <a:schemeClr val="tx1"/>
                </a:solidFill>
                <a:cs typeface="Times New Roman" pitchFamily="18" charset="0"/>
              </a:rPr>
              <a:t>这种安排允许</a:t>
            </a:r>
            <a:r>
              <a:rPr lang="zh-CN" altLang="en-US" b="1" dirty="0">
                <a:solidFill>
                  <a:srgbClr val="0070C0"/>
                </a:solidFill>
                <a:cs typeface="Times New Roman" pitchFamily="18" charset="0"/>
              </a:rPr>
              <a:t>活跃时段不交叠</a:t>
            </a:r>
            <a:r>
              <a:rPr lang="zh-CN" altLang="en-US" b="1" dirty="0">
                <a:solidFill>
                  <a:schemeClr val="tx1"/>
                </a:solidFill>
                <a:cs typeface="Times New Roman" pitchFamily="18" charset="0"/>
              </a:rPr>
              <a:t>的多个过程调用之间</a:t>
            </a:r>
            <a:r>
              <a:rPr lang="zh-CN" altLang="en-US" b="1" dirty="0">
                <a:solidFill>
                  <a:srgbClr val="0070C0"/>
                </a:solidFill>
                <a:cs typeface="Times New Roman" pitchFamily="18" charset="0"/>
              </a:rPr>
              <a:t>共享空间</a:t>
            </a:r>
            <a:r>
              <a:rPr lang="zh-CN" altLang="en-US" b="1" dirty="0">
                <a:solidFill>
                  <a:schemeClr val="tx1"/>
                </a:solidFill>
                <a:cs typeface="Times New Roman" pitchFamily="18" charset="0"/>
              </a:rPr>
              <a:t>，而且非局部变量的</a:t>
            </a:r>
            <a:r>
              <a:rPr lang="zh-CN" altLang="en-US" b="1" dirty="0">
                <a:solidFill>
                  <a:srgbClr val="0070C0"/>
                </a:solidFill>
                <a:cs typeface="Times New Roman" pitchFamily="18" charset="0"/>
              </a:rPr>
              <a:t>相对地址总是固定的</a:t>
            </a:r>
            <a:r>
              <a:rPr lang="zh-CN" altLang="en-US" b="1" dirty="0">
                <a:solidFill>
                  <a:schemeClr val="tx1"/>
                </a:solidFill>
                <a:cs typeface="Times New Roman" pitchFamily="18" charset="0"/>
              </a:rPr>
              <a:t>，和过程调用序列无关</a:t>
            </a:r>
            <a:endParaRPr lang="en-US" altLang="zh-CN" b="1" dirty="0">
              <a:solidFill>
                <a:schemeClr val="tx1"/>
              </a:solidFill>
              <a:cs typeface="Times New Roman" pitchFamily="18" charset="0"/>
            </a:endParaRPr>
          </a:p>
        </p:txBody>
      </p:sp>
      <p:sp>
        <p:nvSpPr>
          <p:cNvPr id="56323" name="Rectangle 2"/>
          <p:cNvSpPr>
            <a:spLocks noGrp="1" noChangeArrowheads="1"/>
          </p:cNvSpPr>
          <p:nvPr>
            <p:ph type="title"/>
          </p:nvPr>
        </p:nvSpPr>
        <p:spPr>
          <a:xfrm>
            <a:off x="755650" y="268288"/>
            <a:ext cx="7931150" cy="358775"/>
          </a:xfrm>
        </p:spPr>
        <p:txBody>
          <a:bodyPr/>
          <a:lstStyle/>
          <a:p>
            <a:pPr eaLnBrk="1" hangingPunct="1"/>
            <a:r>
              <a:rPr lang="en-US" altLang="zh-CN"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7.3 </a:t>
            </a:r>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栈式存储分配</a:t>
            </a:r>
            <a:endParaRPr lang="en-US" altLang="zh-CN" sz="3000">
              <a:solidFill>
                <a:schemeClr val="tx1"/>
              </a:solidFill>
              <a:ea typeface="微软雅黑" panose="020B0503020204020204" pitchFamily="34" charset="-122"/>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0" fill="hold" nodeType="clickEffect">
                                  <p:stCondLst>
                                    <p:cond delay="0"/>
                                  </p:stCondLst>
                                  <p:childTnLst>
                                    <p:set>
                                      <p:cBhvr>
                                        <p:cTn id="6" dur="1" fill="hold">
                                          <p:stCondLst>
                                            <p:cond delay="0"/>
                                          </p:stCondLst>
                                        </p:cTn>
                                        <p:tgtEl>
                                          <p:spTgt spid="35843">
                                            <p:txEl>
                                              <p:pRg st="1" end="1"/>
                                            </p:txEl>
                                          </p:spTgt>
                                        </p:tgtEl>
                                        <p:attrNameLst>
                                          <p:attrName>style.visibility</p:attrName>
                                        </p:attrNameLst>
                                      </p:cBhvr>
                                      <p:to>
                                        <p:strVal val="visible"/>
                                      </p:to>
                                    </p:set>
                                    <p:anim calcmode="lin" valueType="num">
                                      <p:cBhvr>
                                        <p:cTn id="7" dur="500" fill="hold"/>
                                        <p:tgtEl>
                                          <p:spTgt spid="35843">
                                            <p:txEl>
                                              <p:pRg st="1" end="1"/>
                                            </p:txEl>
                                          </p:spTgt>
                                        </p:tgtEl>
                                        <p:attrNameLst>
                                          <p:attrName>ppt_w</p:attrName>
                                        </p:attrNameLst>
                                      </p:cBhvr>
                                      <p:tavLst>
                                        <p:tav tm="0">
                                          <p:val>
                                            <p:fltVal val="0"/>
                                          </p:val>
                                        </p:tav>
                                        <p:tav tm="100000">
                                          <p:val>
                                            <p:strVal val="#ppt_w"/>
                                          </p:val>
                                        </p:tav>
                                      </p:tavLst>
                                    </p:anim>
                                    <p:anim calcmode="lin" valueType="num">
                                      <p:cBhvr>
                                        <p:cTn id="8" dur="500" fill="hold"/>
                                        <p:tgtEl>
                                          <p:spTgt spid="35843">
                                            <p:txEl>
                                              <p:pRg st="1" end="1"/>
                                            </p:txEl>
                                          </p:spTgt>
                                        </p:tgtEl>
                                        <p:attrNameLst>
                                          <p:attrName>ppt_h</p:attrName>
                                        </p:attrNameLst>
                                      </p:cBhvr>
                                      <p:tavLst>
                                        <p:tav tm="0">
                                          <p:val>
                                            <p:fltVal val="0"/>
                                          </p:val>
                                        </p:tav>
                                        <p:tav tm="100000">
                                          <p:val>
                                            <p:strVal val="#ppt_h"/>
                                          </p:val>
                                        </p:tav>
                                      </p:tavLst>
                                    </p:anim>
                                    <p:animEffect transition="in" filter="fade">
                                      <p:cBhvr>
                                        <p:cTn id="9" dur="500"/>
                                        <p:tgtEl>
                                          <p:spTgt spid="35843">
                                            <p:txEl>
                                              <p:pRg st="1" end="1"/>
                                            </p:txEl>
                                          </p:spTgt>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0" fill="hold" nodeType="clickEffect">
                                  <p:stCondLst>
                                    <p:cond delay="0"/>
                                  </p:stCondLst>
                                  <p:childTnLst>
                                    <p:set>
                                      <p:cBhvr>
                                        <p:cTn id="13" dur="1" fill="hold">
                                          <p:stCondLst>
                                            <p:cond delay="0"/>
                                          </p:stCondLst>
                                        </p:cTn>
                                        <p:tgtEl>
                                          <p:spTgt spid="35843">
                                            <p:txEl>
                                              <p:pRg st="2" end="2"/>
                                            </p:txEl>
                                          </p:spTgt>
                                        </p:tgtEl>
                                        <p:attrNameLst>
                                          <p:attrName>style.visibility</p:attrName>
                                        </p:attrNameLst>
                                      </p:cBhvr>
                                      <p:to>
                                        <p:strVal val="visible"/>
                                      </p:to>
                                    </p:set>
                                    <p:anim calcmode="lin" valueType="num">
                                      <p:cBhvr>
                                        <p:cTn id="14" dur="500" fill="hold"/>
                                        <p:tgtEl>
                                          <p:spTgt spid="35843">
                                            <p:txEl>
                                              <p:pRg st="2" end="2"/>
                                            </p:txEl>
                                          </p:spTgt>
                                        </p:tgtEl>
                                        <p:attrNameLst>
                                          <p:attrName>ppt_w</p:attrName>
                                        </p:attrNameLst>
                                      </p:cBhvr>
                                      <p:tavLst>
                                        <p:tav tm="0">
                                          <p:val>
                                            <p:fltVal val="0"/>
                                          </p:val>
                                        </p:tav>
                                        <p:tav tm="100000">
                                          <p:val>
                                            <p:strVal val="#ppt_w"/>
                                          </p:val>
                                        </p:tav>
                                      </p:tavLst>
                                    </p:anim>
                                    <p:anim calcmode="lin" valueType="num">
                                      <p:cBhvr>
                                        <p:cTn id="15" dur="500" fill="hold"/>
                                        <p:tgtEl>
                                          <p:spTgt spid="35843">
                                            <p:txEl>
                                              <p:pRg st="2" end="2"/>
                                            </p:txEl>
                                          </p:spTgt>
                                        </p:tgtEl>
                                        <p:attrNameLst>
                                          <p:attrName>ppt_h</p:attrName>
                                        </p:attrNameLst>
                                      </p:cBhvr>
                                      <p:tavLst>
                                        <p:tav tm="0">
                                          <p:val>
                                            <p:fltVal val="0"/>
                                          </p:val>
                                        </p:tav>
                                        <p:tav tm="100000">
                                          <p:val>
                                            <p:strVal val="#ppt_h"/>
                                          </p:val>
                                        </p:tav>
                                      </p:tavLst>
                                    </p:anim>
                                    <p:animEffect transition="in" filter="fade">
                                      <p:cBhvr>
                                        <p:cTn id="16" dur="500"/>
                                        <p:tgtEl>
                                          <p:spTgt spid="3584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267" name="Rectangle 3"/>
          <p:cNvSpPr>
            <a:spLocks noGrp="1" noChangeArrowheads="1"/>
          </p:cNvSpPr>
          <p:nvPr>
            <p:ph idx="1"/>
          </p:nvPr>
        </p:nvSpPr>
        <p:spPr>
          <a:xfrm>
            <a:off x="428625" y="714375"/>
            <a:ext cx="8320088" cy="4102100"/>
          </a:xfrm>
        </p:spPr>
        <p:txBody>
          <a:bodyPr/>
          <a:lstStyle/>
          <a:p>
            <a:pPr>
              <a:lnSpc>
                <a:spcPts val="3500"/>
              </a:lnSpc>
              <a:buClrTx/>
              <a:buFont typeface="Wingdings" pitchFamily="2" charset="2"/>
              <a:buChar char="Ø"/>
              <a:defRPr/>
            </a:pPr>
            <a:r>
              <a:rPr lang="zh-CN" altLang="en-US" sz="2500" b="1" dirty="0">
                <a:solidFill>
                  <a:schemeClr val="tx1"/>
                </a:solidFill>
                <a:cs typeface="Times New Roman" pitchFamily="18" charset="0"/>
              </a:rPr>
              <a:t>用来描述程序运行期间</a:t>
            </a:r>
            <a:r>
              <a:rPr lang="zh-CN" altLang="en-US" sz="2500" b="1" dirty="0">
                <a:solidFill>
                  <a:srgbClr val="0070C0"/>
                </a:solidFill>
                <a:cs typeface="Times New Roman" pitchFamily="18" charset="0"/>
              </a:rPr>
              <a:t>控制</a:t>
            </a:r>
            <a:r>
              <a:rPr lang="zh-CN" altLang="en-US" sz="2500" b="1" dirty="0">
                <a:solidFill>
                  <a:schemeClr val="tx1"/>
                </a:solidFill>
                <a:cs typeface="Times New Roman" pitchFamily="18" charset="0"/>
              </a:rPr>
              <a:t>进入和离开各个</a:t>
            </a:r>
            <a:r>
              <a:rPr lang="zh-CN" altLang="en-US" sz="2500" b="1" dirty="0">
                <a:solidFill>
                  <a:srgbClr val="0070C0"/>
                </a:solidFill>
                <a:cs typeface="Times New Roman" pitchFamily="18" charset="0"/>
              </a:rPr>
              <a:t>活动</a:t>
            </a:r>
            <a:r>
              <a:rPr lang="zh-CN" altLang="en-US" sz="2500" b="1" dirty="0">
                <a:solidFill>
                  <a:schemeClr val="tx1"/>
                </a:solidFill>
                <a:cs typeface="Times New Roman" pitchFamily="18" charset="0"/>
              </a:rPr>
              <a:t>的情况的</a:t>
            </a:r>
            <a:r>
              <a:rPr lang="zh-CN" altLang="en-US" sz="2500" b="1" dirty="0">
                <a:solidFill>
                  <a:srgbClr val="0070C0"/>
                </a:solidFill>
                <a:cs typeface="Times New Roman" pitchFamily="18" charset="0"/>
              </a:rPr>
              <a:t>树</a:t>
            </a:r>
            <a:r>
              <a:rPr lang="zh-CN" altLang="en-US" sz="2500" b="1" dirty="0">
                <a:solidFill>
                  <a:schemeClr val="tx1"/>
                </a:solidFill>
                <a:cs typeface="Times New Roman" pitchFamily="18" charset="0"/>
              </a:rPr>
              <a:t>称为</a:t>
            </a:r>
            <a:r>
              <a:rPr lang="zh-CN" altLang="en-US" sz="2500" b="1" dirty="0">
                <a:solidFill>
                  <a:srgbClr val="FF0000"/>
                </a:solidFill>
                <a:cs typeface="Times New Roman" pitchFamily="18" charset="0"/>
              </a:rPr>
              <a:t>活动树</a:t>
            </a:r>
            <a:endParaRPr lang="en-US" altLang="zh-CN" sz="2500" b="1" i="1" dirty="0">
              <a:solidFill>
                <a:srgbClr val="FF0000"/>
              </a:solidFill>
              <a:cs typeface="Times New Roman" pitchFamily="18" charset="0"/>
            </a:endParaRPr>
          </a:p>
          <a:p>
            <a:pPr>
              <a:lnSpc>
                <a:spcPts val="3500"/>
              </a:lnSpc>
              <a:buClrTx/>
              <a:buFont typeface="Wingdings" pitchFamily="2" charset="2"/>
              <a:buChar char="Ø"/>
              <a:defRPr/>
            </a:pPr>
            <a:r>
              <a:rPr lang="zh-CN" altLang="en-US" sz="2500" b="1" dirty="0">
                <a:solidFill>
                  <a:schemeClr val="tx1"/>
                </a:solidFill>
                <a:cs typeface="Times New Roman" pitchFamily="18" charset="0"/>
              </a:rPr>
              <a:t>树中的每个</a:t>
            </a:r>
            <a:r>
              <a:rPr lang="zh-CN" altLang="en-US" sz="2500" b="1" dirty="0">
                <a:solidFill>
                  <a:srgbClr val="0070C0"/>
                </a:solidFill>
                <a:cs typeface="Times New Roman" pitchFamily="18" charset="0"/>
              </a:rPr>
              <a:t>结点</a:t>
            </a:r>
            <a:r>
              <a:rPr lang="zh-CN" altLang="en-US" sz="2500" b="1" dirty="0">
                <a:solidFill>
                  <a:schemeClr val="tx1"/>
                </a:solidFill>
                <a:cs typeface="Times New Roman" pitchFamily="18" charset="0"/>
              </a:rPr>
              <a:t>对应于一个</a:t>
            </a:r>
            <a:r>
              <a:rPr lang="zh-CN" altLang="en-US" sz="2500" b="1" dirty="0">
                <a:solidFill>
                  <a:srgbClr val="0070C0"/>
                </a:solidFill>
                <a:cs typeface="Times New Roman" pitchFamily="18" charset="0"/>
              </a:rPr>
              <a:t>活动</a:t>
            </a:r>
            <a:r>
              <a:rPr lang="zh-CN" altLang="en-US" sz="2500" b="1" dirty="0">
                <a:solidFill>
                  <a:schemeClr val="tx1"/>
                </a:solidFill>
                <a:cs typeface="Times New Roman" pitchFamily="18" charset="0"/>
              </a:rPr>
              <a:t>。</a:t>
            </a:r>
            <a:r>
              <a:rPr lang="zh-CN" altLang="en-US" sz="2500" b="1" dirty="0">
                <a:solidFill>
                  <a:srgbClr val="0070C0"/>
                </a:solidFill>
                <a:cs typeface="Times New Roman" pitchFamily="18" charset="0"/>
              </a:rPr>
              <a:t>根结点</a:t>
            </a:r>
            <a:r>
              <a:rPr lang="zh-CN" altLang="en-US" sz="2500" b="1" dirty="0">
                <a:solidFill>
                  <a:schemeClr val="tx1"/>
                </a:solidFill>
                <a:cs typeface="Times New Roman" pitchFamily="18" charset="0"/>
              </a:rPr>
              <a:t>是启动程序执行的</a:t>
            </a:r>
            <a:r>
              <a:rPr lang="en-US" altLang="zh-CN" sz="2500" b="1" i="1" dirty="0">
                <a:solidFill>
                  <a:srgbClr val="0070C0"/>
                </a:solidFill>
                <a:cs typeface="Times New Roman" pitchFamily="18" charset="0"/>
              </a:rPr>
              <a:t>main</a:t>
            </a:r>
            <a:r>
              <a:rPr lang="zh-CN" altLang="en-US" sz="2500" b="1" dirty="0">
                <a:solidFill>
                  <a:srgbClr val="0070C0"/>
                </a:solidFill>
                <a:cs typeface="Times New Roman" pitchFamily="18" charset="0"/>
              </a:rPr>
              <a:t>过程的活动</a:t>
            </a:r>
            <a:endParaRPr lang="en-US" altLang="zh-CN" sz="2500" b="1" dirty="0">
              <a:solidFill>
                <a:srgbClr val="0070C0"/>
              </a:solidFill>
              <a:cs typeface="Times New Roman" pitchFamily="18" charset="0"/>
            </a:endParaRPr>
          </a:p>
          <a:p>
            <a:pPr>
              <a:lnSpc>
                <a:spcPts val="3500"/>
              </a:lnSpc>
              <a:buClrTx/>
              <a:buFont typeface="Wingdings" pitchFamily="2" charset="2"/>
              <a:buChar char="Ø"/>
              <a:defRPr/>
            </a:pPr>
            <a:r>
              <a:rPr lang="zh-CN" altLang="en-US" sz="2500" b="1" dirty="0">
                <a:solidFill>
                  <a:schemeClr val="tx1"/>
                </a:solidFill>
                <a:cs typeface="Times New Roman" pitchFamily="18" charset="0"/>
              </a:rPr>
              <a:t>在表示过程</a:t>
            </a:r>
            <a:r>
              <a:rPr lang="en-US" altLang="zh-CN" sz="2500" b="1" i="1" dirty="0">
                <a:solidFill>
                  <a:schemeClr val="tx1"/>
                </a:solidFill>
                <a:cs typeface="Times New Roman" pitchFamily="18" charset="0"/>
              </a:rPr>
              <a:t>p</a:t>
            </a:r>
            <a:r>
              <a:rPr lang="zh-CN" altLang="en-US" sz="2500" b="1" dirty="0">
                <a:solidFill>
                  <a:schemeClr val="tx1"/>
                </a:solidFill>
                <a:cs typeface="Times New Roman" pitchFamily="18" charset="0"/>
              </a:rPr>
              <a:t>的某个活动的结点上，其</a:t>
            </a:r>
            <a:r>
              <a:rPr lang="zh-CN" altLang="en-US" sz="2500" b="1" dirty="0">
                <a:solidFill>
                  <a:srgbClr val="0070C0"/>
                </a:solidFill>
                <a:cs typeface="Times New Roman" pitchFamily="18" charset="0"/>
              </a:rPr>
              <a:t>子结点</a:t>
            </a:r>
            <a:r>
              <a:rPr lang="zh-CN" altLang="en-US" sz="2500" b="1" dirty="0">
                <a:solidFill>
                  <a:schemeClr val="tx1"/>
                </a:solidFill>
                <a:cs typeface="Times New Roman" pitchFamily="18" charset="0"/>
              </a:rPr>
              <a:t>对应于被</a:t>
            </a:r>
            <a:r>
              <a:rPr lang="en-US" altLang="zh-CN" sz="2500" b="1" i="1" dirty="0">
                <a:solidFill>
                  <a:schemeClr val="tx1"/>
                </a:solidFill>
                <a:cs typeface="Times New Roman" pitchFamily="18" charset="0"/>
              </a:rPr>
              <a:t>p</a:t>
            </a:r>
            <a:r>
              <a:rPr lang="zh-CN" altLang="en-US" sz="2500" b="1" dirty="0">
                <a:solidFill>
                  <a:schemeClr val="tx1"/>
                </a:solidFill>
                <a:cs typeface="Times New Roman" pitchFamily="18" charset="0"/>
              </a:rPr>
              <a:t>的这次活动</a:t>
            </a:r>
            <a:r>
              <a:rPr lang="zh-CN" altLang="en-US" sz="2500" b="1" dirty="0">
                <a:solidFill>
                  <a:srgbClr val="0070C0"/>
                </a:solidFill>
                <a:cs typeface="Times New Roman" pitchFamily="18" charset="0"/>
              </a:rPr>
              <a:t>调用</a:t>
            </a:r>
            <a:r>
              <a:rPr lang="zh-CN" altLang="en-US" sz="2500" b="1" dirty="0">
                <a:solidFill>
                  <a:schemeClr val="tx1"/>
                </a:solidFill>
                <a:cs typeface="Times New Roman" pitchFamily="18" charset="0"/>
              </a:rPr>
              <a:t>的各个过程的</a:t>
            </a:r>
            <a:r>
              <a:rPr lang="zh-CN" altLang="en-US" sz="2500" b="1" dirty="0">
                <a:solidFill>
                  <a:srgbClr val="0070C0"/>
                </a:solidFill>
                <a:cs typeface="Times New Roman" pitchFamily="18" charset="0"/>
              </a:rPr>
              <a:t>活动</a:t>
            </a:r>
            <a:r>
              <a:rPr lang="zh-CN" altLang="en-US" sz="2500" b="1" dirty="0">
                <a:solidFill>
                  <a:schemeClr val="tx1"/>
                </a:solidFill>
                <a:cs typeface="Times New Roman" pitchFamily="18" charset="0"/>
              </a:rPr>
              <a:t>。按照这些</a:t>
            </a:r>
            <a:r>
              <a:rPr lang="zh-CN" altLang="en-US" sz="2500" b="1" dirty="0">
                <a:solidFill>
                  <a:srgbClr val="0070C0"/>
                </a:solidFill>
                <a:cs typeface="Times New Roman" pitchFamily="18" charset="0"/>
              </a:rPr>
              <a:t>活动被调用的顺序，自左向右</a:t>
            </a:r>
            <a:r>
              <a:rPr lang="zh-CN" altLang="en-US" sz="2500" b="1" dirty="0">
                <a:solidFill>
                  <a:schemeClr val="tx1"/>
                </a:solidFill>
                <a:cs typeface="Times New Roman" pitchFamily="18" charset="0"/>
              </a:rPr>
              <a:t>地显示它们。一个子结点必须在其</a:t>
            </a:r>
            <a:r>
              <a:rPr lang="zh-CN" altLang="en-US" sz="2500" b="1" dirty="0">
                <a:solidFill>
                  <a:srgbClr val="0070C0"/>
                </a:solidFill>
                <a:cs typeface="Times New Roman" pitchFamily="18" charset="0"/>
              </a:rPr>
              <a:t>右兄弟</a:t>
            </a:r>
            <a:r>
              <a:rPr lang="zh-CN" altLang="en-US" sz="2500" b="1" dirty="0">
                <a:solidFill>
                  <a:schemeClr val="tx1"/>
                </a:solidFill>
                <a:cs typeface="Times New Roman" pitchFamily="18" charset="0"/>
              </a:rPr>
              <a:t>结点的活动</a:t>
            </a:r>
            <a:r>
              <a:rPr lang="zh-CN" altLang="en-US" sz="2500" b="1" dirty="0">
                <a:solidFill>
                  <a:srgbClr val="0070C0"/>
                </a:solidFill>
                <a:cs typeface="Times New Roman" pitchFamily="18" charset="0"/>
              </a:rPr>
              <a:t>开始</a:t>
            </a:r>
            <a:r>
              <a:rPr lang="zh-CN" altLang="en-US" sz="2500" b="1" dirty="0">
                <a:solidFill>
                  <a:schemeClr val="tx1"/>
                </a:solidFill>
                <a:cs typeface="Times New Roman" pitchFamily="18" charset="0"/>
              </a:rPr>
              <a:t>之前</a:t>
            </a:r>
            <a:r>
              <a:rPr lang="zh-CN" altLang="en-US" sz="2500" b="1" dirty="0">
                <a:solidFill>
                  <a:srgbClr val="0070C0"/>
                </a:solidFill>
                <a:cs typeface="Times New Roman" pitchFamily="18" charset="0"/>
              </a:rPr>
              <a:t>结束</a:t>
            </a:r>
            <a:endParaRPr lang="en-US" altLang="zh-CN" sz="2500" b="1" dirty="0">
              <a:solidFill>
                <a:srgbClr val="0070C0"/>
              </a:solidFill>
              <a:ea typeface="楷体_GB2312" pitchFamily="49" charset="-122"/>
              <a:cs typeface="Times New Roman" pitchFamily="18" charset="0"/>
            </a:endParaRPr>
          </a:p>
        </p:txBody>
      </p:sp>
      <p:sp>
        <p:nvSpPr>
          <p:cNvPr id="58371"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活动树</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0" fill="hold" nodeType="clickEffect">
                                  <p:stCondLst>
                                    <p:cond delay="0"/>
                                  </p:stCondLst>
                                  <p:childTnLst>
                                    <p:set>
                                      <p:cBhvr>
                                        <p:cTn id="6" dur="1" fill="hold">
                                          <p:stCondLst>
                                            <p:cond delay="0"/>
                                          </p:stCondLst>
                                        </p:cTn>
                                        <p:tgtEl>
                                          <p:spTgt spid="651267">
                                            <p:txEl>
                                              <p:pRg st="1" end="1"/>
                                            </p:txEl>
                                          </p:spTgt>
                                        </p:tgtEl>
                                        <p:attrNameLst>
                                          <p:attrName>style.visibility</p:attrName>
                                        </p:attrNameLst>
                                      </p:cBhvr>
                                      <p:to>
                                        <p:strVal val="visible"/>
                                      </p:to>
                                    </p:set>
                                    <p:anim calcmode="lin" valueType="num">
                                      <p:cBhvr>
                                        <p:cTn id="7" dur="500" fill="hold"/>
                                        <p:tgtEl>
                                          <p:spTgt spid="651267">
                                            <p:txEl>
                                              <p:pRg st="1" end="1"/>
                                            </p:txEl>
                                          </p:spTgt>
                                        </p:tgtEl>
                                        <p:attrNameLst>
                                          <p:attrName>ppt_w</p:attrName>
                                        </p:attrNameLst>
                                      </p:cBhvr>
                                      <p:tavLst>
                                        <p:tav tm="0">
                                          <p:val>
                                            <p:fltVal val="0"/>
                                          </p:val>
                                        </p:tav>
                                        <p:tav tm="100000">
                                          <p:val>
                                            <p:strVal val="#ppt_w"/>
                                          </p:val>
                                        </p:tav>
                                      </p:tavLst>
                                    </p:anim>
                                    <p:anim calcmode="lin" valueType="num">
                                      <p:cBhvr>
                                        <p:cTn id="8" dur="500" fill="hold"/>
                                        <p:tgtEl>
                                          <p:spTgt spid="651267">
                                            <p:txEl>
                                              <p:pRg st="1" end="1"/>
                                            </p:txEl>
                                          </p:spTgt>
                                        </p:tgtEl>
                                        <p:attrNameLst>
                                          <p:attrName>ppt_h</p:attrName>
                                        </p:attrNameLst>
                                      </p:cBhvr>
                                      <p:tavLst>
                                        <p:tav tm="0">
                                          <p:val>
                                            <p:fltVal val="0"/>
                                          </p:val>
                                        </p:tav>
                                        <p:tav tm="100000">
                                          <p:val>
                                            <p:strVal val="#ppt_h"/>
                                          </p:val>
                                        </p:tav>
                                      </p:tavLst>
                                    </p:anim>
                                    <p:animEffect transition="in" filter="fade">
                                      <p:cBhvr>
                                        <p:cTn id="9" dur="500"/>
                                        <p:tgtEl>
                                          <p:spTgt spid="651267">
                                            <p:txEl>
                                              <p:pRg st="1" end="1"/>
                                            </p:txEl>
                                          </p:spTgt>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0" fill="hold" nodeType="clickEffect">
                                  <p:stCondLst>
                                    <p:cond delay="0"/>
                                  </p:stCondLst>
                                  <p:childTnLst>
                                    <p:set>
                                      <p:cBhvr>
                                        <p:cTn id="13" dur="1" fill="hold">
                                          <p:stCondLst>
                                            <p:cond delay="0"/>
                                          </p:stCondLst>
                                        </p:cTn>
                                        <p:tgtEl>
                                          <p:spTgt spid="651267">
                                            <p:txEl>
                                              <p:pRg st="2" end="2"/>
                                            </p:txEl>
                                          </p:spTgt>
                                        </p:tgtEl>
                                        <p:attrNameLst>
                                          <p:attrName>style.visibility</p:attrName>
                                        </p:attrNameLst>
                                      </p:cBhvr>
                                      <p:to>
                                        <p:strVal val="visible"/>
                                      </p:to>
                                    </p:set>
                                    <p:anim calcmode="lin" valueType="num">
                                      <p:cBhvr>
                                        <p:cTn id="14" dur="500" fill="hold"/>
                                        <p:tgtEl>
                                          <p:spTgt spid="651267">
                                            <p:txEl>
                                              <p:pRg st="2" end="2"/>
                                            </p:txEl>
                                          </p:spTgt>
                                        </p:tgtEl>
                                        <p:attrNameLst>
                                          <p:attrName>ppt_w</p:attrName>
                                        </p:attrNameLst>
                                      </p:cBhvr>
                                      <p:tavLst>
                                        <p:tav tm="0">
                                          <p:val>
                                            <p:fltVal val="0"/>
                                          </p:val>
                                        </p:tav>
                                        <p:tav tm="100000">
                                          <p:val>
                                            <p:strVal val="#ppt_w"/>
                                          </p:val>
                                        </p:tav>
                                      </p:tavLst>
                                    </p:anim>
                                    <p:anim calcmode="lin" valueType="num">
                                      <p:cBhvr>
                                        <p:cTn id="15" dur="500" fill="hold"/>
                                        <p:tgtEl>
                                          <p:spTgt spid="651267">
                                            <p:txEl>
                                              <p:pRg st="2" end="2"/>
                                            </p:txEl>
                                          </p:spTgt>
                                        </p:tgtEl>
                                        <p:attrNameLst>
                                          <p:attrName>ppt_h</p:attrName>
                                        </p:attrNameLst>
                                      </p:cBhvr>
                                      <p:tavLst>
                                        <p:tav tm="0">
                                          <p:val>
                                            <p:fltVal val="0"/>
                                          </p:val>
                                        </p:tav>
                                        <p:tav tm="100000">
                                          <p:val>
                                            <p:strVal val="#ppt_h"/>
                                          </p:val>
                                        </p:tav>
                                      </p:tavLst>
                                    </p:anim>
                                    <p:animEffect transition="in" filter="fade">
                                      <p:cBhvr>
                                        <p:cTn id="16" dur="500"/>
                                        <p:tgtEl>
                                          <p:spTgt spid="65126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20" name="Rectangle 2"/>
          <p:cNvSpPr txBox="1">
            <a:spLocks noChangeArrowheads="1"/>
          </p:cNvSpPr>
          <p:nvPr/>
        </p:nvSpPr>
        <p:spPr bwMode="auto">
          <a:xfrm>
            <a:off x="247650" y="792163"/>
            <a:ext cx="8572500" cy="4443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nSpc>
                <a:spcPts val="1400"/>
              </a:lnSpc>
            </a:pPr>
            <a:r>
              <a:rPr kumimoji="1" lang="en-US" altLang="zh-CN" sz="1600" i="1" dirty="0">
                <a:solidFill>
                  <a:srgbClr val="000000"/>
                </a:solidFill>
                <a:cs typeface="Times New Roman" panose="02020603050405020304" pitchFamily="18" charset="0"/>
                <a:sym typeface="Symbol" panose="05050102010706020507" pitchFamily="18" charset="2"/>
              </a:rPr>
              <a:t>int   a</a:t>
            </a:r>
            <a:r>
              <a:rPr lang="en-US" altLang="zh-CN" sz="1600" dirty="0">
                <a:solidFill>
                  <a:srgbClr val="000000"/>
                </a:solidFill>
                <a:cs typeface="Times New Roman" panose="02020603050405020304" pitchFamily="18" charset="0"/>
              </a:rPr>
              <a:t>[11]</a:t>
            </a:r>
            <a:r>
              <a:rPr kumimoji="1" lang="en-US" altLang="zh-CN" sz="1600" dirty="0">
                <a:solidFill>
                  <a:srgbClr val="000000"/>
                </a:solidFill>
                <a:cs typeface="Times New Roman" panose="02020603050405020304" pitchFamily="18" charset="0"/>
                <a:sym typeface="Symbol" panose="05050102010706020507" pitchFamily="18" charset="2"/>
              </a:rPr>
              <a:t>;</a:t>
            </a:r>
            <a:r>
              <a:rPr kumimoji="1" lang="en-US" altLang="zh-CN" sz="1600" i="1" dirty="0">
                <a:solidFill>
                  <a:srgbClr val="000000"/>
                </a:solidFill>
                <a:cs typeface="Times New Roman" panose="02020603050405020304" pitchFamily="18" charset="0"/>
                <a:sym typeface="Symbol" panose="05050102010706020507" pitchFamily="18" charset="2"/>
              </a:rPr>
              <a:t>    </a:t>
            </a:r>
            <a:r>
              <a:rPr kumimoji="1" lang="en-US" altLang="zh-CN" sz="1600" i="1" dirty="0">
                <a:solidFill>
                  <a:schemeClr val="accent3">
                    <a:lumMod val="50000"/>
                  </a:schemeClr>
                </a:solidFill>
                <a:cs typeface="Times New Roman" panose="02020603050405020304" pitchFamily="18" charset="0"/>
                <a:sym typeface="Symbol" panose="05050102010706020507" pitchFamily="18" charset="2"/>
              </a:rPr>
              <a:t>/*</a:t>
            </a:r>
            <a:r>
              <a:rPr kumimoji="1" lang="zh-CN" altLang="en-US" sz="1600" dirty="0">
                <a:solidFill>
                  <a:schemeClr val="accent3">
                    <a:lumMod val="50000"/>
                  </a:schemeClr>
                </a:solidFill>
                <a:latin typeface="华文楷体" panose="02010600040101010101" pitchFamily="2" charset="-122"/>
                <a:ea typeface="华文楷体" panose="02010600040101010101" pitchFamily="2" charset="-122"/>
                <a:cs typeface="Times New Roman" panose="02020603050405020304" pitchFamily="18" charset="0"/>
                <a:sym typeface="Symbol" panose="05050102010706020507" pitchFamily="18" charset="2"/>
              </a:rPr>
              <a:t>全局数组</a:t>
            </a:r>
            <a:r>
              <a:rPr kumimoji="1" lang="en-US" altLang="zh-CN" sz="1600" i="1" dirty="0">
                <a:solidFill>
                  <a:schemeClr val="accent3">
                    <a:lumMod val="50000"/>
                  </a:schemeClr>
                </a:solidFill>
                <a:cs typeface="Times New Roman" panose="02020603050405020304" pitchFamily="18" charset="0"/>
                <a:sym typeface="Symbol" panose="05050102010706020507" pitchFamily="18" charset="2"/>
              </a:rPr>
              <a:t>*/</a:t>
            </a:r>
          </a:p>
          <a:p>
            <a:pPr>
              <a:lnSpc>
                <a:spcPts val="1400"/>
              </a:lnSpc>
            </a:pPr>
            <a:r>
              <a:rPr kumimoji="1" lang="en-US" altLang="zh-CN" sz="1600" i="1" dirty="0">
                <a:solidFill>
                  <a:srgbClr val="000000"/>
                </a:solidFill>
                <a:cs typeface="Times New Roman" panose="02020603050405020304" pitchFamily="18" charset="0"/>
                <a:sym typeface="Symbol" panose="05050102010706020507" pitchFamily="18" charset="2"/>
              </a:rPr>
              <a:t>void   </a:t>
            </a:r>
            <a:r>
              <a:rPr kumimoji="1" lang="en-US" altLang="zh-CN" sz="1600" i="1" dirty="0" err="1">
                <a:solidFill>
                  <a:srgbClr val="C00000"/>
                </a:solidFill>
                <a:cs typeface="Times New Roman" panose="02020603050405020304" pitchFamily="18" charset="0"/>
                <a:sym typeface="Symbol" panose="05050102010706020507" pitchFamily="18" charset="2"/>
              </a:rPr>
              <a:t>readArray</a:t>
            </a:r>
            <a:r>
              <a:rPr kumimoji="1" lang="en-US" altLang="zh-CN" sz="1600" dirty="0">
                <a:solidFill>
                  <a:srgbClr val="000000"/>
                </a:solidFill>
                <a:cs typeface="Times New Roman" panose="02020603050405020304" pitchFamily="18" charset="0"/>
                <a:sym typeface="Symbol" panose="05050102010706020507" pitchFamily="18" charset="2"/>
              </a:rPr>
              <a:t>( ) </a:t>
            </a:r>
            <a:r>
              <a:rPr kumimoji="1" lang="en-US" altLang="zh-CN" sz="1600" dirty="0">
                <a:solidFill>
                  <a:schemeClr val="accent3">
                    <a:lumMod val="50000"/>
                  </a:schemeClr>
                </a:solidFill>
                <a:cs typeface="Times New Roman" panose="02020603050405020304" pitchFamily="18" charset="0"/>
                <a:sym typeface="Symbol" panose="05050102010706020507" pitchFamily="18" charset="2"/>
              </a:rPr>
              <a:t>/</a:t>
            </a:r>
            <a:r>
              <a:rPr kumimoji="1" lang="zh-CN" altLang="en-US" sz="1600" dirty="0">
                <a:solidFill>
                  <a:schemeClr val="accent3">
                    <a:lumMod val="50000"/>
                  </a:schemeClr>
                </a:solidFill>
                <a:cs typeface="Times New Roman" panose="02020603050405020304" pitchFamily="18" charset="0"/>
                <a:sym typeface="Symbol" panose="05050102010706020507" pitchFamily="18" charset="2"/>
              </a:rPr>
              <a:t>*</a:t>
            </a:r>
            <a:r>
              <a:rPr kumimoji="1" lang="zh-CN" altLang="en-US" sz="1600" dirty="0">
                <a:solidFill>
                  <a:schemeClr val="accent3">
                    <a:lumMod val="50000"/>
                  </a:schemeClr>
                </a:solidFill>
                <a:latin typeface="华文楷体" panose="02010600040101010101" pitchFamily="2" charset="-122"/>
                <a:ea typeface="华文楷体" panose="02010600040101010101" pitchFamily="2" charset="-122"/>
                <a:cs typeface="Times New Roman" panose="02020603050405020304" pitchFamily="18" charset="0"/>
                <a:sym typeface="Symbol" panose="05050102010706020507" pitchFamily="18" charset="2"/>
              </a:rPr>
              <a:t>将</a:t>
            </a:r>
            <a:r>
              <a:rPr kumimoji="1" lang="en-US" altLang="zh-CN" sz="1600" dirty="0">
                <a:solidFill>
                  <a:schemeClr val="accent3">
                    <a:lumMod val="50000"/>
                  </a:schemeClr>
                </a:solidFill>
                <a:latin typeface="华文楷体" panose="02010600040101010101" pitchFamily="2" charset="-122"/>
                <a:ea typeface="华文楷体" panose="02010600040101010101" pitchFamily="2" charset="-122"/>
                <a:cs typeface="Times New Roman" panose="02020603050405020304" pitchFamily="18" charset="0"/>
                <a:sym typeface="Symbol" panose="05050102010706020507" pitchFamily="18" charset="2"/>
              </a:rPr>
              <a:t>9</a:t>
            </a:r>
            <a:r>
              <a:rPr kumimoji="1" lang="zh-CN" altLang="en-US" sz="1600" dirty="0">
                <a:solidFill>
                  <a:schemeClr val="accent3">
                    <a:lumMod val="50000"/>
                  </a:schemeClr>
                </a:solidFill>
                <a:latin typeface="华文楷体" panose="02010600040101010101" pitchFamily="2" charset="-122"/>
                <a:ea typeface="华文楷体" panose="02010600040101010101" pitchFamily="2" charset="-122"/>
                <a:cs typeface="Times New Roman" panose="02020603050405020304" pitchFamily="18" charset="0"/>
                <a:sym typeface="Symbol" panose="05050102010706020507" pitchFamily="18" charset="2"/>
              </a:rPr>
              <a:t>个整数读入到</a:t>
            </a:r>
            <a:r>
              <a:rPr kumimoji="1" lang="en-US" altLang="zh-CN" sz="1600" i="1" dirty="0">
                <a:solidFill>
                  <a:schemeClr val="accent3">
                    <a:lumMod val="50000"/>
                  </a:schemeClr>
                </a:solidFill>
                <a:cs typeface="Times New Roman" panose="02020603050405020304" pitchFamily="18" charset="0"/>
                <a:sym typeface="Symbol" panose="05050102010706020507" pitchFamily="18" charset="2"/>
              </a:rPr>
              <a:t>a</a:t>
            </a:r>
            <a:r>
              <a:rPr lang="en-US" altLang="zh-CN" sz="1600" dirty="0">
                <a:solidFill>
                  <a:schemeClr val="accent3">
                    <a:lumMod val="50000"/>
                  </a:schemeClr>
                </a:solidFill>
                <a:cs typeface="Times New Roman" panose="02020603050405020304" pitchFamily="18" charset="0"/>
              </a:rPr>
              <a:t>[1]</a:t>
            </a:r>
            <a:r>
              <a:rPr kumimoji="1" lang="en-US" altLang="zh-CN" sz="1600" dirty="0">
                <a:solidFill>
                  <a:schemeClr val="accent3">
                    <a:lumMod val="50000"/>
                  </a:schemeClr>
                </a:solidFill>
                <a:cs typeface="Times New Roman" panose="02020603050405020304" pitchFamily="18" charset="0"/>
                <a:sym typeface="Symbol" panose="05050102010706020507" pitchFamily="18" charset="2"/>
              </a:rPr>
              <a:t>,…,</a:t>
            </a:r>
            <a:r>
              <a:rPr kumimoji="1" lang="en-US" altLang="zh-CN" sz="1600" i="1" dirty="0">
                <a:solidFill>
                  <a:schemeClr val="accent3">
                    <a:lumMod val="50000"/>
                  </a:schemeClr>
                </a:solidFill>
                <a:cs typeface="Times New Roman" panose="02020603050405020304" pitchFamily="18" charset="0"/>
                <a:sym typeface="Symbol" panose="05050102010706020507" pitchFamily="18" charset="2"/>
              </a:rPr>
              <a:t>a</a:t>
            </a:r>
            <a:r>
              <a:rPr lang="en-US" altLang="zh-CN" sz="1600" dirty="0">
                <a:solidFill>
                  <a:schemeClr val="accent3">
                    <a:lumMod val="50000"/>
                  </a:schemeClr>
                </a:solidFill>
              </a:rPr>
              <a:t>[9]</a:t>
            </a:r>
            <a:r>
              <a:rPr kumimoji="1" lang="zh-CN" altLang="en-US" sz="1600" dirty="0">
                <a:solidFill>
                  <a:schemeClr val="accent3">
                    <a:lumMod val="50000"/>
                  </a:schemeClr>
                </a:solidFill>
                <a:latin typeface="华文楷体" panose="02010600040101010101" pitchFamily="2" charset="-122"/>
                <a:ea typeface="华文楷体" panose="02010600040101010101" pitchFamily="2" charset="-122"/>
              </a:rPr>
              <a:t>中</a:t>
            </a:r>
            <a:r>
              <a:rPr kumimoji="1" lang="en-US" altLang="zh-CN" sz="1600" dirty="0">
                <a:solidFill>
                  <a:schemeClr val="accent3">
                    <a:lumMod val="50000"/>
                  </a:schemeClr>
                </a:solidFill>
                <a:cs typeface="Times New Roman" panose="02020603050405020304" pitchFamily="18" charset="0"/>
                <a:sym typeface="Symbol" panose="05050102010706020507" pitchFamily="18" charset="2"/>
              </a:rPr>
              <a:t> </a:t>
            </a:r>
            <a:r>
              <a:rPr kumimoji="1" lang="zh-CN" altLang="en-US" sz="1600" dirty="0">
                <a:solidFill>
                  <a:schemeClr val="accent3">
                    <a:lumMod val="50000"/>
                  </a:schemeClr>
                </a:solidFill>
                <a:cs typeface="Times New Roman" panose="02020603050405020304" pitchFamily="18" charset="0"/>
                <a:sym typeface="Symbol" panose="05050102010706020507" pitchFamily="18" charset="2"/>
              </a:rPr>
              <a:t>*</a:t>
            </a:r>
            <a:r>
              <a:rPr kumimoji="1" lang="en-US" altLang="zh-CN" sz="1600" dirty="0">
                <a:solidFill>
                  <a:schemeClr val="accent3">
                    <a:lumMod val="50000"/>
                  </a:schemeClr>
                </a:solidFill>
                <a:cs typeface="Times New Roman" panose="02020603050405020304" pitchFamily="18" charset="0"/>
                <a:sym typeface="Symbol" panose="05050102010706020507" pitchFamily="18" charset="2"/>
              </a:rPr>
              <a:t>/</a:t>
            </a:r>
            <a:endParaRPr kumimoji="1" lang="en-US" altLang="zh-CN" sz="1600" i="1" dirty="0">
              <a:solidFill>
                <a:schemeClr val="accent3">
                  <a:lumMod val="50000"/>
                </a:schemeClr>
              </a:solidFill>
              <a:cs typeface="Times New Roman" panose="02020603050405020304" pitchFamily="18" charset="0"/>
              <a:sym typeface="Symbol" panose="05050102010706020507" pitchFamily="18" charset="2"/>
            </a:endParaRPr>
          </a:p>
          <a:p>
            <a:pPr>
              <a:lnSpc>
                <a:spcPts val="1400"/>
              </a:lnSpc>
            </a:pPr>
            <a:r>
              <a:rPr kumimoji="1" lang="en-US" altLang="zh-CN" sz="1600" dirty="0">
                <a:solidFill>
                  <a:srgbClr val="000000"/>
                </a:solidFill>
                <a:cs typeface="Times New Roman" panose="02020603050405020304" pitchFamily="18" charset="0"/>
                <a:sym typeface="Symbol" panose="05050102010706020507" pitchFamily="18" charset="2"/>
              </a:rPr>
              <a:t>{</a:t>
            </a:r>
            <a:r>
              <a:rPr kumimoji="1" lang="en-US" altLang="zh-CN" sz="1600" i="1" dirty="0">
                <a:solidFill>
                  <a:srgbClr val="000000"/>
                </a:solidFill>
                <a:cs typeface="Times New Roman" panose="02020603050405020304" pitchFamily="18" charset="0"/>
                <a:sym typeface="Symbol" panose="05050102010706020507" pitchFamily="18" charset="2"/>
              </a:rPr>
              <a:t>          </a:t>
            </a:r>
            <a:r>
              <a:rPr kumimoji="1" lang="en-US" altLang="zh-CN" sz="1600" i="1" dirty="0" err="1">
                <a:solidFill>
                  <a:srgbClr val="000000"/>
                </a:solidFill>
                <a:cs typeface="Times New Roman" panose="02020603050405020304" pitchFamily="18" charset="0"/>
                <a:sym typeface="Symbol" panose="05050102010706020507" pitchFamily="18" charset="2"/>
              </a:rPr>
              <a:t>int</a:t>
            </a:r>
            <a:r>
              <a:rPr kumimoji="1" lang="en-US" altLang="zh-CN" sz="1600" i="1" dirty="0">
                <a:solidFill>
                  <a:srgbClr val="000000"/>
                </a:solidFill>
                <a:cs typeface="Times New Roman" panose="02020603050405020304" pitchFamily="18" charset="0"/>
                <a:sym typeface="Symbol" panose="05050102010706020507" pitchFamily="18" charset="2"/>
              </a:rPr>
              <a:t>   </a:t>
            </a:r>
            <a:r>
              <a:rPr kumimoji="1" lang="en-US" altLang="zh-CN" sz="1600" i="1" dirty="0" err="1">
                <a:solidFill>
                  <a:srgbClr val="000000"/>
                </a:solidFill>
                <a:cs typeface="Times New Roman" panose="02020603050405020304" pitchFamily="18" charset="0"/>
                <a:sym typeface="Symbol" panose="05050102010706020507" pitchFamily="18" charset="2"/>
              </a:rPr>
              <a:t>i</a:t>
            </a:r>
            <a:r>
              <a:rPr kumimoji="1" lang="en-US" altLang="zh-CN" sz="1600" i="1" dirty="0">
                <a:solidFill>
                  <a:srgbClr val="000000"/>
                </a:solidFill>
                <a:cs typeface="Times New Roman" panose="02020603050405020304" pitchFamily="18" charset="0"/>
                <a:sym typeface="Symbol" panose="05050102010706020507" pitchFamily="18" charset="2"/>
              </a:rPr>
              <a:t>;</a:t>
            </a:r>
          </a:p>
          <a:p>
            <a:pPr>
              <a:lnSpc>
                <a:spcPts val="1400"/>
              </a:lnSpc>
            </a:pPr>
            <a:r>
              <a:rPr kumimoji="1" lang="en-US" altLang="zh-CN" sz="1600" i="1" dirty="0">
                <a:solidFill>
                  <a:srgbClr val="000000"/>
                </a:solidFill>
                <a:cs typeface="Times New Roman" panose="02020603050405020304" pitchFamily="18" charset="0"/>
                <a:sym typeface="Symbol" panose="05050102010706020507" pitchFamily="18" charset="2"/>
              </a:rPr>
              <a:t>          …</a:t>
            </a:r>
          </a:p>
          <a:p>
            <a:pPr>
              <a:lnSpc>
                <a:spcPts val="1400"/>
              </a:lnSpc>
            </a:pPr>
            <a:r>
              <a:rPr kumimoji="1" lang="en-US" altLang="zh-CN" sz="1600" dirty="0">
                <a:solidFill>
                  <a:srgbClr val="000000"/>
                </a:solidFill>
                <a:cs typeface="Times New Roman" panose="02020603050405020304" pitchFamily="18" charset="0"/>
              </a:rPr>
              <a:t>}</a:t>
            </a:r>
          </a:p>
          <a:p>
            <a:pPr>
              <a:lnSpc>
                <a:spcPts val="1400"/>
              </a:lnSpc>
            </a:pPr>
            <a:r>
              <a:rPr kumimoji="1" lang="en-US" altLang="zh-CN" sz="1600" i="1" dirty="0" err="1">
                <a:solidFill>
                  <a:srgbClr val="000000"/>
                </a:solidFill>
                <a:sym typeface="Symbol" panose="05050102010706020507" pitchFamily="18" charset="2"/>
              </a:rPr>
              <a:t>int</a:t>
            </a:r>
            <a:r>
              <a:rPr kumimoji="1" lang="en-US" altLang="zh-CN" sz="1600" i="1" dirty="0">
                <a:solidFill>
                  <a:srgbClr val="000000"/>
                </a:solidFill>
                <a:sym typeface="Symbol" panose="05050102010706020507" pitchFamily="18" charset="2"/>
              </a:rPr>
              <a:t>   </a:t>
            </a:r>
            <a:r>
              <a:rPr kumimoji="1" lang="en-US" altLang="zh-CN" sz="1600" i="1" dirty="0">
                <a:solidFill>
                  <a:srgbClr val="C00000"/>
                </a:solidFill>
                <a:sym typeface="Symbol" panose="05050102010706020507" pitchFamily="18" charset="2"/>
              </a:rPr>
              <a:t>partition</a:t>
            </a:r>
            <a:r>
              <a:rPr kumimoji="1" lang="en-US" altLang="zh-CN" sz="1600" dirty="0">
                <a:solidFill>
                  <a:srgbClr val="000000"/>
                </a:solidFill>
                <a:sym typeface="Symbol" panose="05050102010706020507" pitchFamily="18" charset="2"/>
              </a:rPr>
              <a:t>(</a:t>
            </a:r>
            <a:r>
              <a:rPr kumimoji="1" lang="en-US" altLang="zh-CN" sz="1600" i="1" dirty="0" err="1">
                <a:solidFill>
                  <a:srgbClr val="000000"/>
                </a:solidFill>
                <a:sym typeface="Symbol" panose="05050102010706020507" pitchFamily="18" charset="2"/>
              </a:rPr>
              <a:t>int</a:t>
            </a:r>
            <a:r>
              <a:rPr kumimoji="1" lang="en-US" altLang="zh-CN" sz="1600" i="1" dirty="0">
                <a:solidFill>
                  <a:srgbClr val="000000"/>
                </a:solidFill>
                <a:sym typeface="Symbol" panose="05050102010706020507" pitchFamily="18" charset="2"/>
              </a:rPr>
              <a:t>  m,  </a:t>
            </a:r>
            <a:r>
              <a:rPr kumimoji="1" lang="en-US" altLang="zh-CN" sz="1600" i="1" dirty="0" err="1">
                <a:solidFill>
                  <a:srgbClr val="000000"/>
                </a:solidFill>
                <a:sym typeface="Symbol" panose="05050102010706020507" pitchFamily="18" charset="2"/>
              </a:rPr>
              <a:t>int</a:t>
            </a:r>
            <a:r>
              <a:rPr kumimoji="1" lang="en-US" altLang="zh-CN" sz="1600" i="1" dirty="0">
                <a:solidFill>
                  <a:srgbClr val="000000"/>
                </a:solidFill>
                <a:sym typeface="Symbol" panose="05050102010706020507" pitchFamily="18" charset="2"/>
              </a:rPr>
              <a:t>  n</a:t>
            </a:r>
            <a:r>
              <a:rPr kumimoji="1" lang="en-US" altLang="zh-CN" sz="1600" dirty="0">
                <a:solidFill>
                  <a:srgbClr val="000000"/>
                </a:solidFill>
                <a:sym typeface="Symbol" panose="05050102010706020507" pitchFamily="18" charset="2"/>
              </a:rPr>
              <a:t>) </a:t>
            </a:r>
            <a:endParaRPr kumimoji="1" lang="en-US" altLang="zh-CN" sz="1600" i="1" dirty="0">
              <a:solidFill>
                <a:srgbClr val="000000"/>
              </a:solidFill>
              <a:sym typeface="Symbol" panose="05050102010706020507" pitchFamily="18" charset="2"/>
            </a:endParaRPr>
          </a:p>
          <a:p>
            <a:pPr>
              <a:lnSpc>
                <a:spcPts val="1400"/>
              </a:lnSpc>
            </a:pPr>
            <a:r>
              <a:rPr kumimoji="1" lang="en-US" altLang="zh-CN" sz="1600" dirty="0">
                <a:cs typeface="Times New Roman" panose="02020603050405020304" pitchFamily="18" charset="0"/>
                <a:sym typeface="Symbol" panose="05050102010706020507" pitchFamily="18" charset="2"/>
              </a:rPr>
              <a:t>{</a:t>
            </a:r>
            <a:r>
              <a:rPr kumimoji="1" lang="en-US" altLang="zh-CN" sz="1600" dirty="0">
                <a:solidFill>
                  <a:schemeClr val="accent3">
                    <a:lumMod val="50000"/>
                  </a:schemeClr>
                </a:solidFill>
                <a:cs typeface="Times New Roman" panose="02020603050405020304" pitchFamily="18" charset="0"/>
                <a:sym typeface="Symbol" panose="05050102010706020507" pitchFamily="18" charset="2"/>
              </a:rPr>
              <a:t>         </a:t>
            </a:r>
            <a:r>
              <a:rPr kumimoji="1" lang="en-US" altLang="zh-CN" sz="1600" dirty="0">
                <a:solidFill>
                  <a:schemeClr val="accent3">
                    <a:lumMod val="50000"/>
                  </a:schemeClr>
                </a:solidFill>
                <a:sym typeface="Symbol" panose="05050102010706020507" pitchFamily="18" charset="2"/>
              </a:rPr>
              <a:t>/</a:t>
            </a:r>
            <a:r>
              <a:rPr kumimoji="1" lang="zh-CN" altLang="en-US" sz="1600" dirty="0">
                <a:solidFill>
                  <a:schemeClr val="accent3">
                    <a:lumMod val="50000"/>
                  </a:schemeClr>
                </a:solidFill>
                <a:sym typeface="Symbol" panose="05050102010706020507" pitchFamily="18" charset="2"/>
              </a:rPr>
              <a:t>*</a:t>
            </a:r>
            <a:r>
              <a:rPr kumimoji="1" lang="zh-CN" altLang="en-US" sz="1600" dirty="0">
                <a:solidFill>
                  <a:schemeClr val="accent3">
                    <a:lumMod val="50000"/>
                  </a:schemeClr>
                </a:solidFill>
                <a:latin typeface="华文楷体" panose="02010600040101010101" pitchFamily="2" charset="-122"/>
                <a:ea typeface="华文楷体" panose="02010600040101010101" pitchFamily="2" charset="-122"/>
                <a:sym typeface="Symbol" panose="05050102010706020507" pitchFamily="18" charset="2"/>
              </a:rPr>
              <a:t>选择一个分割值</a:t>
            </a:r>
            <a:r>
              <a:rPr kumimoji="1" lang="en-US" altLang="zh-CN" sz="1600" i="1" dirty="0">
                <a:solidFill>
                  <a:schemeClr val="accent3">
                    <a:lumMod val="50000"/>
                  </a:schemeClr>
                </a:solidFill>
                <a:ea typeface="华文楷体" panose="02010600040101010101" pitchFamily="2" charset="-122"/>
                <a:sym typeface="Symbol" panose="05050102010706020507" pitchFamily="18" charset="2"/>
              </a:rPr>
              <a:t>v</a:t>
            </a:r>
            <a:r>
              <a:rPr kumimoji="1" lang="zh-CN" altLang="en-US" sz="1600" i="1" dirty="0">
                <a:solidFill>
                  <a:schemeClr val="accent3">
                    <a:lumMod val="50000"/>
                  </a:schemeClr>
                </a:solidFill>
                <a:latin typeface="华文楷体" panose="02010600040101010101" pitchFamily="2" charset="-122"/>
                <a:ea typeface="华文楷体" panose="02010600040101010101" pitchFamily="2" charset="-122"/>
                <a:sym typeface="Symbol" panose="05050102010706020507" pitchFamily="18" charset="2"/>
              </a:rPr>
              <a:t>，</a:t>
            </a:r>
            <a:r>
              <a:rPr kumimoji="1" lang="zh-CN" altLang="en-US" sz="1600" dirty="0">
                <a:solidFill>
                  <a:schemeClr val="accent3">
                    <a:lumMod val="50000"/>
                  </a:schemeClr>
                </a:solidFill>
                <a:latin typeface="华文楷体" panose="02010600040101010101" pitchFamily="2" charset="-122"/>
                <a:ea typeface="华文楷体" panose="02010600040101010101" pitchFamily="2" charset="-122"/>
                <a:sym typeface="Symbol" panose="05050102010706020507" pitchFamily="18" charset="2"/>
              </a:rPr>
              <a:t>划分</a:t>
            </a:r>
            <a:r>
              <a:rPr kumimoji="1" lang="en-US" altLang="zh-CN" sz="1600" i="1" dirty="0">
                <a:solidFill>
                  <a:schemeClr val="accent3">
                    <a:lumMod val="50000"/>
                  </a:schemeClr>
                </a:solidFill>
                <a:sym typeface="Symbol" panose="05050102010706020507" pitchFamily="18" charset="2"/>
              </a:rPr>
              <a:t>a</a:t>
            </a:r>
            <a:r>
              <a:rPr lang="en-US" altLang="zh-CN" sz="1600" dirty="0">
                <a:solidFill>
                  <a:schemeClr val="accent3">
                    <a:lumMod val="50000"/>
                  </a:schemeClr>
                </a:solidFill>
              </a:rPr>
              <a:t>[</a:t>
            </a:r>
            <a:r>
              <a:rPr lang="en-US" altLang="zh-CN" sz="1600" i="1" dirty="0">
                <a:solidFill>
                  <a:schemeClr val="accent3">
                    <a:lumMod val="50000"/>
                  </a:schemeClr>
                </a:solidFill>
              </a:rPr>
              <a:t>m…n</a:t>
            </a:r>
            <a:r>
              <a:rPr lang="en-US" altLang="zh-CN" sz="1600" dirty="0">
                <a:solidFill>
                  <a:schemeClr val="accent3">
                    <a:lumMod val="50000"/>
                  </a:schemeClr>
                </a:solidFill>
              </a:rPr>
              <a:t>]</a:t>
            </a:r>
            <a:r>
              <a:rPr kumimoji="1" lang="zh-CN" altLang="en-US" sz="1600" dirty="0">
                <a:solidFill>
                  <a:schemeClr val="accent3">
                    <a:lumMod val="50000"/>
                  </a:schemeClr>
                </a:solidFill>
              </a:rPr>
              <a:t>，</a:t>
            </a:r>
            <a:r>
              <a:rPr kumimoji="1" lang="zh-CN" altLang="en-US" sz="1600" dirty="0">
                <a:solidFill>
                  <a:schemeClr val="accent3">
                    <a:lumMod val="50000"/>
                  </a:schemeClr>
                </a:solidFill>
                <a:latin typeface="华文楷体" panose="02010600040101010101" pitchFamily="2" charset="-122"/>
                <a:ea typeface="华文楷体" panose="02010600040101010101" pitchFamily="2" charset="-122"/>
              </a:rPr>
              <a:t>使得</a:t>
            </a:r>
            <a:r>
              <a:rPr kumimoji="1" lang="en-US" altLang="zh-CN" sz="1600" i="1" dirty="0">
                <a:solidFill>
                  <a:schemeClr val="accent3">
                    <a:lumMod val="50000"/>
                  </a:schemeClr>
                </a:solidFill>
                <a:sym typeface="Symbol" panose="05050102010706020507" pitchFamily="18" charset="2"/>
              </a:rPr>
              <a:t>a</a:t>
            </a:r>
            <a:r>
              <a:rPr lang="en-US" altLang="zh-CN" sz="1600" dirty="0">
                <a:solidFill>
                  <a:schemeClr val="accent3">
                    <a:lumMod val="50000"/>
                  </a:schemeClr>
                </a:solidFill>
              </a:rPr>
              <a:t>[</a:t>
            </a:r>
            <a:r>
              <a:rPr lang="en-US" altLang="zh-CN" sz="1600" i="1" dirty="0">
                <a:solidFill>
                  <a:schemeClr val="accent3">
                    <a:lumMod val="50000"/>
                  </a:schemeClr>
                </a:solidFill>
              </a:rPr>
              <a:t>m…</a:t>
            </a:r>
            <a:r>
              <a:rPr lang="en-US" altLang="zh-CN" sz="1600" i="1" dirty="0">
                <a:solidFill>
                  <a:srgbClr val="C00000"/>
                </a:solidFill>
              </a:rPr>
              <a:t>p-</a:t>
            </a:r>
            <a:r>
              <a:rPr lang="en-US" altLang="zh-CN" sz="1600" dirty="0">
                <a:solidFill>
                  <a:srgbClr val="C00000"/>
                </a:solidFill>
              </a:rPr>
              <a:t>1</a:t>
            </a:r>
            <a:r>
              <a:rPr lang="en-US" altLang="zh-CN" sz="1600" dirty="0">
                <a:solidFill>
                  <a:schemeClr val="accent3">
                    <a:lumMod val="50000"/>
                  </a:schemeClr>
                </a:solidFill>
              </a:rPr>
              <a:t>]</a:t>
            </a:r>
            <a:r>
              <a:rPr kumimoji="1" lang="zh-CN" altLang="en-US" sz="1600" dirty="0">
                <a:solidFill>
                  <a:schemeClr val="accent3">
                    <a:lumMod val="50000"/>
                  </a:schemeClr>
                </a:solidFill>
                <a:latin typeface="华文楷体" panose="02010600040101010101" pitchFamily="2" charset="-122"/>
                <a:ea typeface="华文楷体" panose="02010600040101010101" pitchFamily="2" charset="-122"/>
              </a:rPr>
              <a:t>小于</a:t>
            </a:r>
            <a:r>
              <a:rPr lang="en-US" altLang="zh-CN" sz="1600" i="1" dirty="0">
                <a:solidFill>
                  <a:schemeClr val="accent3">
                    <a:lumMod val="50000"/>
                  </a:schemeClr>
                </a:solidFill>
              </a:rPr>
              <a:t>v,  a</a:t>
            </a:r>
            <a:r>
              <a:rPr lang="en-US" altLang="zh-CN" sz="1600" dirty="0">
                <a:solidFill>
                  <a:schemeClr val="accent3">
                    <a:lumMod val="50000"/>
                  </a:schemeClr>
                </a:solidFill>
              </a:rPr>
              <a:t>[</a:t>
            </a:r>
            <a:r>
              <a:rPr lang="en-US" altLang="zh-CN" sz="1600" i="1" dirty="0">
                <a:solidFill>
                  <a:srgbClr val="C00000"/>
                </a:solidFill>
              </a:rPr>
              <a:t>p</a:t>
            </a:r>
            <a:r>
              <a:rPr lang="en-US" altLang="zh-CN" sz="1600" dirty="0">
                <a:solidFill>
                  <a:schemeClr val="accent3">
                    <a:lumMod val="50000"/>
                  </a:schemeClr>
                </a:solidFill>
              </a:rPr>
              <a:t>]=</a:t>
            </a:r>
            <a:r>
              <a:rPr lang="en-US" altLang="zh-CN" sz="1600" i="1" dirty="0">
                <a:solidFill>
                  <a:schemeClr val="accent3">
                    <a:lumMod val="50000"/>
                  </a:schemeClr>
                </a:solidFill>
              </a:rPr>
              <a:t> </a:t>
            </a:r>
            <a:r>
              <a:rPr lang="en-US" altLang="zh-CN" sz="1600" i="1" dirty="0">
                <a:solidFill>
                  <a:srgbClr val="C00000"/>
                </a:solidFill>
              </a:rPr>
              <a:t>v</a:t>
            </a:r>
            <a:r>
              <a:rPr lang="en-US" altLang="zh-CN" sz="1600" i="1" dirty="0">
                <a:solidFill>
                  <a:schemeClr val="accent3">
                    <a:lumMod val="50000"/>
                  </a:schemeClr>
                </a:solidFill>
              </a:rPr>
              <a:t> , </a:t>
            </a:r>
          </a:p>
          <a:p>
            <a:pPr>
              <a:lnSpc>
                <a:spcPts val="1400"/>
              </a:lnSpc>
            </a:pPr>
            <a:r>
              <a:rPr lang="en-US" altLang="zh-CN" sz="1600" i="1" dirty="0">
                <a:solidFill>
                  <a:schemeClr val="accent3">
                    <a:lumMod val="50000"/>
                  </a:schemeClr>
                </a:solidFill>
              </a:rPr>
              <a:t>               a</a:t>
            </a:r>
            <a:r>
              <a:rPr lang="en-US" altLang="zh-CN" sz="1600" dirty="0">
                <a:solidFill>
                  <a:schemeClr val="accent3">
                    <a:lumMod val="50000"/>
                  </a:schemeClr>
                </a:solidFill>
              </a:rPr>
              <a:t>[</a:t>
            </a:r>
            <a:r>
              <a:rPr lang="en-US" altLang="zh-CN" sz="1600" i="1" dirty="0">
                <a:solidFill>
                  <a:srgbClr val="C00000"/>
                </a:solidFill>
              </a:rPr>
              <a:t>p+</a:t>
            </a:r>
            <a:r>
              <a:rPr lang="en-US" altLang="zh-CN" sz="1600" dirty="0">
                <a:solidFill>
                  <a:srgbClr val="C00000"/>
                </a:solidFill>
              </a:rPr>
              <a:t>1</a:t>
            </a:r>
            <a:r>
              <a:rPr lang="en-US" altLang="zh-CN" sz="1600" i="1" dirty="0">
                <a:solidFill>
                  <a:schemeClr val="accent3">
                    <a:lumMod val="50000"/>
                  </a:schemeClr>
                </a:solidFill>
              </a:rPr>
              <a:t>…n</a:t>
            </a:r>
            <a:r>
              <a:rPr lang="en-US" altLang="zh-CN" sz="1600" dirty="0">
                <a:solidFill>
                  <a:schemeClr val="accent3">
                    <a:lumMod val="50000"/>
                  </a:schemeClr>
                </a:solidFill>
              </a:rPr>
              <a:t>]</a:t>
            </a:r>
            <a:r>
              <a:rPr kumimoji="1" lang="zh-CN" altLang="en-US" sz="1600" dirty="0">
                <a:solidFill>
                  <a:schemeClr val="accent3">
                    <a:lumMod val="50000"/>
                  </a:schemeClr>
                </a:solidFill>
                <a:latin typeface="华文楷体" panose="02010600040101010101" pitchFamily="2" charset="-122"/>
                <a:ea typeface="华文楷体" panose="02010600040101010101" pitchFamily="2" charset="-122"/>
              </a:rPr>
              <a:t>大于等于</a:t>
            </a:r>
            <a:r>
              <a:rPr kumimoji="1" lang="en-US" altLang="zh-CN" sz="1600" i="1" dirty="0">
                <a:solidFill>
                  <a:schemeClr val="accent3">
                    <a:lumMod val="50000"/>
                  </a:schemeClr>
                </a:solidFill>
                <a:sym typeface="Symbol" panose="05050102010706020507" pitchFamily="18" charset="2"/>
              </a:rPr>
              <a:t>v</a:t>
            </a:r>
            <a:r>
              <a:rPr kumimoji="1" lang="zh-CN" altLang="en-US" sz="1600" dirty="0">
                <a:solidFill>
                  <a:schemeClr val="accent3">
                    <a:lumMod val="50000"/>
                  </a:schemeClr>
                </a:solidFill>
                <a:latin typeface="华文楷体" panose="02010600040101010101" pitchFamily="2" charset="-122"/>
                <a:ea typeface="华文楷体" panose="02010600040101010101" pitchFamily="2" charset="-122"/>
                <a:sym typeface="Symbol" panose="05050102010706020507" pitchFamily="18" charset="2"/>
              </a:rPr>
              <a:t>。返回</a:t>
            </a:r>
            <a:r>
              <a:rPr kumimoji="1" lang="en-US" altLang="zh-CN" sz="1600" i="1" dirty="0">
                <a:solidFill>
                  <a:schemeClr val="accent3">
                    <a:lumMod val="50000"/>
                  </a:schemeClr>
                </a:solidFill>
                <a:latin typeface="华文楷体" panose="02010600040101010101" pitchFamily="2" charset="-122"/>
                <a:ea typeface="华文楷体" panose="02010600040101010101" pitchFamily="2" charset="-122"/>
                <a:sym typeface="Symbol" panose="05050102010706020507" pitchFamily="18" charset="2"/>
              </a:rPr>
              <a:t> </a:t>
            </a:r>
            <a:r>
              <a:rPr kumimoji="1" lang="en-US" altLang="zh-CN" sz="1600" i="1" dirty="0">
                <a:solidFill>
                  <a:srgbClr val="C00000"/>
                </a:solidFill>
                <a:sym typeface="Symbol" panose="05050102010706020507" pitchFamily="18" charset="2"/>
              </a:rPr>
              <a:t>p </a:t>
            </a:r>
            <a:r>
              <a:rPr kumimoji="1" lang="zh-CN" altLang="en-US" sz="1600" dirty="0">
                <a:solidFill>
                  <a:schemeClr val="accent3">
                    <a:lumMod val="50000"/>
                  </a:schemeClr>
                </a:solidFill>
                <a:sym typeface="Symbol" panose="05050102010706020507" pitchFamily="18" charset="2"/>
              </a:rPr>
              <a:t>*</a:t>
            </a:r>
            <a:r>
              <a:rPr kumimoji="1" lang="en-US" altLang="zh-CN" sz="1600" dirty="0">
                <a:solidFill>
                  <a:schemeClr val="accent3">
                    <a:lumMod val="50000"/>
                  </a:schemeClr>
                </a:solidFill>
                <a:sym typeface="Symbol" panose="05050102010706020507" pitchFamily="18" charset="2"/>
              </a:rPr>
              <a:t>/</a:t>
            </a:r>
          </a:p>
          <a:p>
            <a:pPr>
              <a:lnSpc>
                <a:spcPts val="1400"/>
              </a:lnSpc>
            </a:pPr>
            <a:r>
              <a:rPr kumimoji="1" lang="en-US" altLang="zh-CN" sz="1600" i="1" dirty="0">
                <a:solidFill>
                  <a:srgbClr val="000000"/>
                </a:solidFill>
                <a:sym typeface="Symbol" panose="05050102010706020507" pitchFamily="18" charset="2"/>
              </a:rPr>
              <a:t>           …</a:t>
            </a:r>
            <a:r>
              <a:rPr kumimoji="1" lang="en-US" altLang="zh-CN" sz="1600" dirty="0">
                <a:solidFill>
                  <a:srgbClr val="000000"/>
                </a:solidFill>
                <a:sym typeface="Symbol" panose="05050102010706020507" pitchFamily="18" charset="2"/>
              </a:rPr>
              <a:t>           </a:t>
            </a:r>
          </a:p>
          <a:p>
            <a:pPr>
              <a:lnSpc>
                <a:spcPts val="1400"/>
              </a:lnSpc>
            </a:pPr>
            <a:r>
              <a:rPr kumimoji="1" lang="en-US" altLang="zh-CN" sz="1600" dirty="0">
                <a:solidFill>
                  <a:srgbClr val="000000"/>
                </a:solidFill>
              </a:rPr>
              <a:t>} </a:t>
            </a:r>
          </a:p>
          <a:p>
            <a:pPr>
              <a:lnSpc>
                <a:spcPts val="1400"/>
              </a:lnSpc>
            </a:pPr>
            <a:r>
              <a:rPr kumimoji="1" lang="en-US" altLang="zh-CN" sz="1600" i="1" dirty="0">
                <a:solidFill>
                  <a:srgbClr val="000000"/>
                </a:solidFill>
                <a:sym typeface="Symbol" panose="05050102010706020507" pitchFamily="18" charset="2"/>
              </a:rPr>
              <a:t>void   </a:t>
            </a:r>
            <a:r>
              <a:rPr kumimoji="1" lang="en-US" altLang="zh-CN" sz="1600" i="1" dirty="0">
                <a:solidFill>
                  <a:srgbClr val="C00000"/>
                </a:solidFill>
                <a:sym typeface="Symbol" panose="05050102010706020507" pitchFamily="18" charset="2"/>
              </a:rPr>
              <a:t>quicksort</a:t>
            </a:r>
            <a:r>
              <a:rPr kumimoji="1" lang="en-US" altLang="zh-CN" sz="1600" dirty="0">
                <a:solidFill>
                  <a:srgbClr val="000000"/>
                </a:solidFill>
                <a:sym typeface="Symbol" panose="05050102010706020507" pitchFamily="18" charset="2"/>
              </a:rPr>
              <a:t>(</a:t>
            </a:r>
            <a:r>
              <a:rPr kumimoji="1" lang="en-US" altLang="zh-CN" sz="1600" i="1" dirty="0" err="1">
                <a:solidFill>
                  <a:srgbClr val="000000"/>
                </a:solidFill>
                <a:sym typeface="Symbol" panose="05050102010706020507" pitchFamily="18" charset="2"/>
              </a:rPr>
              <a:t>int</a:t>
            </a:r>
            <a:r>
              <a:rPr kumimoji="1" lang="en-US" altLang="zh-CN" sz="1600" i="1" dirty="0">
                <a:solidFill>
                  <a:srgbClr val="000000"/>
                </a:solidFill>
                <a:sym typeface="Symbol" panose="05050102010706020507" pitchFamily="18" charset="2"/>
              </a:rPr>
              <a:t>  m,  </a:t>
            </a:r>
            <a:r>
              <a:rPr kumimoji="1" lang="en-US" altLang="zh-CN" sz="1600" i="1" dirty="0" err="1">
                <a:solidFill>
                  <a:srgbClr val="000000"/>
                </a:solidFill>
                <a:sym typeface="Symbol" panose="05050102010706020507" pitchFamily="18" charset="2"/>
              </a:rPr>
              <a:t>int</a:t>
            </a:r>
            <a:r>
              <a:rPr kumimoji="1" lang="en-US" altLang="zh-CN" sz="1600" i="1" dirty="0">
                <a:solidFill>
                  <a:srgbClr val="000000"/>
                </a:solidFill>
                <a:sym typeface="Symbol" panose="05050102010706020507" pitchFamily="18" charset="2"/>
              </a:rPr>
              <a:t>  n</a:t>
            </a:r>
            <a:r>
              <a:rPr kumimoji="1" lang="en-US" altLang="zh-CN" sz="1600" dirty="0">
                <a:solidFill>
                  <a:srgbClr val="000000"/>
                </a:solidFill>
                <a:sym typeface="Symbol" panose="05050102010706020507" pitchFamily="18" charset="2"/>
              </a:rPr>
              <a:t>) </a:t>
            </a:r>
            <a:endParaRPr kumimoji="1" lang="en-US" altLang="zh-CN" sz="1600" i="1" dirty="0">
              <a:solidFill>
                <a:srgbClr val="000000"/>
              </a:solidFill>
              <a:sym typeface="Symbol" panose="05050102010706020507" pitchFamily="18" charset="2"/>
            </a:endParaRPr>
          </a:p>
          <a:p>
            <a:pPr>
              <a:lnSpc>
                <a:spcPts val="1400"/>
              </a:lnSpc>
            </a:pPr>
            <a:r>
              <a:rPr kumimoji="1" lang="en-US" altLang="zh-CN" sz="1600" dirty="0">
                <a:solidFill>
                  <a:srgbClr val="000000"/>
                </a:solidFill>
                <a:cs typeface="Times New Roman" panose="02020603050405020304" pitchFamily="18" charset="0"/>
                <a:sym typeface="Symbol" panose="05050102010706020507" pitchFamily="18" charset="2"/>
              </a:rPr>
              <a:t>{</a:t>
            </a:r>
            <a:r>
              <a:rPr lang="en-US" altLang="zh-CN" sz="1600" i="1" dirty="0">
                <a:solidFill>
                  <a:srgbClr val="000000"/>
                </a:solidFill>
              </a:rPr>
              <a:t>          </a:t>
            </a:r>
            <a:r>
              <a:rPr lang="en-US" altLang="zh-CN" sz="1600" i="1" dirty="0" err="1">
                <a:solidFill>
                  <a:srgbClr val="000000"/>
                </a:solidFill>
              </a:rPr>
              <a:t>int</a:t>
            </a:r>
            <a:r>
              <a:rPr lang="en-US" altLang="zh-CN" sz="1600" i="1" dirty="0">
                <a:solidFill>
                  <a:srgbClr val="000000"/>
                </a:solidFill>
              </a:rPr>
              <a:t>   </a:t>
            </a:r>
            <a:r>
              <a:rPr lang="en-US" altLang="zh-CN" sz="1600" i="1" dirty="0" err="1">
                <a:solidFill>
                  <a:srgbClr val="000000"/>
                </a:solidFill>
              </a:rPr>
              <a:t>i</a:t>
            </a:r>
            <a:r>
              <a:rPr lang="en-US" altLang="zh-CN" sz="1600" i="1" dirty="0">
                <a:solidFill>
                  <a:srgbClr val="000000"/>
                </a:solidFill>
              </a:rPr>
              <a:t>;           </a:t>
            </a:r>
            <a:endParaRPr kumimoji="1" lang="en-US" altLang="zh-CN" sz="1600" i="1" dirty="0">
              <a:solidFill>
                <a:srgbClr val="000000"/>
              </a:solidFill>
              <a:sym typeface="Symbol" panose="05050102010706020507" pitchFamily="18" charset="2"/>
            </a:endParaRPr>
          </a:p>
          <a:p>
            <a:pPr>
              <a:lnSpc>
                <a:spcPts val="1400"/>
              </a:lnSpc>
            </a:pPr>
            <a:r>
              <a:rPr kumimoji="1" lang="en-US" altLang="zh-CN" sz="1600" i="1" dirty="0">
                <a:solidFill>
                  <a:srgbClr val="000000"/>
                </a:solidFill>
                <a:sym typeface="Symbol" panose="05050102010706020507" pitchFamily="18" charset="2"/>
              </a:rPr>
              <a:t>           if </a:t>
            </a:r>
            <a:r>
              <a:rPr kumimoji="1" lang="en-US" altLang="zh-CN" sz="1600" dirty="0">
                <a:solidFill>
                  <a:srgbClr val="000000"/>
                </a:solidFill>
                <a:sym typeface="Symbol" panose="05050102010706020507" pitchFamily="18" charset="2"/>
              </a:rPr>
              <a:t>(</a:t>
            </a:r>
            <a:r>
              <a:rPr kumimoji="1" lang="en-US" altLang="zh-CN" sz="1600" i="1" dirty="0">
                <a:solidFill>
                  <a:srgbClr val="000000"/>
                </a:solidFill>
                <a:sym typeface="Symbol" panose="05050102010706020507" pitchFamily="18" charset="2"/>
              </a:rPr>
              <a:t>n</a:t>
            </a:r>
            <a:r>
              <a:rPr kumimoji="1" lang="zh-CN" altLang="en-US" sz="1600" dirty="0">
                <a:solidFill>
                  <a:srgbClr val="000000"/>
                </a:solidFill>
                <a:sym typeface="Symbol" panose="05050102010706020507" pitchFamily="18" charset="2"/>
              </a:rPr>
              <a:t>＞</a:t>
            </a:r>
            <a:r>
              <a:rPr kumimoji="1" lang="en-US" altLang="zh-CN" sz="1600" i="1" dirty="0">
                <a:solidFill>
                  <a:srgbClr val="000000"/>
                </a:solidFill>
                <a:sym typeface="Symbol" panose="05050102010706020507" pitchFamily="18" charset="2"/>
              </a:rPr>
              <a:t>m</a:t>
            </a:r>
            <a:r>
              <a:rPr kumimoji="1" lang="en-US" altLang="zh-CN" sz="1600" dirty="0">
                <a:solidFill>
                  <a:srgbClr val="000000"/>
                </a:solidFill>
                <a:sym typeface="Symbol" panose="05050102010706020507" pitchFamily="18" charset="2"/>
              </a:rPr>
              <a:t>) { </a:t>
            </a:r>
          </a:p>
          <a:p>
            <a:pPr>
              <a:lnSpc>
                <a:spcPts val="1400"/>
              </a:lnSpc>
            </a:pPr>
            <a:r>
              <a:rPr kumimoji="1" lang="en-US" altLang="zh-CN" sz="1600" i="1" dirty="0">
                <a:solidFill>
                  <a:srgbClr val="000000"/>
                </a:solidFill>
                <a:sym typeface="Symbol" panose="05050102010706020507" pitchFamily="18" charset="2"/>
              </a:rPr>
              <a:t>                </a:t>
            </a:r>
            <a:r>
              <a:rPr kumimoji="1" lang="en-US" altLang="zh-CN" sz="1600" i="1" dirty="0" err="1">
                <a:solidFill>
                  <a:srgbClr val="000000"/>
                </a:solidFill>
                <a:sym typeface="Symbol" panose="05050102010706020507" pitchFamily="18" charset="2"/>
              </a:rPr>
              <a:t>i</a:t>
            </a:r>
            <a:r>
              <a:rPr kumimoji="1" lang="en-US" altLang="zh-CN" sz="1600" i="1" dirty="0">
                <a:solidFill>
                  <a:srgbClr val="000000"/>
                </a:solidFill>
                <a:sym typeface="Symbol" panose="05050102010706020507" pitchFamily="18" charset="2"/>
              </a:rPr>
              <a:t>=</a:t>
            </a:r>
            <a:r>
              <a:rPr kumimoji="1" lang="en-US" altLang="zh-CN" sz="1600" i="1" dirty="0">
                <a:solidFill>
                  <a:srgbClr val="0070C0"/>
                </a:solidFill>
                <a:sym typeface="Symbol" panose="05050102010706020507" pitchFamily="18" charset="2"/>
              </a:rPr>
              <a:t>partition</a:t>
            </a:r>
            <a:r>
              <a:rPr kumimoji="1" lang="en-US" altLang="zh-CN" sz="1600" dirty="0">
                <a:solidFill>
                  <a:srgbClr val="000000"/>
                </a:solidFill>
                <a:sym typeface="Symbol" panose="05050102010706020507" pitchFamily="18" charset="2"/>
              </a:rPr>
              <a:t> (</a:t>
            </a:r>
            <a:r>
              <a:rPr kumimoji="1" lang="en-US" altLang="zh-CN" sz="1600" i="1" dirty="0">
                <a:solidFill>
                  <a:srgbClr val="000000"/>
                </a:solidFill>
                <a:sym typeface="Symbol" panose="05050102010706020507" pitchFamily="18" charset="2"/>
              </a:rPr>
              <a:t>m,  n</a:t>
            </a:r>
            <a:r>
              <a:rPr kumimoji="1" lang="en-US" altLang="zh-CN" sz="1600" dirty="0">
                <a:solidFill>
                  <a:srgbClr val="000000"/>
                </a:solidFill>
                <a:sym typeface="Symbol" panose="05050102010706020507" pitchFamily="18" charset="2"/>
              </a:rPr>
              <a:t>);</a:t>
            </a:r>
            <a:endParaRPr kumimoji="1" lang="en-US" altLang="zh-CN" sz="1600" i="1" dirty="0">
              <a:solidFill>
                <a:srgbClr val="000000"/>
              </a:solidFill>
              <a:sym typeface="Symbol" panose="05050102010706020507" pitchFamily="18" charset="2"/>
            </a:endParaRPr>
          </a:p>
          <a:p>
            <a:pPr>
              <a:lnSpc>
                <a:spcPts val="1400"/>
              </a:lnSpc>
            </a:pPr>
            <a:r>
              <a:rPr kumimoji="1" lang="en-US" altLang="zh-CN" sz="1600" i="1" dirty="0">
                <a:solidFill>
                  <a:srgbClr val="000000"/>
                </a:solidFill>
                <a:sym typeface="Symbol" panose="05050102010706020507" pitchFamily="18" charset="2"/>
              </a:rPr>
              <a:t>                </a:t>
            </a:r>
            <a:r>
              <a:rPr kumimoji="1" lang="en-US" altLang="zh-CN" sz="1600" i="1" dirty="0">
                <a:solidFill>
                  <a:srgbClr val="0070C0"/>
                </a:solidFill>
                <a:sym typeface="Symbol" panose="05050102010706020507" pitchFamily="18" charset="2"/>
              </a:rPr>
              <a:t>quicksort</a:t>
            </a:r>
            <a:r>
              <a:rPr kumimoji="1" lang="en-US" altLang="zh-CN" sz="1600" dirty="0">
                <a:solidFill>
                  <a:srgbClr val="000000"/>
                </a:solidFill>
                <a:sym typeface="Symbol" panose="05050102010706020507" pitchFamily="18" charset="2"/>
              </a:rPr>
              <a:t> (</a:t>
            </a:r>
            <a:r>
              <a:rPr kumimoji="1" lang="en-US" altLang="zh-CN" sz="1600" i="1" dirty="0">
                <a:solidFill>
                  <a:srgbClr val="000000"/>
                </a:solidFill>
                <a:sym typeface="Symbol" panose="05050102010706020507" pitchFamily="18" charset="2"/>
              </a:rPr>
              <a:t>m</a:t>
            </a:r>
            <a:r>
              <a:rPr kumimoji="1" lang="en-US" altLang="zh-CN" sz="1600" dirty="0">
                <a:solidFill>
                  <a:srgbClr val="000000"/>
                </a:solidFill>
                <a:sym typeface="Symbol" panose="05050102010706020507" pitchFamily="18" charset="2"/>
              </a:rPr>
              <a:t>,  </a:t>
            </a:r>
            <a:r>
              <a:rPr kumimoji="1" lang="en-US" altLang="zh-CN" sz="1600" i="1" dirty="0">
                <a:solidFill>
                  <a:srgbClr val="000000"/>
                </a:solidFill>
                <a:sym typeface="Symbol" panose="05050102010706020507" pitchFamily="18" charset="2"/>
              </a:rPr>
              <a:t>i</a:t>
            </a:r>
            <a:r>
              <a:rPr kumimoji="1" lang="en-US" altLang="zh-CN" sz="1600" dirty="0">
                <a:solidFill>
                  <a:srgbClr val="000000"/>
                </a:solidFill>
                <a:sym typeface="Symbol" panose="05050102010706020507" pitchFamily="18" charset="2"/>
              </a:rPr>
              <a:t>-1);</a:t>
            </a:r>
          </a:p>
          <a:p>
            <a:pPr>
              <a:lnSpc>
                <a:spcPts val="1400"/>
              </a:lnSpc>
            </a:pPr>
            <a:r>
              <a:rPr kumimoji="1" lang="en-US" altLang="zh-CN" sz="1600" i="1" dirty="0">
                <a:solidFill>
                  <a:srgbClr val="000000"/>
                </a:solidFill>
                <a:sym typeface="Symbol" panose="05050102010706020507" pitchFamily="18" charset="2"/>
              </a:rPr>
              <a:t>                </a:t>
            </a:r>
            <a:r>
              <a:rPr kumimoji="1" lang="en-US" altLang="zh-CN" sz="1600" i="1" dirty="0">
                <a:solidFill>
                  <a:srgbClr val="0070C0"/>
                </a:solidFill>
                <a:sym typeface="Symbol" panose="05050102010706020507" pitchFamily="18" charset="2"/>
              </a:rPr>
              <a:t>quicksort</a:t>
            </a:r>
            <a:r>
              <a:rPr kumimoji="1" lang="en-US" altLang="zh-CN" sz="1600" dirty="0">
                <a:solidFill>
                  <a:srgbClr val="000000"/>
                </a:solidFill>
                <a:sym typeface="Symbol" panose="05050102010706020507" pitchFamily="18" charset="2"/>
              </a:rPr>
              <a:t> (</a:t>
            </a:r>
            <a:r>
              <a:rPr kumimoji="1" lang="en-US" altLang="zh-CN" sz="1600" i="1" dirty="0">
                <a:solidFill>
                  <a:srgbClr val="000000"/>
                </a:solidFill>
                <a:sym typeface="Symbol" panose="05050102010706020507" pitchFamily="18" charset="2"/>
              </a:rPr>
              <a:t>i</a:t>
            </a:r>
            <a:r>
              <a:rPr kumimoji="1" lang="en-US" altLang="zh-CN" sz="1600" dirty="0">
                <a:solidFill>
                  <a:srgbClr val="000000"/>
                </a:solidFill>
                <a:sym typeface="Symbol" panose="05050102010706020507" pitchFamily="18" charset="2"/>
              </a:rPr>
              <a:t>+1,</a:t>
            </a:r>
            <a:r>
              <a:rPr kumimoji="1" lang="en-US" altLang="zh-CN" sz="1600" i="1" dirty="0">
                <a:solidFill>
                  <a:srgbClr val="000000"/>
                </a:solidFill>
                <a:sym typeface="Symbol" panose="05050102010706020507" pitchFamily="18" charset="2"/>
              </a:rPr>
              <a:t>  n</a:t>
            </a:r>
            <a:r>
              <a:rPr kumimoji="1" lang="en-US" altLang="zh-CN" sz="1600" dirty="0">
                <a:solidFill>
                  <a:srgbClr val="000000"/>
                </a:solidFill>
                <a:sym typeface="Symbol" panose="05050102010706020507" pitchFamily="18" charset="2"/>
              </a:rPr>
              <a:t>);</a:t>
            </a:r>
          </a:p>
          <a:p>
            <a:pPr>
              <a:lnSpc>
                <a:spcPts val="1400"/>
              </a:lnSpc>
            </a:pPr>
            <a:r>
              <a:rPr kumimoji="1" lang="en-US" altLang="zh-CN" sz="1600" dirty="0">
                <a:solidFill>
                  <a:srgbClr val="000000"/>
                </a:solidFill>
              </a:rPr>
              <a:t>          }</a:t>
            </a:r>
          </a:p>
          <a:p>
            <a:pPr>
              <a:lnSpc>
                <a:spcPts val="1400"/>
              </a:lnSpc>
            </a:pPr>
            <a:r>
              <a:rPr kumimoji="1" lang="en-US" altLang="zh-CN" sz="1600" dirty="0">
                <a:solidFill>
                  <a:srgbClr val="000000"/>
                </a:solidFill>
              </a:rPr>
              <a:t>}</a:t>
            </a:r>
          </a:p>
          <a:p>
            <a:pPr>
              <a:lnSpc>
                <a:spcPts val="1400"/>
              </a:lnSpc>
            </a:pPr>
            <a:r>
              <a:rPr kumimoji="1" lang="en-US" altLang="zh-CN" sz="1600" i="1" dirty="0">
                <a:solidFill>
                  <a:srgbClr val="C00000"/>
                </a:solidFill>
                <a:sym typeface="Symbol" panose="05050102010706020507" pitchFamily="18" charset="2"/>
              </a:rPr>
              <a:t>main</a:t>
            </a:r>
            <a:r>
              <a:rPr kumimoji="1" lang="en-US" altLang="zh-CN" sz="1600" dirty="0">
                <a:solidFill>
                  <a:srgbClr val="000000"/>
                </a:solidFill>
                <a:sym typeface="Symbol" panose="05050102010706020507" pitchFamily="18" charset="2"/>
              </a:rPr>
              <a:t>( )  </a:t>
            </a:r>
          </a:p>
          <a:p>
            <a:pPr>
              <a:lnSpc>
                <a:spcPts val="1400"/>
              </a:lnSpc>
            </a:pPr>
            <a:r>
              <a:rPr kumimoji="1" lang="en-US" altLang="zh-CN" sz="1600" dirty="0">
                <a:solidFill>
                  <a:srgbClr val="000000"/>
                </a:solidFill>
                <a:cs typeface="Times New Roman" panose="02020603050405020304" pitchFamily="18" charset="0"/>
                <a:sym typeface="Symbol" panose="05050102010706020507" pitchFamily="18" charset="2"/>
              </a:rPr>
              <a:t>{</a:t>
            </a:r>
            <a:r>
              <a:rPr kumimoji="1" lang="en-US" altLang="zh-CN" sz="1600" i="1" dirty="0">
                <a:solidFill>
                  <a:srgbClr val="000000"/>
                </a:solidFill>
                <a:sym typeface="Symbol" panose="05050102010706020507" pitchFamily="18" charset="2"/>
              </a:rPr>
              <a:t>          </a:t>
            </a:r>
            <a:r>
              <a:rPr kumimoji="1" lang="en-US" altLang="zh-CN" sz="1600" i="1" dirty="0" err="1">
                <a:solidFill>
                  <a:srgbClr val="0070C0"/>
                </a:solidFill>
                <a:sym typeface="Symbol" panose="05050102010706020507" pitchFamily="18" charset="2"/>
              </a:rPr>
              <a:t>readArray</a:t>
            </a:r>
            <a:r>
              <a:rPr kumimoji="1" lang="en-US" altLang="zh-CN" sz="1600" dirty="0">
                <a:solidFill>
                  <a:srgbClr val="000000"/>
                </a:solidFill>
                <a:sym typeface="Symbol" panose="05050102010706020507" pitchFamily="18" charset="2"/>
              </a:rPr>
              <a:t> ( );</a:t>
            </a:r>
          </a:p>
          <a:p>
            <a:pPr>
              <a:lnSpc>
                <a:spcPts val="1400"/>
              </a:lnSpc>
            </a:pPr>
            <a:r>
              <a:rPr kumimoji="1" lang="en-US" altLang="zh-CN" sz="1600" i="1" dirty="0">
                <a:solidFill>
                  <a:srgbClr val="000000"/>
                </a:solidFill>
                <a:sym typeface="Symbol" panose="05050102010706020507" pitchFamily="18" charset="2"/>
              </a:rPr>
              <a:t>           a</a:t>
            </a:r>
            <a:r>
              <a:rPr lang="en-US" altLang="zh-CN" sz="1600" dirty="0">
                <a:solidFill>
                  <a:srgbClr val="000000"/>
                </a:solidFill>
              </a:rPr>
              <a:t>[0] = -9999;</a:t>
            </a:r>
          </a:p>
          <a:p>
            <a:pPr>
              <a:lnSpc>
                <a:spcPts val="1400"/>
              </a:lnSpc>
            </a:pPr>
            <a:r>
              <a:rPr kumimoji="1" lang="en-US" altLang="zh-CN" sz="1600" i="1" dirty="0">
                <a:solidFill>
                  <a:srgbClr val="000000"/>
                </a:solidFill>
                <a:sym typeface="Symbol" panose="05050102010706020507" pitchFamily="18" charset="2"/>
              </a:rPr>
              <a:t>           a</a:t>
            </a:r>
            <a:r>
              <a:rPr lang="en-US" altLang="zh-CN" sz="1600" dirty="0">
                <a:solidFill>
                  <a:srgbClr val="000000"/>
                </a:solidFill>
              </a:rPr>
              <a:t>[10] = 9999;</a:t>
            </a:r>
          </a:p>
          <a:p>
            <a:pPr>
              <a:lnSpc>
                <a:spcPts val="1400"/>
              </a:lnSpc>
            </a:pPr>
            <a:r>
              <a:rPr kumimoji="1" lang="en-US" altLang="zh-CN" sz="1600" i="1" dirty="0">
                <a:solidFill>
                  <a:srgbClr val="000000"/>
                </a:solidFill>
                <a:sym typeface="Symbol" panose="05050102010706020507" pitchFamily="18" charset="2"/>
              </a:rPr>
              <a:t>           </a:t>
            </a:r>
            <a:r>
              <a:rPr kumimoji="1" lang="en-US" altLang="zh-CN" sz="1600" i="1" dirty="0">
                <a:solidFill>
                  <a:srgbClr val="0070C0"/>
                </a:solidFill>
                <a:sym typeface="Symbol" panose="05050102010706020507" pitchFamily="18" charset="2"/>
              </a:rPr>
              <a:t>quicksort</a:t>
            </a:r>
            <a:r>
              <a:rPr kumimoji="1" lang="en-US" altLang="zh-CN" sz="1600" dirty="0">
                <a:solidFill>
                  <a:srgbClr val="000000"/>
                </a:solidFill>
                <a:sym typeface="Symbol" panose="05050102010706020507" pitchFamily="18" charset="2"/>
              </a:rPr>
              <a:t> (1, 9);</a:t>
            </a:r>
          </a:p>
          <a:p>
            <a:pPr>
              <a:lnSpc>
                <a:spcPts val="1400"/>
              </a:lnSpc>
            </a:pPr>
            <a:r>
              <a:rPr kumimoji="1" lang="en-US" altLang="zh-CN" sz="1600" dirty="0">
                <a:solidFill>
                  <a:srgbClr val="000000"/>
                </a:solidFill>
              </a:rPr>
              <a:t>}</a:t>
            </a:r>
          </a:p>
        </p:txBody>
      </p:sp>
      <p:sp>
        <p:nvSpPr>
          <p:cNvPr id="60418"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例：一个快速排序程序的概要</a:t>
            </a:r>
          </a:p>
        </p:txBody>
      </p:sp>
      <p:sp>
        <p:nvSpPr>
          <p:cNvPr id="29" name="Text Box 5">
            <a:extLst>
              <a:ext uri="{FF2B5EF4-FFF2-40B4-BE49-F238E27FC236}">
                <a16:creationId xmlns:a16="http://schemas.microsoft.com/office/drawing/2014/main" id="{308C6D91-D2AD-4752-BC5E-0896133D7871}"/>
              </a:ext>
            </a:extLst>
          </p:cNvPr>
          <p:cNvSpPr txBox="1">
            <a:spLocks noChangeArrowheads="1"/>
          </p:cNvSpPr>
          <p:nvPr/>
        </p:nvSpPr>
        <p:spPr bwMode="auto">
          <a:xfrm>
            <a:off x="4919757" y="1985963"/>
            <a:ext cx="685795" cy="369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en-US" altLang="zh-CN" sz="1800" i="1" dirty="0">
                <a:solidFill>
                  <a:srgbClr val="000000"/>
                </a:solidFill>
                <a:ea typeface="楷体" panose="02010609060101010101" pitchFamily="49" charset="-122"/>
                <a:cs typeface="Times New Roman" panose="02020603050405020304" pitchFamily="18" charset="0"/>
              </a:rPr>
              <a:t>m</a:t>
            </a:r>
            <a:endParaRPr kumimoji="1" lang="zh-CN" altLang="en-US" sz="1800" i="1" dirty="0">
              <a:solidFill>
                <a:srgbClr val="000000"/>
              </a:solidFill>
              <a:ea typeface="楷体" panose="02010609060101010101" pitchFamily="49" charset="-122"/>
              <a:cs typeface="Times New Roman" panose="02020603050405020304" pitchFamily="18" charset="0"/>
            </a:endParaRPr>
          </a:p>
        </p:txBody>
      </p:sp>
      <p:grpSp>
        <p:nvGrpSpPr>
          <p:cNvPr id="30" name="组合 29">
            <a:extLst>
              <a:ext uri="{FF2B5EF4-FFF2-40B4-BE49-F238E27FC236}">
                <a16:creationId xmlns:a16="http://schemas.microsoft.com/office/drawing/2014/main" id="{F3A7C987-DDD2-4074-A392-76C8263826DC}"/>
              </a:ext>
            </a:extLst>
          </p:cNvPr>
          <p:cNvGrpSpPr/>
          <p:nvPr/>
        </p:nvGrpSpPr>
        <p:grpSpPr>
          <a:xfrm>
            <a:off x="5087168" y="2290843"/>
            <a:ext cx="893649" cy="525393"/>
            <a:chOff x="5087168" y="2290843"/>
            <a:chExt cx="893649" cy="525393"/>
          </a:xfrm>
        </p:grpSpPr>
        <p:sp>
          <p:nvSpPr>
            <p:cNvPr id="31" name="Text Box 7">
              <a:extLst>
                <a:ext uri="{FF2B5EF4-FFF2-40B4-BE49-F238E27FC236}">
                  <a16:creationId xmlns:a16="http://schemas.microsoft.com/office/drawing/2014/main" id="{B9D5C57F-C06A-4DFA-BEAE-ED0A7DF64C0C}"/>
                </a:ext>
              </a:extLst>
            </p:cNvPr>
            <p:cNvSpPr txBox="1">
              <a:spLocks noChangeArrowheads="1"/>
            </p:cNvSpPr>
            <p:nvPr/>
          </p:nvSpPr>
          <p:spPr bwMode="auto">
            <a:xfrm>
              <a:off x="5176921" y="2446904"/>
              <a:ext cx="80389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square">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en-US" altLang="zh-CN" sz="1800" i="1" dirty="0">
                  <a:solidFill>
                    <a:srgbClr val="000000"/>
                  </a:solidFill>
                  <a:ea typeface="楷体" panose="02010609060101010101" pitchFamily="49" charset="-122"/>
                  <a:cs typeface="Times New Roman" panose="02020603050405020304" pitchFamily="18" charset="0"/>
                </a:rPr>
                <a:t>q</a:t>
              </a:r>
              <a:r>
                <a:rPr kumimoji="1" lang="en-US" altLang="zh-CN" sz="1800" dirty="0">
                  <a:solidFill>
                    <a:srgbClr val="000000"/>
                  </a:solidFill>
                  <a:ea typeface="楷体" panose="02010609060101010101" pitchFamily="49" charset="-122"/>
                  <a:cs typeface="Times New Roman" panose="02020603050405020304" pitchFamily="18" charset="0"/>
                </a:rPr>
                <a:t>(1,9)</a:t>
              </a:r>
              <a:endParaRPr kumimoji="1" lang="zh-CN" altLang="en-US" sz="1800" dirty="0">
                <a:solidFill>
                  <a:srgbClr val="000000"/>
                </a:solidFill>
                <a:ea typeface="楷体" panose="02010609060101010101" pitchFamily="49" charset="-122"/>
                <a:cs typeface="Times New Roman" panose="02020603050405020304" pitchFamily="18" charset="0"/>
              </a:endParaRPr>
            </a:p>
          </p:txBody>
        </p:sp>
        <p:sp>
          <p:nvSpPr>
            <p:cNvPr id="32" name="Line 14">
              <a:extLst>
                <a:ext uri="{FF2B5EF4-FFF2-40B4-BE49-F238E27FC236}">
                  <a16:creationId xmlns:a16="http://schemas.microsoft.com/office/drawing/2014/main" id="{727F77F0-40F1-4651-A7B1-0FC1A1AADE66}"/>
                </a:ext>
              </a:extLst>
            </p:cNvPr>
            <p:cNvSpPr>
              <a:spLocks noChangeShapeType="1"/>
            </p:cNvSpPr>
            <p:nvPr/>
          </p:nvSpPr>
          <p:spPr bwMode="auto">
            <a:xfrm>
              <a:off x="5087168" y="2290843"/>
              <a:ext cx="446948" cy="228099"/>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grpSp>
        <p:nvGrpSpPr>
          <p:cNvPr id="33" name="组合 32">
            <a:extLst>
              <a:ext uri="{FF2B5EF4-FFF2-40B4-BE49-F238E27FC236}">
                <a16:creationId xmlns:a16="http://schemas.microsoft.com/office/drawing/2014/main" id="{ECF22CF5-C644-40DA-BE1D-1A69F303CEF7}"/>
              </a:ext>
            </a:extLst>
          </p:cNvPr>
          <p:cNvGrpSpPr/>
          <p:nvPr/>
        </p:nvGrpSpPr>
        <p:grpSpPr>
          <a:xfrm>
            <a:off x="4276821" y="2290847"/>
            <a:ext cx="810347" cy="514010"/>
            <a:chOff x="4276821" y="2290847"/>
            <a:chExt cx="810347" cy="514010"/>
          </a:xfrm>
        </p:grpSpPr>
        <p:sp>
          <p:nvSpPr>
            <p:cNvPr id="34" name="Line 11">
              <a:extLst>
                <a:ext uri="{FF2B5EF4-FFF2-40B4-BE49-F238E27FC236}">
                  <a16:creationId xmlns:a16="http://schemas.microsoft.com/office/drawing/2014/main" id="{E7BA50D5-DE1D-4F6A-9B23-AAC0CAC356A0}"/>
                </a:ext>
              </a:extLst>
            </p:cNvPr>
            <p:cNvSpPr>
              <a:spLocks noChangeShapeType="1"/>
            </p:cNvSpPr>
            <p:nvPr/>
          </p:nvSpPr>
          <p:spPr bwMode="auto">
            <a:xfrm flipH="1">
              <a:off x="4533989" y="2290847"/>
              <a:ext cx="553179" cy="22809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5" name="Text Box 5">
              <a:extLst>
                <a:ext uri="{FF2B5EF4-FFF2-40B4-BE49-F238E27FC236}">
                  <a16:creationId xmlns:a16="http://schemas.microsoft.com/office/drawing/2014/main" id="{14F8BA3A-4E02-436E-899B-8578A2702415}"/>
                </a:ext>
              </a:extLst>
            </p:cNvPr>
            <p:cNvSpPr txBox="1">
              <a:spLocks noChangeArrowheads="1"/>
            </p:cNvSpPr>
            <p:nvPr/>
          </p:nvSpPr>
          <p:spPr bwMode="auto">
            <a:xfrm>
              <a:off x="4276821" y="2435414"/>
              <a:ext cx="295180" cy="369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square">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en-US" altLang="zh-CN" sz="1800" i="1" dirty="0">
                  <a:solidFill>
                    <a:srgbClr val="000000"/>
                  </a:solidFill>
                  <a:ea typeface="楷体" panose="02010609060101010101" pitchFamily="49" charset="-122"/>
                  <a:cs typeface="Times New Roman" panose="02020603050405020304" pitchFamily="18" charset="0"/>
                </a:rPr>
                <a:t>r</a:t>
              </a:r>
              <a:endParaRPr kumimoji="1" lang="zh-CN" altLang="en-US" sz="1800" i="1" dirty="0">
                <a:solidFill>
                  <a:srgbClr val="000000"/>
                </a:solidFill>
                <a:ea typeface="楷体" panose="02010609060101010101" pitchFamily="49" charset="-122"/>
                <a:cs typeface="Times New Roman" panose="02020603050405020304" pitchFamily="18" charset="0"/>
              </a:endParaRPr>
            </a:p>
          </p:txBody>
        </p:sp>
      </p:grpSp>
      <p:grpSp>
        <p:nvGrpSpPr>
          <p:cNvPr id="36" name="组合 35">
            <a:extLst>
              <a:ext uri="{FF2B5EF4-FFF2-40B4-BE49-F238E27FC236}">
                <a16:creationId xmlns:a16="http://schemas.microsoft.com/office/drawing/2014/main" id="{34AC9065-33B4-46A4-8F5E-75590F2313FD}"/>
              </a:ext>
            </a:extLst>
          </p:cNvPr>
          <p:cNvGrpSpPr/>
          <p:nvPr/>
        </p:nvGrpSpPr>
        <p:grpSpPr>
          <a:xfrm>
            <a:off x="3290889" y="2828644"/>
            <a:ext cx="2180826" cy="725566"/>
            <a:chOff x="3290889" y="2828644"/>
            <a:chExt cx="2180826" cy="725566"/>
          </a:xfrm>
        </p:grpSpPr>
        <p:sp>
          <p:nvSpPr>
            <p:cNvPr id="37" name="Line 12">
              <a:extLst>
                <a:ext uri="{FF2B5EF4-FFF2-40B4-BE49-F238E27FC236}">
                  <a16:creationId xmlns:a16="http://schemas.microsoft.com/office/drawing/2014/main" id="{6AFFD428-DE92-444C-88FC-390F7EDBFA7B}"/>
                </a:ext>
              </a:extLst>
            </p:cNvPr>
            <p:cNvSpPr>
              <a:spLocks noChangeShapeType="1"/>
            </p:cNvSpPr>
            <p:nvPr/>
          </p:nvSpPr>
          <p:spPr bwMode="auto">
            <a:xfrm flipH="1">
              <a:off x="3755580" y="2828644"/>
              <a:ext cx="1716135" cy="39199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38" name="Text Box 7">
              <a:extLst>
                <a:ext uri="{FF2B5EF4-FFF2-40B4-BE49-F238E27FC236}">
                  <a16:creationId xmlns:a16="http://schemas.microsoft.com/office/drawing/2014/main" id="{A9B1A9CA-3CA4-4A33-AF72-F67118EFD4FA}"/>
                </a:ext>
              </a:extLst>
            </p:cNvPr>
            <p:cNvSpPr txBox="1">
              <a:spLocks noChangeArrowheads="1"/>
            </p:cNvSpPr>
            <p:nvPr/>
          </p:nvSpPr>
          <p:spPr bwMode="auto">
            <a:xfrm>
              <a:off x="3290889" y="3185127"/>
              <a:ext cx="796153" cy="3690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square">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en-US" altLang="zh-CN" sz="1800" i="1" dirty="0">
                  <a:solidFill>
                    <a:srgbClr val="000000"/>
                  </a:solidFill>
                  <a:ea typeface="楷体" panose="02010609060101010101" pitchFamily="49" charset="-122"/>
                  <a:cs typeface="Times New Roman" panose="02020603050405020304" pitchFamily="18" charset="0"/>
                </a:rPr>
                <a:t>p</a:t>
              </a:r>
              <a:r>
                <a:rPr kumimoji="1" lang="en-US" altLang="zh-CN" sz="1800" dirty="0">
                  <a:solidFill>
                    <a:srgbClr val="000000"/>
                  </a:solidFill>
                  <a:ea typeface="楷体" panose="02010609060101010101" pitchFamily="49" charset="-122"/>
                  <a:cs typeface="Times New Roman" panose="02020603050405020304" pitchFamily="18" charset="0"/>
                </a:rPr>
                <a:t>(1,9)                  </a:t>
              </a:r>
              <a:endParaRPr kumimoji="1" lang="zh-CN" altLang="en-US" sz="1800" dirty="0">
                <a:solidFill>
                  <a:srgbClr val="000000"/>
                </a:solidFill>
                <a:ea typeface="楷体" panose="02010609060101010101" pitchFamily="49" charset="-122"/>
                <a:cs typeface="Times New Roman" panose="02020603050405020304" pitchFamily="18" charset="0"/>
              </a:endParaRPr>
            </a:p>
          </p:txBody>
        </p:sp>
      </p:grpSp>
      <p:grpSp>
        <p:nvGrpSpPr>
          <p:cNvPr id="39" name="组合 38">
            <a:extLst>
              <a:ext uri="{FF2B5EF4-FFF2-40B4-BE49-F238E27FC236}">
                <a16:creationId xmlns:a16="http://schemas.microsoft.com/office/drawing/2014/main" id="{4A2465A6-3ECC-4470-B9A8-CB5A79082B4B}"/>
              </a:ext>
            </a:extLst>
          </p:cNvPr>
          <p:cNvGrpSpPr/>
          <p:nvPr/>
        </p:nvGrpSpPr>
        <p:grpSpPr>
          <a:xfrm>
            <a:off x="5724127" y="3490587"/>
            <a:ext cx="2424509" cy="824955"/>
            <a:chOff x="5724127" y="3490587"/>
            <a:chExt cx="2424509" cy="824955"/>
          </a:xfrm>
        </p:grpSpPr>
        <p:sp>
          <p:nvSpPr>
            <p:cNvPr id="40" name="Text Box 7">
              <a:extLst>
                <a:ext uri="{FF2B5EF4-FFF2-40B4-BE49-F238E27FC236}">
                  <a16:creationId xmlns:a16="http://schemas.microsoft.com/office/drawing/2014/main" id="{C583FF4A-937A-441F-B4F8-BB3238EF61C9}"/>
                </a:ext>
              </a:extLst>
            </p:cNvPr>
            <p:cNvSpPr txBox="1">
              <a:spLocks noChangeArrowheads="1"/>
            </p:cNvSpPr>
            <p:nvPr/>
          </p:nvSpPr>
          <p:spPr bwMode="auto">
            <a:xfrm>
              <a:off x="5724127" y="3946210"/>
              <a:ext cx="242450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square">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en-US" altLang="zh-CN" sz="1800" i="1" dirty="0">
                  <a:solidFill>
                    <a:srgbClr val="000000"/>
                  </a:solidFill>
                  <a:ea typeface="楷体" panose="02010609060101010101" pitchFamily="49" charset="-122"/>
                  <a:cs typeface="Times New Roman" panose="02020603050405020304" pitchFamily="18" charset="0"/>
                </a:rPr>
                <a:t>p</a:t>
              </a:r>
              <a:r>
                <a:rPr kumimoji="1" lang="en-US" altLang="zh-CN" sz="1800" dirty="0">
                  <a:solidFill>
                    <a:srgbClr val="000000"/>
                  </a:solidFill>
                  <a:ea typeface="楷体" panose="02010609060101010101" pitchFamily="49" charset="-122"/>
                  <a:cs typeface="Times New Roman" panose="02020603050405020304" pitchFamily="18" charset="0"/>
                </a:rPr>
                <a:t>(5,9)   </a:t>
              </a:r>
              <a:r>
                <a:rPr kumimoji="1" lang="en-US" altLang="zh-CN" sz="1800" i="1" dirty="0">
                  <a:solidFill>
                    <a:srgbClr val="000000"/>
                  </a:solidFill>
                  <a:ea typeface="楷体" panose="02010609060101010101" pitchFamily="49" charset="-122"/>
                  <a:cs typeface="Times New Roman" panose="02020603050405020304" pitchFamily="18" charset="0"/>
                </a:rPr>
                <a:t>q</a:t>
              </a:r>
              <a:r>
                <a:rPr kumimoji="1" lang="en-US" altLang="zh-CN" sz="1800" dirty="0">
                  <a:solidFill>
                    <a:srgbClr val="000000"/>
                  </a:solidFill>
                  <a:ea typeface="楷体" panose="02010609060101010101" pitchFamily="49" charset="-122"/>
                  <a:cs typeface="Times New Roman" panose="02020603050405020304" pitchFamily="18" charset="0"/>
                </a:rPr>
                <a:t>(5,5)    </a:t>
              </a:r>
              <a:r>
                <a:rPr kumimoji="1" lang="en-US" altLang="zh-CN" sz="1800" i="1" dirty="0">
                  <a:solidFill>
                    <a:srgbClr val="000000"/>
                  </a:solidFill>
                  <a:ea typeface="楷体" panose="02010609060101010101" pitchFamily="49" charset="-122"/>
                  <a:cs typeface="Times New Roman" panose="02020603050405020304" pitchFamily="18" charset="0"/>
                </a:rPr>
                <a:t>q</a:t>
              </a:r>
              <a:r>
                <a:rPr kumimoji="1" lang="en-US" altLang="zh-CN" sz="1800" dirty="0">
                  <a:solidFill>
                    <a:srgbClr val="000000"/>
                  </a:solidFill>
                  <a:ea typeface="楷体" panose="02010609060101010101" pitchFamily="49" charset="-122"/>
                  <a:cs typeface="Times New Roman" panose="02020603050405020304" pitchFamily="18" charset="0"/>
                </a:rPr>
                <a:t>(7,9)           </a:t>
              </a:r>
              <a:endParaRPr kumimoji="1" lang="zh-CN" altLang="en-US" sz="1800" dirty="0">
                <a:solidFill>
                  <a:srgbClr val="000000"/>
                </a:solidFill>
                <a:ea typeface="楷体" panose="02010609060101010101" pitchFamily="49" charset="-122"/>
                <a:cs typeface="Times New Roman" panose="02020603050405020304" pitchFamily="18" charset="0"/>
              </a:endParaRPr>
            </a:p>
          </p:txBody>
        </p:sp>
        <p:sp>
          <p:nvSpPr>
            <p:cNvPr id="41" name="Line 16">
              <a:extLst>
                <a:ext uri="{FF2B5EF4-FFF2-40B4-BE49-F238E27FC236}">
                  <a16:creationId xmlns:a16="http://schemas.microsoft.com/office/drawing/2014/main" id="{69C41FFA-B07F-483C-907C-75958D57D39A}"/>
                </a:ext>
              </a:extLst>
            </p:cNvPr>
            <p:cNvSpPr>
              <a:spLocks noChangeShapeType="1"/>
            </p:cNvSpPr>
            <p:nvPr/>
          </p:nvSpPr>
          <p:spPr bwMode="auto">
            <a:xfrm>
              <a:off x="6851923" y="3490587"/>
              <a:ext cx="792089" cy="516315"/>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2" name="Line 12">
              <a:extLst>
                <a:ext uri="{FF2B5EF4-FFF2-40B4-BE49-F238E27FC236}">
                  <a16:creationId xmlns:a16="http://schemas.microsoft.com/office/drawing/2014/main" id="{03D8DF20-F369-46D8-823D-5DD5D725130D}"/>
                </a:ext>
              </a:extLst>
            </p:cNvPr>
            <p:cNvSpPr>
              <a:spLocks noChangeShapeType="1"/>
            </p:cNvSpPr>
            <p:nvPr/>
          </p:nvSpPr>
          <p:spPr bwMode="auto">
            <a:xfrm flipH="1">
              <a:off x="6093547" y="3506552"/>
              <a:ext cx="758376" cy="500351"/>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3" name="Line 15">
              <a:extLst>
                <a:ext uri="{FF2B5EF4-FFF2-40B4-BE49-F238E27FC236}">
                  <a16:creationId xmlns:a16="http://schemas.microsoft.com/office/drawing/2014/main" id="{9702AFAE-DDF1-4F19-8856-6AF47FAF2A22}"/>
                </a:ext>
              </a:extLst>
            </p:cNvPr>
            <p:cNvSpPr>
              <a:spLocks noChangeShapeType="1"/>
            </p:cNvSpPr>
            <p:nvPr/>
          </p:nvSpPr>
          <p:spPr bwMode="auto">
            <a:xfrm>
              <a:off x="6851923" y="3506555"/>
              <a:ext cx="0" cy="468265"/>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grpSp>
      <p:grpSp>
        <p:nvGrpSpPr>
          <p:cNvPr id="44" name="组合 43">
            <a:extLst>
              <a:ext uri="{FF2B5EF4-FFF2-40B4-BE49-F238E27FC236}">
                <a16:creationId xmlns:a16="http://schemas.microsoft.com/office/drawing/2014/main" id="{086D7A91-5679-4AEB-BC9E-46A90F9A9F95}"/>
              </a:ext>
            </a:extLst>
          </p:cNvPr>
          <p:cNvGrpSpPr/>
          <p:nvPr/>
        </p:nvGrpSpPr>
        <p:grpSpPr>
          <a:xfrm>
            <a:off x="4332288" y="4292815"/>
            <a:ext cx="2197302" cy="798232"/>
            <a:chOff x="4332288" y="4292815"/>
            <a:chExt cx="2197302" cy="798232"/>
          </a:xfrm>
        </p:grpSpPr>
        <p:sp>
          <p:nvSpPr>
            <p:cNvPr id="45" name="Line 16">
              <a:extLst>
                <a:ext uri="{FF2B5EF4-FFF2-40B4-BE49-F238E27FC236}">
                  <a16:creationId xmlns:a16="http://schemas.microsoft.com/office/drawing/2014/main" id="{2F94AED4-3C02-432A-BB75-F4417B97DE18}"/>
                </a:ext>
              </a:extLst>
            </p:cNvPr>
            <p:cNvSpPr>
              <a:spLocks noChangeShapeType="1"/>
            </p:cNvSpPr>
            <p:nvPr/>
          </p:nvSpPr>
          <p:spPr bwMode="auto">
            <a:xfrm>
              <a:off x="5471716" y="4310304"/>
              <a:ext cx="660130" cy="482862"/>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6" name="Line 12">
              <a:extLst>
                <a:ext uri="{FF2B5EF4-FFF2-40B4-BE49-F238E27FC236}">
                  <a16:creationId xmlns:a16="http://schemas.microsoft.com/office/drawing/2014/main" id="{E1B08A46-D1B1-413E-8E1B-882A831A6EB9}"/>
                </a:ext>
              </a:extLst>
            </p:cNvPr>
            <p:cNvSpPr>
              <a:spLocks noChangeShapeType="1"/>
            </p:cNvSpPr>
            <p:nvPr/>
          </p:nvSpPr>
          <p:spPr bwMode="auto">
            <a:xfrm flipH="1">
              <a:off x="4797405" y="4292815"/>
              <a:ext cx="682374" cy="500351"/>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7" name="Line 15">
              <a:extLst>
                <a:ext uri="{FF2B5EF4-FFF2-40B4-BE49-F238E27FC236}">
                  <a16:creationId xmlns:a16="http://schemas.microsoft.com/office/drawing/2014/main" id="{2A4CE3ED-34FD-4697-B5EA-D2046F2C8D8C}"/>
                </a:ext>
              </a:extLst>
            </p:cNvPr>
            <p:cNvSpPr>
              <a:spLocks noChangeShapeType="1"/>
            </p:cNvSpPr>
            <p:nvPr/>
          </p:nvSpPr>
          <p:spPr bwMode="auto">
            <a:xfrm>
              <a:off x="5483773" y="4292818"/>
              <a:ext cx="0" cy="468265"/>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48" name="Text Box 7">
              <a:extLst>
                <a:ext uri="{FF2B5EF4-FFF2-40B4-BE49-F238E27FC236}">
                  <a16:creationId xmlns:a16="http://schemas.microsoft.com/office/drawing/2014/main" id="{FC94BBF8-01AA-4302-80F1-3850874297D4}"/>
                </a:ext>
              </a:extLst>
            </p:cNvPr>
            <p:cNvSpPr txBox="1">
              <a:spLocks noChangeArrowheads="1"/>
            </p:cNvSpPr>
            <p:nvPr/>
          </p:nvSpPr>
          <p:spPr bwMode="auto">
            <a:xfrm>
              <a:off x="4332288" y="4721715"/>
              <a:ext cx="219730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square">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en-US" altLang="zh-CN" sz="1800" i="1" dirty="0">
                  <a:solidFill>
                    <a:srgbClr val="000000"/>
                  </a:solidFill>
                  <a:ea typeface="楷体" panose="02010609060101010101" pitchFamily="49" charset="-122"/>
                  <a:cs typeface="Times New Roman" panose="02020603050405020304" pitchFamily="18" charset="0"/>
                </a:rPr>
                <a:t>p</a:t>
              </a:r>
              <a:r>
                <a:rPr kumimoji="1" lang="en-US" altLang="zh-CN" sz="1800" dirty="0">
                  <a:solidFill>
                    <a:srgbClr val="000000"/>
                  </a:solidFill>
                  <a:ea typeface="楷体" panose="02010609060101010101" pitchFamily="49" charset="-122"/>
                  <a:cs typeface="Times New Roman" panose="02020603050405020304" pitchFamily="18" charset="0"/>
                </a:rPr>
                <a:t>(2,3)   </a:t>
              </a:r>
              <a:r>
                <a:rPr kumimoji="1" lang="en-US" altLang="zh-CN" sz="1800" i="1" dirty="0">
                  <a:solidFill>
                    <a:srgbClr val="000000"/>
                  </a:solidFill>
                  <a:ea typeface="楷体" panose="02010609060101010101" pitchFamily="49" charset="-122"/>
                  <a:cs typeface="Times New Roman" panose="02020603050405020304" pitchFamily="18" charset="0"/>
                </a:rPr>
                <a:t>q</a:t>
              </a:r>
              <a:r>
                <a:rPr kumimoji="1" lang="en-US" altLang="zh-CN" sz="1800" dirty="0">
                  <a:solidFill>
                    <a:srgbClr val="000000"/>
                  </a:solidFill>
                  <a:ea typeface="楷体" panose="02010609060101010101" pitchFamily="49" charset="-122"/>
                  <a:cs typeface="Times New Roman" panose="02020603050405020304" pitchFamily="18" charset="0"/>
                </a:rPr>
                <a:t>(2,1)   </a:t>
              </a:r>
              <a:r>
                <a:rPr kumimoji="1" lang="en-US" altLang="zh-CN" sz="1800" i="1" dirty="0">
                  <a:solidFill>
                    <a:srgbClr val="000000"/>
                  </a:solidFill>
                  <a:ea typeface="楷体" panose="02010609060101010101" pitchFamily="49" charset="-122"/>
                  <a:cs typeface="Times New Roman" panose="02020603050405020304" pitchFamily="18" charset="0"/>
                </a:rPr>
                <a:t>q</a:t>
              </a:r>
              <a:r>
                <a:rPr kumimoji="1" lang="en-US" altLang="zh-CN" sz="1800" dirty="0">
                  <a:solidFill>
                    <a:srgbClr val="000000"/>
                  </a:solidFill>
                  <a:ea typeface="楷体" panose="02010609060101010101" pitchFamily="49" charset="-122"/>
                  <a:cs typeface="Times New Roman" panose="02020603050405020304" pitchFamily="18" charset="0"/>
                </a:rPr>
                <a:t>(3,3)</a:t>
              </a:r>
              <a:endParaRPr kumimoji="1" lang="zh-CN" altLang="en-US" sz="1800" dirty="0">
                <a:solidFill>
                  <a:srgbClr val="000000"/>
                </a:solidFill>
                <a:ea typeface="楷体" panose="02010609060101010101" pitchFamily="49" charset="-122"/>
                <a:cs typeface="Times New Roman" panose="02020603050405020304" pitchFamily="18" charset="0"/>
              </a:endParaRPr>
            </a:p>
          </p:txBody>
        </p:sp>
      </p:grpSp>
      <p:grpSp>
        <p:nvGrpSpPr>
          <p:cNvPr id="49" name="组合 48">
            <a:extLst>
              <a:ext uri="{FF2B5EF4-FFF2-40B4-BE49-F238E27FC236}">
                <a16:creationId xmlns:a16="http://schemas.microsoft.com/office/drawing/2014/main" id="{B7FA2749-3736-4D80-BB62-389879140226}"/>
              </a:ext>
            </a:extLst>
          </p:cNvPr>
          <p:cNvGrpSpPr/>
          <p:nvPr/>
        </p:nvGrpSpPr>
        <p:grpSpPr>
          <a:xfrm>
            <a:off x="3640338" y="3577842"/>
            <a:ext cx="1079385" cy="738999"/>
            <a:chOff x="3640338" y="3577842"/>
            <a:chExt cx="1079385" cy="738999"/>
          </a:xfrm>
        </p:grpSpPr>
        <p:sp>
          <p:nvSpPr>
            <p:cNvPr id="50" name="Line 12">
              <a:extLst>
                <a:ext uri="{FF2B5EF4-FFF2-40B4-BE49-F238E27FC236}">
                  <a16:creationId xmlns:a16="http://schemas.microsoft.com/office/drawing/2014/main" id="{2A83EA64-B792-46A1-A3D4-B8B6BF786D67}"/>
                </a:ext>
              </a:extLst>
            </p:cNvPr>
            <p:cNvSpPr>
              <a:spLocks noChangeShapeType="1"/>
            </p:cNvSpPr>
            <p:nvPr/>
          </p:nvSpPr>
          <p:spPr bwMode="auto">
            <a:xfrm flipH="1">
              <a:off x="4087042" y="3577842"/>
              <a:ext cx="632681" cy="394121"/>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51" name="Text Box 7">
              <a:extLst>
                <a:ext uri="{FF2B5EF4-FFF2-40B4-BE49-F238E27FC236}">
                  <a16:creationId xmlns:a16="http://schemas.microsoft.com/office/drawing/2014/main" id="{11297C8B-8CFD-47E8-9782-C329B5F42D15}"/>
                </a:ext>
              </a:extLst>
            </p:cNvPr>
            <p:cNvSpPr txBox="1">
              <a:spLocks noChangeArrowheads="1"/>
            </p:cNvSpPr>
            <p:nvPr/>
          </p:nvSpPr>
          <p:spPr bwMode="auto">
            <a:xfrm>
              <a:off x="3640338" y="3947509"/>
              <a:ext cx="77368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square">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en-US" altLang="zh-CN" sz="1800" i="1" dirty="0">
                  <a:solidFill>
                    <a:srgbClr val="000000"/>
                  </a:solidFill>
                  <a:ea typeface="楷体" panose="02010609060101010101" pitchFamily="49" charset="-122"/>
                  <a:cs typeface="Times New Roman" panose="02020603050405020304" pitchFamily="18" charset="0"/>
                </a:rPr>
                <a:t>p</a:t>
              </a:r>
              <a:r>
                <a:rPr kumimoji="1" lang="en-US" altLang="zh-CN" sz="1800" dirty="0">
                  <a:solidFill>
                    <a:srgbClr val="000000"/>
                  </a:solidFill>
                  <a:ea typeface="楷体" panose="02010609060101010101" pitchFamily="49" charset="-122"/>
                  <a:cs typeface="Times New Roman" panose="02020603050405020304" pitchFamily="18" charset="0"/>
                </a:rPr>
                <a:t>(1,3)   </a:t>
              </a:r>
              <a:r>
                <a:rPr kumimoji="1" lang="en-US" altLang="zh-CN" sz="1800" i="1" dirty="0">
                  <a:solidFill>
                    <a:srgbClr val="000000"/>
                  </a:solidFill>
                  <a:ea typeface="楷体" panose="02010609060101010101" pitchFamily="49" charset="-122"/>
                  <a:cs typeface="Times New Roman" panose="02020603050405020304" pitchFamily="18" charset="0"/>
                </a:rPr>
                <a:t>  </a:t>
              </a:r>
              <a:r>
                <a:rPr kumimoji="1" lang="en-US" altLang="zh-CN" sz="1800" dirty="0">
                  <a:solidFill>
                    <a:srgbClr val="000000"/>
                  </a:solidFill>
                  <a:ea typeface="楷体" panose="02010609060101010101" pitchFamily="49" charset="-122"/>
                  <a:cs typeface="Times New Roman" panose="02020603050405020304" pitchFamily="18" charset="0"/>
                </a:rPr>
                <a:t>           </a:t>
              </a:r>
              <a:endParaRPr kumimoji="1" lang="zh-CN" altLang="en-US" sz="1800" dirty="0">
                <a:solidFill>
                  <a:srgbClr val="000000"/>
                </a:solidFill>
                <a:ea typeface="楷体" panose="02010609060101010101" pitchFamily="49" charset="-122"/>
                <a:cs typeface="Times New Roman" panose="02020603050405020304" pitchFamily="18" charset="0"/>
              </a:endParaRPr>
            </a:p>
          </p:txBody>
        </p:sp>
      </p:grpSp>
      <p:grpSp>
        <p:nvGrpSpPr>
          <p:cNvPr id="52" name="组合 51">
            <a:extLst>
              <a:ext uri="{FF2B5EF4-FFF2-40B4-BE49-F238E27FC236}">
                <a16:creationId xmlns:a16="http://schemas.microsoft.com/office/drawing/2014/main" id="{6A4E8620-4F39-4433-A98B-410828ABF43B}"/>
              </a:ext>
            </a:extLst>
          </p:cNvPr>
          <p:cNvGrpSpPr/>
          <p:nvPr/>
        </p:nvGrpSpPr>
        <p:grpSpPr>
          <a:xfrm>
            <a:off x="4538174" y="2834343"/>
            <a:ext cx="933541" cy="719389"/>
            <a:chOff x="4538174" y="2834343"/>
            <a:chExt cx="933541" cy="719389"/>
          </a:xfrm>
        </p:grpSpPr>
        <p:sp>
          <p:nvSpPr>
            <p:cNvPr id="53" name="Line 15">
              <a:extLst>
                <a:ext uri="{FF2B5EF4-FFF2-40B4-BE49-F238E27FC236}">
                  <a16:creationId xmlns:a16="http://schemas.microsoft.com/office/drawing/2014/main" id="{EDAA327C-CF62-4DED-A837-ABCF492EB8D1}"/>
                </a:ext>
              </a:extLst>
            </p:cNvPr>
            <p:cNvSpPr>
              <a:spLocks noChangeShapeType="1"/>
            </p:cNvSpPr>
            <p:nvPr/>
          </p:nvSpPr>
          <p:spPr bwMode="auto">
            <a:xfrm flipH="1">
              <a:off x="4962613" y="2834343"/>
              <a:ext cx="509102" cy="362187"/>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54" name="Text Box 7">
              <a:extLst>
                <a:ext uri="{FF2B5EF4-FFF2-40B4-BE49-F238E27FC236}">
                  <a16:creationId xmlns:a16="http://schemas.microsoft.com/office/drawing/2014/main" id="{A4F930F7-5DBE-4E21-9F24-0BC7D0C35532}"/>
                </a:ext>
              </a:extLst>
            </p:cNvPr>
            <p:cNvSpPr txBox="1">
              <a:spLocks noChangeArrowheads="1"/>
            </p:cNvSpPr>
            <p:nvPr/>
          </p:nvSpPr>
          <p:spPr bwMode="auto">
            <a:xfrm>
              <a:off x="4538174" y="3175642"/>
              <a:ext cx="796150" cy="3780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square">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en-US" altLang="zh-CN" sz="1800" i="1" dirty="0">
                  <a:solidFill>
                    <a:srgbClr val="000000"/>
                  </a:solidFill>
                  <a:ea typeface="楷体" panose="02010609060101010101" pitchFamily="49" charset="-122"/>
                  <a:cs typeface="Times New Roman" panose="02020603050405020304" pitchFamily="18" charset="0"/>
                </a:rPr>
                <a:t>q</a:t>
              </a:r>
              <a:r>
                <a:rPr kumimoji="1" lang="en-US" altLang="zh-CN" sz="1800" dirty="0">
                  <a:solidFill>
                    <a:srgbClr val="000000"/>
                  </a:solidFill>
                  <a:ea typeface="楷体" panose="02010609060101010101" pitchFamily="49" charset="-122"/>
                  <a:cs typeface="Times New Roman" panose="02020603050405020304" pitchFamily="18" charset="0"/>
                </a:rPr>
                <a:t>(1,3)           </a:t>
              </a:r>
              <a:endParaRPr kumimoji="1" lang="zh-CN" altLang="en-US" sz="1800" dirty="0">
                <a:solidFill>
                  <a:srgbClr val="000000"/>
                </a:solidFill>
                <a:ea typeface="楷体" panose="02010609060101010101" pitchFamily="49" charset="-122"/>
                <a:cs typeface="Times New Roman" panose="02020603050405020304" pitchFamily="18" charset="0"/>
              </a:endParaRPr>
            </a:p>
          </p:txBody>
        </p:sp>
      </p:grpSp>
      <p:grpSp>
        <p:nvGrpSpPr>
          <p:cNvPr id="55" name="组合 54">
            <a:extLst>
              <a:ext uri="{FF2B5EF4-FFF2-40B4-BE49-F238E27FC236}">
                <a16:creationId xmlns:a16="http://schemas.microsoft.com/office/drawing/2014/main" id="{73531172-F702-4C14-BB81-EF46B5B3A438}"/>
              </a:ext>
            </a:extLst>
          </p:cNvPr>
          <p:cNvGrpSpPr/>
          <p:nvPr/>
        </p:nvGrpSpPr>
        <p:grpSpPr>
          <a:xfrm>
            <a:off x="5471715" y="2840134"/>
            <a:ext cx="1731991" cy="684592"/>
            <a:chOff x="5471715" y="2840134"/>
            <a:chExt cx="1731991" cy="684592"/>
          </a:xfrm>
        </p:grpSpPr>
        <p:sp>
          <p:nvSpPr>
            <p:cNvPr id="56" name="Line 13">
              <a:extLst>
                <a:ext uri="{FF2B5EF4-FFF2-40B4-BE49-F238E27FC236}">
                  <a16:creationId xmlns:a16="http://schemas.microsoft.com/office/drawing/2014/main" id="{BD39752D-E60E-4B7C-BDF2-DDA2C7BCA5B2}"/>
                </a:ext>
              </a:extLst>
            </p:cNvPr>
            <p:cNvSpPr>
              <a:spLocks noChangeShapeType="1"/>
            </p:cNvSpPr>
            <p:nvPr/>
          </p:nvSpPr>
          <p:spPr bwMode="auto">
            <a:xfrm>
              <a:off x="5471715" y="2840134"/>
              <a:ext cx="972768" cy="380506"/>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57" name="Text Box 7">
              <a:extLst>
                <a:ext uri="{FF2B5EF4-FFF2-40B4-BE49-F238E27FC236}">
                  <a16:creationId xmlns:a16="http://schemas.microsoft.com/office/drawing/2014/main" id="{A3B1BAC5-7F1D-4F34-854D-6A570B9BBDC3}"/>
                </a:ext>
              </a:extLst>
            </p:cNvPr>
            <p:cNvSpPr txBox="1">
              <a:spLocks noChangeArrowheads="1"/>
            </p:cNvSpPr>
            <p:nvPr/>
          </p:nvSpPr>
          <p:spPr bwMode="auto">
            <a:xfrm>
              <a:off x="6408021" y="3155283"/>
              <a:ext cx="795685" cy="369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square">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en-US" altLang="zh-CN" sz="1800" i="1" dirty="0">
                  <a:solidFill>
                    <a:srgbClr val="000000"/>
                  </a:solidFill>
                  <a:ea typeface="楷体" panose="02010609060101010101" pitchFamily="49" charset="-122"/>
                  <a:cs typeface="Times New Roman" panose="02020603050405020304" pitchFamily="18" charset="0"/>
                </a:rPr>
                <a:t>q</a:t>
              </a:r>
              <a:r>
                <a:rPr kumimoji="1" lang="en-US" altLang="zh-CN" sz="1800" dirty="0">
                  <a:solidFill>
                    <a:srgbClr val="000000"/>
                  </a:solidFill>
                  <a:ea typeface="楷体" panose="02010609060101010101" pitchFamily="49" charset="-122"/>
                  <a:cs typeface="Times New Roman" panose="02020603050405020304" pitchFamily="18" charset="0"/>
                </a:rPr>
                <a:t>(5,9)       </a:t>
              </a:r>
              <a:endParaRPr kumimoji="1" lang="zh-CN" altLang="en-US" sz="1800" dirty="0">
                <a:solidFill>
                  <a:srgbClr val="000000"/>
                </a:solidFill>
                <a:ea typeface="楷体" panose="02010609060101010101" pitchFamily="49" charset="-122"/>
                <a:cs typeface="Times New Roman" panose="02020603050405020304" pitchFamily="18" charset="0"/>
              </a:endParaRPr>
            </a:p>
          </p:txBody>
        </p:sp>
      </p:grpSp>
      <p:grpSp>
        <p:nvGrpSpPr>
          <p:cNvPr id="58" name="组合 57">
            <a:extLst>
              <a:ext uri="{FF2B5EF4-FFF2-40B4-BE49-F238E27FC236}">
                <a16:creationId xmlns:a16="http://schemas.microsoft.com/office/drawing/2014/main" id="{61F5CDD9-E66E-4077-99E2-FA03CF0DBA43}"/>
              </a:ext>
            </a:extLst>
          </p:cNvPr>
          <p:cNvGrpSpPr/>
          <p:nvPr/>
        </p:nvGrpSpPr>
        <p:grpSpPr>
          <a:xfrm>
            <a:off x="4729982" y="3577842"/>
            <a:ext cx="1145959" cy="753665"/>
            <a:chOff x="4729982" y="3577842"/>
            <a:chExt cx="1145959" cy="753665"/>
          </a:xfrm>
        </p:grpSpPr>
        <p:sp>
          <p:nvSpPr>
            <p:cNvPr id="59" name="Line 15">
              <a:extLst>
                <a:ext uri="{FF2B5EF4-FFF2-40B4-BE49-F238E27FC236}">
                  <a16:creationId xmlns:a16="http://schemas.microsoft.com/office/drawing/2014/main" id="{320C90CC-7DF4-4C4B-9B66-9B8D4AE653BE}"/>
                </a:ext>
              </a:extLst>
            </p:cNvPr>
            <p:cNvSpPr>
              <a:spLocks noChangeShapeType="1"/>
            </p:cNvSpPr>
            <p:nvPr/>
          </p:nvSpPr>
          <p:spPr bwMode="auto">
            <a:xfrm>
              <a:off x="4729982" y="3577842"/>
              <a:ext cx="720598" cy="429061"/>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60" name="Text Box 7">
              <a:extLst>
                <a:ext uri="{FF2B5EF4-FFF2-40B4-BE49-F238E27FC236}">
                  <a16:creationId xmlns:a16="http://schemas.microsoft.com/office/drawing/2014/main" id="{54DE5081-B646-44BC-915D-4034B341718C}"/>
                </a:ext>
              </a:extLst>
            </p:cNvPr>
            <p:cNvSpPr txBox="1">
              <a:spLocks noChangeArrowheads="1"/>
            </p:cNvSpPr>
            <p:nvPr/>
          </p:nvSpPr>
          <p:spPr bwMode="auto">
            <a:xfrm>
              <a:off x="5080256" y="3951002"/>
              <a:ext cx="795685" cy="3805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square">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en-US" altLang="zh-CN" sz="1800" i="1" dirty="0">
                  <a:solidFill>
                    <a:srgbClr val="000000"/>
                  </a:solidFill>
                  <a:ea typeface="楷体" panose="02010609060101010101" pitchFamily="49" charset="-122"/>
                  <a:cs typeface="Times New Roman" panose="02020603050405020304" pitchFamily="18" charset="0"/>
                </a:rPr>
                <a:t>q</a:t>
              </a:r>
              <a:r>
                <a:rPr kumimoji="1" lang="en-US" altLang="zh-CN" sz="1800" dirty="0">
                  <a:solidFill>
                    <a:srgbClr val="000000"/>
                  </a:solidFill>
                  <a:ea typeface="楷体" panose="02010609060101010101" pitchFamily="49" charset="-122"/>
                  <a:cs typeface="Times New Roman" panose="02020603050405020304" pitchFamily="18" charset="0"/>
                </a:rPr>
                <a:t>(2,3)</a:t>
              </a:r>
              <a:r>
                <a:rPr kumimoji="1" lang="en-US" altLang="zh-CN" sz="1800" i="1" dirty="0">
                  <a:solidFill>
                    <a:srgbClr val="000000"/>
                  </a:solidFill>
                  <a:ea typeface="楷体" panose="02010609060101010101" pitchFamily="49" charset="-122"/>
                  <a:cs typeface="Times New Roman" panose="02020603050405020304" pitchFamily="18" charset="0"/>
                </a:rPr>
                <a:t>  </a:t>
              </a:r>
              <a:r>
                <a:rPr kumimoji="1" lang="en-US" altLang="zh-CN" sz="1800" dirty="0">
                  <a:solidFill>
                    <a:srgbClr val="000000"/>
                  </a:solidFill>
                  <a:ea typeface="楷体" panose="02010609060101010101" pitchFamily="49" charset="-122"/>
                  <a:cs typeface="Times New Roman" panose="02020603050405020304" pitchFamily="18" charset="0"/>
                </a:rPr>
                <a:t>           </a:t>
              </a:r>
              <a:endParaRPr kumimoji="1" lang="zh-CN" altLang="en-US" sz="1800" dirty="0">
                <a:solidFill>
                  <a:srgbClr val="000000"/>
                </a:solidFill>
                <a:ea typeface="楷体" panose="02010609060101010101" pitchFamily="49" charset="-122"/>
                <a:cs typeface="Times New Roman" panose="02020603050405020304" pitchFamily="18" charset="0"/>
              </a:endParaRPr>
            </a:p>
          </p:txBody>
        </p:sp>
      </p:grpSp>
      <p:grpSp>
        <p:nvGrpSpPr>
          <p:cNvPr id="61" name="组合 60">
            <a:extLst>
              <a:ext uri="{FF2B5EF4-FFF2-40B4-BE49-F238E27FC236}">
                <a16:creationId xmlns:a16="http://schemas.microsoft.com/office/drawing/2014/main" id="{0C1E4B04-993E-4403-8C5E-B024388A5637}"/>
              </a:ext>
            </a:extLst>
          </p:cNvPr>
          <p:cNvGrpSpPr/>
          <p:nvPr/>
        </p:nvGrpSpPr>
        <p:grpSpPr>
          <a:xfrm>
            <a:off x="4339121" y="3577846"/>
            <a:ext cx="895585" cy="732458"/>
            <a:chOff x="4339121" y="3577846"/>
            <a:chExt cx="895585" cy="732458"/>
          </a:xfrm>
        </p:grpSpPr>
        <p:sp>
          <p:nvSpPr>
            <p:cNvPr id="62" name="Line 16">
              <a:extLst>
                <a:ext uri="{FF2B5EF4-FFF2-40B4-BE49-F238E27FC236}">
                  <a16:creationId xmlns:a16="http://schemas.microsoft.com/office/drawing/2014/main" id="{E669D6A8-702E-4956-AAAD-83693A94ACEE}"/>
                </a:ext>
              </a:extLst>
            </p:cNvPr>
            <p:cNvSpPr>
              <a:spLocks noChangeShapeType="1"/>
            </p:cNvSpPr>
            <p:nvPr/>
          </p:nvSpPr>
          <p:spPr bwMode="auto">
            <a:xfrm>
              <a:off x="4729982" y="3577846"/>
              <a:ext cx="1" cy="429059"/>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63" name="Text Box 7">
              <a:extLst>
                <a:ext uri="{FF2B5EF4-FFF2-40B4-BE49-F238E27FC236}">
                  <a16:creationId xmlns:a16="http://schemas.microsoft.com/office/drawing/2014/main" id="{AA0B9949-E78C-475E-87F1-68F40A37D5E8}"/>
                </a:ext>
              </a:extLst>
            </p:cNvPr>
            <p:cNvSpPr txBox="1">
              <a:spLocks noChangeArrowheads="1"/>
            </p:cNvSpPr>
            <p:nvPr/>
          </p:nvSpPr>
          <p:spPr bwMode="auto">
            <a:xfrm>
              <a:off x="4339121" y="3940972"/>
              <a:ext cx="89558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square">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en-US" altLang="zh-CN" sz="1800" i="1" dirty="0">
                  <a:solidFill>
                    <a:srgbClr val="000000"/>
                  </a:solidFill>
                  <a:ea typeface="楷体" panose="02010609060101010101" pitchFamily="49" charset="-122"/>
                  <a:cs typeface="Times New Roman" panose="02020603050405020304" pitchFamily="18" charset="0"/>
                </a:rPr>
                <a:t>q</a:t>
              </a:r>
              <a:r>
                <a:rPr kumimoji="1" lang="en-US" altLang="zh-CN" sz="1800" dirty="0">
                  <a:solidFill>
                    <a:srgbClr val="000000"/>
                  </a:solidFill>
                  <a:ea typeface="楷体" panose="02010609060101010101" pitchFamily="49" charset="-122"/>
                  <a:cs typeface="Times New Roman" panose="02020603050405020304" pitchFamily="18" charset="0"/>
                </a:rPr>
                <a:t>(1,0) </a:t>
              </a:r>
              <a:endParaRPr kumimoji="1" lang="zh-CN" altLang="en-US" sz="1800" dirty="0">
                <a:solidFill>
                  <a:srgbClr val="000000"/>
                </a:solidFill>
                <a:ea typeface="楷体" panose="02010609060101010101" pitchFamily="49" charset="-122"/>
                <a:cs typeface="Times New Roman" panose="02020603050405020304" pitchFamily="18" charset="0"/>
              </a:endParaRPr>
            </a:p>
          </p:txBody>
        </p:sp>
      </p:grpSp>
      <p:grpSp>
        <p:nvGrpSpPr>
          <p:cNvPr id="64" name="组合 63">
            <a:extLst>
              <a:ext uri="{FF2B5EF4-FFF2-40B4-BE49-F238E27FC236}">
                <a16:creationId xmlns:a16="http://schemas.microsoft.com/office/drawing/2014/main" id="{0B906E21-A3B7-430C-BAA2-028A9F017221}"/>
              </a:ext>
            </a:extLst>
          </p:cNvPr>
          <p:cNvGrpSpPr/>
          <p:nvPr/>
        </p:nvGrpSpPr>
        <p:grpSpPr>
          <a:xfrm>
            <a:off x="6579932" y="4292817"/>
            <a:ext cx="2272183" cy="808987"/>
            <a:chOff x="6579932" y="4292817"/>
            <a:chExt cx="2272183" cy="808987"/>
          </a:xfrm>
        </p:grpSpPr>
        <p:sp>
          <p:nvSpPr>
            <p:cNvPr id="65" name="Line 16">
              <a:extLst>
                <a:ext uri="{FF2B5EF4-FFF2-40B4-BE49-F238E27FC236}">
                  <a16:creationId xmlns:a16="http://schemas.microsoft.com/office/drawing/2014/main" id="{89FC5409-E851-4F95-8D9A-CCB5F386C079}"/>
                </a:ext>
              </a:extLst>
            </p:cNvPr>
            <p:cNvSpPr>
              <a:spLocks noChangeShapeType="1"/>
            </p:cNvSpPr>
            <p:nvPr/>
          </p:nvSpPr>
          <p:spPr bwMode="auto">
            <a:xfrm>
              <a:off x="7644012" y="4292817"/>
              <a:ext cx="500062" cy="500349"/>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66" name="Line 12">
              <a:extLst>
                <a:ext uri="{FF2B5EF4-FFF2-40B4-BE49-F238E27FC236}">
                  <a16:creationId xmlns:a16="http://schemas.microsoft.com/office/drawing/2014/main" id="{3B31EAE5-F82D-4411-A1E4-36D8F843B12A}"/>
                </a:ext>
              </a:extLst>
            </p:cNvPr>
            <p:cNvSpPr>
              <a:spLocks noChangeShapeType="1"/>
            </p:cNvSpPr>
            <p:nvPr/>
          </p:nvSpPr>
          <p:spPr bwMode="auto">
            <a:xfrm flipH="1">
              <a:off x="7029651" y="4292817"/>
              <a:ext cx="614360" cy="500348"/>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67" name="Line 15">
              <a:extLst>
                <a:ext uri="{FF2B5EF4-FFF2-40B4-BE49-F238E27FC236}">
                  <a16:creationId xmlns:a16="http://schemas.microsoft.com/office/drawing/2014/main" id="{90D5909C-FEC1-415F-A657-8604FBA4D76C}"/>
                </a:ext>
              </a:extLst>
            </p:cNvPr>
            <p:cNvSpPr>
              <a:spLocks noChangeShapeType="1"/>
            </p:cNvSpPr>
            <p:nvPr/>
          </p:nvSpPr>
          <p:spPr bwMode="auto">
            <a:xfrm>
              <a:off x="7644012" y="4292818"/>
              <a:ext cx="0" cy="468265"/>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zh-CN" altLang="en-US"/>
            </a:p>
          </p:txBody>
        </p:sp>
        <p:sp>
          <p:nvSpPr>
            <p:cNvPr id="68" name="Text Box 7">
              <a:extLst>
                <a:ext uri="{FF2B5EF4-FFF2-40B4-BE49-F238E27FC236}">
                  <a16:creationId xmlns:a16="http://schemas.microsoft.com/office/drawing/2014/main" id="{5FA4E264-607F-4996-8C35-3132168955AD}"/>
                </a:ext>
              </a:extLst>
            </p:cNvPr>
            <p:cNvSpPr txBox="1">
              <a:spLocks noChangeArrowheads="1"/>
            </p:cNvSpPr>
            <p:nvPr/>
          </p:nvSpPr>
          <p:spPr bwMode="auto">
            <a:xfrm>
              <a:off x="6579932" y="4732472"/>
              <a:ext cx="227218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square">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spcBef>
                  <a:spcPct val="50000"/>
                </a:spcBef>
              </a:pPr>
              <a:r>
                <a:rPr kumimoji="1" lang="en-US" altLang="zh-CN" sz="1800" i="1" dirty="0">
                  <a:solidFill>
                    <a:srgbClr val="000000"/>
                  </a:solidFill>
                  <a:ea typeface="楷体" panose="02010609060101010101" pitchFamily="49" charset="-122"/>
                  <a:cs typeface="Times New Roman" panose="02020603050405020304" pitchFamily="18" charset="0"/>
                </a:rPr>
                <a:t>p</a:t>
              </a:r>
              <a:r>
                <a:rPr kumimoji="1" lang="en-US" altLang="zh-CN" sz="1800" dirty="0">
                  <a:solidFill>
                    <a:srgbClr val="000000"/>
                  </a:solidFill>
                  <a:ea typeface="楷体" panose="02010609060101010101" pitchFamily="49" charset="-122"/>
                  <a:cs typeface="Times New Roman" panose="02020603050405020304" pitchFamily="18" charset="0"/>
                </a:rPr>
                <a:t>(7,9)   </a:t>
              </a:r>
              <a:r>
                <a:rPr kumimoji="1" lang="en-US" altLang="zh-CN" sz="1800" i="1" dirty="0">
                  <a:solidFill>
                    <a:srgbClr val="000000"/>
                  </a:solidFill>
                  <a:ea typeface="楷体" panose="02010609060101010101" pitchFamily="49" charset="-122"/>
                  <a:cs typeface="Times New Roman" panose="02020603050405020304" pitchFamily="18" charset="0"/>
                </a:rPr>
                <a:t>q</a:t>
              </a:r>
              <a:r>
                <a:rPr kumimoji="1" lang="en-US" altLang="zh-CN" sz="1800" dirty="0">
                  <a:solidFill>
                    <a:srgbClr val="000000"/>
                  </a:solidFill>
                  <a:ea typeface="楷体" panose="02010609060101010101" pitchFamily="49" charset="-122"/>
                  <a:cs typeface="Times New Roman" panose="02020603050405020304" pitchFamily="18" charset="0"/>
                </a:rPr>
                <a:t>(7,7)   </a:t>
              </a:r>
              <a:r>
                <a:rPr kumimoji="1" lang="en-US" altLang="zh-CN" sz="1800" i="1" dirty="0">
                  <a:solidFill>
                    <a:srgbClr val="000000"/>
                  </a:solidFill>
                  <a:ea typeface="楷体" panose="02010609060101010101" pitchFamily="49" charset="-122"/>
                  <a:cs typeface="Times New Roman" panose="02020603050405020304" pitchFamily="18" charset="0"/>
                </a:rPr>
                <a:t>q</a:t>
              </a:r>
              <a:r>
                <a:rPr kumimoji="1" lang="en-US" altLang="zh-CN" sz="1800" dirty="0">
                  <a:solidFill>
                    <a:srgbClr val="000000"/>
                  </a:solidFill>
                  <a:ea typeface="楷体" panose="02010609060101010101" pitchFamily="49" charset="-122"/>
                  <a:cs typeface="Times New Roman" panose="02020603050405020304" pitchFamily="18" charset="0"/>
                </a:rPr>
                <a:t>(9,9) </a:t>
              </a:r>
              <a:endParaRPr kumimoji="1" lang="zh-CN" altLang="en-US" sz="1800" dirty="0">
                <a:solidFill>
                  <a:srgbClr val="000000"/>
                </a:solidFill>
                <a:ea typeface="楷体" panose="02010609060101010101" pitchFamily="49" charset="-122"/>
                <a:cs typeface="Times New Roman" panose="02020603050405020304" pitchFamily="18"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0420">
                                            <p:txEl>
                                              <p:pRg st="0" end="0"/>
                                            </p:txEl>
                                          </p:spTgt>
                                        </p:tgtEl>
                                        <p:attrNameLst>
                                          <p:attrName>style.visibility</p:attrName>
                                        </p:attrNameLst>
                                      </p:cBhvr>
                                      <p:to>
                                        <p:strVal val="visible"/>
                                      </p:to>
                                    </p:set>
                                    <p:animEffect transition="in" filter="wipe(down)">
                                      <p:cBhvr>
                                        <p:cTn id="7" dur="500"/>
                                        <p:tgtEl>
                                          <p:spTgt spid="60420">
                                            <p:txEl>
                                              <p:pRg st="0" end="0"/>
                                            </p:txEl>
                                          </p:spTgt>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60420">
                                            <p:txEl>
                                              <p:pRg st="1" end="1"/>
                                            </p:txEl>
                                          </p:spTgt>
                                        </p:tgtEl>
                                        <p:attrNameLst>
                                          <p:attrName>style.visibility</p:attrName>
                                        </p:attrNameLst>
                                      </p:cBhvr>
                                      <p:to>
                                        <p:strVal val="visible"/>
                                      </p:to>
                                    </p:set>
                                    <p:animEffect transition="in" filter="wipe(down)">
                                      <p:cBhvr>
                                        <p:cTn id="10" dur="500"/>
                                        <p:tgtEl>
                                          <p:spTgt spid="60420">
                                            <p:txEl>
                                              <p:pRg st="1" end="1"/>
                                            </p:txEl>
                                          </p:spTgt>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60420">
                                            <p:txEl>
                                              <p:pRg st="2" end="2"/>
                                            </p:txEl>
                                          </p:spTgt>
                                        </p:tgtEl>
                                        <p:attrNameLst>
                                          <p:attrName>style.visibility</p:attrName>
                                        </p:attrNameLst>
                                      </p:cBhvr>
                                      <p:to>
                                        <p:strVal val="visible"/>
                                      </p:to>
                                    </p:set>
                                    <p:animEffect transition="in" filter="wipe(down)">
                                      <p:cBhvr>
                                        <p:cTn id="13" dur="500"/>
                                        <p:tgtEl>
                                          <p:spTgt spid="60420">
                                            <p:txEl>
                                              <p:pRg st="2" end="2"/>
                                            </p:txEl>
                                          </p:spTgt>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60420">
                                            <p:txEl>
                                              <p:pRg st="3" end="3"/>
                                            </p:txEl>
                                          </p:spTgt>
                                        </p:tgtEl>
                                        <p:attrNameLst>
                                          <p:attrName>style.visibility</p:attrName>
                                        </p:attrNameLst>
                                      </p:cBhvr>
                                      <p:to>
                                        <p:strVal val="visible"/>
                                      </p:to>
                                    </p:set>
                                    <p:animEffect transition="in" filter="wipe(down)">
                                      <p:cBhvr>
                                        <p:cTn id="16" dur="500"/>
                                        <p:tgtEl>
                                          <p:spTgt spid="60420">
                                            <p:txEl>
                                              <p:pRg st="3" end="3"/>
                                            </p:txEl>
                                          </p:spTgt>
                                        </p:tgtEl>
                                      </p:cBhvr>
                                    </p:animEffect>
                                  </p:childTnLst>
                                </p:cTn>
                              </p:par>
                              <p:par>
                                <p:cTn id="17" presetID="22" presetClass="entr" presetSubtype="4" fill="hold" grpId="0" nodeType="withEffect">
                                  <p:stCondLst>
                                    <p:cond delay="0"/>
                                  </p:stCondLst>
                                  <p:childTnLst>
                                    <p:set>
                                      <p:cBhvr>
                                        <p:cTn id="18" dur="1" fill="hold">
                                          <p:stCondLst>
                                            <p:cond delay="0"/>
                                          </p:stCondLst>
                                        </p:cTn>
                                        <p:tgtEl>
                                          <p:spTgt spid="60420">
                                            <p:txEl>
                                              <p:pRg st="4" end="4"/>
                                            </p:txEl>
                                          </p:spTgt>
                                        </p:tgtEl>
                                        <p:attrNameLst>
                                          <p:attrName>style.visibility</p:attrName>
                                        </p:attrNameLst>
                                      </p:cBhvr>
                                      <p:to>
                                        <p:strVal val="visible"/>
                                      </p:to>
                                    </p:set>
                                    <p:animEffect transition="in" filter="wipe(down)">
                                      <p:cBhvr>
                                        <p:cTn id="19" dur="500"/>
                                        <p:tgtEl>
                                          <p:spTgt spid="60420">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grpId="0" nodeType="clickEffect">
                                  <p:stCondLst>
                                    <p:cond delay="0"/>
                                  </p:stCondLst>
                                  <p:childTnLst>
                                    <p:set>
                                      <p:cBhvr>
                                        <p:cTn id="23" dur="1" fill="hold">
                                          <p:stCondLst>
                                            <p:cond delay="0"/>
                                          </p:stCondLst>
                                        </p:cTn>
                                        <p:tgtEl>
                                          <p:spTgt spid="60420">
                                            <p:txEl>
                                              <p:pRg st="5" end="5"/>
                                            </p:txEl>
                                          </p:spTgt>
                                        </p:tgtEl>
                                        <p:attrNameLst>
                                          <p:attrName>style.visibility</p:attrName>
                                        </p:attrNameLst>
                                      </p:cBhvr>
                                      <p:to>
                                        <p:strVal val="visible"/>
                                      </p:to>
                                    </p:set>
                                    <p:animEffect transition="in" filter="wipe(down)">
                                      <p:cBhvr>
                                        <p:cTn id="24" dur="500"/>
                                        <p:tgtEl>
                                          <p:spTgt spid="60420">
                                            <p:txEl>
                                              <p:pRg st="5" end="5"/>
                                            </p:txEl>
                                          </p:spTgt>
                                        </p:tgtEl>
                                      </p:cBhvr>
                                    </p:animEffect>
                                  </p:childTnLst>
                                </p:cTn>
                              </p:par>
                              <p:par>
                                <p:cTn id="25" presetID="22" presetClass="entr" presetSubtype="4" fill="hold" grpId="0" nodeType="withEffect">
                                  <p:stCondLst>
                                    <p:cond delay="0"/>
                                  </p:stCondLst>
                                  <p:childTnLst>
                                    <p:set>
                                      <p:cBhvr>
                                        <p:cTn id="26" dur="1" fill="hold">
                                          <p:stCondLst>
                                            <p:cond delay="0"/>
                                          </p:stCondLst>
                                        </p:cTn>
                                        <p:tgtEl>
                                          <p:spTgt spid="60420">
                                            <p:txEl>
                                              <p:pRg st="6" end="6"/>
                                            </p:txEl>
                                          </p:spTgt>
                                        </p:tgtEl>
                                        <p:attrNameLst>
                                          <p:attrName>style.visibility</p:attrName>
                                        </p:attrNameLst>
                                      </p:cBhvr>
                                      <p:to>
                                        <p:strVal val="visible"/>
                                      </p:to>
                                    </p:set>
                                    <p:animEffect transition="in" filter="wipe(down)">
                                      <p:cBhvr>
                                        <p:cTn id="27" dur="500"/>
                                        <p:tgtEl>
                                          <p:spTgt spid="60420">
                                            <p:txEl>
                                              <p:pRg st="6" end="6"/>
                                            </p:txEl>
                                          </p:spTgt>
                                        </p:tgtEl>
                                      </p:cBhvr>
                                    </p:animEffect>
                                  </p:childTnLst>
                                </p:cTn>
                              </p:par>
                              <p:par>
                                <p:cTn id="28" presetID="22" presetClass="entr" presetSubtype="4" fill="hold" grpId="0" nodeType="withEffect">
                                  <p:stCondLst>
                                    <p:cond delay="0"/>
                                  </p:stCondLst>
                                  <p:childTnLst>
                                    <p:set>
                                      <p:cBhvr>
                                        <p:cTn id="29" dur="1" fill="hold">
                                          <p:stCondLst>
                                            <p:cond delay="0"/>
                                          </p:stCondLst>
                                        </p:cTn>
                                        <p:tgtEl>
                                          <p:spTgt spid="60420">
                                            <p:txEl>
                                              <p:pRg st="7" end="7"/>
                                            </p:txEl>
                                          </p:spTgt>
                                        </p:tgtEl>
                                        <p:attrNameLst>
                                          <p:attrName>style.visibility</p:attrName>
                                        </p:attrNameLst>
                                      </p:cBhvr>
                                      <p:to>
                                        <p:strVal val="visible"/>
                                      </p:to>
                                    </p:set>
                                    <p:animEffect transition="in" filter="wipe(down)">
                                      <p:cBhvr>
                                        <p:cTn id="30" dur="500"/>
                                        <p:tgtEl>
                                          <p:spTgt spid="60420">
                                            <p:txEl>
                                              <p:pRg st="7" end="7"/>
                                            </p:txEl>
                                          </p:spTgt>
                                        </p:tgtEl>
                                      </p:cBhvr>
                                    </p:animEffect>
                                  </p:childTnLst>
                                </p:cTn>
                              </p:par>
                              <p:par>
                                <p:cTn id="31" presetID="22" presetClass="entr" presetSubtype="4" fill="hold" grpId="0" nodeType="withEffect">
                                  <p:stCondLst>
                                    <p:cond delay="0"/>
                                  </p:stCondLst>
                                  <p:childTnLst>
                                    <p:set>
                                      <p:cBhvr>
                                        <p:cTn id="32" dur="1" fill="hold">
                                          <p:stCondLst>
                                            <p:cond delay="0"/>
                                          </p:stCondLst>
                                        </p:cTn>
                                        <p:tgtEl>
                                          <p:spTgt spid="60420">
                                            <p:txEl>
                                              <p:pRg st="8" end="8"/>
                                            </p:txEl>
                                          </p:spTgt>
                                        </p:tgtEl>
                                        <p:attrNameLst>
                                          <p:attrName>style.visibility</p:attrName>
                                        </p:attrNameLst>
                                      </p:cBhvr>
                                      <p:to>
                                        <p:strVal val="visible"/>
                                      </p:to>
                                    </p:set>
                                    <p:animEffect transition="in" filter="wipe(down)">
                                      <p:cBhvr>
                                        <p:cTn id="33" dur="500"/>
                                        <p:tgtEl>
                                          <p:spTgt spid="60420">
                                            <p:txEl>
                                              <p:pRg st="8" end="8"/>
                                            </p:txEl>
                                          </p:spTgt>
                                        </p:tgtEl>
                                      </p:cBhvr>
                                    </p:animEffect>
                                  </p:childTnLst>
                                </p:cTn>
                              </p:par>
                              <p:par>
                                <p:cTn id="34" presetID="22" presetClass="entr" presetSubtype="4" fill="hold" grpId="0" nodeType="withEffect">
                                  <p:stCondLst>
                                    <p:cond delay="0"/>
                                  </p:stCondLst>
                                  <p:childTnLst>
                                    <p:set>
                                      <p:cBhvr>
                                        <p:cTn id="35" dur="1" fill="hold">
                                          <p:stCondLst>
                                            <p:cond delay="0"/>
                                          </p:stCondLst>
                                        </p:cTn>
                                        <p:tgtEl>
                                          <p:spTgt spid="60420">
                                            <p:txEl>
                                              <p:pRg st="9" end="9"/>
                                            </p:txEl>
                                          </p:spTgt>
                                        </p:tgtEl>
                                        <p:attrNameLst>
                                          <p:attrName>style.visibility</p:attrName>
                                        </p:attrNameLst>
                                      </p:cBhvr>
                                      <p:to>
                                        <p:strVal val="visible"/>
                                      </p:to>
                                    </p:set>
                                    <p:animEffect transition="in" filter="wipe(down)">
                                      <p:cBhvr>
                                        <p:cTn id="36" dur="500"/>
                                        <p:tgtEl>
                                          <p:spTgt spid="60420">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grpId="0" nodeType="clickEffect">
                                  <p:stCondLst>
                                    <p:cond delay="0"/>
                                  </p:stCondLst>
                                  <p:childTnLst>
                                    <p:set>
                                      <p:cBhvr>
                                        <p:cTn id="40" dur="1" fill="hold">
                                          <p:stCondLst>
                                            <p:cond delay="0"/>
                                          </p:stCondLst>
                                        </p:cTn>
                                        <p:tgtEl>
                                          <p:spTgt spid="60420">
                                            <p:txEl>
                                              <p:pRg st="10" end="10"/>
                                            </p:txEl>
                                          </p:spTgt>
                                        </p:tgtEl>
                                        <p:attrNameLst>
                                          <p:attrName>style.visibility</p:attrName>
                                        </p:attrNameLst>
                                      </p:cBhvr>
                                      <p:to>
                                        <p:strVal val="visible"/>
                                      </p:to>
                                    </p:set>
                                    <p:animEffect transition="in" filter="wipe(down)">
                                      <p:cBhvr>
                                        <p:cTn id="41" dur="500"/>
                                        <p:tgtEl>
                                          <p:spTgt spid="60420">
                                            <p:txEl>
                                              <p:pRg st="10" end="10"/>
                                            </p:txEl>
                                          </p:spTgt>
                                        </p:tgtEl>
                                      </p:cBhvr>
                                    </p:animEffect>
                                  </p:childTnLst>
                                </p:cTn>
                              </p:par>
                              <p:par>
                                <p:cTn id="42" presetID="22" presetClass="entr" presetSubtype="4" fill="hold" grpId="0" nodeType="withEffect">
                                  <p:stCondLst>
                                    <p:cond delay="0"/>
                                  </p:stCondLst>
                                  <p:childTnLst>
                                    <p:set>
                                      <p:cBhvr>
                                        <p:cTn id="43" dur="1" fill="hold">
                                          <p:stCondLst>
                                            <p:cond delay="0"/>
                                          </p:stCondLst>
                                        </p:cTn>
                                        <p:tgtEl>
                                          <p:spTgt spid="60420">
                                            <p:txEl>
                                              <p:pRg st="11" end="11"/>
                                            </p:txEl>
                                          </p:spTgt>
                                        </p:tgtEl>
                                        <p:attrNameLst>
                                          <p:attrName>style.visibility</p:attrName>
                                        </p:attrNameLst>
                                      </p:cBhvr>
                                      <p:to>
                                        <p:strVal val="visible"/>
                                      </p:to>
                                    </p:set>
                                    <p:animEffect transition="in" filter="wipe(down)">
                                      <p:cBhvr>
                                        <p:cTn id="44" dur="500"/>
                                        <p:tgtEl>
                                          <p:spTgt spid="60420">
                                            <p:txEl>
                                              <p:pRg st="11" end="11"/>
                                            </p:txEl>
                                          </p:spTgt>
                                        </p:tgtEl>
                                      </p:cBhvr>
                                    </p:animEffect>
                                  </p:childTnLst>
                                </p:cTn>
                              </p:par>
                              <p:par>
                                <p:cTn id="45" presetID="22" presetClass="entr" presetSubtype="4" fill="hold" grpId="0" nodeType="withEffect">
                                  <p:stCondLst>
                                    <p:cond delay="0"/>
                                  </p:stCondLst>
                                  <p:childTnLst>
                                    <p:set>
                                      <p:cBhvr>
                                        <p:cTn id="46" dur="1" fill="hold">
                                          <p:stCondLst>
                                            <p:cond delay="0"/>
                                          </p:stCondLst>
                                        </p:cTn>
                                        <p:tgtEl>
                                          <p:spTgt spid="60420">
                                            <p:txEl>
                                              <p:pRg st="12" end="12"/>
                                            </p:txEl>
                                          </p:spTgt>
                                        </p:tgtEl>
                                        <p:attrNameLst>
                                          <p:attrName>style.visibility</p:attrName>
                                        </p:attrNameLst>
                                      </p:cBhvr>
                                      <p:to>
                                        <p:strVal val="visible"/>
                                      </p:to>
                                    </p:set>
                                    <p:animEffect transition="in" filter="wipe(down)">
                                      <p:cBhvr>
                                        <p:cTn id="47" dur="500"/>
                                        <p:tgtEl>
                                          <p:spTgt spid="60420">
                                            <p:txEl>
                                              <p:pRg st="12" end="12"/>
                                            </p:txEl>
                                          </p:spTgt>
                                        </p:tgtEl>
                                      </p:cBhvr>
                                    </p:animEffect>
                                  </p:childTnLst>
                                </p:cTn>
                              </p:par>
                              <p:par>
                                <p:cTn id="48" presetID="22" presetClass="entr" presetSubtype="4" fill="hold" grpId="0" nodeType="withEffect">
                                  <p:stCondLst>
                                    <p:cond delay="0"/>
                                  </p:stCondLst>
                                  <p:childTnLst>
                                    <p:set>
                                      <p:cBhvr>
                                        <p:cTn id="49" dur="1" fill="hold">
                                          <p:stCondLst>
                                            <p:cond delay="0"/>
                                          </p:stCondLst>
                                        </p:cTn>
                                        <p:tgtEl>
                                          <p:spTgt spid="60420">
                                            <p:txEl>
                                              <p:pRg st="13" end="13"/>
                                            </p:txEl>
                                          </p:spTgt>
                                        </p:tgtEl>
                                        <p:attrNameLst>
                                          <p:attrName>style.visibility</p:attrName>
                                        </p:attrNameLst>
                                      </p:cBhvr>
                                      <p:to>
                                        <p:strVal val="visible"/>
                                      </p:to>
                                    </p:set>
                                    <p:animEffect transition="in" filter="wipe(down)">
                                      <p:cBhvr>
                                        <p:cTn id="50" dur="500"/>
                                        <p:tgtEl>
                                          <p:spTgt spid="60420">
                                            <p:txEl>
                                              <p:pRg st="13" end="13"/>
                                            </p:txEl>
                                          </p:spTgt>
                                        </p:tgtEl>
                                      </p:cBhvr>
                                    </p:animEffect>
                                  </p:childTnLst>
                                </p:cTn>
                              </p:par>
                              <p:par>
                                <p:cTn id="51" presetID="22" presetClass="entr" presetSubtype="4" fill="hold" grpId="0" nodeType="withEffect">
                                  <p:stCondLst>
                                    <p:cond delay="0"/>
                                  </p:stCondLst>
                                  <p:childTnLst>
                                    <p:set>
                                      <p:cBhvr>
                                        <p:cTn id="52" dur="1" fill="hold">
                                          <p:stCondLst>
                                            <p:cond delay="0"/>
                                          </p:stCondLst>
                                        </p:cTn>
                                        <p:tgtEl>
                                          <p:spTgt spid="60420">
                                            <p:txEl>
                                              <p:pRg st="14" end="14"/>
                                            </p:txEl>
                                          </p:spTgt>
                                        </p:tgtEl>
                                        <p:attrNameLst>
                                          <p:attrName>style.visibility</p:attrName>
                                        </p:attrNameLst>
                                      </p:cBhvr>
                                      <p:to>
                                        <p:strVal val="visible"/>
                                      </p:to>
                                    </p:set>
                                    <p:animEffect transition="in" filter="wipe(down)">
                                      <p:cBhvr>
                                        <p:cTn id="53" dur="500"/>
                                        <p:tgtEl>
                                          <p:spTgt spid="60420">
                                            <p:txEl>
                                              <p:pRg st="14" end="14"/>
                                            </p:txEl>
                                          </p:spTgt>
                                        </p:tgtEl>
                                      </p:cBhvr>
                                    </p:animEffect>
                                  </p:childTnLst>
                                </p:cTn>
                              </p:par>
                              <p:par>
                                <p:cTn id="54" presetID="22" presetClass="entr" presetSubtype="4" fill="hold" grpId="0" nodeType="withEffect">
                                  <p:stCondLst>
                                    <p:cond delay="0"/>
                                  </p:stCondLst>
                                  <p:childTnLst>
                                    <p:set>
                                      <p:cBhvr>
                                        <p:cTn id="55" dur="1" fill="hold">
                                          <p:stCondLst>
                                            <p:cond delay="0"/>
                                          </p:stCondLst>
                                        </p:cTn>
                                        <p:tgtEl>
                                          <p:spTgt spid="60420">
                                            <p:txEl>
                                              <p:pRg st="15" end="15"/>
                                            </p:txEl>
                                          </p:spTgt>
                                        </p:tgtEl>
                                        <p:attrNameLst>
                                          <p:attrName>style.visibility</p:attrName>
                                        </p:attrNameLst>
                                      </p:cBhvr>
                                      <p:to>
                                        <p:strVal val="visible"/>
                                      </p:to>
                                    </p:set>
                                    <p:animEffect transition="in" filter="wipe(down)">
                                      <p:cBhvr>
                                        <p:cTn id="56" dur="500"/>
                                        <p:tgtEl>
                                          <p:spTgt spid="60420">
                                            <p:txEl>
                                              <p:pRg st="15" end="15"/>
                                            </p:txEl>
                                          </p:spTgt>
                                        </p:tgtEl>
                                      </p:cBhvr>
                                    </p:animEffect>
                                  </p:childTnLst>
                                </p:cTn>
                              </p:par>
                              <p:par>
                                <p:cTn id="57" presetID="22" presetClass="entr" presetSubtype="4" fill="hold" grpId="0" nodeType="withEffect">
                                  <p:stCondLst>
                                    <p:cond delay="0"/>
                                  </p:stCondLst>
                                  <p:childTnLst>
                                    <p:set>
                                      <p:cBhvr>
                                        <p:cTn id="58" dur="1" fill="hold">
                                          <p:stCondLst>
                                            <p:cond delay="0"/>
                                          </p:stCondLst>
                                        </p:cTn>
                                        <p:tgtEl>
                                          <p:spTgt spid="60420">
                                            <p:txEl>
                                              <p:pRg st="16" end="16"/>
                                            </p:txEl>
                                          </p:spTgt>
                                        </p:tgtEl>
                                        <p:attrNameLst>
                                          <p:attrName>style.visibility</p:attrName>
                                        </p:attrNameLst>
                                      </p:cBhvr>
                                      <p:to>
                                        <p:strVal val="visible"/>
                                      </p:to>
                                    </p:set>
                                    <p:animEffect transition="in" filter="wipe(down)">
                                      <p:cBhvr>
                                        <p:cTn id="59" dur="500"/>
                                        <p:tgtEl>
                                          <p:spTgt spid="60420">
                                            <p:txEl>
                                              <p:pRg st="16" end="16"/>
                                            </p:txEl>
                                          </p:spTgt>
                                        </p:tgtEl>
                                      </p:cBhvr>
                                    </p:animEffect>
                                  </p:childTnLst>
                                </p:cTn>
                              </p:par>
                              <p:par>
                                <p:cTn id="60" presetID="22" presetClass="entr" presetSubtype="4" fill="hold" grpId="0" nodeType="withEffect">
                                  <p:stCondLst>
                                    <p:cond delay="0"/>
                                  </p:stCondLst>
                                  <p:childTnLst>
                                    <p:set>
                                      <p:cBhvr>
                                        <p:cTn id="61" dur="1" fill="hold">
                                          <p:stCondLst>
                                            <p:cond delay="0"/>
                                          </p:stCondLst>
                                        </p:cTn>
                                        <p:tgtEl>
                                          <p:spTgt spid="60420">
                                            <p:txEl>
                                              <p:pRg st="17" end="17"/>
                                            </p:txEl>
                                          </p:spTgt>
                                        </p:tgtEl>
                                        <p:attrNameLst>
                                          <p:attrName>style.visibility</p:attrName>
                                        </p:attrNameLst>
                                      </p:cBhvr>
                                      <p:to>
                                        <p:strVal val="visible"/>
                                      </p:to>
                                    </p:set>
                                    <p:animEffect transition="in" filter="wipe(down)">
                                      <p:cBhvr>
                                        <p:cTn id="62" dur="500"/>
                                        <p:tgtEl>
                                          <p:spTgt spid="60420">
                                            <p:txEl>
                                              <p:pRg st="17" end="17"/>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4" fill="hold" grpId="0" nodeType="clickEffect">
                                  <p:stCondLst>
                                    <p:cond delay="0"/>
                                  </p:stCondLst>
                                  <p:childTnLst>
                                    <p:set>
                                      <p:cBhvr>
                                        <p:cTn id="66" dur="1" fill="hold">
                                          <p:stCondLst>
                                            <p:cond delay="0"/>
                                          </p:stCondLst>
                                        </p:cTn>
                                        <p:tgtEl>
                                          <p:spTgt spid="60420">
                                            <p:txEl>
                                              <p:pRg st="18" end="18"/>
                                            </p:txEl>
                                          </p:spTgt>
                                        </p:tgtEl>
                                        <p:attrNameLst>
                                          <p:attrName>style.visibility</p:attrName>
                                        </p:attrNameLst>
                                      </p:cBhvr>
                                      <p:to>
                                        <p:strVal val="visible"/>
                                      </p:to>
                                    </p:set>
                                    <p:animEffect transition="in" filter="wipe(down)">
                                      <p:cBhvr>
                                        <p:cTn id="67" dur="500"/>
                                        <p:tgtEl>
                                          <p:spTgt spid="60420">
                                            <p:txEl>
                                              <p:pRg st="18" end="18"/>
                                            </p:txEl>
                                          </p:spTgt>
                                        </p:tgtEl>
                                      </p:cBhvr>
                                    </p:animEffect>
                                  </p:childTnLst>
                                </p:cTn>
                              </p:par>
                              <p:par>
                                <p:cTn id="68" presetID="22" presetClass="entr" presetSubtype="4" fill="hold" grpId="0" nodeType="withEffect">
                                  <p:stCondLst>
                                    <p:cond delay="0"/>
                                  </p:stCondLst>
                                  <p:childTnLst>
                                    <p:set>
                                      <p:cBhvr>
                                        <p:cTn id="69" dur="1" fill="hold">
                                          <p:stCondLst>
                                            <p:cond delay="0"/>
                                          </p:stCondLst>
                                        </p:cTn>
                                        <p:tgtEl>
                                          <p:spTgt spid="60420">
                                            <p:txEl>
                                              <p:pRg st="19" end="19"/>
                                            </p:txEl>
                                          </p:spTgt>
                                        </p:tgtEl>
                                        <p:attrNameLst>
                                          <p:attrName>style.visibility</p:attrName>
                                        </p:attrNameLst>
                                      </p:cBhvr>
                                      <p:to>
                                        <p:strVal val="visible"/>
                                      </p:to>
                                    </p:set>
                                    <p:animEffect transition="in" filter="wipe(down)">
                                      <p:cBhvr>
                                        <p:cTn id="70" dur="500"/>
                                        <p:tgtEl>
                                          <p:spTgt spid="60420">
                                            <p:txEl>
                                              <p:pRg st="19" end="19"/>
                                            </p:txEl>
                                          </p:spTgt>
                                        </p:tgtEl>
                                      </p:cBhvr>
                                    </p:animEffect>
                                  </p:childTnLst>
                                </p:cTn>
                              </p:par>
                              <p:par>
                                <p:cTn id="71" presetID="22" presetClass="entr" presetSubtype="4" fill="hold" grpId="0" nodeType="withEffect">
                                  <p:stCondLst>
                                    <p:cond delay="0"/>
                                  </p:stCondLst>
                                  <p:childTnLst>
                                    <p:set>
                                      <p:cBhvr>
                                        <p:cTn id="72" dur="1" fill="hold">
                                          <p:stCondLst>
                                            <p:cond delay="0"/>
                                          </p:stCondLst>
                                        </p:cTn>
                                        <p:tgtEl>
                                          <p:spTgt spid="60420">
                                            <p:txEl>
                                              <p:pRg st="20" end="20"/>
                                            </p:txEl>
                                          </p:spTgt>
                                        </p:tgtEl>
                                        <p:attrNameLst>
                                          <p:attrName>style.visibility</p:attrName>
                                        </p:attrNameLst>
                                      </p:cBhvr>
                                      <p:to>
                                        <p:strVal val="visible"/>
                                      </p:to>
                                    </p:set>
                                    <p:animEffect transition="in" filter="wipe(down)">
                                      <p:cBhvr>
                                        <p:cTn id="73" dur="500"/>
                                        <p:tgtEl>
                                          <p:spTgt spid="60420">
                                            <p:txEl>
                                              <p:pRg st="20" end="20"/>
                                            </p:txEl>
                                          </p:spTgt>
                                        </p:tgtEl>
                                      </p:cBhvr>
                                    </p:animEffect>
                                  </p:childTnLst>
                                </p:cTn>
                              </p:par>
                              <p:par>
                                <p:cTn id="74" presetID="22" presetClass="entr" presetSubtype="4" fill="hold" grpId="0" nodeType="withEffect">
                                  <p:stCondLst>
                                    <p:cond delay="0"/>
                                  </p:stCondLst>
                                  <p:childTnLst>
                                    <p:set>
                                      <p:cBhvr>
                                        <p:cTn id="75" dur="1" fill="hold">
                                          <p:stCondLst>
                                            <p:cond delay="0"/>
                                          </p:stCondLst>
                                        </p:cTn>
                                        <p:tgtEl>
                                          <p:spTgt spid="60420">
                                            <p:txEl>
                                              <p:pRg st="21" end="21"/>
                                            </p:txEl>
                                          </p:spTgt>
                                        </p:tgtEl>
                                        <p:attrNameLst>
                                          <p:attrName>style.visibility</p:attrName>
                                        </p:attrNameLst>
                                      </p:cBhvr>
                                      <p:to>
                                        <p:strVal val="visible"/>
                                      </p:to>
                                    </p:set>
                                    <p:animEffect transition="in" filter="wipe(down)">
                                      <p:cBhvr>
                                        <p:cTn id="76" dur="500"/>
                                        <p:tgtEl>
                                          <p:spTgt spid="60420">
                                            <p:txEl>
                                              <p:pRg st="21" end="21"/>
                                            </p:txEl>
                                          </p:spTgt>
                                        </p:tgtEl>
                                      </p:cBhvr>
                                    </p:animEffect>
                                  </p:childTnLst>
                                </p:cTn>
                              </p:par>
                              <p:par>
                                <p:cTn id="77" presetID="22" presetClass="entr" presetSubtype="4" fill="hold" grpId="0" nodeType="withEffect">
                                  <p:stCondLst>
                                    <p:cond delay="0"/>
                                  </p:stCondLst>
                                  <p:childTnLst>
                                    <p:set>
                                      <p:cBhvr>
                                        <p:cTn id="78" dur="1" fill="hold">
                                          <p:stCondLst>
                                            <p:cond delay="0"/>
                                          </p:stCondLst>
                                        </p:cTn>
                                        <p:tgtEl>
                                          <p:spTgt spid="60420">
                                            <p:txEl>
                                              <p:pRg st="22" end="22"/>
                                            </p:txEl>
                                          </p:spTgt>
                                        </p:tgtEl>
                                        <p:attrNameLst>
                                          <p:attrName>style.visibility</p:attrName>
                                        </p:attrNameLst>
                                      </p:cBhvr>
                                      <p:to>
                                        <p:strVal val="visible"/>
                                      </p:to>
                                    </p:set>
                                    <p:animEffect transition="in" filter="wipe(down)">
                                      <p:cBhvr>
                                        <p:cTn id="79" dur="500"/>
                                        <p:tgtEl>
                                          <p:spTgt spid="60420">
                                            <p:txEl>
                                              <p:pRg st="22" end="22"/>
                                            </p:txEl>
                                          </p:spTgt>
                                        </p:tgtEl>
                                      </p:cBhvr>
                                    </p:animEffect>
                                  </p:childTnLst>
                                </p:cTn>
                              </p:par>
                              <p:par>
                                <p:cTn id="80" presetID="22" presetClass="entr" presetSubtype="4" fill="hold" grpId="0" nodeType="withEffect">
                                  <p:stCondLst>
                                    <p:cond delay="0"/>
                                  </p:stCondLst>
                                  <p:childTnLst>
                                    <p:set>
                                      <p:cBhvr>
                                        <p:cTn id="81" dur="1" fill="hold">
                                          <p:stCondLst>
                                            <p:cond delay="0"/>
                                          </p:stCondLst>
                                        </p:cTn>
                                        <p:tgtEl>
                                          <p:spTgt spid="60420">
                                            <p:txEl>
                                              <p:pRg st="23" end="23"/>
                                            </p:txEl>
                                          </p:spTgt>
                                        </p:tgtEl>
                                        <p:attrNameLst>
                                          <p:attrName>style.visibility</p:attrName>
                                        </p:attrNameLst>
                                      </p:cBhvr>
                                      <p:to>
                                        <p:strVal val="visible"/>
                                      </p:to>
                                    </p:set>
                                    <p:animEffect transition="in" filter="wipe(down)">
                                      <p:cBhvr>
                                        <p:cTn id="82" dur="500"/>
                                        <p:tgtEl>
                                          <p:spTgt spid="60420">
                                            <p:txEl>
                                              <p:pRg st="23" end="23"/>
                                            </p:txEl>
                                          </p:spTgt>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ntr" presetSubtype="4" fill="hold" grpId="0" nodeType="click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wipe(down)">
                                      <p:cBhvr>
                                        <p:cTn id="87" dur="5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1" fill="hold"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up)">
                                      <p:cBhvr>
                                        <p:cTn id="92" dur="500"/>
                                        <p:tgtEl>
                                          <p:spTgt spid="33"/>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1" fill="hold" nodeType="clickEffect">
                                  <p:stCondLst>
                                    <p:cond delay="0"/>
                                  </p:stCondLst>
                                  <p:childTnLst>
                                    <p:set>
                                      <p:cBhvr>
                                        <p:cTn id="96" dur="1" fill="hold">
                                          <p:stCondLst>
                                            <p:cond delay="0"/>
                                          </p:stCondLst>
                                        </p:cTn>
                                        <p:tgtEl>
                                          <p:spTgt spid="30"/>
                                        </p:tgtEl>
                                        <p:attrNameLst>
                                          <p:attrName>style.visibility</p:attrName>
                                        </p:attrNameLst>
                                      </p:cBhvr>
                                      <p:to>
                                        <p:strVal val="visible"/>
                                      </p:to>
                                    </p:set>
                                    <p:animEffect transition="in" filter="wipe(up)">
                                      <p:cBhvr>
                                        <p:cTn id="97" dur="500"/>
                                        <p:tgtEl>
                                          <p:spTgt spid="30"/>
                                        </p:tgtEl>
                                      </p:cBhvr>
                                    </p:animEffect>
                                  </p:childTnLst>
                                </p:cTn>
                              </p:par>
                            </p:childTnLst>
                          </p:cTn>
                        </p:par>
                      </p:childTnLst>
                    </p:cTn>
                  </p:par>
                  <p:par>
                    <p:cTn id="98" fill="hold">
                      <p:stCondLst>
                        <p:cond delay="indefinite"/>
                      </p:stCondLst>
                      <p:childTnLst>
                        <p:par>
                          <p:cTn id="99" fill="hold">
                            <p:stCondLst>
                              <p:cond delay="0"/>
                            </p:stCondLst>
                            <p:childTnLst>
                              <p:par>
                                <p:cTn id="100" presetID="22" presetClass="entr" presetSubtype="1" fill="hold" nodeType="clickEffect">
                                  <p:stCondLst>
                                    <p:cond delay="0"/>
                                  </p:stCondLst>
                                  <p:childTnLst>
                                    <p:set>
                                      <p:cBhvr>
                                        <p:cTn id="101" dur="1" fill="hold">
                                          <p:stCondLst>
                                            <p:cond delay="0"/>
                                          </p:stCondLst>
                                        </p:cTn>
                                        <p:tgtEl>
                                          <p:spTgt spid="36"/>
                                        </p:tgtEl>
                                        <p:attrNameLst>
                                          <p:attrName>style.visibility</p:attrName>
                                        </p:attrNameLst>
                                      </p:cBhvr>
                                      <p:to>
                                        <p:strVal val="visible"/>
                                      </p:to>
                                    </p:set>
                                    <p:animEffect transition="in" filter="wipe(up)">
                                      <p:cBhvr>
                                        <p:cTn id="102" dur="500"/>
                                        <p:tgtEl>
                                          <p:spTgt spid="36"/>
                                        </p:tgtEl>
                                      </p:cBhvr>
                                    </p:animEffect>
                                  </p:childTnLst>
                                </p:cTn>
                              </p:par>
                            </p:childTnLst>
                          </p:cTn>
                        </p:par>
                      </p:childTnLst>
                    </p:cTn>
                  </p:par>
                  <p:par>
                    <p:cTn id="103" fill="hold">
                      <p:stCondLst>
                        <p:cond delay="indefinite"/>
                      </p:stCondLst>
                      <p:childTnLst>
                        <p:par>
                          <p:cTn id="104" fill="hold">
                            <p:stCondLst>
                              <p:cond delay="0"/>
                            </p:stCondLst>
                            <p:childTnLst>
                              <p:par>
                                <p:cTn id="105" presetID="22" presetClass="entr" presetSubtype="1" fill="hold" nodeType="clickEffect">
                                  <p:stCondLst>
                                    <p:cond delay="0"/>
                                  </p:stCondLst>
                                  <p:childTnLst>
                                    <p:set>
                                      <p:cBhvr>
                                        <p:cTn id="106" dur="1" fill="hold">
                                          <p:stCondLst>
                                            <p:cond delay="0"/>
                                          </p:stCondLst>
                                        </p:cTn>
                                        <p:tgtEl>
                                          <p:spTgt spid="52"/>
                                        </p:tgtEl>
                                        <p:attrNameLst>
                                          <p:attrName>style.visibility</p:attrName>
                                        </p:attrNameLst>
                                      </p:cBhvr>
                                      <p:to>
                                        <p:strVal val="visible"/>
                                      </p:to>
                                    </p:set>
                                    <p:animEffect transition="in" filter="wipe(up)">
                                      <p:cBhvr>
                                        <p:cTn id="107" dur="500"/>
                                        <p:tgtEl>
                                          <p:spTgt spid="52"/>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ntr" presetSubtype="1" fill="hold" nodeType="clickEffect">
                                  <p:stCondLst>
                                    <p:cond delay="0"/>
                                  </p:stCondLst>
                                  <p:childTnLst>
                                    <p:set>
                                      <p:cBhvr>
                                        <p:cTn id="111" dur="1" fill="hold">
                                          <p:stCondLst>
                                            <p:cond delay="0"/>
                                          </p:stCondLst>
                                        </p:cTn>
                                        <p:tgtEl>
                                          <p:spTgt spid="55"/>
                                        </p:tgtEl>
                                        <p:attrNameLst>
                                          <p:attrName>style.visibility</p:attrName>
                                        </p:attrNameLst>
                                      </p:cBhvr>
                                      <p:to>
                                        <p:strVal val="visible"/>
                                      </p:to>
                                    </p:set>
                                    <p:animEffect transition="in" filter="wipe(up)">
                                      <p:cBhvr>
                                        <p:cTn id="112" dur="500"/>
                                        <p:tgtEl>
                                          <p:spTgt spid="55"/>
                                        </p:tgtEl>
                                      </p:cBhvr>
                                    </p:animEffect>
                                  </p:childTnLst>
                                </p:cTn>
                              </p:par>
                            </p:childTnLst>
                          </p:cTn>
                        </p:par>
                      </p:childTnLst>
                    </p:cTn>
                  </p:par>
                  <p:par>
                    <p:cTn id="113" fill="hold">
                      <p:stCondLst>
                        <p:cond delay="indefinite"/>
                      </p:stCondLst>
                      <p:childTnLst>
                        <p:par>
                          <p:cTn id="114" fill="hold">
                            <p:stCondLst>
                              <p:cond delay="0"/>
                            </p:stCondLst>
                            <p:childTnLst>
                              <p:par>
                                <p:cTn id="115" presetID="22" presetClass="entr" presetSubtype="1" fill="hold" nodeType="clickEffect">
                                  <p:stCondLst>
                                    <p:cond delay="0"/>
                                  </p:stCondLst>
                                  <p:childTnLst>
                                    <p:set>
                                      <p:cBhvr>
                                        <p:cTn id="116" dur="1" fill="hold">
                                          <p:stCondLst>
                                            <p:cond delay="0"/>
                                          </p:stCondLst>
                                        </p:cTn>
                                        <p:tgtEl>
                                          <p:spTgt spid="49"/>
                                        </p:tgtEl>
                                        <p:attrNameLst>
                                          <p:attrName>style.visibility</p:attrName>
                                        </p:attrNameLst>
                                      </p:cBhvr>
                                      <p:to>
                                        <p:strVal val="visible"/>
                                      </p:to>
                                    </p:set>
                                    <p:animEffect transition="in" filter="wipe(up)">
                                      <p:cBhvr>
                                        <p:cTn id="117" dur="500"/>
                                        <p:tgtEl>
                                          <p:spTgt spid="49"/>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ntr" presetSubtype="1" fill="hold" nodeType="clickEffect">
                                  <p:stCondLst>
                                    <p:cond delay="0"/>
                                  </p:stCondLst>
                                  <p:childTnLst>
                                    <p:set>
                                      <p:cBhvr>
                                        <p:cTn id="121" dur="1" fill="hold">
                                          <p:stCondLst>
                                            <p:cond delay="0"/>
                                          </p:stCondLst>
                                        </p:cTn>
                                        <p:tgtEl>
                                          <p:spTgt spid="61"/>
                                        </p:tgtEl>
                                        <p:attrNameLst>
                                          <p:attrName>style.visibility</p:attrName>
                                        </p:attrNameLst>
                                      </p:cBhvr>
                                      <p:to>
                                        <p:strVal val="visible"/>
                                      </p:to>
                                    </p:set>
                                    <p:animEffect transition="in" filter="wipe(up)">
                                      <p:cBhvr>
                                        <p:cTn id="122" dur="500"/>
                                        <p:tgtEl>
                                          <p:spTgt spid="61"/>
                                        </p:tgtEl>
                                      </p:cBhvr>
                                    </p:animEffect>
                                  </p:childTnLst>
                                </p:cTn>
                              </p:par>
                            </p:childTnLst>
                          </p:cTn>
                        </p:par>
                      </p:childTnLst>
                    </p:cTn>
                  </p:par>
                  <p:par>
                    <p:cTn id="123" fill="hold">
                      <p:stCondLst>
                        <p:cond delay="indefinite"/>
                      </p:stCondLst>
                      <p:childTnLst>
                        <p:par>
                          <p:cTn id="124" fill="hold">
                            <p:stCondLst>
                              <p:cond delay="0"/>
                            </p:stCondLst>
                            <p:childTnLst>
                              <p:par>
                                <p:cTn id="125" presetID="22" presetClass="entr" presetSubtype="1" fill="hold" nodeType="clickEffect">
                                  <p:stCondLst>
                                    <p:cond delay="0"/>
                                  </p:stCondLst>
                                  <p:childTnLst>
                                    <p:set>
                                      <p:cBhvr>
                                        <p:cTn id="126" dur="1" fill="hold">
                                          <p:stCondLst>
                                            <p:cond delay="0"/>
                                          </p:stCondLst>
                                        </p:cTn>
                                        <p:tgtEl>
                                          <p:spTgt spid="58"/>
                                        </p:tgtEl>
                                        <p:attrNameLst>
                                          <p:attrName>style.visibility</p:attrName>
                                        </p:attrNameLst>
                                      </p:cBhvr>
                                      <p:to>
                                        <p:strVal val="visible"/>
                                      </p:to>
                                    </p:set>
                                    <p:animEffect transition="in" filter="wipe(up)">
                                      <p:cBhvr>
                                        <p:cTn id="127" dur="500"/>
                                        <p:tgtEl>
                                          <p:spTgt spid="58"/>
                                        </p:tgtEl>
                                      </p:cBhvr>
                                    </p:animEffect>
                                  </p:childTnLst>
                                </p:cTn>
                              </p:par>
                            </p:childTnLst>
                          </p:cTn>
                        </p:par>
                      </p:childTnLst>
                    </p:cTn>
                  </p:par>
                  <p:par>
                    <p:cTn id="128" fill="hold">
                      <p:stCondLst>
                        <p:cond delay="indefinite"/>
                      </p:stCondLst>
                      <p:childTnLst>
                        <p:par>
                          <p:cTn id="129" fill="hold">
                            <p:stCondLst>
                              <p:cond delay="0"/>
                            </p:stCondLst>
                            <p:childTnLst>
                              <p:par>
                                <p:cTn id="130" presetID="22" presetClass="entr" presetSubtype="1" fill="hold" nodeType="clickEffect">
                                  <p:stCondLst>
                                    <p:cond delay="0"/>
                                  </p:stCondLst>
                                  <p:childTnLst>
                                    <p:set>
                                      <p:cBhvr>
                                        <p:cTn id="131" dur="1" fill="hold">
                                          <p:stCondLst>
                                            <p:cond delay="0"/>
                                          </p:stCondLst>
                                        </p:cTn>
                                        <p:tgtEl>
                                          <p:spTgt spid="39"/>
                                        </p:tgtEl>
                                        <p:attrNameLst>
                                          <p:attrName>style.visibility</p:attrName>
                                        </p:attrNameLst>
                                      </p:cBhvr>
                                      <p:to>
                                        <p:strVal val="visible"/>
                                      </p:to>
                                    </p:set>
                                    <p:animEffect transition="in" filter="wipe(up)">
                                      <p:cBhvr>
                                        <p:cTn id="132" dur="500"/>
                                        <p:tgtEl>
                                          <p:spTgt spid="39"/>
                                        </p:tgtEl>
                                      </p:cBhvr>
                                    </p:animEffect>
                                  </p:childTnLst>
                                </p:cTn>
                              </p:par>
                            </p:childTnLst>
                          </p:cTn>
                        </p:par>
                      </p:childTnLst>
                    </p:cTn>
                  </p:par>
                  <p:par>
                    <p:cTn id="133" fill="hold">
                      <p:stCondLst>
                        <p:cond delay="indefinite"/>
                      </p:stCondLst>
                      <p:childTnLst>
                        <p:par>
                          <p:cTn id="134" fill="hold">
                            <p:stCondLst>
                              <p:cond delay="0"/>
                            </p:stCondLst>
                            <p:childTnLst>
                              <p:par>
                                <p:cTn id="135" presetID="22" presetClass="entr" presetSubtype="1" fill="hold" nodeType="clickEffect">
                                  <p:stCondLst>
                                    <p:cond delay="0"/>
                                  </p:stCondLst>
                                  <p:childTnLst>
                                    <p:set>
                                      <p:cBhvr>
                                        <p:cTn id="136" dur="1" fill="hold">
                                          <p:stCondLst>
                                            <p:cond delay="0"/>
                                          </p:stCondLst>
                                        </p:cTn>
                                        <p:tgtEl>
                                          <p:spTgt spid="44"/>
                                        </p:tgtEl>
                                        <p:attrNameLst>
                                          <p:attrName>style.visibility</p:attrName>
                                        </p:attrNameLst>
                                      </p:cBhvr>
                                      <p:to>
                                        <p:strVal val="visible"/>
                                      </p:to>
                                    </p:set>
                                    <p:animEffect transition="in" filter="wipe(up)">
                                      <p:cBhvr>
                                        <p:cTn id="137" dur="500"/>
                                        <p:tgtEl>
                                          <p:spTgt spid="44"/>
                                        </p:tgtEl>
                                      </p:cBhvr>
                                    </p:animEffect>
                                  </p:childTnLst>
                                </p:cTn>
                              </p:par>
                            </p:childTnLst>
                          </p:cTn>
                        </p:par>
                      </p:childTnLst>
                    </p:cTn>
                  </p:par>
                  <p:par>
                    <p:cTn id="138" fill="hold">
                      <p:stCondLst>
                        <p:cond delay="indefinite"/>
                      </p:stCondLst>
                      <p:childTnLst>
                        <p:par>
                          <p:cTn id="139" fill="hold">
                            <p:stCondLst>
                              <p:cond delay="0"/>
                            </p:stCondLst>
                            <p:childTnLst>
                              <p:par>
                                <p:cTn id="140" presetID="22" presetClass="entr" presetSubtype="1" fill="hold" nodeType="clickEffect">
                                  <p:stCondLst>
                                    <p:cond delay="0"/>
                                  </p:stCondLst>
                                  <p:childTnLst>
                                    <p:set>
                                      <p:cBhvr>
                                        <p:cTn id="141" dur="1" fill="hold">
                                          <p:stCondLst>
                                            <p:cond delay="0"/>
                                          </p:stCondLst>
                                        </p:cTn>
                                        <p:tgtEl>
                                          <p:spTgt spid="64"/>
                                        </p:tgtEl>
                                        <p:attrNameLst>
                                          <p:attrName>style.visibility</p:attrName>
                                        </p:attrNameLst>
                                      </p:cBhvr>
                                      <p:to>
                                        <p:strVal val="visible"/>
                                      </p:to>
                                    </p:set>
                                    <p:animEffect transition="in" filter="wipe(up)">
                                      <p:cBhvr>
                                        <p:cTn id="142"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420" grpId="0" uiExpand="1" build="p"/>
      <p:bldP spid="29"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4"/>
          <p:cNvSpPr>
            <a:spLocks noChangeArrowheads="1"/>
          </p:cNvSpPr>
          <p:nvPr/>
        </p:nvSpPr>
        <p:spPr bwMode="auto">
          <a:xfrm>
            <a:off x="2084388" y="322263"/>
            <a:ext cx="438150" cy="450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m</a:t>
            </a:r>
          </a:p>
        </p:txBody>
      </p:sp>
      <p:sp>
        <p:nvSpPr>
          <p:cNvPr id="74759" name="Rectangle 6"/>
          <p:cNvSpPr>
            <a:spLocks noChangeArrowheads="1"/>
          </p:cNvSpPr>
          <p:nvPr/>
        </p:nvSpPr>
        <p:spPr bwMode="auto">
          <a:xfrm>
            <a:off x="896665" y="1040780"/>
            <a:ext cx="434975" cy="450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48138" name="Line 8"/>
          <p:cNvSpPr>
            <a:spLocks noChangeShapeType="1"/>
          </p:cNvSpPr>
          <p:nvPr/>
        </p:nvSpPr>
        <p:spPr bwMode="auto">
          <a:xfrm flipH="1">
            <a:off x="1120775" y="668338"/>
            <a:ext cx="1095375" cy="538162"/>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graphicFrame>
        <p:nvGraphicFramePr>
          <p:cNvPr id="40" name="Group 18"/>
          <p:cNvGraphicFramePr>
            <a:graphicFrameLocks noGrp="1"/>
          </p:cNvGraphicFramePr>
          <p:nvPr>
            <p:extLst>
              <p:ext uri="{D42A27DB-BD31-4B8C-83A1-F6EECF244321}">
                <p14:modId xmlns:p14="http://schemas.microsoft.com/office/powerpoint/2010/main" val="100563107"/>
              </p:ext>
            </p:extLst>
          </p:nvPr>
        </p:nvGraphicFramePr>
        <p:xfrm>
          <a:off x="6980238" y="441325"/>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0"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int</a:t>
                      </a:r>
                      <a:r>
                        <a:rPr kumimoji="0" lang="zh-CN" altLang="en-US" sz="1800" b="1" i="1"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 </a:t>
                      </a:r>
                      <a:r>
                        <a:rPr kumimoji="0" lang="en-US" altLang="zh-CN" sz="1800" b="1" i="1"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a</a:t>
                      </a:r>
                      <a:r>
                        <a:rPr kumimoji="0" lang="en-US" altLang="zh-CN" sz="1800" b="1" i="0"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[11]</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main</a:t>
                      </a:r>
                      <a:endPar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endParaRP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graphicFrame>
        <p:nvGraphicFramePr>
          <p:cNvPr id="41" name="Group 26"/>
          <p:cNvGraphicFramePr>
            <a:graphicFrameLocks noGrp="1"/>
          </p:cNvGraphicFramePr>
          <p:nvPr>
            <p:extLst>
              <p:ext uri="{D42A27DB-BD31-4B8C-83A1-F6EECF244321}">
                <p14:modId xmlns:p14="http://schemas.microsoft.com/office/powerpoint/2010/main" val="492073892"/>
              </p:ext>
            </p:extLst>
          </p:nvPr>
        </p:nvGraphicFramePr>
        <p:xfrm>
          <a:off x="6980238" y="1135879"/>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r</a:t>
                      </a:r>
                      <a:endPar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endParaRP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0" u="none" strike="noStrike" cap="none" normalizeH="0" baseline="0" dirty="0" err="1">
                          <a:ln>
                            <a:noFill/>
                          </a:ln>
                          <a:solidFill>
                            <a:srgbClr val="0070C0"/>
                          </a:solidFill>
                          <a:effectLst/>
                          <a:latin typeface="Times New Roman" pitchFamily="18" charset="0"/>
                          <a:ea typeface="楷体_GB2312" pitchFamily="49" charset="-122"/>
                          <a:cs typeface="Times New Roman" pitchFamily="18" charset="0"/>
                        </a:rPr>
                        <a:t>int</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 </a:t>
                      </a: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i</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44" name="Rectangle 31"/>
          <p:cNvSpPr>
            <a:spLocks noChangeArrowheads="1"/>
          </p:cNvSpPr>
          <p:nvPr/>
        </p:nvSpPr>
        <p:spPr bwMode="auto">
          <a:xfrm>
            <a:off x="1290638" y="44450"/>
            <a:ext cx="2105025" cy="439738"/>
          </a:xfrm>
          <a:prstGeom prst="rect">
            <a:avLst/>
          </a:prstGeom>
          <a:noFill/>
          <a:ln w="9525">
            <a:noFill/>
            <a:miter lim="800000"/>
            <a:headEnd/>
            <a:tailEnd/>
          </a:ln>
        </p:spPr>
        <p:txBody>
          <a:bodyPr lIns="68580" tIns="34290" rIns="68580" bIns="34290">
            <a:spAutoFit/>
          </a:bodyPr>
          <a:lstStyle/>
          <a:p>
            <a:pPr algn="ctr" eaLnBrk="1" hangingPunct="1">
              <a:defRPr/>
            </a:pPr>
            <a:r>
              <a:rPr lang="zh-CN" altLang="en-US" sz="2400" dirty="0">
                <a:solidFill>
                  <a:schemeClr val="tx2">
                    <a:lumMod val="60000"/>
                    <a:lumOff val="40000"/>
                  </a:schemeClr>
                </a:solidFill>
                <a:latin typeface="楷体" pitchFamily="49" charset="-122"/>
                <a:ea typeface="楷体" pitchFamily="49" charset="-122"/>
                <a:cs typeface="Times New Roman" pitchFamily="18" charset="0"/>
              </a:rPr>
              <a:t>活动树</a:t>
            </a:r>
          </a:p>
        </p:txBody>
      </p:sp>
      <p:sp>
        <p:nvSpPr>
          <p:cNvPr id="45" name="Rectangle 32"/>
          <p:cNvSpPr>
            <a:spLocks noChangeArrowheads="1"/>
          </p:cNvSpPr>
          <p:nvPr/>
        </p:nvSpPr>
        <p:spPr bwMode="auto">
          <a:xfrm>
            <a:off x="6444208" y="-20638"/>
            <a:ext cx="2448272" cy="438582"/>
          </a:xfrm>
          <a:prstGeom prst="rect">
            <a:avLst/>
          </a:prstGeom>
          <a:noFill/>
          <a:ln w="9525">
            <a:noFill/>
            <a:miter lim="800000"/>
            <a:headEnd/>
            <a:tailEnd/>
          </a:ln>
        </p:spPr>
        <p:txBody>
          <a:bodyPr wrap="square" lIns="68580" tIns="34290" rIns="68580" bIns="34290">
            <a:spAutoFit/>
          </a:bodyPr>
          <a:lstStyle/>
          <a:p>
            <a:pPr algn="ctr" eaLnBrk="1" hangingPunct="1">
              <a:defRPr/>
            </a:pPr>
            <a:r>
              <a:rPr lang="zh-CN" altLang="en-US" sz="2400" dirty="0">
                <a:solidFill>
                  <a:schemeClr val="tx2">
                    <a:lumMod val="60000"/>
                    <a:lumOff val="40000"/>
                  </a:schemeClr>
                </a:solidFill>
                <a:latin typeface="楷体" pitchFamily="49" charset="-122"/>
                <a:ea typeface="楷体" pitchFamily="49" charset="-122"/>
                <a:cs typeface="Times New Roman" pitchFamily="18" charset="0"/>
              </a:rPr>
              <a:t>控制栈向下增长</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8138"/>
                                        </p:tgtEl>
                                        <p:attrNameLst>
                                          <p:attrName>style.visibility</p:attrName>
                                        </p:attrNameLst>
                                      </p:cBhvr>
                                      <p:to>
                                        <p:strVal val="visible"/>
                                      </p:to>
                                    </p:set>
                                    <p:anim calcmode="lin" valueType="num">
                                      <p:cBhvr>
                                        <p:cTn id="7" dur="500" fill="hold"/>
                                        <p:tgtEl>
                                          <p:spTgt spid="48138"/>
                                        </p:tgtEl>
                                        <p:attrNameLst>
                                          <p:attrName>ppt_w</p:attrName>
                                        </p:attrNameLst>
                                      </p:cBhvr>
                                      <p:tavLst>
                                        <p:tav tm="0">
                                          <p:val>
                                            <p:fltVal val="0"/>
                                          </p:val>
                                        </p:tav>
                                        <p:tav tm="100000">
                                          <p:val>
                                            <p:strVal val="#ppt_w"/>
                                          </p:val>
                                        </p:tav>
                                      </p:tavLst>
                                    </p:anim>
                                    <p:anim calcmode="lin" valueType="num">
                                      <p:cBhvr>
                                        <p:cTn id="8" dur="500" fill="hold"/>
                                        <p:tgtEl>
                                          <p:spTgt spid="48138"/>
                                        </p:tgtEl>
                                        <p:attrNameLst>
                                          <p:attrName>ppt_h</p:attrName>
                                        </p:attrNameLst>
                                      </p:cBhvr>
                                      <p:tavLst>
                                        <p:tav tm="0">
                                          <p:val>
                                            <p:fltVal val="0"/>
                                          </p:val>
                                        </p:tav>
                                        <p:tav tm="100000">
                                          <p:val>
                                            <p:strVal val="#ppt_h"/>
                                          </p:val>
                                        </p:tav>
                                      </p:tavLst>
                                    </p:anim>
                                    <p:animEffect transition="in" filter="fade">
                                      <p:cBhvr>
                                        <p:cTn id="9" dur="500"/>
                                        <p:tgtEl>
                                          <p:spTgt spid="48138"/>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4759"/>
                                        </p:tgtEl>
                                        <p:attrNameLst>
                                          <p:attrName>style.visibility</p:attrName>
                                        </p:attrNameLst>
                                      </p:cBhvr>
                                      <p:to>
                                        <p:strVal val="visible"/>
                                      </p:to>
                                    </p:set>
                                    <p:anim calcmode="lin" valueType="num">
                                      <p:cBhvr>
                                        <p:cTn id="12" dur="500" fill="hold"/>
                                        <p:tgtEl>
                                          <p:spTgt spid="74759"/>
                                        </p:tgtEl>
                                        <p:attrNameLst>
                                          <p:attrName>ppt_w</p:attrName>
                                        </p:attrNameLst>
                                      </p:cBhvr>
                                      <p:tavLst>
                                        <p:tav tm="0">
                                          <p:val>
                                            <p:fltVal val="0"/>
                                          </p:val>
                                        </p:tav>
                                        <p:tav tm="100000">
                                          <p:val>
                                            <p:strVal val="#ppt_w"/>
                                          </p:val>
                                        </p:tav>
                                      </p:tavLst>
                                    </p:anim>
                                    <p:anim calcmode="lin" valueType="num">
                                      <p:cBhvr>
                                        <p:cTn id="13" dur="500" fill="hold"/>
                                        <p:tgtEl>
                                          <p:spTgt spid="74759"/>
                                        </p:tgtEl>
                                        <p:attrNameLst>
                                          <p:attrName>ppt_h</p:attrName>
                                        </p:attrNameLst>
                                      </p:cBhvr>
                                      <p:tavLst>
                                        <p:tav tm="0">
                                          <p:val>
                                            <p:fltVal val="0"/>
                                          </p:val>
                                        </p:tav>
                                        <p:tav tm="100000">
                                          <p:val>
                                            <p:strVal val="#ppt_h"/>
                                          </p:val>
                                        </p:tav>
                                      </p:tavLst>
                                    </p:anim>
                                    <p:animEffect transition="in" filter="fade">
                                      <p:cBhvr>
                                        <p:cTn id="14" dur="500"/>
                                        <p:tgtEl>
                                          <p:spTgt spid="74759"/>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41"/>
                                        </p:tgtEl>
                                        <p:attrNameLst>
                                          <p:attrName>style.visibility</p:attrName>
                                        </p:attrNameLst>
                                      </p:cBhvr>
                                      <p:to>
                                        <p:strVal val="visible"/>
                                      </p:to>
                                    </p:set>
                                    <p:anim calcmode="lin" valueType="num">
                                      <p:cBhvr>
                                        <p:cTn id="19" dur="500" fill="hold"/>
                                        <p:tgtEl>
                                          <p:spTgt spid="41"/>
                                        </p:tgtEl>
                                        <p:attrNameLst>
                                          <p:attrName>ppt_w</p:attrName>
                                        </p:attrNameLst>
                                      </p:cBhvr>
                                      <p:tavLst>
                                        <p:tav tm="0">
                                          <p:val>
                                            <p:fltVal val="0"/>
                                          </p:val>
                                        </p:tav>
                                        <p:tav tm="100000">
                                          <p:val>
                                            <p:strVal val="#ppt_w"/>
                                          </p:val>
                                        </p:tav>
                                      </p:tavLst>
                                    </p:anim>
                                    <p:anim calcmode="lin" valueType="num">
                                      <p:cBhvr>
                                        <p:cTn id="20" dur="500" fill="hold"/>
                                        <p:tgtEl>
                                          <p:spTgt spid="41"/>
                                        </p:tgtEl>
                                        <p:attrNameLst>
                                          <p:attrName>ppt_h</p:attrName>
                                        </p:attrNameLst>
                                      </p:cBhvr>
                                      <p:tavLst>
                                        <p:tav tm="0">
                                          <p:val>
                                            <p:fltVal val="0"/>
                                          </p:val>
                                        </p:tav>
                                        <p:tav tm="100000">
                                          <p:val>
                                            <p:strVal val="#ppt_h"/>
                                          </p:val>
                                        </p:tav>
                                      </p:tavLst>
                                    </p:anim>
                                    <p:animEffect transition="in" filter="fade">
                                      <p:cBhvr>
                                        <p:cTn id="21" dur="500"/>
                                        <p:tgtEl>
                                          <p:spTgt spid="41"/>
                                        </p:tgtEl>
                                      </p:cBhvr>
                                    </p:animEffect>
                                  </p:childTnLst>
                                </p:cTn>
                              </p:par>
                            </p:childTnLst>
                          </p:cTn>
                        </p:par>
                      </p:childTnLst>
                    </p:cTn>
                  </p:par>
                  <p:par>
                    <p:cTn id="22" fill="hold">
                      <p:stCondLst>
                        <p:cond delay="indefinite"/>
                      </p:stCondLst>
                      <p:childTnLst>
                        <p:par>
                          <p:cTn id="23" fill="hold">
                            <p:stCondLst>
                              <p:cond delay="0"/>
                            </p:stCondLst>
                            <p:childTnLst>
                              <p:par>
                                <p:cTn id="24" presetID="7" presetClass="emph" presetSubtype="1" nodeType="clickEffect">
                                  <p:stCondLst>
                                    <p:cond delay="0"/>
                                  </p:stCondLst>
                                  <p:childTnLst>
                                    <p:set>
                                      <p:cBhvr>
                                        <p:cTn id="25" dur="indefinite"/>
                                        <p:tgtEl>
                                          <p:spTgt spid="48138"/>
                                        </p:tgtEl>
                                        <p:attrNameLst>
                                          <p:attrName>stroke.color</p:attrName>
                                        </p:attrNameLst>
                                      </p:cBhvr>
                                      <p:to>
                                        <p:clrVal>
                                          <a:schemeClr val="accent2"/>
                                        </p:clrVal>
                                      </p:to>
                                    </p:set>
                                    <p:set>
                                      <p:cBhvr>
                                        <p:cTn id="26" dur="indefinite"/>
                                        <p:tgtEl>
                                          <p:spTgt spid="48138"/>
                                        </p:tgtEl>
                                        <p:attrNameLst>
                                          <p:attrName>stroke.on</p:attrName>
                                        </p:attrNameLst>
                                      </p:cBhvr>
                                      <p:to>
                                        <p:strVal val="tru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53" presetClass="exit" presetSubtype="32" fill="hold" nodeType="clickEffect">
                                  <p:stCondLst>
                                    <p:cond delay="0"/>
                                  </p:stCondLst>
                                  <p:childTnLst>
                                    <p:anim calcmode="lin" valueType="num">
                                      <p:cBhvr>
                                        <p:cTn id="30" dur="500"/>
                                        <p:tgtEl>
                                          <p:spTgt spid="41"/>
                                        </p:tgtEl>
                                        <p:attrNameLst>
                                          <p:attrName>ppt_w</p:attrName>
                                        </p:attrNameLst>
                                      </p:cBhvr>
                                      <p:tavLst>
                                        <p:tav tm="0">
                                          <p:val>
                                            <p:strVal val="ppt_w"/>
                                          </p:val>
                                        </p:tav>
                                        <p:tav tm="100000">
                                          <p:val>
                                            <p:fltVal val="0"/>
                                          </p:val>
                                        </p:tav>
                                      </p:tavLst>
                                    </p:anim>
                                    <p:anim calcmode="lin" valueType="num">
                                      <p:cBhvr>
                                        <p:cTn id="31" dur="500"/>
                                        <p:tgtEl>
                                          <p:spTgt spid="41"/>
                                        </p:tgtEl>
                                        <p:attrNameLst>
                                          <p:attrName>ppt_h</p:attrName>
                                        </p:attrNameLst>
                                      </p:cBhvr>
                                      <p:tavLst>
                                        <p:tav tm="0">
                                          <p:val>
                                            <p:strVal val="ppt_h"/>
                                          </p:val>
                                        </p:tav>
                                        <p:tav tm="100000">
                                          <p:val>
                                            <p:fltVal val="0"/>
                                          </p:val>
                                        </p:tav>
                                      </p:tavLst>
                                    </p:anim>
                                    <p:animEffect transition="out" filter="fade">
                                      <p:cBhvr>
                                        <p:cTn id="32" dur="500"/>
                                        <p:tgtEl>
                                          <p:spTgt spid="41"/>
                                        </p:tgtEl>
                                      </p:cBhvr>
                                    </p:animEffect>
                                    <p:set>
                                      <p:cBhvr>
                                        <p:cTn id="33" dur="1" fill="hold">
                                          <p:stCondLst>
                                            <p:cond delay="499"/>
                                          </p:stCondLst>
                                        </p:cTn>
                                        <p:tgtEl>
                                          <p:spTgt spid="4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759" grpId="0"/>
      <p:bldP spid="4813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4"/>
          <p:cNvSpPr>
            <a:spLocks noChangeArrowheads="1"/>
          </p:cNvSpPr>
          <p:nvPr/>
        </p:nvSpPr>
        <p:spPr bwMode="auto">
          <a:xfrm>
            <a:off x="2084388" y="322263"/>
            <a:ext cx="438150" cy="450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m</a:t>
            </a:r>
          </a:p>
        </p:txBody>
      </p:sp>
      <p:sp>
        <p:nvSpPr>
          <p:cNvPr id="74758" name="Rectangle 5"/>
          <p:cNvSpPr>
            <a:spLocks noChangeArrowheads="1"/>
          </p:cNvSpPr>
          <p:nvPr/>
        </p:nvSpPr>
        <p:spPr bwMode="auto">
          <a:xfrm>
            <a:off x="1916113" y="928688"/>
            <a:ext cx="855662"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64516" name="Rectangle 6"/>
          <p:cNvSpPr>
            <a:spLocks noChangeArrowheads="1"/>
          </p:cNvSpPr>
          <p:nvPr/>
        </p:nvSpPr>
        <p:spPr bwMode="auto">
          <a:xfrm>
            <a:off x="896665" y="1040780"/>
            <a:ext cx="434975" cy="450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dirty="0">
                <a:solidFill>
                  <a:srgbClr val="000000"/>
                </a:solidFill>
                <a:ea typeface="宋体" panose="02010600030101010101" pitchFamily="2" charset="-122"/>
                <a:cs typeface="Times New Roman" panose="02020603050405020304" pitchFamily="18" charset="0"/>
              </a:rPr>
              <a:t>r</a:t>
            </a:r>
          </a:p>
        </p:txBody>
      </p:sp>
      <p:sp>
        <p:nvSpPr>
          <p:cNvPr id="74760" name="Line 7"/>
          <p:cNvSpPr>
            <a:spLocks noChangeShapeType="1"/>
          </p:cNvSpPr>
          <p:nvPr/>
        </p:nvSpPr>
        <p:spPr bwMode="auto">
          <a:xfrm flipH="1">
            <a:off x="2284413" y="6651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8138" name="Line 8"/>
          <p:cNvSpPr>
            <a:spLocks noChangeShapeType="1"/>
          </p:cNvSpPr>
          <p:nvPr/>
        </p:nvSpPr>
        <p:spPr bwMode="auto">
          <a:xfrm flipH="1">
            <a:off x="1120775" y="668338"/>
            <a:ext cx="1095375" cy="538162"/>
          </a:xfrm>
          <a:prstGeom prst="line">
            <a:avLst/>
          </a:prstGeom>
          <a:noFill/>
          <a:ln w="25400">
            <a:solidFill>
              <a:schemeClr val="tx2">
                <a:lumMod val="60000"/>
                <a:lumOff val="40000"/>
              </a:schemeClr>
            </a:solidFill>
            <a:round/>
            <a:headEnd/>
            <a:tailEnd/>
          </a:ln>
        </p:spPr>
        <p:txBody>
          <a:bodyPr/>
          <a:lstStyle/>
          <a:p>
            <a:pPr>
              <a:defRPr/>
            </a:pPr>
            <a:endParaRPr lang="zh-CN" altLang="en-US">
              <a:solidFill>
                <a:prstClr val="black"/>
              </a:solidFill>
            </a:endParaRPr>
          </a:p>
        </p:txBody>
      </p:sp>
      <p:sp>
        <p:nvSpPr>
          <p:cNvPr id="48139" name="Line 9"/>
          <p:cNvSpPr>
            <a:spLocks noChangeShapeType="1"/>
          </p:cNvSpPr>
          <p:nvPr/>
        </p:nvSpPr>
        <p:spPr bwMode="auto">
          <a:xfrm flipH="1">
            <a:off x="1246188" y="1274763"/>
            <a:ext cx="771525" cy="45085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4764" name="Rectangle 11"/>
          <p:cNvSpPr>
            <a:spLocks noChangeArrowheads="1"/>
          </p:cNvSpPr>
          <p:nvPr/>
        </p:nvSpPr>
        <p:spPr bwMode="auto">
          <a:xfrm>
            <a:off x="684213" y="1657350"/>
            <a:ext cx="855662"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graphicFrame>
        <p:nvGraphicFramePr>
          <p:cNvPr id="40" name="Group 18"/>
          <p:cNvGraphicFramePr>
            <a:graphicFrameLocks noGrp="1"/>
          </p:cNvGraphicFramePr>
          <p:nvPr>
            <p:extLst>
              <p:ext uri="{D42A27DB-BD31-4B8C-83A1-F6EECF244321}">
                <p14:modId xmlns:p14="http://schemas.microsoft.com/office/powerpoint/2010/main" val="3183274904"/>
              </p:ext>
            </p:extLst>
          </p:nvPr>
        </p:nvGraphicFramePr>
        <p:xfrm>
          <a:off x="6980238" y="441325"/>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defRPr/>
                      </a:pPr>
                      <a:r>
                        <a:rPr kumimoji="0" lang="en-US" altLang="zh-CN" sz="1800" b="1" i="0"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int </a:t>
                      </a:r>
                      <a:r>
                        <a:rPr kumimoji="0" lang="en-US" altLang="zh-CN" sz="1800" b="1" i="1"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a</a:t>
                      </a:r>
                      <a:r>
                        <a:rPr kumimoji="0" lang="en-US" altLang="zh-CN" sz="1800" b="1" i="0"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[11]</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defRPr/>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main</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graphicFrame>
        <p:nvGraphicFramePr>
          <p:cNvPr id="41" name="Group 26"/>
          <p:cNvGraphicFramePr>
            <a:graphicFrameLocks noGrp="1"/>
          </p:cNvGraphicFramePr>
          <p:nvPr>
            <p:extLst>
              <p:ext uri="{D42A27DB-BD31-4B8C-83A1-F6EECF244321}">
                <p14:modId xmlns:p14="http://schemas.microsoft.com/office/powerpoint/2010/main" val="2768495938"/>
              </p:ext>
            </p:extLst>
          </p:nvPr>
        </p:nvGraphicFramePr>
        <p:xfrm>
          <a:off x="6980238" y="1135879"/>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q</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(1,9)</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0" u="none" strike="noStrike" cap="none" normalizeH="0" baseline="0" dirty="0" err="1">
                          <a:ln>
                            <a:noFill/>
                          </a:ln>
                          <a:solidFill>
                            <a:srgbClr val="0070C0"/>
                          </a:solidFill>
                          <a:effectLst/>
                          <a:latin typeface="Times New Roman" pitchFamily="18" charset="0"/>
                          <a:ea typeface="楷体_GB2312" pitchFamily="49" charset="-122"/>
                          <a:cs typeface="Times New Roman" pitchFamily="18" charset="0"/>
                        </a:rPr>
                        <a:t>int</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 </a:t>
                      </a: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i</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graphicFrame>
        <p:nvGraphicFramePr>
          <p:cNvPr id="43" name="Group 42"/>
          <p:cNvGraphicFramePr>
            <a:graphicFrameLocks noGrp="1"/>
          </p:cNvGraphicFramePr>
          <p:nvPr>
            <p:extLst>
              <p:ext uri="{D42A27DB-BD31-4B8C-83A1-F6EECF244321}">
                <p14:modId xmlns:p14="http://schemas.microsoft.com/office/powerpoint/2010/main" val="374092806"/>
              </p:ext>
            </p:extLst>
          </p:nvPr>
        </p:nvGraphicFramePr>
        <p:xfrm>
          <a:off x="6980238" y="1824898"/>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p</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(1,9)</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0" u="none" strike="noStrike" cap="none" normalizeH="0" baseline="0" dirty="0" err="1">
                          <a:ln>
                            <a:noFill/>
                          </a:ln>
                          <a:solidFill>
                            <a:srgbClr val="0070C0"/>
                          </a:solidFill>
                          <a:effectLst/>
                          <a:latin typeface="Times New Roman" pitchFamily="18" charset="0"/>
                          <a:ea typeface="楷体_GB2312" pitchFamily="49" charset="-122"/>
                          <a:cs typeface="Times New Roman" pitchFamily="18" charset="0"/>
                        </a:rPr>
                        <a:t>int</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 </a:t>
                      </a: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i</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64545" name="Rectangle 31"/>
          <p:cNvSpPr>
            <a:spLocks noChangeArrowheads="1"/>
          </p:cNvSpPr>
          <p:nvPr/>
        </p:nvSpPr>
        <p:spPr bwMode="auto">
          <a:xfrm>
            <a:off x="1290638" y="44450"/>
            <a:ext cx="2105025" cy="439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4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sp>
        <p:nvSpPr>
          <p:cNvPr id="14" name="Rectangle 32">
            <a:extLst>
              <a:ext uri="{FF2B5EF4-FFF2-40B4-BE49-F238E27FC236}">
                <a16:creationId xmlns:a16="http://schemas.microsoft.com/office/drawing/2014/main" id="{3B64F34D-1970-4661-9AE8-B6589F9E3699}"/>
              </a:ext>
            </a:extLst>
          </p:cNvPr>
          <p:cNvSpPr>
            <a:spLocks noChangeArrowheads="1"/>
          </p:cNvSpPr>
          <p:nvPr/>
        </p:nvSpPr>
        <p:spPr bwMode="auto">
          <a:xfrm>
            <a:off x="6444208" y="-20638"/>
            <a:ext cx="2448272" cy="438582"/>
          </a:xfrm>
          <a:prstGeom prst="rect">
            <a:avLst/>
          </a:prstGeom>
          <a:noFill/>
          <a:ln w="9525">
            <a:noFill/>
            <a:miter lim="800000"/>
            <a:headEnd/>
            <a:tailEnd/>
          </a:ln>
        </p:spPr>
        <p:txBody>
          <a:bodyPr wrap="square" lIns="68580" tIns="34290" rIns="68580" bIns="34290">
            <a:spAutoFit/>
          </a:bodyPr>
          <a:lstStyle/>
          <a:p>
            <a:pPr algn="ctr" eaLnBrk="1" hangingPunct="1">
              <a:defRPr/>
            </a:pPr>
            <a:r>
              <a:rPr lang="zh-CN" altLang="en-US" sz="2400" dirty="0">
                <a:solidFill>
                  <a:schemeClr val="tx2">
                    <a:lumMod val="60000"/>
                    <a:lumOff val="40000"/>
                  </a:schemeClr>
                </a:solidFill>
                <a:latin typeface="楷体" pitchFamily="49" charset="-122"/>
                <a:ea typeface="楷体" pitchFamily="49" charset="-122"/>
                <a:cs typeface="Times New Roman" pitchFamily="18" charset="0"/>
              </a:rPr>
              <a:t>控制栈向下增长</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4760"/>
                                        </p:tgtEl>
                                        <p:attrNameLst>
                                          <p:attrName>style.visibility</p:attrName>
                                        </p:attrNameLst>
                                      </p:cBhvr>
                                      <p:to>
                                        <p:strVal val="visible"/>
                                      </p:to>
                                    </p:set>
                                    <p:anim calcmode="lin" valueType="num">
                                      <p:cBhvr>
                                        <p:cTn id="7" dur="500" fill="hold"/>
                                        <p:tgtEl>
                                          <p:spTgt spid="74760"/>
                                        </p:tgtEl>
                                        <p:attrNameLst>
                                          <p:attrName>ppt_w</p:attrName>
                                        </p:attrNameLst>
                                      </p:cBhvr>
                                      <p:tavLst>
                                        <p:tav tm="0">
                                          <p:val>
                                            <p:fltVal val="0"/>
                                          </p:val>
                                        </p:tav>
                                        <p:tav tm="100000">
                                          <p:val>
                                            <p:strVal val="#ppt_w"/>
                                          </p:val>
                                        </p:tav>
                                      </p:tavLst>
                                    </p:anim>
                                    <p:anim calcmode="lin" valueType="num">
                                      <p:cBhvr>
                                        <p:cTn id="8" dur="500" fill="hold"/>
                                        <p:tgtEl>
                                          <p:spTgt spid="74760"/>
                                        </p:tgtEl>
                                        <p:attrNameLst>
                                          <p:attrName>ppt_h</p:attrName>
                                        </p:attrNameLst>
                                      </p:cBhvr>
                                      <p:tavLst>
                                        <p:tav tm="0">
                                          <p:val>
                                            <p:fltVal val="0"/>
                                          </p:val>
                                        </p:tav>
                                        <p:tav tm="100000">
                                          <p:val>
                                            <p:strVal val="#ppt_h"/>
                                          </p:val>
                                        </p:tav>
                                      </p:tavLst>
                                    </p:anim>
                                    <p:animEffect transition="in" filter="fade">
                                      <p:cBhvr>
                                        <p:cTn id="9" dur="500"/>
                                        <p:tgtEl>
                                          <p:spTgt spid="74760"/>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4758"/>
                                        </p:tgtEl>
                                        <p:attrNameLst>
                                          <p:attrName>style.visibility</p:attrName>
                                        </p:attrNameLst>
                                      </p:cBhvr>
                                      <p:to>
                                        <p:strVal val="visible"/>
                                      </p:to>
                                    </p:set>
                                    <p:anim calcmode="lin" valueType="num">
                                      <p:cBhvr>
                                        <p:cTn id="12" dur="500" fill="hold"/>
                                        <p:tgtEl>
                                          <p:spTgt spid="74758"/>
                                        </p:tgtEl>
                                        <p:attrNameLst>
                                          <p:attrName>ppt_w</p:attrName>
                                        </p:attrNameLst>
                                      </p:cBhvr>
                                      <p:tavLst>
                                        <p:tav tm="0">
                                          <p:val>
                                            <p:fltVal val="0"/>
                                          </p:val>
                                        </p:tav>
                                        <p:tav tm="100000">
                                          <p:val>
                                            <p:strVal val="#ppt_w"/>
                                          </p:val>
                                        </p:tav>
                                      </p:tavLst>
                                    </p:anim>
                                    <p:anim calcmode="lin" valueType="num">
                                      <p:cBhvr>
                                        <p:cTn id="13" dur="500" fill="hold"/>
                                        <p:tgtEl>
                                          <p:spTgt spid="74758"/>
                                        </p:tgtEl>
                                        <p:attrNameLst>
                                          <p:attrName>ppt_h</p:attrName>
                                        </p:attrNameLst>
                                      </p:cBhvr>
                                      <p:tavLst>
                                        <p:tav tm="0">
                                          <p:val>
                                            <p:fltVal val="0"/>
                                          </p:val>
                                        </p:tav>
                                        <p:tav tm="100000">
                                          <p:val>
                                            <p:strVal val="#ppt_h"/>
                                          </p:val>
                                        </p:tav>
                                      </p:tavLst>
                                    </p:anim>
                                    <p:animEffect transition="in" filter="fade">
                                      <p:cBhvr>
                                        <p:cTn id="14" dur="500"/>
                                        <p:tgtEl>
                                          <p:spTgt spid="74758"/>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41"/>
                                        </p:tgtEl>
                                        <p:attrNameLst>
                                          <p:attrName>style.visibility</p:attrName>
                                        </p:attrNameLst>
                                      </p:cBhvr>
                                      <p:to>
                                        <p:strVal val="visible"/>
                                      </p:to>
                                    </p:set>
                                    <p:anim calcmode="lin" valueType="num">
                                      <p:cBhvr>
                                        <p:cTn id="19" dur="500" fill="hold"/>
                                        <p:tgtEl>
                                          <p:spTgt spid="41"/>
                                        </p:tgtEl>
                                        <p:attrNameLst>
                                          <p:attrName>ppt_w</p:attrName>
                                        </p:attrNameLst>
                                      </p:cBhvr>
                                      <p:tavLst>
                                        <p:tav tm="0">
                                          <p:val>
                                            <p:fltVal val="0"/>
                                          </p:val>
                                        </p:tav>
                                        <p:tav tm="100000">
                                          <p:val>
                                            <p:strVal val="#ppt_w"/>
                                          </p:val>
                                        </p:tav>
                                      </p:tavLst>
                                    </p:anim>
                                    <p:anim calcmode="lin" valueType="num">
                                      <p:cBhvr>
                                        <p:cTn id="20" dur="500" fill="hold"/>
                                        <p:tgtEl>
                                          <p:spTgt spid="41"/>
                                        </p:tgtEl>
                                        <p:attrNameLst>
                                          <p:attrName>ppt_h</p:attrName>
                                        </p:attrNameLst>
                                      </p:cBhvr>
                                      <p:tavLst>
                                        <p:tav tm="0">
                                          <p:val>
                                            <p:fltVal val="0"/>
                                          </p:val>
                                        </p:tav>
                                        <p:tav tm="100000">
                                          <p:val>
                                            <p:strVal val="#ppt_h"/>
                                          </p:val>
                                        </p:tav>
                                      </p:tavLst>
                                    </p:anim>
                                    <p:animEffect transition="in" filter="fade">
                                      <p:cBhvr>
                                        <p:cTn id="21" dur="500"/>
                                        <p:tgtEl>
                                          <p:spTgt spid="41"/>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53" presetClass="entr" presetSubtype="16" fill="hold" grpId="0" nodeType="clickEffect">
                                  <p:stCondLst>
                                    <p:cond delay="0"/>
                                  </p:stCondLst>
                                  <p:childTnLst>
                                    <p:set>
                                      <p:cBhvr>
                                        <p:cTn id="25" dur="1" fill="hold">
                                          <p:stCondLst>
                                            <p:cond delay="0"/>
                                          </p:stCondLst>
                                        </p:cTn>
                                        <p:tgtEl>
                                          <p:spTgt spid="74764"/>
                                        </p:tgtEl>
                                        <p:attrNameLst>
                                          <p:attrName>style.visibility</p:attrName>
                                        </p:attrNameLst>
                                      </p:cBhvr>
                                      <p:to>
                                        <p:strVal val="visible"/>
                                      </p:to>
                                    </p:set>
                                    <p:anim calcmode="lin" valueType="num">
                                      <p:cBhvr>
                                        <p:cTn id="26" dur="500" fill="hold"/>
                                        <p:tgtEl>
                                          <p:spTgt spid="74764"/>
                                        </p:tgtEl>
                                        <p:attrNameLst>
                                          <p:attrName>ppt_w</p:attrName>
                                        </p:attrNameLst>
                                      </p:cBhvr>
                                      <p:tavLst>
                                        <p:tav tm="0">
                                          <p:val>
                                            <p:fltVal val="0"/>
                                          </p:val>
                                        </p:tav>
                                        <p:tav tm="100000">
                                          <p:val>
                                            <p:strVal val="#ppt_w"/>
                                          </p:val>
                                        </p:tav>
                                      </p:tavLst>
                                    </p:anim>
                                    <p:anim calcmode="lin" valueType="num">
                                      <p:cBhvr>
                                        <p:cTn id="27" dur="500" fill="hold"/>
                                        <p:tgtEl>
                                          <p:spTgt spid="74764"/>
                                        </p:tgtEl>
                                        <p:attrNameLst>
                                          <p:attrName>ppt_h</p:attrName>
                                        </p:attrNameLst>
                                      </p:cBhvr>
                                      <p:tavLst>
                                        <p:tav tm="0">
                                          <p:val>
                                            <p:fltVal val="0"/>
                                          </p:val>
                                        </p:tav>
                                        <p:tav tm="100000">
                                          <p:val>
                                            <p:strVal val="#ppt_h"/>
                                          </p:val>
                                        </p:tav>
                                      </p:tavLst>
                                    </p:anim>
                                    <p:animEffect transition="in" filter="fade">
                                      <p:cBhvr>
                                        <p:cTn id="28" dur="500"/>
                                        <p:tgtEl>
                                          <p:spTgt spid="74764"/>
                                        </p:tgtEl>
                                      </p:cBhvr>
                                    </p:animEffect>
                                  </p:childTnLst>
                                </p:cTn>
                              </p:par>
                              <p:par>
                                <p:cTn id="29" presetID="53" presetClass="entr" presetSubtype="16" fill="hold" grpId="0" nodeType="withEffect">
                                  <p:stCondLst>
                                    <p:cond delay="0"/>
                                  </p:stCondLst>
                                  <p:childTnLst>
                                    <p:set>
                                      <p:cBhvr>
                                        <p:cTn id="30" dur="1" fill="hold">
                                          <p:stCondLst>
                                            <p:cond delay="0"/>
                                          </p:stCondLst>
                                        </p:cTn>
                                        <p:tgtEl>
                                          <p:spTgt spid="48139"/>
                                        </p:tgtEl>
                                        <p:attrNameLst>
                                          <p:attrName>style.visibility</p:attrName>
                                        </p:attrNameLst>
                                      </p:cBhvr>
                                      <p:to>
                                        <p:strVal val="visible"/>
                                      </p:to>
                                    </p:set>
                                    <p:anim calcmode="lin" valueType="num">
                                      <p:cBhvr>
                                        <p:cTn id="31" dur="500" fill="hold"/>
                                        <p:tgtEl>
                                          <p:spTgt spid="48139"/>
                                        </p:tgtEl>
                                        <p:attrNameLst>
                                          <p:attrName>ppt_w</p:attrName>
                                        </p:attrNameLst>
                                      </p:cBhvr>
                                      <p:tavLst>
                                        <p:tav tm="0">
                                          <p:val>
                                            <p:fltVal val="0"/>
                                          </p:val>
                                        </p:tav>
                                        <p:tav tm="100000">
                                          <p:val>
                                            <p:strVal val="#ppt_w"/>
                                          </p:val>
                                        </p:tav>
                                      </p:tavLst>
                                    </p:anim>
                                    <p:anim calcmode="lin" valueType="num">
                                      <p:cBhvr>
                                        <p:cTn id="32" dur="500" fill="hold"/>
                                        <p:tgtEl>
                                          <p:spTgt spid="48139"/>
                                        </p:tgtEl>
                                        <p:attrNameLst>
                                          <p:attrName>ppt_h</p:attrName>
                                        </p:attrNameLst>
                                      </p:cBhvr>
                                      <p:tavLst>
                                        <p:tav tm="0">
                                          <p:val>
                                            <p:fltVal val="0"/>
                                          </p:val>
                                        </p:tav>
                                        <p:tav tm="100000">
                                          <p:val>
                                            <p:strVal val="#ppt_h"/>
                                          </p:val>
                                        </p:tav>
                                      </p:tavLst>
                                    </p:anim>
                                    <p:animEffect transition="in" filter="fade">
                                      <p:cBhvr>
                                        <p:cTn id="33" dur="500"/>
                                        <p:tgtEl>
                                          <p:spTgt spid="48139"/>
                                        </p:tgtEl>
                                      </p:cBhvr>
                                    </p:animEffect>
                                  </p:childTnLst>
                                </p:cTn>
                              </p:par>
                            </p:childTnLst>
                          </p:cTn>
                        </p:par>
                      </p:childTnLst>
                    </p:cTn>
                  </p:par>
                  <p:par>
                    <p:cTn id="34" fill="hold" nodeType="clickPar">
                      <p:stCondLst>
                        <p:cond delay="indefinite"/>
                      </p:stCondLst>
                      <p:childTnLst>
                        <p:par>
                          <p:cTn id="35" fill="hold" nodeType="withGroup">
                            <p:stCondLst>
                              <p:cond delay="0"/>
                            </p:stCondLst>
                            <p:childTnLst>
                              <p:par>
                                <p:cTn id="36" presetID="53" presetClass="entr" presetSubtype="16" fill="hold" nodeType="clickEffect">
                                  <p:stCondLst>
                                    <p:cond delay="0"/>
                                  </p:stCondLst>
                                  <p:childTnLst>
                                    <p:set>
                                      <p:cBhvr>
                                        <p:cTn id="37" dur="1" fill="hold">
                                          <p:stCondLst>
                                            <p:cond delay="0"/>
                                          </p:stCondLst>
                                        </p:cTn>
                                        <p:tgtEl>
                                          <p:spTgt spid="43"/>
                                        </p:tgtEl>
                                        <p:attrNameLst>
                                          <p:attrName>style.visibility</p:attrName>
                                        </p:attrNameLst>
                                      </p:cBhvr>
                                      <p:to>
                                        <p:strVal val="visible"/>
                                      </p:to>
                                    </p:se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animEffect transition="in" filter="fade">
                                      <p:cBhvr>
                                        <p:cTn id="40" dur="500"/>
                                        <p:tgtEl>
                                          <p:spTgt spid="43"/>
                                        </p:tgtEl>
                                      </p:cBhvr>
                                    </p:animEffect>
                                  </p:childTnLst>
                                </p:cTn>
                              </p:par>
                            </p:childTnLst>
                          </p:cTn>
                        </p:par>
                      </p:childTnLst>
                    </p:cTn>
                  </p:par>
                  <p:par>
                    <p:cTn id="41" fill="hold">
                      <p:stCondLst>
                        <p:cond delay="indefinite"/>
                      </p:stCondLst>
                      <p:childTnLst>
                        <p:par>
                          <p:cTn id="42" fill="hold">
                            <p:stCondLst>
                              <p:cond delay="0"/>
                            </p:stCondLst>
                            <p:childTnLst>
                              <p:par>
                                <p:cTn id="43" presetID="7" presetClass="emph" presetSubtype="1" nodeType="clickEffect">
                                  <p:stCondLst>
                                    <p:cond delay="0"/>
                                  </p:stCondLst>
                                  <p:childTnLst>
                                    <p:set>
                                      <p:cBhvr>
                                        <p:cTn id="44" dur="indefinite"/>
                                        <p:tgtEl>
                                          <p:spTgt spid="48139"/>
                                        </p:tgtEl>
                                        <p:attrNameLst>
                                          <p:attrName>stroke.color</p:attrName>
                                        </p:attrNameLst>
                                      </p:cBhvr>
                                      <p:to>
                                        <p:clrVal>
                                          <a:schemeClr val="accent2"/>
                                        </p:clrVal>
                                      </p:to>
                                    </p:set>
                                    <p:set>
                                      <p:cBhvr>
                                        <p:cTn id="45" dur="indefinite"/>
                                        <p:tgtEl>
                                          <p:spTgt spid="48139"/>
                                        </p:tgtEl>
                                        <p:attrNameLst>
                                          <p:attrName>stroke.on</p:attrName>
                                        </p:attrNameLst>
                                      </p:cBhvr>
                                      <p:to>
                                        <p:strVal val="true"/>
                                      </p:to>
                                    </p:set>
                                  </p:childTnLst>
                                </p:cTn>
                              </p:par>
                            </p:childTnLst>
                          </p:cTn>
                        </p:par>
                      </p:childTnLst>
                    </p:cTn>
                  </p:par>
                  <p:par>
                    <p:cTn id="46" fill="hold" nodeType="clickPar">
                      <p:stCondLst>
                        <p:cond delay="indefinite"/>
                      </p:stCondLst>
                      <p:childTnLst>
                        <p:par>
                          <p:cTn id="47" fill="hold" nodeType="withGroup">
                            <p:stCondLst>
                              <p:cond delay="0"/>
                            </p:stCondLst>
                            <p:childTnLst>
                              <p:par>
                                <p:cTn id="48" presetID="53" presetClass="exit" presetSubtype="32" fill="hold" nodeType="clickEffect">
                                  <p:stCondLst>
                                    <p:cond delay="0"/>
                                  </p:stCondLst>
                                  <p:childTnLst>
                                    <p:anim calcmode="lin" valueType="num">
                                      <p:cBhvr>
                                        <p:cTn id="49" dur="500"/>
                                        <p:tgtEl>
                                          <p:spTgt spid="43"/>
                                        </p:tgtEl>
                                        <p:attrNameLst>
                                          <p:attrName>ppt_w</p:attrName>
                                        </p:attrNameLst>
                                      </p:cBhvr>
                                      <p:tavLst>
                                        <p:tav tm="0">
                                          <p:val>
                                            <p:strVal val="ppt_w"/>
                                          </p:val>
                                        </p:tav>
                                        <p:tav tm="100000">
                                          <p:val>
                                            <p:fltVal val="0"/>
                                          </p:val>
                                        </p:tav>
                                      </p:tavLst>
                                    </p:anim>
                                    <p:anim calcmode="lin" valueType="num">
                                      <p:cBhvr>
                                        <p:cTn id="50" dur="500"/>
                                        <p:tgtEl>
                                          <p:spTgt spid="43"/>
                                        </p:tgtEl>
                                        <p:attrNameLst>
                                          <p:attrName>ppt_h</p:attrName>
                                        </p:attrNameLst>
                                      </p:cBhvr>
                                      <p:tavLst>
                                        <p:tav tm="0">
                                          <p:val>
                                            <p:strVal val="ppt_h"/>
                                          </p:val>
                                        </p:tav>
                                        <p:tav tm="100000">
                                          <p:val>
                                            <p:fltVal val="0"/>
                                          </p:val>
                                        </p:tav>
                                      </p:tavLst>
                                    </p:anim>
                                    <p:animEffect transition="out" filter="fade">
                                      <p:cBhvr>
                                        <p:cTn id="51" dur="500"/>
                                        <p:tgtEl>
                                          <p:spTgt spid="43"/>
                                        </p:tgtEl>
                                      </p:cBhvr>
                                    </p:animEffect>
                                    <p:set>
                                      <p:cBhvr>
                                        <p:cTn id="52" dur="1" fill="hold">
                                          <p:stCondLst>
                                            <p:cond delay="499"/>
                                          </p:stCondLst>
                                        </p:cTn>
                                        <p:tgtEl>
                                          <p:spTgt spid="4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758" grpId="0"/>
      <p:bldP spid="74760" grpId="0" animBg="1"/>
      <p:bldP spid="48139" grpId="0" animBg="1"/>
      <p:bldP spid="74764"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4"/>
          <p:cNvSpPr>
            <a:spLocks noChangeArrowheads="1"/>
          </p:cNvSpPr>
          <p:nvPr/>
        </p:nvSpPr>
        <p:spPr bwMode="auto">
          <a:xfrm>
            <a:off x="2084388" y="322263"/>
            <a:ext cx="438150" cy="450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m</a:t>
            </a:r>
          </a:p>
        </p:txBody>
      </p:sp>
      <p:sp>
        <p:nvSpPr>
          <p:cNvPr id="66563" name="Rectangle 5"/>
          <p:cNvSpPr>
            <a:spLocks noChangeArrowheads="1"/>
          </p:cNvSpPr>
          <p:nvPr/>
        </p:nvSpPr>
        <p:spPr bwMode="auto">
          <a:xfrm>
            <a:off x="1916113" y="928688"/>
            <a:ext cx="855662"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66564" name="Rectangle 6"/>
          <p:cNvSpPr>
            <a:spLocks noChangeArrowheads="1"/>
          </p:cNvSpPr>
          <p:nvPr/>
        </p:nvSpPr>
        <p:spPr bwMode="auto">
          <a:xfrm>
            <a:off x="896665" y="1040780"/>
            <a:ext cx="434975" cy="450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dirty="0">
                <a:solidFill>
                  <a:srgbClr val="000000"/>
                </a:solidFill>
                <a:ea typeface="宋体" panose="02010600030101010101" pitchFamily="2" charset="-122"/>
                <a:cs typeface="Times New Roman" panose="02020603050405020304" pitchFamily="18" charset="0"/>
              </a:rPr>
              <a:t>r</a:t>
            </a:r>
          </a:p>
        </p:txBody>
      </p:sp>
      <p:sp>
        <p:nvSpPr>
          <p:cNvPr id="66565" name="Line 7"/>
          <p:cNvSpPr>
            <a:spLocks noChangeShapeType="1"/>
          </p:cNvSpPr>
          <p:nvPr/>
        </p:nvSpPr>
        <p:spPr bwMode="auto">
          <a:xfrm flipH="1">
            <a:off x="2284413" y="6651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8138" name="Line 8"/>
          <p:cNvSpPr>
            <a:spLocks noChangeShapeType="1"/>
          </p:cNvSpPr>
          <p:nvPr/>
        </p:nvSpPr>
        <p:spPr bwMode="auto">
          <a:xfrm flipH="1">
            <a:off x="1120775" y="668338"/>
            <a:ext cx="1095375" cy="538162"/>
          </a:xfrm>
          <a:prstGeom prst="line">
            <a:avLst/>
          </a:prstGeom>
          <a:noFill/>
          <a:ln w="25400">
            <a:solidFill>
              <a:schemeClr val="tx2">
                <a:lumMod val="60000"/>
                <a:lumOff val="40000"/>
              </a:schemeClr>
            </a:solidFill>
            <a:round/>
            <a:headEnd/>
            <a:tailEnd/>
          </a:ln>
        </p:spPr>
        <p:txBody>
          <a:bodyPr/>
          <a:lstStyle/>
          <a:p>
            <a:pPr>
              <a:defRPr/>
            </a:pPr>
            <a:endParaRPr lang="zh-CN" altLang="en-US">
              <a:solidFill>
                <a:prstClr val="black"/>
              </a:solidFill>
            </a:endParaRPr>
          </a:p>
        </p:txBody>
      </p:sp>
      <p:sp>
        <p:nvSpPr>
          <p:cNvPr id="48139" name="Line 9"/>
          <p:cNvSpPr>
            <a:spLocks noChangeShapeType="1"/>
          </p:cNvSpPr>
          <p:nvPr/>
        </p:nvSpPr>
        <p:spPr bwMode="auto">
          <a:xfrm flipH="1">
            <a:off x="1246188" y="1274763"/>
            <a:ext cx="771525" cy="450850"/>
          </a:xfrm>
          <a:prstGeom prst="line">
            <a:avLst/>
          </a:prstGeom>
          <a:noFill/>
          <a:ln w="25400">
            <a:solidFill>
              <a:schemeClr val="tx2">
                <a:lumMod val="60000"/>
                <a:lumOff val="40000"/>
              </a:schemeClr>
            </a:solidFill>
            <a:round/>
            <a:headEnd/>
            <a:tailEnd/>
          </a:ln>
        </p:spPr>
        <p:txBody>
          <a:bodyPr/>
          <a:lstStyle/>
          <a:p>
            <a:pPr>
              <a:defRPr/>
            </a:pPr>
            <a:endParaRPr lang="zh-CN" altLang="en-US">
              <a:solidFill>
                <a:prstClr val="black"/>
              </a:solidFill>
            </a:endParaRPr>
          </a:p>
        </p:txBody>
      </p:sp>
      <p:sp>
        <p:nvSpPr>
          <p:cNvPr id="74763" name="Line 10"/>
          <p:cNvSpPr>
            <a:spLocks noChangeShapeType="1"/>
          </p:cNvSpPr>
          <p:nvPr/>
        </p:nvSpPr>
        <p:spPr bwMode="auto">
          <a:xfrm flipH="1">
            <a:off x="2284413" y="13509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6569" name="Rectangle 11"/>
          <p:cNvSpPr>
            <a:spLocks noChangeArrowheads="1"/>
          </p:cNvSpPr>
          <p:nvPr/>
        </p:nvSpPr>
        <p:spPr bwMode="auto">
          <a:xfrm>
            <a:off x="684213" y="1657350"/>
            <a:ext cx="855662"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74766" name="Rectangle 13"/>
          <p:cNvSpPr>
            <a:spLocks noChangeArrowheads="1"/>
          </p:cNvSpPr>
          <p:nvPr/>
        </p:nvSpPr>
        <p:spPr bwMode="auto">
          <a:xfrm>
            <a:off x="1930400" y="1622425"/>
            <a:ext cx="85725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(1,3)</a:t>
            </a:r>
          </a:p>
        </p:txBody>
      </p:sp>
      <p:sp>
        <p:nvSpPr>
          <p:cNvPr id="74769" name="Rectangle 16"/>
          <p:cNvSpPr>
            <a:spLocks noChangeArrowheads="1"/>
          </p:cNvSpPr>
          <p:nvPr/>
        </p:nvSpPr>
        <p:spPr bwMode="auto">
          <a:xfrm>
            <a:off x="1076325" y="2314575"/>
            <a:ext cx="857250"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(1,3)</a:t>
            </a:r>
          </a:p>
        </p:txBody>
      </p:sp>
      <p:sp>
        <p:nvSpPr>
          <p:cNvPr id="48147" name="Line 17"/>
          <p:cNvSpPr>
            <a:spLocks noChangeShapeType="1"/>
          </p:cNvSpPr>
          <p:nvPr/>
        </p:nvSpPr>
        <p:spPr bwMode="auto">
          <a:xfrm flipH="1">
            <a:off x="1484313" y="1979613"/>
            <a:ext cx="533400" cy="43180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graphicFrame>
        <p:nvGraphicFramePr>
          <p:cNvPr id="40" name="Group 18"/>
          <p:cNvGraphicFramePr>
            <a:graphicFrameLocks noGrp="1"/>
          </p:cNvGraphicFramePr>
          <p:nvPr>
            <p:extLst>
              <p:ext uri="{D42A27DB-BD31-4B8C-83A1-F6EECF244321}">
                <p14:modId xmlns:p14="http://schemas.microsoft.com/office/powerpoint/2010/main" val="2316188636"/>
              </p:ext>
            </p:extLst>
          </p:nvPr>
        </p:nvGraphicFramePr>
        <p:xfrm>
          <a:off x="6980238" y="441325"/>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defRPr/>
                      </a:pPr>
                      <a:r>
                        <a:rPr kumimoji="0" lang="en-US" altLang="zh-CN" sz="1800" b="1" i="0"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int </a:t>
                      </a:r>
                      <a:r>
                        <a:rPr kumimoji="0" lang="en-US" altLang="zh-CN" sz="1800" b="1" i="1"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a</a:t>
                      </a:r>
                      <a:r>
                        <a:rPr kumimoji="0" lang="en-US" altLang="zh-CN" sz="1800" b="1" i="0"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[11]</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defRPr/>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main</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graphicFrame>
        <p:nvGraphicFramePr>
          <p:cNvPr id="41" name="Group 26"/>
          <p:cNvGraphicFramePr>
            <a:graphicFrameLocks noGrp="1"/>
          </p:cNvGraphicFramePr>
          <p:nvPr>
            <p:extLst>
              <p:ext uri="{D42A27DB-BD31-4B8C-83A1-F6EECF244321}">
                <p14:modId xmlns:p14="http://schemas.microsoft.com/office/powerpoint/2010/main" val="3692333052"/>
              </p:ext>
            </p:extLst>
          </p:nvPr>
        </p:nvGraphicFramePr>
        <p:xfrm>
          <a:off x="6980238" y="1135879"/>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q</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(1,9)</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0" u="none" strike="noStrike" cap="none" normalizeH="0" baseline="0" dirty="0" err="1">
                          <a:ln>
                            <a:noFill/>
                          </a:ln>
                          <a:solidFill>
                            <a:srgbClr val="0070C0"/>
                          </a:solidFill>
                          <a:effectLst/>
                          <a:latin typeface="Times New Roman" pitchFamily="18" charset="0"/>
                          <a:ea typeface="楷体_GB2312" pitchFamily="49" charset="-122"/>
                          <a:cs typeface="Times New Roman" pitchFamily="18" charset="0"/>
                        </a:rPr>
                        <a:t>int</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 </a:t>
                      </a: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i</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graphicFrame>
        <p:nvGraphicFramePr>
          <p:cNvPr id="43" name="Group 42"/>
          <p:cNvGraphicFramePr>
            <a:graphicFrameLocks noGrp="1"/>
          </p:cNvGraphicFramePr>
          <p:nvPr>
            <p:extLst>
              <p:ext uri="{D42A27DB-BD31-4B8C-83A1-F6EECF244321}">
                <p14:modId xmlns:p14="http://schemas.microsoft.com/office/powerpoint/2010/main" val="1470908409"/>
              </p:ext>
            </p:extLst>
          </p:nvPr>
        </p:nvGraphicFramePr>
        <p:xfrm>
          <a:off x="6980238" y="2513102"/>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p</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(1,3)</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0" u="none" strike="noStrike" cap="none" normalizeH="0" baseline="0" dirty="0" err="1">
                          <a:ln>
                            <a:noFill/>
                          </a:ln>
                          <a:solidFill>
                            <a:srgbClr val="0070C0"/>
                          </a:solidFill>
                          <a:effectLst/>
                          <a:latin typeface="Times New Roman" pitchFamily="18" charset="0"/>
                          <a:ea typeface="楷体_GB2312" pitchFamily="49" charset="-122"/>
                          <a:cs typeface="Times New Roman" pitchFamily="18" charset="0"/>
                        </a:rPr>
                        <a:t>int</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 </a:t>
                      </a: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i</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66597" name="Rectangle 31"/>
          <p:cNvSpPr>
            <a:spLocks noChangeArrowheads="1"/>
          </p:cNvSpPr>
          <p:nvPr/>
        </p:nvSpPr>
        <p:spPr bwMode="auto">
          <a:xfrm>
            <a:off x="1290638" y="44450"/>
            <a:ext cx="2105025" cy="439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4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aphicFrame>
        <p:nvGraphicFramePr>
          <p:cNvPr id="46" name="Group 42"/>
          <p:cNvGraphicFramePr>
            <a:graphicFrameLocks noGrp="1"/>
          </p:cNvGraphicFramePr>
          <p:nvPr>
            <p:extLst>
              <p:ext uri="{D42A27DB-BD31-4B8C-83A1-F6EECF244321}">
                <p14:modId xmlns:p14="http://schemas.microsoft.com/office/powerpoint/2010/main" val="530079916"/>
              </p:ext>
            </p:extLst>
          </p:nvPr>
        </p:nvGraphicFramePr>
        <p:xfrm>
          <a:off x="6980238" y="1824898"/>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q</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(1,3)</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0" u="none" strike="noStrike" cap="none" normalizeH="0" baseline="0" dirty="0" err="1">
                          <a:ln>
                            <a:noFill/>
                          </a:ln>
                          <a:solidFill>
                            <a:srgbClr val="0070C0"/>
                          </a:solidFill>
                          <a:effectLst/>
                          <a:latin typeface="Times New Roman" pitchFamily="18" charset="0"/>
                          <a:ea typeface="楷体_GB2312" pitchFamily="49" charset="-122"/>
                          <a:cs typeface="Times New Roman" pitchFamily="18" charset="0"/>
                        </a:rPr>
                        <a:t>int</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 </a:t>
                      </a: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i</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19" name="矩形 18"/>
          <p:cNvSpPr/>
          <p:nvPr/>
        </p:nvSpPr>
        <p:spPr>
          <a:xfrm>
            <a:off x="393700" y="3573463"/>
            <a:ext cx="8648700" cy="400050"/>
          </a:xfrm>
          <a:prstGeom prst="rect">
            <a:avLst/>
          </a:prstGeom>
          <a:solidFill>
            <a:schemeClr val="accent5">
              <a:lumMod val="60000"/>
              <a:lumOff val="40000"/>
            </a:schemeClr>
          </a:solidFill>
          <a:ln>
            <a:solidFill>
              <a:schemeClr val="tx1"/>
            </a:solidFill>
          </a:ln>
        </p:spPr>
        <p:txBody>
          <a:bodyPr wrap="none">
            <a:spAutoFit/>
          </a:bodyPr>
          <a:lstStyle/>
          <a:p>
            <a:pPr>
              <a:defRPr/>
            </a:pPr>
            <a:r>
              <a:rPr lang="zh-CN" altLang="en-US" sz="2000" dirty="0">
                <a:solidFill>
                  <a:srgbClr val="000000"/>
                </a:solidFill>
                <a:latin typeface="+mn-ea"/>
                <a:ea typeface="+mn-ea"/>
              </a:rPr>
              <a:t>当一个过程是递归</a:t>
            </a:r>
            <a:r>
              <a:rPr lang="zh-CN" altLang="en-US" sz="2000">
                <a:solidFill>
                  <a:srgbClr val="000000"/>
                </a:solidFill>
                <a:latin typeface="+mn-ea"/>
                <a:ea typeface="+mn-ea"/>
              </a:rPr>
              <a:t>的时候，</a:t>
            </a:r>
            <a:r>
              <a:rPr lang="zh-CN" altLang="en-US" sz="2000" dirty="0">
                <a:solidFill>
                  <a:srgbClr val="000000"/>
                </a:solidFill>
                <a:latin typeface="+mn-ea"/>
                <a:ea typeface="+mn-ea"/>
              </a:rPr>
              <a:t>常常会有该过程的多个活动记录同时出现在栈中</a:t>
            </a:r>
            <a:endParaRPr lang="zh-CN" altLang="en-US" sz="2000" dirty="0">
              <a:latin typeface="+mn-ea"/>
              <a:ea typeface="+mn-ea"/>
              <a:cs typeface="楷体_GB2312"/>
            </a:endParaRPr>
          </a:p>
        </p:txBody>
      </p:sp>
      <p:sp>
        <p:nvSpPr>
          <p:cNvPr id="20" name="Line 17"/>
          <p:cNvSpPr>
            <a:spLocks noChangeShapeType="1"/>
          </p:cNvSpPr>
          <p:nvPr/>
        </p:nvSpPr>
        <p:spPr bwMode="auto">
          <a:xfrm flipH="1">
            <a:off x="1487488" y="1979613"/>
            <a:ext cx="530225" cy="423862"/>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p>
        </p:txBody>
      </p:sp>
      <p:sp>
        <p:nvSpPr>
          <p:cNvPr id="21" name="Rectangle 32">
            <a:extLst>
              <a:ext uri="{FF2B5EF4-FFF2-40B4-BE49-F238E27FC236}">
                <a16:creationId xmlns:a16="http://schemas.microsoft.com/office/drawing/2014/main" id="{E931DDB0-1F12-4970-83F6-4BFFDC446A94}"/>
              </a:ext>
            </a:extLst>
          </p:cNvPr>
          <p:cNvSpPr>
            <a:spLocks noChangeArrowheads="1"/>
          </p:cNvSpPr>
          <p:nvPr/>
        </p:nvSpPr>
        <p:spPr bwMode="auto">
          <a:xfrm>
            <a:off x="6444208" y="-20638"/>
            <a:ext cx="2448272" cy="438582"/>
          </a:xfrm>
          <a:prstGeom prst="rect">
            <a:avLst/>
          </a:prstGeom>
          <a:noFill/>
          <a:ln w="9525">
            <a:noFill/>
            <a:miter lim="800000"/>
            <a:headEnd/>
            <a:tailEnd/>
          </a:ln>
        </p:spPr>
        <p:txBody>
          <a:bodyPr wrap="square" lIns="68580" tIns="34290" rIns="68580" bIns="34290">
            <a:spAutoFit/>
          </a:bodyPr>
          <a:lstStyle/>
          <a:p>
            <a:pPr algn="ctr" eaLnBrk="1" hangingPunct="1">
              <a:defRPr/>
            </a:pPr>
            <a:r>
              <a:rPr lang="zh-CN" altLang="en-US" sz="2400" dirty="0">
                <a:solidFill>
                  <a:schemeClr val="tx2">
                    <a:lumMod val="60000"/>
                    <a:lumOff val="40000"/>
                  </a:schemeClr>
                </a:solidFill>
                <a:latin typeface="楷体" pitchFamily="49" charset="-122"/>
                <a:ea typeface="楷体" pitchFamily="49" charset="-122"/>
                <a:cs typeface="Times New Roman" pitchFamily="18" charset="0"/>
              </a:rPr>
              <a:t>控制栈向下增长</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4763"/>
                                        </p:tgtEl>
                                        <p:attrNameLst>
                                          <p:attrName>style.visibility</p:attrName>
                                        </p:attrNameLst>
                                      </p:cBhvr>
                                      <p:to>
                                        <p:strVal val="visible"/>
                                      </p:to>
                                    </p:set>
                                    <p:anim calcmode="lin" valueType="num">
                                      <p:cBhvr>
                                        <p:cTn id="7" dur="500" fill="hold"/>
                                        <p:tgtEl>
                                          <p:spTgt spid="74763"/>
                                        </p:tgtEl>
                                        <p:attrNameLst>
                                          <p:attrName>ppt_w</p:attrName>
                                        </p:attrNameLst>
                                      </p:cBhvr>
                                      <p:tavLst>
                                        <p:tav tm="0">
                                          <p:val>
                                            <p:fltVal val="0"/>
                                          </p:val>
                                        </p:tav>
                                        <p:tav tm="100000">
                                          <p:val>
                                            <p:strVal val="#ppt_w"/>
                                          </p:val>
                                        </p:tav>
                                      </p:tavLst>
                                    </p:anim>
                                    <p:anim calcmode="lin" valueType="num">
                                      <p:cBhvr>
                                        <p:cTn id="8" dur="500" fill="hold"/>
                                        <p:tgtEl>
                                          <p:spTgt spid="74763"/>
                                        </p:tgtEl>
                                        <p:attrNameLst>
                                          <p:attrName>ppt_h</p:attrName>
                                        </p:attrNameLst>
                                      </p:cBhvr>
                                      <p:tavLst>
                                        <p:tav tm="0">
                                          <p:val>
                                            <p:fltVal val="0"/>
                                          </p:val>
                                        </p:tav>
                                        <p:tav tm="100000">
                                          <p:val>
                                            <p:strVal val="#ppt_h"/>
                                          </p:val>
                                        </p:tav>
                                      </p:tavLst>
                                    </p:anim>
                                    <p:animEffect transition="in" filter="fade">
                                      <p:cBhvr>
                                        <p:cTn id="9" dur="500"/>
                                        <p:tgtEl>
                                          <p:spTgt spid="74763"/>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4766"/>
                                        </p:tgtEl>
                                        <p:attrNameLst>
                                          <p:attrName>style.visibility</p:attrName>
                                        </p:attrNameLst>
                                      </p:cBhvr>
                                      <p:to>
                                        <p:strVal val="visible"/>
                                      </p:to>
                                    </p:set>
                                    <p:anim calcmode="lin" valueType="num">
                                      <p:cBhvr>
                                        <p:cTn id="12" dur="500" fill="hold"/>
                                        <p:tgtEl>
                                          <p:spTgt spid="74766"/>
                                        </p:tgtEl>
                                        <p:attrNameLst>
                                          <p:attrName>ppt_w</p:attrName>
                                        </p:attrNameLst>
                                      </p:cBhvr>
                                      <p:tavLst>
                                        <p:tav tm="0">
                                          <p:val>
                                            <p:fltVal val="0"/>
                                          </p:val>
                                        </p:tav>
                                        <p:tav tm="100000">
                                          <p:val>
                                            <p:strVal val="#ppt_w"/>
                                          </p:val>
                                        </p:tav>
                                      </p:tavLst>
                                    </p:anim>
                                    <p:anim calcmode="lin" valueType="num">
                                      <p:cBhvr>
                                        <p:cTn id="13" dur="500" fill="hold"/>
                                        <p:tgtEl>
                                          <p:spTgt spid="74766"/>
                                        </p:tgtEl>
                                        <p:attrNameLst>
                                          <p:attrName>ppt_h</p:attrName>
                                        </p:attrNameLst>
                                      </p:cBhvr>
                                      <p:tavLst>
                                        <p:tav tm="0">
                                          <p:val>
                                            <p:fltVal val="0"/>
                                          </p:val>
                                        </p:tav>
                                        <p:tav tm="100000">
                                          <p:val>
                                            <p:strVal val="#ppt_h"/>
                                          </p:val>
                                        </p:tav>
                                      </p:tavLst>
                                    </p:anim>
                                    <p:animEffect transition="in" filter="fade">
                                      <p:cBhvr>
                                        <p:cTn id="14" dur="500"/>
                                        <p:tgtEl>
                                          <p:spTgt spid="74766"/>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anim calcmode="lin" valueType="num">
                                      <p:cBhvr>
                                        <p:cTn id="19" dur="500" fill="hold"/>
                                        <p:tgtEl>
                                          <p:spTgt spid="46"/>
                                        </p:tgtEl>
                                        <p:attrNameLst>
                                          <p:attrName>ppt_w</p:attrName>
                                        </p:attrNameLst>
                                      </p:cBhvr>
                                      <p:tavLst>
                                        <p:tav tm="0">
                                          <p:val>
                                            <p:fltVal val="0"/>
                                          </p:val>
                                        </p:tav>
                                        <p:tav tm="100000">
                                          <p:val>
                                            <p:strVal val="#ppt_w"/>
                                          </p:val>
                                        </p:tav>
                                      </p:tavLst>
                                    </p:anim>
                                    <p:anim calcmode="lin" valueType="num">
                                      <p:cBhvr>
                                        <p:cTn id="20" dur="500" fill="hold"/>
                                        <p:tgtEl>
                                          <p:spTgt spid="46"/>
                                        </p:tgtEl>
                                        <p:attrNameLst>
                                          <p:attrName>ppt_h</p:attrName>
                                        </p:attrNameLst>
                                      </p:cBhvr>
                                      <p:tavLst>
                                        <p:tav tm="0">
                                          <p:val>
                                            <p:fltVal val="0"/>
                                          </p:val>
                                        </p:tav>
                                        <p:tav tm="100000">
                                          <p:val>
                                            <p:strVal val="#ppt_h"/>
                                          </p:val>
                                        </p:tav>
                                      </p:tavLst>
                                    </p:anim>
                                    <p:animEffect transition="in" filter="fade">
                                      <p:cBhvr>
                                        <p:cTn id="21" dur="500"/>
                                        <p:tgtEl>
                                          <p:spTgt spid="46"/>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53" presetClass="entr" presetSubtype="16" fill="hold" grpId="0" nodeType="clickEffect">
                                  <p:stCondLst>
                                    <p:cond delay="0"/>
                                  </p:stCondLst>
                                  <p:childTnLst>
                                    <p:set>
                                      <p:cBhvr>
                                        <p:cTn id="25" dur="1" fill="hold">
                                          <p:stCondLst>
                                            <p:cond delay="0"/>
                                          </p:stCondLst>
                                        </p:cTn>
                                        <p:tgtEl>
                                          <p:spTgt spid="19"/>
                                        </p:tgtEl>
                                        <p:attrNameLst>
                                          <p:attrName>style.visibility</p:attrName>
                                        </p:attrNameLst>
                                      </p:cBhvr>
                                      <p:to>
                                        <p:strVal val="visible"/>
                                      </p:to>
                                    </p:set>
                                    <p:anim calcmode="lin" valueType="num">
                                      <p:cBhvr>
                                        <p:cTn id="26" dur="500" fill="hold"/>
                                        <p:tgtEl>
                                          <p:spTgt spid="19"/>
                                        </p:tgtEl>
                                        <p:attrNameLst>
                                          <p:attrName>ppt_w</p:attrName>
                                        </p:attrNameLst>
                                      </p:cBhvr>
                                      <p:tavLst>
                                        <p:tav tm="0">
                                          <p:val>
                                            <p:fltVal val="0"/>
                                          </p:val>
                                        </p:tav>
                                        <p:tav tm="100000">
                                          <p:val>
                                            <p:strVal val="#ppt_w"/>
                                          </p:val>
                                        </p:tav>
                                      </p:tavLst>
                                    </p:anim>
                                    <p:anim calcmode="lin" valueType="num">
                                      <p:cBhvr>
                                        <p:cTn id="27" dur="500" fill="hold"/>
                                        <p:tgtEl>
                                          <p:spTgt spid="19"/>
                                        </p:tgtEl>
                                        <p:attrNameLst>
                                          <p:attrName>ppt_h</p:attrName>
                                        </p:attrNameLst>
                                      </p:cBhvr>
                                      <p:tavLst>
                                        <p:tav tm="0">
                                          <p:val>
                                            <p:fltVal val="0"/>
                                          </p:val>
                                        </p:tav>
                                        <p:tav tm="100000">
                                          <p:val>
                                            <p:strVal val="#ppt_h"/>
                                          </p:val>
                                        </p:tav>
                                      </p:tavLst>
                                    </p:anim>
                                    <p:animEffect transition="in" filter="fade">
                                      <p:cBhvr>
                                        <p:cTn id="28" dur="500"/>
                                        <p:tgtEl>
                                          <p:spTgt spid="19"/>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53" presetClass="entr" presetSubtype="16" fill="hold" grpId="0" nodeType="clickEffect">
                                  <p:stCondLst>
                                    <p:cond delay="0"/>
                                  </p:stCondLst>
                                  <p:childTnLst>
                                    <p:set>
                                      <p:cBhvr>
                                        <p:cTn id="32" dur="1" fill="hold">
                                          <p:stCondLst>
                                            <p:cond delay="0"/>
                                          </p:stCondLst>
                                        </p:cTn>
                                        <p:tgtEl>
                                          <p:spTgt spid="48147"/>
                                        </p:tgtEl>
                                        <p:attrNameLst>
                                          <p:attrName>style.visibility</p:attrName>
                                        </p:attrNameLst>
                                      </p:cBhvr>
                                      <p:to>
                                        <p:strVal val="visible"/>
                                      </p:to>
                                    </p:set>
                                    <p:anim calcmode="lin" valueType="num">
                                      <p:cBhvr>
                                        <p:cTn id="33" dur="500" fill="hold"/>
                                        <p:tgtEl>
                                          <p:spTgt spid="48147"/>
                                        </p:tgtEl>
                                        <p:attrNameLst>
                                          <p:attrName>ppt_w</p:attrName>
                                        </p:attrNameLst>
                                      </p:cBhvr>
                                      <p:tavLst>
                                        <p:tav tm="0">
                                          <p:val>
                                            <p:fltVal val="0"/>
                                          </p:val>
                                        </p:tav>
                                        <p:tav tm="100000">
                                          <p:val>
                                            <p:strVal val="#ppt_w"/>
                                          </p:val>
                                        </p:tav>
                                      </p:tavLst>
                                    </p:anim>
                                    <p:anim calcmode="lin" valueType="num">
                                      <p:cBhvr>
                                        <p:cTn id="34" dur="500" fill="hold"/>
                                        <p:tgtEl>
                                          <p:spTgt spid="48147"/>
                                        </p:tgtEl>
                                        <p:attrNameLst>
                                          <p:attrName>ppt_h</p:attrName>
                                        </p:attrNameLst>
                                      </p:cBhvr>
                                      <p:tavLst>
                                        <p:tav tm="0">
                                          <p:val>
                                            <p:fltVal val="0"/>
                                          </p:val>
                                        </p:tav>
                                        <p:tav tm="100000">
                                          <p:val>
                                            <p:strVal val="#ppt_h"/>
                                          </p:val>
                                        </p:tav>
                                      </p:tavLst>
                                    </p:anim>
                                    <p:animEffect transition="in" filter="fade">
                                      <p:cBhvr>
                                        <p:cTn id="35" dur="500"/>
                                        <p:tgtEl>
                                          <p:spTgt spid="48147"/>
                                        </p:tgtEl>
                                      </p:cBhvr>
                                    </p:animEffect>
                                  </p:childTnLst>
                                </p:cTn>
                              </p:par>
                              <p:par>
                                <p:cTn id="36" presetID="53" presetClass="entr" presetSubtype="16" fill="hold" grpId="0" nodeType="withEffect">
                                  <p:stCondLst>
                                    <p:cond delay="0"/>
                                  </p:stCondLst>
                                  <p:childTnLst>
                                    <p:set>
                                      <p:cBhvr>
                                        <p:cTn id="37" dur="1" fill="hold">
                                          <p:stCondLst>
                                            <p:cond delay="0"/>
                                          </p:stCondLst>
                                        </p:cTn>
                                        <p:tgtEl>
                                          <p:spTgt spid="74769"/>
                                        </p:tgtEl>
                                        <p:attrNameLst>
                                          <p:attrName>style.visibility</p:attrName>
                                        </p:attrNameLst>
                                      </p:cBhvr>
                                      <p:to>
                                        <p:strVal val="visible"/>
                                      </p:to>
                                    </p:set>
                                    <p:anim calcmode="lin" valueType="num">
                                      <p:cBhvr>
                                        <p:cTn id="38" dur="500" fill="hold"/>
                                        <p:tgtEl>
                                          <p:spTgt spid="74769"/>
                                        </p:tgtEl>
                                        <p:attrNameLst>
                                          <p:attrName>ppt_w</p:attrName>
                                        </p:attrNameLst>
                                      </p:cBhvr>
                                      <p:tavLst>
                                        <p:tav tm="0">
                                          <p:val>
                                            <p:fltVal val="0"/>
                                          </p:val>
                                        </p:tav>
                                        <p:tav tm="100000">
                                          <p:val>
                                            <p:strVal val="#ppt_w"/>
                                          </p:val>
                                        </p:tav>
                                      </p:tavLst>
                                    </p:anim>
                                    <p:anim calcmode="lin" valueType="num">
                                      <p:cBhvr>
                                        <p:cTn id="39" dur="500" fill="hold"/>
                                        <p:tgtEl>
                                          <p:spTgt spid="74769"/>
                                        </p:tgtEl>
                                        <p:attrNameLst>
                                          <p:attrName>ppt_h</p:attrName>
                                        </p:attrNameLst>
                                      </p:cBhvr>
                                      <p:tavLst>
                                        <p:tav tm="0">
                                          <p:val>
                                            <p:fltVal val="0"/>
                                          </p:val>
                                        </p:tav>
                                        <p:tav tm="100000">
                                          <p:val>
                                            <p:strVal val="#ppt_h"/>
                                          </p:val>
                                        </p:tav>
                                      </p:tavLst>
                                    </p:anim>
                                    <p:animEffect transition="in" filter="fade">
                                      <p:cBhvr>
                                        <p:cTn id="40" dur="500"/>
                                        <p:tgtEl>
                                          <p:spTgt spid="74769"/>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53" presetClass="entr" presetSubtype="16" fill="hold" nodeType="clickEffect">
                                  <p:stCondLst>
                                    <p:cond delay="0"/>
                                  </p:stCondLst>
                                  <p:childTnLst>
                                    <p:set>
                                      <p:cBhvr>
                                        <p:cTn id="44" dur="1" fill="hold">
                                          <p:stCondLst>
                                            <p:cond delay="0"/>
                                          </p:stCondLst>
                                        </p:cTn>
                                        <p:tgtEl>
                                          <p:spTgt spid="43"/>
                                        </p:tgtEl>
                                        <p:attrNameLst>
                                          <p:attrName>style.visibility</p:attrName>
                                        </p:attrNameLst>
                                      </p:cBhvr>
                                      <p:to>
                                        <p:strVal val="visible"/>
                                      </p:to>
                                    </p:set>
                                    <p:anim calcmode="lin" valueType="num">
                                      <p:cBhvr>
                                        <p:cTn id="45" dur="500" fill="hold"/>
                                        <p:tgtEl>
                                          <p:spTgt spid="43"/>
                                        </p:tgtEl>
                                        <p:attrNameLst>
                                          <p:attrName>ppt_w</p:attrName>
                                        </p:attrNameLst>
                                      </p:cBhvr>
                                      <p:tavLst>
                                        <p:tav tm="0">
                                          <p:val>
                                            <p:fltVal val="0"/>
                                          </p:val>
                                        </p:tav>
                                        <p:tav tm="100000">
                                          <p:val>
                                            <p:strVal val="#ppt_w"/>
                                          </p:val>
                                        </p:tav>
                                      </p:tavLst>
                                    </p:anim>
                                    <p:anim calcmode="lin" valueType="num">
                                      <p:cBhvr>
                                        <p:cTn id="46" dur="500" fill="hold"/>
                                        <p:tgtEl>
                                          <p:spTgt spid="43"/>
                                        </p:tgtEl>
                                        <p:attrNameLst>
                                          <p:attrName>ppt_h</p:attrName>
                                        </p:attrNameLst>
                                      </p:cBhvr>
                                      <p:tavLst>
                                        <p:tav tm="0">
                                          <p:val>
                                            <p:fltVal val="0"/>
                                          </p:val>
                                        </p:tav>
                                        <p:tav tm="100000">
                                          <p:val>
                                            <p:strVal val="#ppt_h"/>
                                          </p:val>
                                        </p:tav>
                                      </p:tavLst>
                                    </p:anim>
                                    <p:animEffect transition="in" filter="fade">
                                      <p:cBhvr>
                                        <p:cTn id="47" dur="500"/>
                                        <p:tgtEl>
                                          <p:spTgt spid="43"/>
                                        </p:tgtEl>
                                      </p:cBhvr>
                                    </p:animEffect>
                                  </p:childTnLst>
                                </p:cTn>
                              </p:par>
                            </p:childTnLst>
                          </p:cTn>
                        </p:par>
                      </p:childTnLst>
                    </p:cTn>
                  </p:par>
                  <p:par>
                    <p:cTn id="48" fill="hold" nodeType="clickPar">
                      <p:stCondLst>
                        <p:cond delay="indefinite"/>
                      </p:stCondLst>
                      <p:childTnLst>
                        <p:par>
                          <p:cTn id="49" fill="hold" nodeType="withGroup">
                            <p:stCondLst>
                              <p:cond delay="0"/>
                            </p:stCondLst>
                            <p:childTnLst>
                              <p:par>
                                <p:cTn id="50" presetID="53" presetClass="entr" presetSubtype="16" fill="hold" nodeType="clickEffect">
                                  <p:stCondLst>
                                    <p:cond delay="0"/>
                                  </p:stCondLst>
                                  <p:childTnLst>
                                    <p:set>
                                      <p:cBhvr>
                                        <p:cTn id="51" dur="1" fill="hold">
                                          <p:stCondLst>
                                            <p:cond delay="0"/>
                                          </p:stCondLst>
                                        </p:cTn>
                                        <p:tgtEl>
                                          <p:spTgt spid="20"/>
                                        </p:tgtEl>
                                        <p:attrNameLst>
                                          <p:attrName>style.visibility</p:attrName>
                                        </p:attrNameLst>
                                      </p:cBhvr>
                                      <p:to>
                                        <p:strVal val="visible"/>
                                      </p:to>
                                    </p:set>
                                    <p:anim calcmode="lin" valueType="num">
                                      <p:cBhvr>
                                        <p:cTn id="52" dur="500" fill="hold"/>
                                        <p:tgtEl>
                                          <p:spTgt spid="20"/>
                                        </p:tgtEl>
                                        <p:attrNameLst>
                                          <p:attrName>ppt_w</p:attrName>
                                        </p:attrNameLst>
                                      </p:cBhvr>
                                      <p:tavLst>
                                        <p:tav tm="0">
                                          <p:val>
                                            <p:fltVal val="0"/>
                                          </p:val>
                                        </p:tav>
                                        <p:tav tm="100000">
                                          <p:val>
                                            <p:strVal val="#ppt_w"/>
                                          </p:val>
                                        </p:tav>
                                      </p:tavLst>
                                    </p:anim>
                                    <p:anim calcmode="lin" valueType="num">
                                      <p:cBhvr>
                                        <p:cTn id="53" dur="500" fill="hold"/>
                                        <p:tgtEl>
                                          <p:spTgt spid="20"/>
                                        </p:tgtEl>
                                        <p:attrNameLst>
                                          <p:attrName>ppt_h</p:attrName>
                                        </p:attrNameLst>
                                      </p:cBhvr>
                                      <p:tavLst>
                                        <p:tav tm="0">
                                          <p:val>
                                            <p:fltVal val="0"/>
                                          </p:val>
                                        </p:tav>
                                        <p:tav tm="100000">
                                          <p:val>
                                            <p:strVal val="#ppt_h"/>
                                          </p:val>
                                        </p:tav>
                                      </p:tavLst>
                                    </p:anim>
                                    <p:animEffect transition="in" filter="fade">
                                      <p:cBhvr>
                                        <p:cTn id="54" dur="500"/>
                                        <p:tgtEl>
                                          <p:spTgt spid="20"/>
                                        </p:tgtEl>
                                      </p:cBhvr>
                                    </p:animEffect>
                                  </p:childTnLst>
                                </p:cTn>
                              </p:par>
                            </p:childTnLst>
                          </p:cTn>
                        </p:par>
                      </p:childTnLst>
                    </p:cTn>
                  </p:par>
                  <p:par>
                    <p:cTn id="55" fill="hold" nodeType="clickPar">
                      <p:stCondLst>
                        <p:cond delay="indefinite"/>
                      </p:stCondLst>
                      <p:childTnLst>
                        <p:par>
                          <p:cTn id="56" fill="hold" nodeType="withGroup">
                            <p:stCondLst>
                              <p:cond delay="0"/>
                            </p:stCondLst>
                            <p:childTnLst>
                              <p:par>
                                <p:cTn id="57" presetID="53" presetClass="exit" presetSubtype="32" fill="hold" nodeType="clickEffect">
                                  <p:stCondLst>
                                    <p:cond delay="0"/>
                                  </p:stCondLst>
                                  <p:childTnLst>
                                    <p:anim calcmode="lin" valueType="num">
                                      <p:cBhvr>
                                        <p:cTn id="58" dur="500"/>
                                        <p:tgtEl>
                                          <p:spTgt spid="43"/>
                                        </p:tgtEl>
                                        <p:attrNameLst>
                                          <p:attrName>ppt_w</p:attrName>
                                        </p:attrNameLst>
                                      </p:cBhvr>
                                      <p:tavLst>
                                        <p:tav tm="0">
                                          <p:val>
                                            <p:strVal val="ppt_w"/>
                                          </p:val>
                                        </p:tav>
                                        <p:tav tm="100000">
                                          <p:val>
                                            <p:fltVal val="0"/>
                                          </p:val>
                                        </p:tav>
                                      </p:tavLst>
                                    </p:anim>
                                    <p:anim calcmode="lin" valueType="num">
                                      <p:cBhvr>
                                        <p:cTn id="59" dur="500"/>
                                        <p:tgtEl>
                                          <p:spTgt spid="43"/>
                                        </p:tgtEl>
                                        <p:attrNameLst>
                                          <p:attrName>ppt_h</p:attrName>
                                        </p:attrNameLst>
                                      </p:cBhvr>
                                      <p:tavLst>
                                        <p:tav tm="0">
                                          <p:val>
                                            <p:strVal val="ppt_h"/>
                                          </p:val>
                                        </p:tav>
                                        <p:tav tm="100000">
                                          <p:val>
                                            <p:fltVal val="0"/>
                                          </p:val>
                                        </p:tav>
                                      </p:tavLst>
                                    </p:anim>
                                    <p:animEffect transition="out" filter="fade">
                                      <p:cBhvr>
                                        <p:cTn id="60" dur="500"/>
                                        <p:tgtEl>
                                          <p:spTgt spid="43"/>
                                        </p:tgtEl>
                                      </p:cBhvr>
                                    </p:animEffect>
                                    <p:set>
                                      <p:cBhvr>
                                        <p:cTn id="61" dur="1" fill="hold">
                                          <p:stCondLst>
                                            <p:cond delay="499"/>
                                          </p:stCondLst>
                                        </p:cTn>
                                        <p:tgtEl>
                                          <p:spTgt spid="43"/>
                                        </p:tgtEl>
                                        <p:attrNameLst>
                                          <p:attrName>style.visibility</p:attrName>
                                        </p:attrNameLst>
                                      </p:cBhvr>
                                      <p:to>
                                        <p:strVal val="hidden"/>
                                      </p:to>
                                    </p:set>
                                  </p:childTnLst>
                                </p:cTn>
                              </p:par>
                              <p:par>
                                <p:cTn id="62" presetID="53" presetClass="exit" presetSubtype="32" fill="hold" grpId="1" nodeType="withEffect">
                                  <p:stCondLst>
                                    <p:cond delay="0"/>
                                  </p:stCondLst>
                                  <p:childTnLst>
                                    <p:anim calcmode="lin" valueType="num">
                                      <p:cBhvr>
                                        <p:cTn id="63" dur="500"/>
                                        <p:tgtEl>
                                          <p:spTgt spid="19"/>
                                        </p:tgtEl>
                                        <p:attrNameLst>
                                          <p:attrName>ppt_w</p:attrName>
                                        </p:attrNameLst>
                                      </p:cBhvr>
                                      <p:tavLst>
                                        <p:tav tm="0">
                                          <p:val>
                                            <p:strVal val="ppt_w"/>
                                          </p:val>
                                        </p:tav>
                                        <p:tav tm="100000">
                                          <p:val>
                                            <p:fltVal val="0"/>
                                          </p:val>
                                        </p:tav>
                                      </p:tavLst>
                                    </p:anim>
                                    <p:anim calcmode="lin" valueType="num">
                                      <p:cBhvr>
                                        <p:cTn id="64" dur="500"/>
                                        <p:tgtEl>
                                          <p:spTgt spid="19"/>
                                        </p:tgtEl>
                                        <p:attrNameLst>
                                          <p:attrName>ppt_h</p:attrName>
                                        </p:attrNameLst>
                                      </p:cBhvr>
                                      <p:tavLst>
                                        <p:tav tm="0">
                                          <p:val>
                                            <p:strVal val="ppt_h"/>
                                          </p:val>
                                        </p:tav>
                                        <p:tav tm="100000">
                                          <p:val>
                                            <p:fltVal val="0"/>
                                          </p:val>
                                        </p:tav>
                                      </p:tavLst>
                                    </p:anim>
                                    <p:animEffect transition="out" filter="fade">
                                      <p:cBhvr>
                                        <p:cTn id="65" dur="500"/>
                                        <p:tgtEl>
                                          <p:spTgt spid="19"/>
                                        </p:tgtEl>
                                      </p:cBhvr>
                                    </p:animEffect>
                                    <p:set>
                                      <p:cBhvr>
                                        <p:cTn id="66" dur="1" fill="hold">
                                          <p:stCondLst>
                                            <p:cond delay="499"/>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763" grpId="0" animBg="1"/>
      <p:bldP spid="74766" grpId="0"/>
      <p:bldP spid="74769" grpId="0"/>
      <p:bldP spid="48147" grpId="0" animBg="1"/>
      <p:bldP spid="19" grpId="0" animBg="1"/>
      <p:bldP spid="19" grpId="1"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4"/>
          <p:cNvSpPr>
            <a:spLocks noChangeArrowheads="1"/>
          </p:cNvSpPr>
          <p:nvPr/>
        </p:nvSpPr>
        <p:spPr bwMode="auto">
          <a:xfrm>
            <a:off x="2084388" y="322263"/>
            <a:ext cx="438150" cy="450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m</a:t>
            </a:r>
          </a:p>
        </p:txBody>
      </p:sp>
      <p:sp>
        <p:nvSpPr>
          <p:cNvPr id="68611" name="Rectangle 5"/>
          <p:cNvSpPr>
            <a:spLocks noChangeArrowheads="1"/>
          </p:cNvSpPr>
          <p:nvPr/>
        </p:nvSpPr>
        <p:spPr bwMode="auto">
          <a:xfrm>
            <a:off x="1916113" y="928688"/>
            <a:ext cx="855662"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68612" name="Rectangle 6"/>
          <p:cNvSpPr>
            <a:spLocks noChangeArrowheads="1"/>
          </p:cNvSpPr>
          <p:nvPr/>
        </p:nvSpPr>
        <p:spPr bwMode="auto">
          <a:xfrm>
            <a:off x="896665" y="1040780"/>
            <a:ext cx="434975" cy="450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dirty="0">
                <a:solidFill>
                  <a:srgbClr val="000000"/>
                </a:solidFill>
                <a:ea typeface="宋体" panose="02010600030101010101" pitchFamily="2" charset="-122"/>
                <a:cs typeface="Times New Roman" panose="02020603050405020304" pitchFamily="18" charset="0"/>
              </a:rPr>
              <a:t>r</a:t>
            </a:r>
          </a:p>
        </p:txBody>
      </p:sp>
      <p:sp>
        <p:nvSpPr>
          <p:cNvPr id="68613" name="Line 7"/>
          <p:cNvSpPr>
            <a:spLocks noChangeShapeType="1"/>
          </p:cNvSpPr>
          <p:nvPr/>
        </p:nvSpPr>
        <p:spPr bwMode="auto">
          <a:xfrm flipH="1">
            <a:off x="2284413" y="6651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8138" name="Line 8"/>
          <p:cNvSpPr>
            <a:spLocks noChangeShapeType="1"/>
          </p:cNvSpPr>
          <p:nvPr/>
        </p:nvSpPr>
        <p:spPr bwMode="auto">
          <a:xfrm flipH="1">
            <a:off x="1120775" y="668338"/>
            <a:ext cx="1095375" cy="538162"/>
          </a:xfrm>
          <a:prstGeom prst="line">
            <a:avLst/>
          </a:prstGeom>
          <a:noFill/>
          <a:ln w="25400">
            <a:solidFill>
              <a:schemeClr val="tx2">
                <a:lumMod val="60000"/>
                <a:lumOff val="40000"/>
              </a:schemeClr>
            </a:solidFill>
            <a:round/>
            <a:headEnd/>
            <a:tailEnd/>
          </a:ln>
        </p:spPr>
        <p:txBody>
          <a:bodyPr/>
          <a:lstStyle/>
          <a:p>
            <a:pPr>
              <a:defRPr/>
            </a:pPr>
            <a:endParaRPr lang="zh-CN" altLang="en-US">
              <a:solidFill>
                <a:prstClr val="black"/>
              </a:solidFill>
            </a:endParaRPr>
          </a:p>
        </p:txBody>
      </p:sp>
      <p:sp>
        <p:nvSpPr>
          <p:cNvPr id="48139" name="Line 9"/>
          <p:cNvSpPr>
            <a:spLocks noChangeShapeType="1"/>
          </p:cNvSpPr>
          <p:nvPr/>
        </p:nvSpPr>
        <p:spPr bwMode="auto">
          <a:xfrm flipH="1">
            <a:off x="1246188" y="1274763"/>
            <a:ext cx="771525" cy="450850"/>
          </a:xfrm>
          <a:prstGeom prst="line">
            <a:avLst/>
          </a:prstGeom>
          <a:noFill/>
          <a:ln w="25400">
            <a:solidFill>
              <a:schemeClr val="tx2">
                <a:lumMod val="60000"/>
                <a:lumOff val="40000"/>
              </a:schemeClr>
            </a:solidFill>
            <a:round/>
            <a:headEnd/>
            <a:tailEnd/>
          </a:ln>
        </p:spPr>
        <p:txBody>
          <a:bodyPr/>
          <a:lstStyle/>
          <a:p>
            <a:pPr>
              <a:defRPr/>
            </a:pPr>
            <a:endParaRPr lang="zh-CN" altLang="en-US">
              <a:solidFill>
                <a:prstClr val="black"/>
              </a:solidFill>
            </a:endParaRPr>
          </a:p>
        </p:txBody>
      </p:sp>
      <p:sp>
        <p:nvSpPr>
          <p:cNvPr id="68616" name="Line 10"/>
          <p:cNvSpPr>
            <a:spLocks noChangeShapeType="1"/>
          </p:cNvSpPr>
          <p:nvPr/>
        </p:nvSpPr>
        <p:spPr bwMode="auto">
          <a:xfrm flipH="1">
            <a:off x="2284413" y="13509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8617" name="Rectangle 11"/>
          <p:cNvSpPr>
            <a:spLocks noChangeArrowheads="1"/>
          </p:cNvSpPr>
          <p:nvPr/>
        </p:nvSpPr>
        <p:spPr bwMode="auto">
          <a:xfrm>
            <a:off x="684213" y="1657350"/>
            <a:ext cx="855662"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68618" name="Rectangle 13"/>
          <p:cNvSpPr>
            <a:spLocks noChangeArrowheads="1"/>
          </p:cNvSpPr>
          <p:nvPr/>
        </p:nvSpPr>
        <p:spPr bwMode="auto">
          <a:xfrm>
            <a:off x="1930400" y="1622425"/>
            <a:ext cx="85725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(1,3)</a:t>
            </a:r>
          </a:p>
        </p:txBody>
      </p:sp>
      <p:sp>
        <p:nvSpPr>
          <p:cNvPr id="68619" name="Rectangle 16"/>
          <p:cNvSpPr>
            <a:spLocks noChangeArrowheads="1"/>
          </p:cNvSpPr>
          <p:nvPr/>
        </p:nvSpPr>
        <p:spPr bwMode="auto">
          <a:xfrm>
            <a:off x="1076325" y="2314575"/>
            <a:ext cx="857250"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(1,3)</a:t>
            </a:r>
          </a:p>
        </p:txBody>
      </p:sp>
      <p:sp>
        <p:nvSpPr>
          <p:cNvPr id="48147" name="Line 17"/>
          <p:cNvSpPr>
            <a:spLocks noChangeShapeType="1"/>
          </p:cNvSpPr>
          <p:nvPr/>
        </p:nvSpPr>
        <p:spPr bwMode="auto">
          <a:xfrm flipH="1">
            <a:off x="1484313" y="1979613"/>
            <a:ext cx="533400" cy="431800"/>
          </a:xfrm>
          <a:prstGeom prst="line">
            <a:avLst/>
          </a:prstGeom>
          <a:noFill/>
          <a:ln w="25400">
            <a:solidFill>
              <a:schemeClr val="tx2">
                <a:lumMod val="60000"/>
                <a:lumOff val="40000"/>
              </a:schemeClr>
            </a:solidFill>
            <a:round/>
            <a:headEnd/>
            <a:tailEnd/>
          </a:ln>
        </p:spPr>
        <p:txBody>
          <a:bodyPr/>
          <a:lstStyle/>
          <a:p>
            <a:pPr>
              <a:defRPr/>
            </a:pPr>
            <a:endParaRPr lang="zh-CN" altLang="en-US">
              <a:solidFill>
                <a:prstClr val="black"/>
              </a:solidFill>
            </a:endParaRPr>
          </a:p>
        </p:txBody>
      </p:sp>
      <p:graphicFrame>
        <p:nvGraphicFramePr>
          <p:cNvPr id="40" name="Group 18"/>
          <p:cNvGraphicFramePr>
            <a:graphicFrameLocks noGrp="1"/>
          </p:cNvGraphicFramePr>
          <p:nvPr>
            <p:extLst>
              <p:ext uri="{D42A27DB-BD31-4B8C-83A1-F6EECF244321}">
                <p14:modId xmlns:p14="http://schemas.microsoft.com/office/powerpoint/2010/main" val="1225654443"/>
              </p:ext>
            </p:extLst>
          </p:nvPr>
        </p:nvGraphicFramePr>
        <p:xfrm>
          <a:off x="6980238" y="441325"/>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defRPr/>
                      </a:pPr>
                      <a:r>
                        <a:rPr kumimoji="0" lang="en-US" altLang="zh-CN" sz="1800" b="1" i="0"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int</a:t>
                      </a:r>
                      <a:r>
                        <a:rPr kumimoji="0" lang="en-US" altLang="zh-CN" sz="1800" b="1" i="1"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 a</a:t>
                      </a:r>
                      <a:r>
                        <a:rPr kumimoji="0" lang="en-US" altLang="zh-CN" sz="1800" b="1" i="0"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[11]</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defRPr/>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main</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graphicFrame>
        <p:nvGraphicFramePr>
          <p:cNvPr id="41" name="Group 26"/>
          <p:cNvGraphicFramePr>
            <a:graphicFrameLocks noGrp="1"/>
          </p:cNvGraphicFramePr>
          <p:nvPr>
            <p:extLst>
              <p:ext uri="{D42A27DB-BD31-4B8C-83A1-F6EECF244321}">
                <p14:modId xmlns:p14="http://schemas.microsoft.com/office/powerpoint/2010/main" val="1987226724"/>
              </p:ext>
            </p:extLst>
          </p:nvPr>
        </p:nvGraphicFramePr>
        <p:xfrm>
          <a:off x="6980238" y="1135879"/>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q</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(1,9)</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0" u="none" strike="noStrike" cap="none" normalizeH="0" baseline="0" dirty="0" err="1">
                          <a:ln>
                            <a:noFill/>
                          </a:ln>
                          <a:solidFill>
                            <a:srgbClr val="0070C0"/>
                          </a:solidFill>
                          <a:effectLst/>
                          <a:latin typeface="Times New Roman" pitchFamily="18" charset="0"/>
                          <a:ea typeface="楷体_GB2312" pitchFamily="49" charset="-122"/>
                          <a:cs typeface="Times New Roman" pitchFamily="18" charset="0"/>
                        </a:rPr>
                        <a:t>int</a:t>
                      </a:r>
                      <a:r>
                        <a:rPr kumimoji="0" lang="en-US" altLang="zh-CN" sz="1800" b="1" i="0"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 </a:t>
                      </a: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i</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68637" name="Rectangle 31"/>
          <p:cNvSpPr>
            <a:spLocks noChangeArrowheads="1"/>
          </p:cNvSpPr>
          <p:nvPr/>
        </p:nvSpPr>
        <p:spPr bwMode="auto">
          <a:xfrm>
            <a:off x="1290638" y="44450"/>
            <a:ext cx="2105025" cy="439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4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aphicFrame>
        <p:nvGraphicFramePr>
          <p:cNvPr id="46" name="Group 42"/>
          <p:cNvGraphicFramePr>
            <a:graphicFrameLocks noGrp="1"/>
          </p:cNvGraphicFramePr>
          <p:nvPr>
            <p:extLst>
              <p:ext uri="{D42A27DB-BD31-4B8C-83A1-F6EECF244321}">
                <p14:modId xmlns:p14="http://schemas.microsoft.com/office/powerpoint/2010/main" val="3769498800"/>
              </p:ext>
            </p:extLst>
          </p:nvPr>
        </p:nvGraphicFramePr>
        <p:xfrm>
          <a:off x="6980238" y="1824898"/>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q</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(1,3)</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0" u="none" strike="noStrike" cap="none" normalizeH="0" baseline="0" dirty="0" err="1">
                          <a:ln>
                            <a:noFill/>
                          </a:ln>
                          <a:solidFill>
                            <a:srgbClr val="0070C0"/>
                          </a:solidFill>
                          <a:effectLst/>
                          <a:latin typeface="Times New Roman" pitchFamily="18" charset="0"/>
                          <a:ea typeface="楷体_GB2312" pitchFamily="49" charset="-122"/>
                          <a:cs typeface="Times New Roman" pitchFamily="18" charset="0"/>
                        </a:rPr>
                        <a:t>int</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 </a:t>
                      </a: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i</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19" name="Line 14"/>
          <p:cNvSpPr>
            <a:spLocks noChangeShapeType="1"/>
          </p:cNvSpPr>
          <p:nvPr/>
        </p:nvSpPr>
        <p:spPr bwMode="auto">
          <a:xfrm flipH="1">
            <a:off x="2284413" y="20367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0" name="Rectangle 15"/>
          <p:cNvSpPr>
            <a:spLocks noChangeArrowheads="1"/>
          </p:cNvSpPr>
          <p:nvPr/>
        </p:nvSpPr>
        <p:spPr bwMode="auto">
          <a:xfrm>
            <a:off x="1944688" y="2279650"/>
            <a:ext cx="855662"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(1,0)</a:t>
            </a:r>
          </a:p>
        </p:txBody>
      </p:sp>
      <p:graphicFrame>
        <p:nvGraphicFramePr>
          <p:cNvPr id="21" name="Group 42"/>
          <p:cNvGraphicFramePr>
            <a:graphicFrameLocks noGrp="1"/>
          </p:cNvGraphicFramePr>
          <p:nvPr>
            <p:extLst>
              <p:ext uri="{D42A27DB-BD31-4B8C-83A1-F6EECF244321}">
                <p14:modId xmlns:p14="http://schemas.microsoft.com/office/powerpoint/2010/main" val="1739173100"/>
              </p:ext>
            </p:extLst>
          </p:nvPr>
        </p:nvGraphicFramePr>
        <p:xfrm>
          <a:off x="6980238" y="2507523"/>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q</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(1,0)</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0" u="none" strike="noStrike" cap="none" normalizeH="0" baseline="0" dirty="0" err="1">
                          <a:ln>
                            <a:noFill/>
                          </a:ln>
                          <a:solidFill>
                            <a:srgbClr val="0070C0"/>
                          </a:solidFill>
                          <a:effectLst/>
                          <a:latin typeface="Times New Roman" pitchFamily="18" charset="0"/>
                          <a:ea typeface="楷体_GB2312" pitchFamily="49" charset="-122"/>
                          <a:cs typeface="Times New Roman" pitchFamily="18" charset="0"/>
                        </a:rPr>
                        <a:t>int</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 </a:t>
                      </a: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i</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22" name="Rectangle 32">
            <a:extLst>
              <a:ext uri="{FF2B5EF4-FFF2-40B4-BE49-F238E27FC236}">
                <a16:creationId xmlns:a16="http://schemas.microsoft.com/office/drawing/2014/main" id="{303D976A-859B-46CD-AE90-633338984729}"/>
              </a:ext>
            </a:extLst>
          </p:cNvPr>
          <p:cNvSpPr>
            <a:spLocks noChangeArrowheads="1"/>
          </p:cNvSpPr>
          <p:nvPr/>
        </p:nvSpPr>
        <p:spPr bwMode="auto">
          <a:xfrm>
            <a:off x="6444208" y="-20638"/>
            <a:ext cx="2448272" cy="438582"/>
          </a:xfrm>
          <a:prstGeom prst="rect">
            <a:avLst/>
          </a:prstGeom>
          <a:noFill/>
          <a:ln w="9525">
            <a:noFill/>
            <a:miter lim="800000"/>
            <a:headEnd/>
            <a:tailEnd/>
          </a:ln>
        </p:spPr>
        <p:txBody>
          <a:bodyPr wrap="square" lIns="68580" tIns="34290" rIns="68580" bIns="34290">
            <a:spAutoFit/>
          </a:bodyPr>
          <a:lstStyle/>
          <a:p>
            <a:pPr algn="ctr" eaLnBrk="1" hangingPunct="1">
              <a:defRPr/>
            </a:pPr>
            <a:r>
              <a:rPr lang="zh-CN" altLang="en-US" sz="2400" dirty="0">
                <a:solidFill>
                  <a:schemeClr val="tx2">
                    <a:lumMod val="60000"/>
                    <a:lumOff val="40000"/>
                  </a:schemeClr>
                </a:solidFill>
                <a:latin typeface="楷体" pitchFamily="49" charset="-122"/>
                <a:ea typeface="楷体" pitchFamily="49" charset="-122"/>
                <a:cs typeface="Times New Roman" pitchFamily="18" charset="0"/>
              </a:rPr>
              <a:t>控制栈向下增长</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 calcmode="lin" valueType="num">
                                      <p:cBhvr>
                                        <p:cTn id="7" dur="500" fill="hold"/>
                                        <p:tgtEl>
                                          <p:spTgt spid="19"/>
                                        </p:tgtEl>
                                        <p:attrNameLst>
                                          <p:attrName>ppt_w</p:attrName>
                                        </p:attrNameLst>
                                      </p:cBhvr>
                                      <p:tavLst>
                                        <p:tav tm="0">
                                          <p:val>
                                            <p:fltVal val="0"/>
                                          </p:val>
                                        </p:tav>
                                        <p:tav tm="100000">
                                          <p:val>
                                            <p:strVal val="#ppt_w"/>
                                          </p:val>
                                        </p:tav>
                                      </p:tavLst>
                                    </p:anim>
                                    <p:anim calcmode="lin" valueType="num">
                                      <p:cBhvr>
                                        <p:cTn id="8" dur="500" fill="hold"/>
                                        <p:tgtEl>
                                          <p:spTgt spid="19"/>
                                        </p:tgtEl>
                                        <p:attrNameLst>
                                          <p:attrName>ppt_h</p:attrName>
                                        </p:attrNameLst>
                                      </p:cBhvr>
                                      <p:tavLst>
                                        <p:tav tm="0">
                                          <p:val>
                                            <p:fltVal val="0"/>
                                          </p:val>
                                        </p:tav>
                                        <p:tav tm="100000">
                                          <p:val>
                                            <p:strVal val="#ppt_h"/>
                                          </p:val>
                                        </p:tav>
                                      </p:tavLst>
                                    </p:anim>
                                    <p:animEffect transition="in" filter="fade">
                                      <p:cBhvr>
                                        <p:cTn id="9" dur="500"/>
                                        <p:tgtEl>
                                          <p:spTgt spid="19"/>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anim calcmode="lin" valueType="num">
                                      <p:cBhvr>
                                        <p:cTn id="19" dur="500" fill="hold"/>
                                        <p:tgtEl>
                                          <p:spTgt spid="21"/>
                                        </p:tgtEl>
                                        <p:attrNameLst>
                                          <p:attrName>ppt_w</p:attrName>
                                        </p:attrNameLst>
                                      </p:cBhvr>
                                      <p:tavLst>
                                        <p:tav tm="0">
                                          <p:val>
                                            <p:fltVal val="0"/>
                                          </p:val>
                                        </p:tav>
                                        <p:tav tm="100000">
                                          <p:val>
                                            <p:strVal val="#ppt_w"/>
                                          </p:val>
                                        </p:tav>
                                      </p:tavLst>
                                    </p:anim>
                                    <p:anim calcmode="lin" valueType="num">
                                      <p:cBhvr>
                                        <p:cTn id="20" dur="500" fill="hold"/>
                                        <p:tgtEl>
                                          <p:spTgt spid="21"/>
                                        </p:tgtEl>
                                        <p:attrNameLst>
                                          <p:attrName>ppt_h</p:attrName>
                                        </p:attrNameLst>
                                      </p:cBhvr>
                                      <p:tavLst>
                                        <p:tav tm="0">
                                          <p:val>
                                            <p:fltVal val="0"/>
                                          </p:val>
                                        </p:tav>
                                        <p:tav tm="100000">
                                          <p:val>
                                            <p:strVal val="#ppt_h"/>
                                          </p:val>
                                        </p:tav>
                                      </p:tavLst>
                                    </p:anim>
                                    <p:animEffect transition="in" filter="fade">
                                      <p:cBhvr>
                                        <p:cTn id="21" dur="500"/>
                                        <p:tgtEl>
                                          <p:spTgt spid="21"/>
                                        </p:tgtEl>
                                      </p:cBhvr>
                                    </p:animEffect>
                                  </p:childTnLst>
                                </p:cTn>
                              </p:par>
                            </p:childTnLst>
                          </p:cTn>
                        </p:par>
                      </p:childTnLst>
                    </p:cTn>
                  </p:par>
                  <p:par>
                    <p:cTn id="22" fill="hold">
                      <p:stCondLst>
                        <p:cond delay="indefinite"/>
                      </p:stCondLst>
                      <p:childTnLst>
                        <p:par>
                          <p:cTn id="23" fill="hold">
                            <p:stCondLst>
                              <p:cond delay="0"/>
                            </p:stCondLst>
                            <p:childTnLst>
                              <p:par>
                                <p:cTn id="24" presetID="7" presetClass="emph" presetSubtype="1" nodeType="clickEffect">
                                  <p:stCondLst>
                                    <p:cond delay="0"/>
                                  </p:stCondLst>
                                  <p:childTnLst>
                                    <p:set>
                                      <p:cBhvr>
                                        <p:cTn id="25" dur="indefinite"/>
                                        <p:tgtEl>
                                          <p:spTgt spid="19"/>
                                        </p:tgtEl>
                                        <p:attrNameLst>
                                          <p:attrName>stroke.color</p:attrName>
                                        </p:attrNameLst>
                                      </p:cBhvr>
                                      <p:to>
                                        <p:clrVal>
                                          <a:schemeClr val="accent2"/>
                                        </p:clrVal>
                                      </p:to>
                                    </p:set>
                                    <p:set>
                                      <p:cBhvr>
                                        <p:cTn id="26" dur="indefinite"/>
                                        <p:tgtEl>
                                          <p:spTgt spid="19"/>
                                        </p:tgtEl>
                                        <p:attrNameLst>
                                          <p:attrName>stroke.on</p:attrName>
                                        </p:attrNameLst>
                                      </p:cBhvr>
                                      <p:to>
                                        <p:strVal val="tru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53" presetClass="exit" presetSubtype="32" fill="hold" nodeType="clickEffect">
                                  <p:stCondLst>
                                    <p:cond delay="0"/>
                                  </p:stCondLst>
                                  <p:childTnLst>
                                    <p:anim calcmode="lin" valueType="num">
                                      <p:cBhvr>
                                        <p:cTn id="30" dur="500"/>
                                        <p:tgtEl>
                                          <p:spTgt spid="21"/>
                                        </p:tgtEl>
                                        <p:attrNameLst>
                                          <p:attrName>ppt_w</p:attrName>
                                        </p:attrNameLst>
                                      </p:cBhvr>
                                      <p:tavLst>
                                        <p:tav tm="0">
                                          <p:val>
                                            <p:strVal val="ppt_w"/>
                                          </p:val>
                                        </p:tav>
                                        <p:tav tm="100000">
                                          <p:val>
                                            <p:fltVal val="0"/>
                                          </p:val>
                                        </p:tav>
                                      </p:tavLst>
                                    </p:anim>
                                    <p:anim calcmode="lin" valueType="num">
                                      <p:cBhvr>
                                        <p:cTn id="31" dur="500"/>
                                        <p:tgtEl>
                                          <p:spTgt spid="21"/>
                                        </p:tgtEl>
                                        <p:attrNameLst>
                                          <p:attrName>ppt_h</p:attrName>
                                        </p:attrNameLst>
                                      </p:cBhvr>
                                      <p:tavLst>
                                        <p:tav tm="0">
                                          <p:val>
                                            <p:strVal val="ppt_h"/>
                                          </p:val>
                                        </p:tav>
                                        <p:tav tm="100000">
                                          <p:val>
                                            <p:fltVal val="0"/>
                                          </p:val>
                                        </p:tav>
                                      </p:tavLst>
                                    </p:anim>
                                    <p:animEffect transition="out" filter="fade">
                                      <p:cBhvr>
                                        <p:cTn id="32" dur="500"/>
                                        <p:tgtEl>
                                          <p:spTgt spid="21"/>
                                        </p:tgtEl>
                                      </p:cBhvr>
                                    </p:animEffect>
                                    <p:set>
                                      <p:cBhvr>
                                        <p:cTn id="33" dur="1" fill="hold">
                                          <p:stCondLst>
                                            <p:cond delay="499"/>
                                          </p:stCondLst>
                                        </p:cTn>
                                        <p:tgtEl>
                                          <p:spTgt spid="2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4"/>
          <p:cNvSpPr>
            <a:spLocks noChangeArrowheads="1"/>
          </p:cNvSpPr>
          <p:nvPr/>
        </p:nvSpPr>
        <p:spPr bwMode="auto">
          <a:xfrm>
            <a:off x="2084388" y="322263"/>
            <a:ext cx="438150" cy="450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m</a:t>
            </a:r>
          </a:p>
        </p:txBody>
      </p:sp>
      <p:sp>
        <p:nvSpPr>
          <p:cNvPr id="70659" name="Rectangle 5"/>
          <p:cNvSpPr>
            <a:spLocks noChangeArrowheads="1"/>
          </p:cNvSpPr>
          <p:nvPr/>
        </p:nvSpPr>
        <p:spPr bwMode="auto">
          <a:xfrm>
            <a:off x="1916113" y="928688"/>
            <a:ext cx="855662"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70660" name="Rectangle 6"/>
          <p:cNvSpPr>
            <a:spLocks noChangeArrowheads="1"/>
          </p:cNvSpPr>
          <p:nvPr/>
        </p:nvSpPr>
        <p:spPr bwMode="auto">
          <a:xfrm>
            <a:off x="896665" y="1040780"/>
            <a:ext cx="434975" cy="450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dirty="0">
                <a:solidFill>
                  <a:srgbClr val="000000"/>
                </a:solidFill>
                <a:ea typeface="宋体" panose="02010600030101010101" pitchFamily="2" charset="-122"/>
                <a:cs typeface="Times New Roman" panose="02020603050405020304" pitchFamily="18" charset="0"/>
              </a:rPr>
              <a:t>r</a:t>
            </a:r>
          </a:p>
        </p:txBody>
      </p:sp>
      <p:sp>
        <p:nvSpPr>
          <p:cNvPr id="70661" name="Line 7"/>
          <p:cNvSpPr>
            <a:spLocks noChangeShapeType="1"/>
          </p:cNvSpPr>
          <p:nvPr/>
        </p:nvSpPr>
        <p:spPr bwMode="auto">
          <a:xfrm flipH="1">
            <a:off x="2284413" y="6651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8138" name="Line 8"/>
          <p:cNvSpPr>
            <a:spLocks noChangeShapeType="1"/>
          </p:cNvSpPr>
          <p:nvPr/>
        </p:nvSpPr>
        <p:spPr bwMode="auto">
          <a:xfrm flipH="1">
            <a:off x="1120775" y="668338"/>
            <a:ext cx="1095375" cy="538162"/>
          </a:xfrm>
          <a:prstGeom prst="line">
            <a:avLst/>
          </a:prstGeom>
          <a:noFill/>
          <a:ln w="25400">
            <a:solidFill>
              <a:schemeClr val="tx2">
                <a:lumMod val="60000"/>
                <a:lumOff val="40000"/>
              </a:schemeClr>
            </a:solidFill>
            <a:round/>
            <a:headEnd/>
            <a:tailEnd/>
          </a:ln>
        </p:spPr>
        <p:txBody>
          <a:bodyPr/>
          <a:lstStyle/>
          <a:p>
            <a:pPr>
              <a:defRPr/>
            </a:pPr>
            <a:endParaRPr lang="zh-CN" altLang="en-US">
              <a:solidFill>
                <a:prstClr val="black"/>
              </a:solidFill>
            </a:endParaRPr>
          </a:p>
        </p:txBody>
      </p:sp>
      <p:sp>
        <p:nvSpPr>
          <p:cNvPr id="48139" name="Line 9"/>
          <p:cNvSpPr>
            <a:spLocks noChangeShapeType="1"/>
          </p:cNvSpPr>
          <p:nvPr/>
        </p:nvSpPr>
        <p:spPr bwMode="auto">
          <a:xfrm flipH="1">
            <a:off x="1246188" y="1274763"/>
            <a:ext cx="771525" cy="450850"/>
          </a:xfrm>
          <a:prstGeom prst="line">
            <a:avLst/>
          </a:prstGeom>
          <a:noFill/>
          <a:ln w="25400">
            <a:solidFill>
              <a:schemeClr val="tx2">
                <a:lumMod val="60000"/>
                <a:lumOff val="40000"/>
              </a:schemeClr>
            </a:solidFill>
            <a:round/>
            <a:headEnd/>
            <a:tailEnd/>
          </a:ln>
        </p:spPr>
        <p:txBody>
          <a:bodyPr/>
          <a:lstStyle/>
          <a:p>
            <a:pPr>
              <a:defRPr/>
            </a:pPr>
            <a:endParaRPr lang="zh-CN" altLang="en-US">
              <a:solidFill>
                <a:prstClr val="black"/>
              </a:solidFill>
            </a:endParaRPr>
          </a:p>
        </p:txBody>
      </p:sp>
      <p:sp>
        <p:nvSpPr>
          <p:cNvPr id="70664" name="Line 10"/>
          <p:cNvSpPr>
            <a:spLocks noChangeShapeType="1"/>
          </p:cNvSpPr>
          <p:nvPr/>
        </p:nvSpPr>
        <p:spPr bwMode="auto">
          <a:xfrm flipH="1">
            <a:off x="2284413" y="13509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0665" name="Rectangle 11"/>
          <p:cNvSpPr>
            <a:spLocks noChangeArrowheads="1"/>
          </p:cNvSpPr>
          <p:nvPr/>
        </p:nvSpPr>
        <p:spPr bwMode="auto">
          <a:xfrm>
            <a:off x="684213" y="1657350"/>
            <a:ext cx="855662"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70666" name="Rectangle 13"/>
          <p:cNvSpPr>
            <a:spLocks noChangeArrowheads="1"/>
          </p:cNvSpPr>
          <p:nvPr/>
        </p:nvSpPr>
        <p:spPr bwMode="auto">
          <a:xfrm>
            <a:off x="1930400" y="1622425"/>
            <a:ext cx="85725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(1,3)</a:t>
            </a:r>
          </a:p>
        </p:txBody>
      </p:sp>
      <p:sp>
        <p:nvSpPr>
          <p:cNvPr id="70667" name="Rectangle 16"/>
          <p:cNvSpPr>
            <a:spLocks noChangeArrowheads="1"/>
          </p:cNvSpPr>
          <p:nvPr/>
        </p:nvSpPr>
        <p:spPr bwMode="auto">
          <a:xfrm>
            <a:off x="1076325" y="2314575"/>
            <a:ext cx="857250"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(1,3)</a:t>
            </a:r>
          </a:p>
        </p:txBody>
      </p:sp>
      <p:sp>
        <p:nvSpPr>
          <p:cNvPr id="48147" name="Line 17"/>
          <p:cNvSpPr>
            <a:spLocks noChangeShapeType="1"/>
          </p:cNvSpPr>
          <p:nvPr/>
        </p:nvSpPr>
        <p:spPr bwMode="auto">
          <a:xfrm flipH="1">
            <a:off x="1484313" y="1979613"/>
            <a:ext cx="533400" cy="431800"/>
          </a:xfrm>
          <a:prstGeom prst="line">
            <a:avLst/>
          </a:prstGeom>
          <a:noFill/>
          <a:ln w="25400">
            <a:solidFill>
              <a:schemeClr val="tx2">
                <a:lumMod val="60000"/>
                <a:lumOff val="40000"/>
              </a:schemeClr>
            </a:solidFill>
            <a:round/>
            <a:headEnd/>
            <a:tailEnd/>
          </a:ln>
        </p:spPr>
        <p:txBody>
          <a:bodyPr/>
          <a:lstStyle/>
          <a:p>
            <a:pPr>
              <a:defRPr/>
            </a:pPr>
            <a:endParaRPr lang="zh-CN" altLang="en-US">
              <a:solidFill>
                <a:prstClr val="black"/>
              </a:solidFill>
            </a:endParaRPr>
          </a:p>
        </p:txBody>
      </p:sp>
      <p:graphicFrame>
        <p:nvGraphicFramePr>
          <p:cNvPr id="40" name="Group 18"/>
          <p:cNvGraphicFramePr>
            <a:graphicFrameLocks noGrp="1"/>
          </p:cNvGraphicFramePr>
          <p:nvPr>
            <p:extLst>
              <p:ext uri="{D42A27DB-BD31-4B8C-83A1-F6EECF244321}">
                <p14:modId xmlns:p14="http://schemas.microsoft.com/office/powerpoint/2010/main" val="2823509506"/>
              </p:ext>
            </p:extLst>
          </p:nvPr>
        </p:nvGraphicFramePr>
        <p:xfrm>
          <a:off x="6980238" y="441325"/>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defRPr/>
                      </a:pPr>
                      <a:r>
                        <a:rPr kumimoji="0" lang="en-US" altLang="zh-CN" sz="1800" b="1" i="0"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int</a:t>
                      </a:r>
                      <a:r>
                        <a:rPr kumimoji="0" lang="en-US" altLang="zh-CN" sz="1800" b="1" i="1"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 a</a:t>
                      </a:r>
                      <a:r>
                        <a:rPr kumimoji="0" lang="en-US" altLang="zh-CN" sz="1800" b="1" i="0" u="none" strike="noStrike" cap="none" normalizeH="0" baseline="0" dirty="0">
                          <a:ln>
                            <a:noFill/>
                          </a:ln>
                          <a:solidFill>
                            <a:schemeClr val="tx1"/>
                          </a:solidFill>
                          <a:effectLst/>
                          <a:latin typeface="Times New Roman" pitchFamily="18" charset="0"/>
                          <a:ea typeface="楷体_GB2312" pitchFamily="49" charset="-122"/>
                          <a:cs typeface="Times New Roman" pitchFamily="18" charset="0"/>
                        </a:rPr>
                        <a:t>[11]</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defRPr/>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main</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graphicFrame>
        <p:nvGraphicFramePr>
          <p:cNvPr id="41" name="Group 26"/>
          <p:cNvGraphicFramePr>
            <a:graphicFrameLocks noGrp="1"/>
          </p:cNvGraphicFramePr>
          <p:nvPr>
            <p:extLst>
              <p:ext uri="{D42A27DB-BD31-4B8C-83A1-F6EECF244321}">
                <p14:modId xmlns:p14="http://schemas.microsoft.com/office/powerpoint/2010/main" val="1922737798"/>
              </p:ext>
            </p:extLst>
          </p:nvPr>
        </p:nvGraphicFramePr>
        <p:xfrm>
          <a:off x="6980238" y="1135879"/>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q</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(1,9)</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0" u="none" strike="noStrike" cap="none" normalizeH="0" baseline="0" dirty="0" err="1">
                          <a:ln>
                            <a:noFill/>
                          </a:ln>
                          <a:solidFill>
                            <a:srgbClr val="0070C0"/>
                          </a:solidFill>
                          <a:effectLst/>
                          <a:latin typeface="Times New Roman" pitchFamily="18" charset="0"/>
                          <a:ea typeface="楷体_GB2312" pitchFamily="49" charset="-122"/>
                          <a:cs typeface="Times New Roman" pitchFamily="18" charset="0"/>
                        </a:rPr>
                        <a:t>int</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 </a:t>
                      </a: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i</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70685" name="Rectangle 31"/>
          <p:cNvSpPr>
            <a:spLocks noChangeArrowheads="1"/>
          </p:cNvSpPr>
          <p:nvPr/>
        </p:nvSpPr>
        <p:spPr bwMode="auto">
          <a:xfrm>
            <a:off x="1290638" y="44450"/>
            <a:ext cx="2105025" cy="439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4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aphicFrame>
        <p:nvGraphicFramePr>
          <p:cNvPr id="46" name="Group 42"/>
          <p:cNvGraphicFramePr>
            <a:graphicFrameLocks noGrp="1"/>
          </p:cNvGraphicFramePr>
          <p:nvPr>
            <p:extLst>
              <p:ext uri="{D42A27DB-BD31-4B8C-83A1-F6EECF244321}">
                <p14:modId xmlns:p14="http://schemas.microsoft.com/office/powerpoint/2010/main" val="742321383"/>
              </p:ext>
            </p:extLst>
          </p:nvPr>
        </p:nvGraphicFramePr>
        <p:xfrm>
          <a:off x="6980238" y="1824898"/>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q</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(1,3)</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0" u="none" strike="noStrike" cap="none" normalizeH="0" baseline="0" dirty="0" err="1">
                          <a:ln>
                            <a:noFill/>
                          </a:ln>
                          <a:solidFill>
                            <a:srgbClr val="0070C0"/>
                          </a:solidFill>
                          <a:effectLst/>
                          <a:latin typeface="Times New Roman" pitchFamily="18" charset="0"/>
                          <a:ea typeface="楷体_GB2312" pitchFamily="49" charset="-122"/>
                          <a:cs typeface="Times New Roman" pitchFamily="18" charset="0"/>
                        </a:rPr>
                        <a:t>int</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 </a:t>
                      </a: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i</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19" name="Line 14"/>
          <p:cNvSpPr>
            <a:spLocks noChangeShapeType="1"/>
          </p:cNvSpPr>
          <p:nvPr/>
        </p:nvSpPr>
        <p:spPr bwMode="auto">
          <a:xfrm flipH="1">
            <a:off x="2284413" y="2036763"/>
            <a:ext cx="0" cy="293687"/>
          </a:xfrm>
          <a:prstGeom prst="line">
            <a:avLst/>
          </a:prstGeom>
          <a:noFill/>
          <a:ln w="25400">
            <a:solidFill>
              <a:schemeClr val="tx2">
                <a:lumMod val="60000"/>
                <a:lumOff val="40000"/>
              </a:schemeClr>
            </a:solidFill>
            <a:round/>
            <a:headEnd/>
            <a:tailEnd/>
          </a:ln>
        </p:spPr>
        <p:txBody>
          <a:bodyPr/>
          <a:lstStyle/>
          <a:p>
            <a:pPr>
              <a:defRPr/>
            </a:pPr>
            <a:endParaRPr lang="zh-CN" altLang="en-US">
              <a:solidFill>
                <a:prstClr val="black"/>
              </a:solidFill>
            </a:endParaRPr>
          </a:p>
        </p:txBody>
      </p:sp>
      <p:sp>
        <p:nvSpPr>
          <p:cNvPr id="70696" name="Rectangle 15"/>
          <p:cNvSpPr>
            <a:spLocks noChangeArrowheads="1"/>
          </p:cNvSpPr>
          <p:nvPr/>
        </p:nvSpPr>
        <p:spPr bwMode="auto">
          <a:xfrm>
            <a:off x="1944688" y="2279650"/>
            <a:ext cx="855662"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(1,0)</a:t>
            </a:r>
          </a:p>
        </p:txBody>
      </p:sp>
      <p:graphicFrame>
        <p:nvGraphicFramePr>
          <p:cNvPr id="21" name="Group 42"/>
          <p:cNvGraphicFramePr>
            <a:graphicFrameLocks noGrp="1"/>
          </p:cNvGraphicFramePr>
          <p:nvPr>
            <p:extLst>
              <p:ext uri="{D42A27DB-BD31-4B8C-83A1-F6EECF244321}">
                <p14:modId xmlns:p14="http://schemas.microsoft.com/office/powerpoint/2010/main" val="3398012437"/>
              </p:ext>
            </p:extLst>
          </p:nvPr>
        </p:nvGraphicFramePr>
        <p:xfrm>
          <a:off x="6980238" y="2507523"/>
          <a:ext cx="1404937" cy="685800"/>
        </p:xfrm>
        <a:graphic>
          <a:graphicData uri="http://schemas.openxmlformats.org/drawingml/2006/table">
            <a:tbl>
              <a:tblPr/>
              <a:tblGrid>
                <a:gridCol w="1404937">
                  <a:extLst>
                    <a:ext uri="{9D8B030D-6E8A-4147-A177-3AD203B41FA5}">
                      <a16:colId xmlns:a16="http://schemas.microsoft.com/office/drawing/2014/main" val="20000"/>
                    </a:ext>
                  </a:extLst>
                </a:gridCol>
              </a:tblGrid>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q</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(2,3)</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429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altLang="zh-CN" sz="1800" b="1" i="0" u="none" strike="noStrike" cap="none" normalizeH="0" baseline="0" dirty="0" err="1">
                          <a:ln>
                            <a:noFill/>
                          </a:ln>
                          <a:solidFill>
                            <a:srgbClr val="0070C0"/>
                          </a:solidFill>
                          <a:effectLst/>
                          <a:latin typeface="Times New Roman" pitchFamily="18" charset="0"/>
                          <a:ea typeface="楷体_GB2312" pitchFamily="49" charset="-122"/>
                          <a:cs typeface="Times New Roman" pitchFamily="18" charset="0"/>
                        </a:rPr>
                        <a:t>int</a:t>
                      </a:r>
                      <a:r>
                        <a:rPr kumimoji="0" lang="en-US" altLang="zh-CN" sz="1800" b="1" i="0"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 </a:t>
                      </a:r>
                      <a:r>
                        <a:rPr kumimoji="0" lang="en-US" altLang="zh-CN" sz="1800" b="1" i="1" u="none" strike="noStrike" cap="none" normalizeH="0" baseline="0" dirty="0">
                          <a:ln>
                            <a:noFill/>
                          </a:ln>
                          <a:solidFill>
                            <a:srgbClr val="0070C0"/>
                          </a:solidFill>
                          <a:effectLst/>
                          <a:latin typeface="Times New Roman" pitchFamily="18" charset="0"/>
                          <a:ea typeface="楷体_GB2312" pitchFamily="49" charset="-122"/>
                          <a:cs typeface="Times New Roman" pitchFamily="18" charset="0"/>
                        </a:rPr>
                        <a:t>i</a:t>
                      </a:r>
                    </a:p>
                  </a:txBody>
                  <a:tcPr marL="68621" marR="68621" marT="34290" marB="3429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23" name="Rectangle 18"/>
          <p:cNvSpPr>
            <a:spLocks noChangeArrowheads="1"/>
          </p:cNvSpPr>
          <p:nvPr/>
        </p:nvSpPr>
        <p:spPr bwMode="auto">
          <a:xfrm>
            <a:off x="2855913" y="2297113"/>
            <a:ext cx="857250" cy="52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(2,3)</a:t>
            </a:r>
          </a:p>
        </p:txBody>
      </p:sp>
      <p:sp>
        <p:nvSpPr>
          <p:cNvPr id="24" name="Line 19"/>
          <p:cNvSpPr>
            <a:spLocks noChangeShapeType="1"/>
          </p:cNvSpPr>
          <p:nvPr/>
        </p:nvSpPr>
        <p:spPr bwMode="auto">
          <a:xfrm>
            <a:off x="2578100" y="2001838"/>
            <a:ext cx="533400" cy="4333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grpSp>
        <p:nvGrpSpPr>
          <p:cNvPr id="2" name="组合 24"/>
          <p:cNvGrpSpPr>
            <a:grpSpLocks/>
          </p:cNvGrpSpPr>
          <p:nvPr/>
        </p:nvGrpSpPr>
        <p:grpSpPr bwMode="auto">
          <a:xfrm>
            <a:off x="2017713" y="1258888"/>
            <a:ext cx="5121275" cy="2193925"/>
            <a:chOff x="2017068" y="1258143"/>
            <a:chExt cx="5121919" cy="2193950"/>
          </a:xfrm>
        </p:grpSpPr>
        <p:sp>
          <p:nvSpPr>
            <p:cNvPr id="70709" name="Line 12"/>
            <p:cNvSpPr>
              <a:spLocks noChangeShapeType="1"/>
            </p:cNvSpPr>
            <p:nvPr/>
          </p:nvSpPr>
          <p:spPr bwMode="auto">
            <a:xfrm flipH="1">
              <a:off x="3199359" y="2643758"/>
              <a:ext cx="0" cy="29408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0710" name="Line 20"/>
            <p:cNvSpPr>
              <a:spLocks noChangeShapeType="1"/>
            </p:cNvSpPr>
            <p:nvPr/>
          </p:nvSpPr>
          <p:spPr bwMode="auto">
            <a:xfrm flipH="1">
              <a:off x="2464742" y="2665462"/>
              <a:ext cx="523875" cy="2952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0711" name="Line 21"/>
            <p:cNvSpPr>
              <a:spLocks noChangeShapeType="1"/>
            </p:cNvSpPr>
            <p:nvPr/>
          </p:nvSpPr>
          <p:spPr bwMode="auto">
            <a:xfrm>
              <a:off x="3483918" y="2665462"/>
              <a:ext cx="606028" cy="2952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0712" name="Rectangle 22"/>
            <p:cNvSpPr>
              <a:spLocks noChangeArrowheads="1"/>
            </p:cNvSpPr>
            <p:nvPr/>
          </p:nvSpPr>
          <p:spPr bwMode="auto">
            <a:xfrm>
              <a:off x="2827884" y="2931790"/>
              <a:ext cx="857250" cy="355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(2,1)</a:t>
              </a:r>
            </a:p>
          </p:txBody>
        </p:sp>
        <p:sp>
          <p:nvSpPr>
            <p:cNvPr id="70713" name="Rectangle 23"/>
            <p:cNvSpPr>
              <a:spLocks noChangeArrowheads="1"/>
            </p:cNvSpPr>
            <p:nvPr/>
          </p:nvSpPr>
          <p:spPr bwMode="auto">
            <a:xfrm>
              <a:off x="3726806" y="2931790"/>
              <a:ext cx="856059" cy="52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(3,3)</a:t>
              </a:r>
            </a:p>
          </p:txBody>
        </p:sp>
        <p:sp>
          <p:nvSpPr>
            <p:cNvPr id="70714" name="Rectangle 24"/>
            <p:cNvSpPr>
              <a:spLocks noChangeArrowheads="1"/>
            </p:cNvSpPr>
            <p:nvPr/>
          </p:nvSpPr>
          <p:spPr bwMode="auto">
            <a:xfrm>
              <a:off x="2017068" y="2931790"/>
              <a:ext cx="856059"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(2,3)</a:t>
              </a:r>
            </a:p>
          </p:txBody>
        </p:sp>
        <p:sp>
          <p:nvSpPr>
            <p:cNvPr id="70715" name="Line 25"/>
            <p:cNvSpPr>
              <a:spLocks noChangeShapeType="1"/>
            </p:cNvSpPr>
            <p:nvPr/>
          </p:nvSpPr>
          <p:spPr bwMode="auto">
            <a:xfrm flipH="1">
              <a:off x="5767387" y="2571750"/>
              <a:ext cx="0" cy="2952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0716" name="Rectangle 26"/>
            <p:cNvSpPr>
              <a:spLocks noChangeArrowheads="1"/>
            </p:cNvSpPr>
            <p:nvPr/>
          </p:nvSpPr>
          <p:spPr bwMode="auto">
            <a:xfrm>
              <a:off x="4644008" y="1628428"/>
              <a:ext cx="856059" cy="521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(5,9)</a:t>
              </a:r>
            </a:p>
          </p:txBody>
        </p:sp>
        <p:sp>
          <p:nvSpPr>
            <p:cNvPr id="70717" name="Line 27"/>
            <p:cNvSpPr>
              <a:spLocks noChangeShapeType="1"/>
            </p:cNvSpPr>
            <p:nvPr/>
          </p:nvSpPr>
          <p:spPr bwMode="auto">
            <a:xfrm flipH="1">
              <a:off x="5087491" y="2002284"/>
              <a:ext cx="0" cy="2952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0718" name="Rectangle 28"/>
            <p:cNvSpPr>
              <a:spLocks noChangeArrowheads="1"/>
            </p:cNvSpPr>
            <p:nvPr/>
          </p:nvSpPr>
          <p:spPr bwMode="auto">
            <a:xfrm>
              <a:off x="4716016" y="2228503"/>
              <a:ext cx="856059"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(5,5)</a:t>
              </a:r>
            </a:p>
          </p:txBody>
        </p:sp>
        <p:sp>
          <p:nvSpPr>
            <p:cNvPr id="70719" name="Rectangle 29"/>
            <p:cNvSpPr>
              <a:spLocks noChangeArrowheads="1"/>
            </p:cNvSpPr>
            <p:nvPr/>
          </p:nvSpPr>
          <p:spPr bwMode="auto">
            <a:xfrm>
              <a:off x="4035177" y="2263031"/>
              <a:ext cx="856059" cy="52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(5,9)</a:t>
              </a:r>
            </a:p>
          </p:txBody>
        </p:sp>
        <p:sp>
          <p:nvSpPr>
            <p:cNvPr id="70720" name="Line 30"/>
            <p:cNvSpPr>
              <a:spLocks noChangeShapeType="1"/>
            </p:cNvSpPr>
            <p:nvPr/>
          </p:nvSpPr>
          <p:spPr bwMode="auto">
            <a:xfrm flipH="1">
              <a:off x="4455467" y="2002284"/>
              <a:ext cx="499443" cy="3536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0721" name="Rectangle 31"/>
            <p:cNvSpPr>
              <a:spLocks noChangeArrowheads="1"/>
            </p:cNvSpPr>
            <p:nvPr/>
          </p:nvSpPr>
          <p:spPr bwMode="auto">
            <a:xfrm>
              <a:off x="5412581" y="2199928"/>
              <a:ext cx="857250" cy="521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(7,9)</a:t>
              </a:r>
            </a:p>
          </p:txBody>
        </p:sp>
        <p:sp>
          <p:nvSpPr>
            <p:cNvPr id="70722" name="Line 32"/>
            <p:cNvSpPr>
              <a:spLocks noChangeShapeType="1"/>
            </p:cNvSpPr>
            <p:nvPr/>
          </p:nvSpPr>
          <p:spPr bwMode="auto">
            <a:xfrm>
              <a:off x="5151785" y="1979662"/>
              <a:ext cx="544537" cy="31313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0723" name="Line 33"/>
            <p:cNvSpPr>
              <a:spLocks noChangeShapeType="1"/>
            </p:cNvSpPr>
            <p:nvPr/>
          </p:nvSpPr>
          <p:spPr bwMode="auto">
            <a:xfrm flipH="1">
              <a:off x="4936330" y="2608312"/>
              <a:ext cx="564357" cy="27766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0724" name="Line 34"/>
            <p:cNvSpPr>
              <a:spLocks noChangeShapeType="1"/>
            </p:cNvSpPr>
            <p:nvPr/>
          </p:nvSpPr>
          <p:spPr bwMode="auto">
            <a:xfrm>
              <a:off x="6053136" y="2608312"/>
              <a:ext cx="542925" cy="25871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0725" name="Rectangle 35"/>
            <p:cNvSpPr>
              <a:spLocks noChangeArrowheads="1"/>
            </p:cNvSpPr>
            <p:nvPr/>
          </p:nvSpPr>
          <p:spPr bwMode="auto">
            <a:xfrm>
              <a:off x="5384006" y="2859782"/>
              <a:ext cx="857250" cy="364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(7,7)</a:t>
              </a:r>
            </a:p>
          </p:txBody>
        </p:sp>
        <p:sp>
          <p:nvSpPr>
            <p:cNvPr id="70726" name="Rectangle 36"/>
            <p:cNvSpPr>
              <a:spLocks noChangeArrowheads="1"/>
            </p:cNvSpPr>
            <p:nvPr/>
          </p:nvSpPr>
          <p:spPr bwMode="auto">
            <a:xfrm>
              <a:off x="6282928" y="2859782"/>
              <a:ext cx="856059"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(9,9)</a:t>
              </a:r>
            </a:p>
          </p:txBody>
        </p:sp>
        <p:sp>
          <p:nvSpPr>
            <p:cNvPr id="70727" name="Rectangle 37"/>
            <p:cNvSpPr>
              <a:spLocks noChangeArrowheads="1"/>
            </p:cNvSpPr>
            <p:nvPr/>
          </p:nvSpPr>
          <p:spPr bwMode="auto">
            <a:xfrm>
              <a:off x="4572000" y="2859782"/>
              <a:ext cx="857250" cy="52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(7,9)</a:t>
              </a:r>
            </a:p>
          </p:txBody>
        </p:sp>
        <p:sp>
          <p:nvSpPr>
            <p:cNvPr id="70728" name="Line 38"/>
            <p:cNvSpPr>
              <a:spLocks noChangeShapeType="1"/>
            </p:cNvSpPr>
            <p:nvPr/>
          </p:nvSpPr>
          <p:spPr bwMode="auto">
            <a:xfrm>
              <a:off x="2593331" y="1258143"/>
              <a:ext cx="2297905" cy="40223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grpSp>
      <p:sp>
        <p:nvSpPr>
          <p:cNvPr id="51" name="矩形 41"/>
          <p:cNvSpPr>
            <a:spLocks noChangeArrowheads="1"/>
          </p:cNvSpPr>
          <p:nvPr/>
        </p:nvSpPr>
        <p:spPr bwMode="auto">
          <a:xfrm>
            <a:off x="0" y="3435350"/>
            <a:ext cx="9036050" cy="1608138"/>
          </a:xfrm>
          <a:prstGeom prst="rect">
            <a:avLst/>
          </a:prstGeom>
          <a:noFill/>
          <a:ln w="9525">
            <a:noFill/>
            <a:miter lim="800000"/>
            <a:headEnd/>
            <a:tailEnd/>
          </a:ln>
        </p:spPr>
        <p:txBody>
          <a:bodyPr lIns="68580" tIns="34290" rIns="68580" bIns="34290">
            <a:spAutoFit/>
          </a:bodyPr>
          <a:lstStyle/>
          <a:p>
            <a:pPr algn="just" eaLnBrk="1" hangingPunct="1">
              <a:lnSpc>
                <a:spcPts val="3000"/>
              </a:lnSpc>
              <a:buFont typeface="Wingdings" pitchFamily="2" charset="2"/>
              <a:buChar char="Ø"/>
              <a:defRPr/>
            </a:pPr>
            <a:r>
              <a:rPr lang="zh-CN" altLang="en-US" sz="2000" dirty="0">
                <a:latin typeface="楷体" pitchFamily="49" charset="-122"/>
                <a:ea typeface="楷体" pitchFamily="49" charset="-122"/>
                <a:cs typeface="Times New Roman" pitchFamily="18" charset="0"/>
              </a:rPr>
              <a:t> </a:t>
            </a:r>
            <a:r>
              <a:rPr lang="zh-CN" altLang="en-US" sz="1900" dirty="0">
                <a:latin typeface="楷体" pitchFamily="49" charset="-122"/>
                <a:ea typeface="楷体" pitchFamily="49" charset="-122"/>
                <a:cs typeface="Times New Roman" pitchFamily="18" charset="0"/>
              </a:rPr>
              <a:t>每个</a:t>
            </a:r>
            <a:r>
              <a:rPr lang="zh-CN" altLang="en-US" sz="1900" dirty="0">
                <a:solidFill>
                  <a:schemeClr val="tx2">
                    <a:lumMod val="60000"/>
                    <a:lumOff val="40000"/>
                  </a:schemeClr>
                </a:solidFill>
                <a:latin typeface="楷体" pitchFamily="49" charset="-122"/>
                <a:ea typeface="楷体" pitchFamily="49" charset="-122"/>
                <a:cs typeface="Times New Roman" pitchFamily="18" charset="0"/>
              </a:rPr>
              <a:t>活跃的活动</a:t>
            </a:r>
            <a:r>
              <a:rPr lang="zh-CN" altLang="en-US" sz="1900" dirty="0">
                <a:latin typeface="楷体" pitchFamily="49" charset="-122"/>
                <a:ea typeface="楷体" pitchFamily="49" charset="-122"/>
                <a:cs typeface="Times New Roman" pitchFamily="18" charset="0"/>
              </a:rPr>
              <a:t>都有一个位于</a:t>
            </a:r>
            <a:r>
              <a:rPr lang="zh-CN" altLang="en-US" sz="1900" dirty="0">
                <a:solidFill>
                  <a:schemeClr val="tx2">
                    <a:lumMod val="60000"/>
                    <a:lumOff val="40000"/>
                  </a:schemeClr>
                </a:solidFill>
                <a:latin typeface="楷体" pitchFamily="49" charset="-122"/>
                <a:ea typeface="楷体" pitchFamily="49" charset="-122"/>
                <a:cs typeface="Times New Roman" pitchFamily="18" charset="0"/>
              </a:rPr>
              <a:t>控制栈</a:t>
            </a:r>
            <a:r>
              <a:rPr lang="zh-CN" altLang="en-US" sz="1900" dirty="0">
                <a:latin typeface="楷体" pitchFamily="49" charset="-122"/>
                <a:ea typeface="楷体" pitchFamily="49" charset="-122"/>
                <a:cs typeface="Times New Roman" pitchFamily="18" charset="0"/>
              </a:rPr>
              <a:t>中的</a:t>
            </a:r>
            <a:r>
              <a:rPr lang="zh-CN" altLang="en-US" sz="1900" dirty="0">
                <a:solidFill>
                  <a:schemeClr val="tx2">
                    <a:lumMod val="60000"/>
                    <a:lumOff val="40000"/>
                  </a:schemeClr>
                </a:solidFill>
                <a:latin typeface="楷体" pitchFamily="49" charset="-122"/>
                <a:ea typeface="楷体" pitchFamily="49" charset="-122"/>
                <a:cs typeface="Times New Roman" pitchFamily="18" charset="0"/>
              </a:rPr>
              <a:t>活动记录</a:t>
            </a:r>
            <a:endParaRPr lang="en-US" altLang="zh-CN" sz="1900" dirty="0">
              <a:solidFill>
                <a:schemeClr val="tx2">
                  <a:lumMod val="60000"/>
                  <a:lumOff val="40000"/>
                </a:schemeClr>
              </a:solidFill>
              <a:latin typeface="楷体" pitchFamily="49" charset="-122"/>
              <a:ea typeface="楷体" pitchFamily="49" charset="-122"/>
              <a:cs typeface="Times New Roman" pitchFamily="18" charset="0"/>
            </a:endParaRPr>
          </a:p>
          <a:p>
            <a:pPr algn="just" eaLnBrk="1" hangingPunct="1">
              <a:lnSpc>
                <a:spcPts val="3000"/>
              </a:lnSpc>
              <a:buFont typeface="Wingdings" pitchFamily="2" charset="2"/>
              <a:buChar char="Ø"/>
              <a:defRPr/>
            </a:pPr>
            <a:r>
              <a:rPr lang="en-US" altLang="zh-CN" sz="1900" dirty="0">
                <a:latin typeface="楷体" pitchFamily="49" charset="-122"/>
                <a:ea typeface="楷体" pitchFamily="49" charset="-122"/>
                <a:cs typeface="Times New Roman" pitchFamily="18" charset="0"/>
              </a:rPr>
              <a:t> </a:t>
            </a:r>
            <a:r>
              <a:rPr lang="zh-CN" altLang="en-US" sz="1900" dirty="0">
                <a:latin typeface="楷体" pitchFamily="49" charset="-122"/>
                <a:ea typeface="楷体" pitchFamily="49" charset="-122"/>
                <a:cs typeface="Times New Roman" pitchFamily="18" charset="0"/>
              </a:rPr>
              <a:t>活动树的</a:t>
            </a:r>
            <a:r>
              <a:rPr lang="zh-CN" altLang="en-US" sz="1900" dirty="0">
                <a:solidFill>
                  <a:schemeClr val="tx2">
                    <a:lumMod val="60000"/>
                    <a:lumOff val="40000"/>
                  </a:schemeClr>
                </a:solidFill>
                <a:latin typeface="楷体" pitchFamily="49" charset="-122"/>
                <a:ea typeface="楷体" pitchFamily="49" charset="-122"/>
                <a:cs typeface="Times New Roman" pitchFamily="18" charset="0"/>
              </a:rPr>
              <a:t>根</a:t>
            </a:r>
            <a:r>
              <a:rPr lang="zh-CN" altLang="en-US" sz="1900" dirty="0">
                <a:latin typeface="楷体" pitchFamily="49" charset="-122"/>
                <a:ea typeface="楷体" pitchFamily="49" charset="-122"/>
                <a:cs typeface="Times New Roman" pitchFamily="18" charset="0"/>
              </a:rPr>
              <a:t>的活动记录位于</a:t>
            </a:r>
            <a:r>
              <a:rPr lang="zh-CN" altLang="en-US" sz="1900" dirty="0">
                <a:solidFill>
                  <a:schemeClr val="tx2">
                    <a:lumMod val="60000"/>
                    <a:lumOff val="40000"/>
                  </a:schemeClr>
                </a:solidFill>
                <a:latin typeface="楷体" pitchFamily="49" charset="-122"/>
                <a:ea typeface="楷体" pitchFamily="49" charset="-122"/>
                <a:cs typeface="Times New Roman" pitchFamily="18" charset="0"/>
              </a:rPr>
              <a:t>栈底</a:t>
            </a:r>
            <a:endParaRPr lang="en-US" altLang="zh-CN" sz="1900" dirty="0">
              <a:solidFill>
                <a:schemeClr val="tx2">
                  <a:lumMod val="60000"/>
                  <a:lumOff val="40000"/>
                </a:schemeClr>
              </a:solidFill>
              <a:latin typeface="楷体" pitchFamily="49" charset="-122"/>
              <a:ea typeface="楷体" pitchFamily="49" charset="-122"/>
              <a:cs typeface="Times New Roman" pitchFamily="18" charset="0"/>
            </a:endParaRPr>
          </a:p>
          <a:p>
            <a:pPr algn="just" eaLnBrk="1" hangingPunct="1">
              <a:lnSpc>
                <a:spcPts val="3000"/>
              </a:lnSpc>
              <a:buFont typeface="Wingdings" pitchFamily="2" charset="2"/>
              <a:buChar char="Ø"/>
              <a:defRPr/>
            </a:pPr>
            <a:r>
              <a:rPr lang="en-US" altLang="zh-CN" sz="1900" dirty="0">
                <a:latin typeface="楷体" pitchFamily="49" charset="-122"/>
                <a:ea typeface="楷体" pitchFamily="49" charset="-122"/>
                <a:cs typeface="Times New Roman" pitchFamily="18" charset="0"/>
              </a:rPr>
              <a:t> </a:t>
            </a:r>
            <a:r>
              <a:rPr lang="zh-CN" altLang="en-US" sz="1900" dirty="0">
                <a:solidFill>
                  <a:schemeClr val="tx2">
                    <a:lumMod val="60000"/>
                    <a:lumOff val="40000"/>
                  </a:schemeClr>
                </a:solidFill>
                <a:latin typeface="楷体" pitchFamily="49" charset="-122"/>
                <a:ea typeface="楷体" pitchFamily="49" charset="-122"/>
                <a:cs typeface="Times New Roman" pitchFamily="18" charset="0"/>
              </a:rPr>
              <a:t>程序控制所在的活动的记录</a:t>
            </a:r>
            <a:r>
              <a:rPr lang="zh-CN" altLang="en-US" sz="1900" dirty="0">
                <a:latin typeface="楷体" pitchFamily="49" charset="-122"/>
                <a:ea typeface="楷体" pitchFamily="49" charset="-122"/>
                <a:cs typeface="Times New Roman" pitchFamily="18" charset="0"/>
              </a:rPr>
              <a:t>位于</a:t>
            </a:r>
            <a:r>
              <a:rPr lang="zh-CN" altLang="en-US" sz="1900" dirty="0">
                <a:solidFill>
                  <a:schemeClr val="tx2">
                    <a:lumMod val="60000"/>
                    <a:lumOff val="40000"/>
                  </a:schemeClr>
                </a:solidFill>
                <a:latin typeface="楷体" pitchFamily="49" charset="-122"/>
                <a:ea typeface="楷体" pitchFamily="49" charset="-122"/>
                <a:cs typeface="Times New Roman" pitchFamily="18" charset="0"/>
              </a:rPr>
              <a:t>栈顶</a:t>
            </a:r>
            <a:endParaRPr lang="en-US" altLang="zh-CN" sz="1900" dirty="0">
              <a:solidFill>
                <a:schemeClr val="tx2">
                  <a:lumMod val="60000"/>
                  <a:lumOff val="40000"/>
                </a:schemeClr>
              </a:solidFill>
              <a:latin typeface="楷体" pitchFamily="49" charset="-122"/>
              <a:ea typeface="楷体" pitchFamily="49" charset="-122"/>
              <a:cs typeface="Times New Roman" pitchFamily="18" charset="0"/>
            </a:endParaRPr>
          </a:p>
          <a:p>
            <a:pPr algn="just" eaLnBrk="1" hangingPunct="1">
              <a:lnSpc>
                <a:spcPts val="3000"/>
              </a:lnSpc>
              <a:buFont typeface="Wingdings" pitchFamily="2" charset="2"/>
              <a:buChar char="Ø"/>
              <a:defRPr/>
            </a:pPr>
            <a:r>
              <a:rPr lang="en-US" altLang="zh-CN" sz="1900" dirty="0">
                <a:latin typeface="楷体" pitchFamily="49" charset="-122"/>
                <a:ea typeface="楷体" pitchFamily="49" charset="-122"/>
                <a:cs typeface="Times New Roman" pitchFamily="18" charset="0"/>
              </a:rPr>
              <a:t> </a:t>
            </a:r>
            <a:r>
              <a:rPr lang="zh-CN" altLang="en-US" sz="1900" dirty="0">
                <a:latin typeface="楷体" pitchFamily="49" charset="-122"/>
                <a:ea typeface="楷体" pitchFamily="49" charset="-122"/>
                <a:cs typeface="Times New Roman" pitchFamily="18" charset="0"/>
              </a:rPr>
              <a:t>栈中</a:t>
            </a:r>
            <a:r>
              <a:rPr lang="zh-CN" altLang="en-US" sz="1900" dirty="0">
                <a:solidFill>
                  <a:schemeClr val="tx2">
                    <a:lumMod val="60000"/>
                    <a:lumOff val="40000"/>
                  </a:schemeClr>
                </a:solidFill>
                <a:latin typeface="楷体" pitchFamily="49" charset="-122"/>
                <a:ea typeface="楷体" pitchFamily="49" charset="-122"/>
                <a:cs typeface="Times New Roman" pitchFamily="18" charset="0"/>
              </a:rPr>
              <a:t>全部活动记录的序列</a:t>
            </a:r>
            <a:r>
              <a:rPr lang="zh-CN" altLang="en-US" sz="1900" dirty="0">
                <a:latin typeface="楷体" pitchFamily="49" charset="-122"/>
                <a:ea typeface="楷体" pitchFamily="49" charset="-122"/>
                <a:cs typeface="Times New Roman" pitchFamily="18" charset="0"/>
              </a:rPr>
              <a:t>对应于在活动树中</a:t>
            </a:r>
            <a:r>
              <a:rPr lang="zh-CN" altLang="en-US" sz="1900" dirty="0">
                <a:solidFill>
                  <a:schemeClr val="tx2">
                    <a:lumMod val="60000"/>
                    <a:lumOff val="40000"/>
                  </a:schemeClr>
                </a:solidFill>
                <a:latin typeface="楷体" pitchFamily="49" charset="-122"/>
                <a:ea typeface="楷体" pitchFamily="49" charset="-122"/>
                <a:cs typeface="Times New Roman" pitchFamily="18" charset="0"/>
              </a:rPr>
              <a:t>到达当前控制所在的活动结点的路径</a:t>
            </a:r>
          </a:p>
        </p:txBody>
      </p:sp>
      <p:sp>
        <p:nvSpPr>
          <p:cNvPr id="45" name="Rectangle 32">
            <a:extLst>
              <a:ext uri="{FF2B5EF4-FFF2-40B4-BE49-F238E27FC236}">
                <a16:creationId xmlns:a16="http://schemas.microsoft.com/office/drawing/2014/main" id="{B2843D45-468E-47E8-A87D-619485A37203}"/>
              </a:ext>
            </a:extLst>
          </p:cNvPr>
          <p:cNvSpPr>
            <a:spLocks noChangeArrowheads="1"/>
          </p:cNvSpPr>
          <p:nvPr/>
        </p:nvSpPr>
        <p:spPr bwMode="auto">
          <a:xfrm>
            <a:off x="6444208" y="-20638"/>
            <a:ext cx="2448272" cy="438582"/>
          </a:xfrm>
          <a:prstGeom prst="rect">
            <a:avLst/>
          </a:prstGeom>
          <a:noFill/>
          <a:ln w="9525">
            <a:noFill/>
            <a:miter lim="800000"/>
            <a:headEnd/>
            <a:tailEnd/>
          </a:ln>
        </p:spPr>
        <p:txBody>
          <a:bodyPr wrap="square" lIns="68580" tIns="34290" rIns="68580" bIns="34290">
            <a:spAutoFit/>
          </a:bodyPr>
          <a:lstStyle/>
          <a:p>
            <a:pPr algn="ctr" eaLnBrk="1" hangingPunct="1">
              <a:defRPr/>
            </a:pPr>
            <a:r>
              <a:rPr lang="zh-CN" altLang="en-US" sz="2400" dirty="0">
                <a:solidFill>
                  <a:schemeClr val="tx2">
                    <a:lumMod val="60000"/>
                    <a:lumOff val="40000"/>
                  </a:schemeClr>
                </a:solidFill>
                <a:latin typeface="楷体" pitchFamily="49" charset="-122"/>
                <a:ea typeface="楷体" pitchFamily="49" charset="-122"/>
                <a:cs typeface="Times New Roman" pitchFamily="18" charset="0"/>
              </a:rPr>
              <a:t>控制栈向下增长</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anim calcmode="lin" valueType="num">
                                      <p:cBhvr>
                                        <p:cTn id="7" dur="500" fill="hold"/>
                                        <p:tgtEl>
                                          <p:spTgt spid="24"/>
                                        </p:tgtEl>
                                        <p:attrNameLst>
                                          <p:attrName>ppt_w</p:attrName>
                                        </p:attrNameLst>
                                      </p:cBhvr>
                                      <p:tavLst>
                                        <p:tav tm="0">
                                          <p:val>
                                            <p:fltVal val="0"/>
                                          </p:val>
                                        </p:tav>
                                        <p:tav tm="100000">
                                          <p:val>
                                            <p:strVal val="#ppt_w"/>
                                          </p:val>
                                        </p:tav>
                                      </p:tavLst>
                                    </p:anim>
                                    <p:anim calcmode="lin" valueType="num">
                                      <p:cBhvr>
                                        <p:cTn id="8" dur="500" fill="hold"/>
                                        <p:tgtEl>
                                          <p:spTgt spid="24"/>
                                        </p:tgtEl>
                                        <p:attrNameLst>
                                          <p:attrName>ppt_h</p:attrName>
                                        </p:attrNameLst>
                                      </p:cBhvr>
                                      <p:tavLst>
                                        <p:tav tm="0">
                                          <p:val>
                                            <p:fltVal val="0"/>
                                          </p:val>
                                        </p:tav>
                                        <p:tav tm="100000">
                                          <p:val>
                                            <p:strVal val="#ppt_h"/>
                                          </p:val>
                                        </p:tav>
                                      </p:tavLst>
                                    </p:anim>
                                    <p:animEffect transition="in" filter="fade">
                                      <p:cBhvr>
                                        <p:cTn id="9" dur="500"/>
                                        <p:tgtEl>
                                          <p:spTgt spid="2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23"/>
                                        </p:tgtEl>
                                        <p:attrNameLst>
                                          <p:attrName>style.visibility</p:attrName>
                                        </p:attrNameLst>
                                      </p:cBhvr>
                                      <p:to>
                                        <p:strVal val="visible"/>
                                      </p:to>
                                    </p:set>
                                    <p:anim calcmode="lin" valueType="num">
                                      <p:cBhvr>
                                        <p:cTn id="12" dur="500" fill="hold"/>
                                        <p:tgtEl>
                                          <p:spTgt spid="23"/>
                                        </p:tgtEl>
                                        <p:attrNameLst>
                                          <p:attrName>ppt_w</p:attrName>
                                        </p:attrNameLst>
                                      </p:cBhvr>
                                      <p:tavLst>
                                        <p:tav tm="0">
                                          <p:val>
                                            <p:fltVal val="0"/>
                                          </p:val>
                                        </p:tav>
                                        <p:tav tm="100000">
                                          <p:val>
                                            <p:strVal val="#ppt_w"/>
                                          </p:val>
                                        </p:tav>
                                      </p:tavLst>
                                    </p:anim>
                                    <p:anim calcmode="lin" valueType="num">
                                      <p:cBhvr>
                                        <p:cTn id="13" dur="500" fill="hold"/>
                                        <p:tgtEl>
                                          <p:spTgt spid="23"/>
                                        </p:tgtEl>
                                        <p:attrNameLst>
                                          <p:attrName>ppt_h</p:attrName>
                                        </p:attrNameLst>
                                      </p:cBhvr>
                                      <p:tavLst>
                                        <p:tav tm="0">
                                          <p:val>
                                            <p:fltVal val="0"/>
                                          </p:val>
                                        </p:tav>
                                        <p:tav tm="100000">
                                          <p:val>
                                            <p:strVal val="#ppt_h"/>
                                          </p:val>
                                        </p:tav>
                                      </p:tavLst>
                                    </p:anim>
                                    <p:animEffect transition="in" filter="fade">
                                      <p:cBhvr>
                                        <p:cTn id="14" dur="500"/>
                                        <p:tgtEl>
                                          <p:spTgt spid="23"/>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anim calcmode="lin" valueType="num">
                                      <p:cBhvr>
                                        <p:cTn id="19" dur="500" fill="hold"/>
                                        <p:tgtEl>
                                          <p:spTgt spid="21"/>
                                        </p:tgtEl>
                                        <p:attrNameLst>
                                          <p:attrName>ppt_w</p:attrName>
                                        </p:attrNameLst>
                                      </p:cBhvr>
                                      <p:tavLst>
                                        <p:tav tm="0">
                                          <p:val>
                                            <p:fltVal val="0"/>
                                          </p:val>
                                        </p:tav>
                                        <p:tav tm="100000">
                                          <p:val>
                                            <p:strVal val="#ppt_w"/>
                                          </p:val>
                                        </p:tav>
                                      </p:tavLst>
                                    </p:anim>
                                    <p:anim calcmode="lin" valueType="num">
                                      <p:cBhvr>
                                        <p:cTn id="20" dur="500" fill="hold"/>
                                        <p:tgtEl>
                                          <p:spTgt spid="21"/>
                                        </p:tgtEl>
                                        <p:attrNameLst>
                                          <p:attrName>ppt_h</p:attrName>
                                        </p:attrNameLst>
                                      </p:cBhvr>
                                      <p:tavLst>
                                        <p:tav tm="0">
                                          <p:val>
                                            <p:fltVal val="0"/>
                                          </p:val>
                                        </p:tav>
                                        <p:tav tm="100000">
                                          <p:val>
                                            <p:strVal val="#ppt_h"/>
                                          </p:val>
                                        </p:tav>
                                      </p:tavLst>
                                    </p:anim>
                                    <p:animEffect transition="in" filter="fade">
                                      <p:cBhvr>
                                        <p:cTn id="21" dur="500"/>
                                        <p:tgtEl>
                                          <p:spTgt spid="21"/>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53" presetClass="entr" presetSubtype="16" fill="hold" nodeType="clickEffect">
                                  <p:stCondLst>
                                    <p:cond delay="0"/>
                                  </p:stCondLst>
                                  <p:childTnLst>
                                    <p:set>
                                      <p:cBhvr>
                                        <p:cTn id="25" dur="1" fill="hold">
                                          <p:stCondLst>
                                            <p:cond delay="0"/>
                                          </p:stCondLst>
                                        </p:cTn>
                                        <p:tgtEl>
                                          <p:spTgt spid="2"/>
                                        </p:tgtEl>
                                        <p:attrNameLst>
                                          <p:attrName>style.visibility</p:attrName>
                                        </p:attrNameLst>
                                      </p:cBhvr>
                                      <p:to>
                                        <p:strVal val="visible"/>
                                      </p:to>
                                    </p:set>
                                    <p:anim calcmode="lin" valueType="num">
                                      <p:cBhvr>
                                        <p:cTn id="26" dur="500" fill="hold"/>
                                        <p:tgtEl>
                                          <p:spTgt spid="2"/>
                                        </p:tgtEl>
                                        <p:attrNameLst>
                                          <p:attrName>ppt_w</p:attrName>
                                        </p:attrNameLst>
                                      </p:cBhvr>
                                      <p:tavLst>
                                        <p:tav tm="0">
                                          <p:val>
                                            <p:fltVal val="0"/>
                                          </p:val>
                                        </p:tav>
                                        <p:tav tm="100000">
                                          <p:val>
                                            <p:strVal val="#ppt_w"/>
                                          </p:val>
                                        </p:tav>
                                      </p:tavLst>
                                    </p:anim>
                                    <p:anim calcmode="lin" valueType="num">
                                      <p:cBhvr>
                                        <p:cTn id="27" dur="500" fill="hold"/>
                                        <p:tgtEl>
                                          <p:spTgt spid="2"/>
                                        </p:tgtEl>
                                        <p:attrNameLst>
                                          <p:attrName>ppt_h</p:attrName>
                                        </p:attrNameLst>
                                      </p:cBhvr>
                                      <p:tavLst>
                                        <p:tav tm="0">
                                          <p:val>
                                            <p:fltVal val="0"/>
                                          </p:val>
                                        </p:tav>
                                        <p:tav tm="100000">
                                          <p:val>
                                            <p:strVal val="#ppt_h"/>
                                          </p:val>
                                        </p:tav>
                                      </p:tavLst>
                                    </p:anim>
                                    <p:animEffect transition="in" filter="fade">
                                      <p:cBhvr>
                                        <p:cTn id="28" dur="500"/>
                                        <p:tgtEl>
                                          <p:spTgt spid="2"/>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53" presetClass="entr" presetSubtype="0" fill="hold" nodeType="clickEffect">
                                  <p:stCondLst>
                                    <p:cond delay="0"/>
                                  </p:stCondLst>
                                  <p:childTnLst>
                                    <p:set>
                                      <p:cBhvr>
                                        <p:cTn id="32" dur="1" fill="hold">
                                          <p:stCondLst>
                                            <p:cond delay="0"/>
                                          </p:stCondLst>
                                        </p:cTn>
                                        <p:tgtEl>
                                          <p:spTgt spid="51">
                                            <p:txEl>
                                              <p:pRg st="0" end="0"/>
                                            </p:txEl>
                                          </p:spTgt>
                                        </p:tgtEl>
                                        <p:attrNameLst>
                                          <p:attrName>style.visibility</p:attrName>
                                        </p:attrNameLst>
                                      </p:cBhvr>
                                      <p:to>
                                        <p:strVal val="visible"/>
                                      </p:to>
                                    </p:set>
                                    <p:anim calcmode="lin" valueType="num">
                                      <p:cBhvr>
                                        <p:cTn id="33" dur="500" fill="hold"/>
                                        <p:tgtEl>
                                          <p:spTgt spid="51">
                                            <p:txEl>
                                              <p:pRg st="0" end="0"/>
                                            </p:txEl>
                                          </p:spTgt>
                                        </p:tgtEl>
                                        <p:attrNameLst>
                                          <p:attrName>ppt_w</p:attrName>
                                        </p:attrNameLst>
                                      </p:cBhvr>
                                      <p:tavLst>
                                        <p:tav tm="0">
                                          <p:val>
                                            <p:fltVal val="0"/>
                                          </p:val>
                                        </p:tav>
                                        <p:tav tm="100000">
                                          <p:val>
                                            <p:strVal val="#ppt_w"/>
                                          </p:val>
                                        </p:tav>
                                      </p:tavLst>
                                    </p:anim>
                                    <p:anim calcmode="lin" valueType="num">
                                      <p:cBhvr>
                                        <p:cTn id="34" dur="500" fill="hold"/>
                                        <p:tgtEl>
                                          <p:spTgt spid="51">
                                            <p:txEl>
                                              <p:pRg st="0" end="0"/>
                                            </p:txEl>
                                          </p:spTgt>
                                        </p:tgtEl>
                                        <p:attrNameLst>
                                          <p:attrName>ppt_h</p:attrName>
                                        </p:attrNameLst>
                                      </p:cBhvr>
                                      <p:tavLst>
                                        <p:tav tm="0">
                                          <p:val>
                                            <p:fltVal val="0"/>
                                          </p:val>
                                        </p:tav>
                                        <p:tav tm="100000">
                                          <p:val>
                                            <p:strVal val="#ppt_h"/>
                                          </p:val>
                                        </p:tav>
                                      </p:tavLst>
                                    </p:anim>
                                    <p:animEffect transition="in" filter="fade">
                                      <p:cBhvr>
                                        <p:cTn id="35" dur="500"/>
                                        <p:tgtEl>
                                          <p:spTgt spid="51">
                                            <p:txEl>
                                              <p:pRg st="0" end="0"/>
                                            </p:txEl>
                                          </p:spTgt>
                                        </p:tgtEl>
                                      </p:cBhvr>
                                    </p:animEffect>
                                  </p:childTnLst>
                                </p:cTn>
                              </p:par>
                            </p:childTnLst>
                          </p:cTn>
                        </p:par>
                      </p:childTnLst>
                    </p:cTn>
                  </p:par>
                  <p:par>
                    <p:cTn id="36" fill="hold" nodeType="clickPar">
                      <p:stCondLst>
                        <p:cond delay="indefinite"/>
                      </p:stCondLst>
                      <p:childTnLst>
                        <p:par>
                          <p:cTn id="37" fill="hold" nodeType="withGroup">
                            <p:stCondLst>
                              <p:cond delay="0"/>
                            </p:stCondLst>
                            <p:childTnLst>
                              <p:par>
                                <p:cTn id="38" presetID="53" presetClass="entr" presetSubtype="0" fill="hold" nodeType="clickEffect">
                                  <p:stCondLst>
                                    <p:cond delay="0"/>
                                  </p:stCondLst>
                                  <p:childTnLst>
                                    <p:set>
                                      <p:cBhvr>
                                        <p:cTn id="39" dur="1" fill="hold">
                                          <p:stCondLst>
                                            <p:cond delay="0"/>
                                          </p:stCondLst>
                                        </p:cTn>
                                        <p:tgtEl>
                                          <p:spTgt spid="51">
                                            <p:txEl>
                                              <p:pRg st="1" end="1"/>
                                            </p:txEl>
                                          </p:spTgt>
                                        </p:tgtEl>
                                        <p:attrNameLst>
                                          <p:attrName>style.visibility</p:attrName>
                                        </p:attrNameLst>
                                      </p:cBhvr>
                                      <p:to>
                                        <p:strVal val="visible"/>
                                      </p:to>
                                    </p:set>
                                    <p:anim calcmode="lin" valueType="num">
                                      <p:cBhvr>
                                        <p:cTn id="40" dur="500" fill="hold"/>
                                        <p:tgtEl>
                                          <p:spTgt spid="51">
                                            <p:txEl>
                                              <p:pRg st="1" end="1"/>
                                            </p:txEl>
                                          </p:spTgt>
                                        </p:tgtEl>
                                        <p:attrNameLst>
                                          <p:attrName>ppt_w</p:attrName>
                                        </p:attrNameLst>
                                      </p:cBhvr>
                                      <p:tavLst>
                                        <p:tav tm="0">
                                          <p:val>
                                            <p:fltVal val="0"/>
                                          </p:val>
                                        </p:tav>
                                        <p:tav tm="100000">
                                          <p:val>
                                            <p:strVal val="#ppt_w"/>
                                          </p:val>
                                        </p:tav>
                                      </p:tavLst>
                                    </p:anim>
                                    <p:anim calcmode="lin" valueType="num">
                                      <p:cBhvr>
                                        <p:cTn id="41" dur="500" fill="hold"/>
                                        <p:tgtEl>
                                          <p:spTgt spid="51">
                                            <p:txEl>
                                              <p:pRg st="1" end="1"/>
                                            </p:txEl>
                                          </p:spTgt>
                                        </p:tgtEl>
                                        <p:attrNameLst>
                                          <p:attrName>ppt_h</p:attrName>
                                        </p:attrNameLst>
                                      </p:cBhvr>
                                      <p:tavLst>
                                        <p:tav tm="0">
                                          <p:val>
                                            <p:fltVal val="0"/>
                                          </p:val>
                                        </p:tav>
                                        <p:tav tm="100000">
                                          <p:val>
                                            <p:strVal val="#ppt_h"/>
                                          </p:val>
                                        </p:tav>
                                      </p:tavLst>
                                    </p:anim>
                                    <p:animEffect transition="in" filter="fade">
                                      <p:cBhvr>
                                        <p:cTn id="42" dur="500"/>
                                        <p:tgtEl>
                                          <p:spTgt spid="51">
                                            <p:txEl>
                                              <p:pRg st="1" end="1"/>
                                            </p:txEl>
                                          </p:spTgt>
                                        </p:tgtEl>
                                      </p:cBhvr>
                                    </p:animEffect>
                                  </p:childTnLst>
                                </p:cTn>
                              </p:par>
                            </p:childTnLst>
                          </p:cTn>
                        </p:par>
                      </p:childTnLst>
                    </p:cTn>
                  </p:par>
                  <p:par>
                    <p:cTn id="43" fill="hold" nodeType="clickPar">
                      <p:stCondLst>
                        <p:cond delay="indefinite"/>
                      </p:stCondLst>
                      <p:childTnLst>
                        <p:par>
                          <p:cTn id="44" fill="hold" nodeType="withGroup">
                            <p:stCondLst>
                              <p:cond delay="0"/>
                            </p:stCondLst>
                            <p:childTnLst>
                              <p:par>
                                <p:cTn id="45" presetID="53" presetClass="entr" presetSubtype="0" fill="hold" nodeType="clickEffect">
                                  <p:stCondLst>
                                    <p:cond delay="0"/>
                                  </p:stCondLst>
                                  <p:childTnLst>
                                    <p:set>
                                      <p:cBhvr>
                                        <p:cTn id="46" dur="1" fill="hold">
                                          <p:stCondLst>
                                            <p:cond delay="0"/>
                                          </p:stCondLst>
                                        </p:cTn>
                                        <p:tgtEl>
                                          <p:spTgt spid="51">
                                            <p:txEl>
                                              <p:pRg st="2" end="2"/>
                                            </p:txEl>
                                          </p:spTgt>
                                        </p:tgtEl>
                                        <p:attrNameLst>
                                          <p:attrName>style.visibility</p:attrName>
                                        </p:attrNameLst>
                                      </p:cBhvr>
                                      <p:to>
                                        <p:strVal val="visible"/>
                                      </p:to>
                                    </p:set>
                                    <p:anim calcmode="lin" valueType="num">
                                      <p:cBhvr>
                                        <p:cTn id="47" dur="500" fill="hold"/>
                                        <p:tgtEl>
                                          <p:spTgt spid="51">
                                            <p:txEl>
                                              <p:pRg st="2" end="2"/>
                                            </p:txEl>
                                          </p:spTgt>
                                        </p:tgtEl>
                                        <p:attrNameLst>
                                          <p:attrName>ppt_w</p:attrName>
                                        </p:attrNameLst>
                                      </p:cBhvr>
                                      <p:tavLst>
                                        <p:tav tm="0">
                                          <p:val>
                                            <p:fltVal val="0"/>
                                          </p:val>
                                        </p:tav>
                                        <p:tav tm="100000">
                                          <p:val>
                                            <p:strVal val="#ppt_w"/>
                                          </p:val>
                                        </p:tav>
                                      </p:tavLst>
                                    </p:anim>
                                    <p:anim calcmode="lin" valueType="num">
                                      <p:cBhvr>
                                        <p:cTn id="48" dur="500" fill="hold"/>
                                        <p:tgtEl>
                                          <p:spTgt spid="51">
                                            <p:txEl>
                                              <p:pRg st="2" end="2"/>
                                            </p:txEl>
                                          </p:spTgt>
                                        </p:tgtEl>
                                        <p:attrNameLst>
                                          <p:attrName>ppt_h</p:attrName>
                                        </p:attrNameLst>
                                      </p:cBhvr>
                                      <p:tavLst>
                                        <p:tav tm="0">
                                          <p:val>
                                            <p:fltVal val="0"/>
                                          </p:val>
                                        </p:tav>
                                        <p:tav tm="100000">
                                          <p:val>
                                            <p:strVal val="#ppt_h"/>
                                          </p:val>
                                        </p:tav>
                                      </p:tavLst>
                                    </p:anim>
                                    <p:animEffect transition="in" filter="fade">
                                      <p:cBhvr>
                                        <p:cTn id="49" dur="500"/>
                                        <p:tgtEl>
                                          <p:spTgt spid="51">
                                            <p:txEl>
                                              <p:pRg st="2" end="2"/>
                                            </p:txEl>
                                          </p:spTgt>
                                        </p:tgtEl>
                                      </p:cBhvr>
                                    </p:animEffect>
                                  </p:childTnLst>
                                </p:cTn>
                              </p:par>
                            </p:childTnLst>
                          </p:cTn>
                        </p:par>
                      </p:childTnLst>
                    </p:cTn>
                  </p:par>
                  <p:par>
                    <p:cTn id="50" fill="hold" nodeType="clickPar">
                      <p:stCondLst>
                        <p:cond delay="indefinite"/>
                      </p:stCondLst>
                      <p:childTnLst>
                        <p:par>
                          <p:cTn id="51" fill="hold" nodeType="withGroup">
                            <p:stCondLst>
                              <p:cond delay="0"/>
                            </p:stCondLst>
                            <p:childTnLst>
                              <p:par>
                                <p:cTn id="52" presetID="53" presetClass="entr" presetSubtype="0" fill="hold" nodeType="clickEffect">
                                  <p:stCondLst>
                                    <p:cond delay="0"/>
                                  </p:stCondLst>
                                  <p:childTnLst>
                                    <p:set>
                                      <p:cBhvr>
                                        <p:cTn id="53" dur="1" fill="hold">
                                          <p:stCondLst>
                                            <p:cond delay="0"/>
                                          </p:stCondLst>
                                        </p:cTn>
                                        <p:tgtEl>
                                          <p:spTgt spid="51">
                                            <p:txEl>
                                              <p:pRg st="3" end="3"/>
                                            </p:txEl>
                                          </p:spTgt>
                                        </p:tgtEl>
                                        <p:attrNameLst>
                                          <p:attrName>style.visibility</p:attrName>
                                        </p:attrNameLst>
                                      </p:cBhvr>
                                      <p:to>
                                        <p:strVal val="visible"/>
                                      </p:to>
                                    </p:set>
                                    <p:anim calcmode="lin" valueType="num">
                                      <p:cBhvr>
                                        <p:cTn id="54" dur="500" fill="hold"/>
                                        <p:tgtEl>
                                          <p:spTgt spid="51">
                                            <p:txEl>
                                              <p:pRg st="3" end="3"/>
                                            </p:txEl>
                                          </p:spTgt>
                                        </p:tgtEl>
                                        <p:attrNameLst>
                                          <p:attrName>ppt_w</p:attrName>
                                        </p:attrNameLst>
                                      </p:cBhvr>
                                      <p:tavLst>
                                        <p:tav tm="0">
                                          <p:val>
                                            <p:fltVal val="0"/>
                                          </p:val>
                                        </p:tav>
                                        <p:tav tm="100000">
                                          <p:val>
                                            <p:strVal val="#ppt_w"/>
                                          </p:val>
                                        </p:tav>
                                      </p:tavLst>
                                    </p:anim>
                                    <p:anim calcmode="lin" valueType="num">
                                      <p:cBhvr>
                                        <p:cTn id="55" dur="500" fill="hold"/>
                                        <p:tgtEl>
                                          <p:spTgt spid="51">
                                            <p:txEl>
                                              <p:pRg st="3" end="3"/>
                                            </p:txEl>
                                          </p:spTgt>
                                        </p:tgtEl>
                                        <p:attrNameLst>
                                          <p:attrName>ppt_h</p:attrName>
                                        </p:attrNameLst>
                                      </p:cBhvr>
                                      <p:tavLst>
                                        <p:tav tm="0">
                                          <p:val>
                                            <p:fltVal val="0"/>
                                          </p:val>
                                        </p:tav>
                                        <p:tav tm="100000">
                                          <p:val>
                                            <p:strVal val="#ppt_h"/>
                                          </p:val>
                                        </p:tav>
                                      </p:tavLst>
                                    </p:anim>
                                    <p:animEffect transition="in" filter="fade">
                                      <p:cBhvr>
                                        <p:cTn id="56" dur="500"/>
                                        <p:tgtEl>
                                          <p:spTgt spid="51">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4656FFB8-0635-4EB6-B467-DD97439CA082}"/>
              </a:ext>
            </a:extLst>
          </p:cNvPr>
          <p:cNvSpPr/>
          <p:nvPr/>
        </p:nvSpPr>
        <p:spPr>
          <a:xfrm>
            <a:off x="5536883" y="2924175"/>
            <a:ext cx="2238692" cy="1544638"/>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E7458F34-17D1-48C1-93EE-C9D06C76543B}"/>
              </a:ext>
            </a:extLst>
          </p:cNvPr>
          <p:cNvSpPr/>
          <p:nvPr/>
        </p:nvSpPr>
        <p:spPr>
          <a:xfrm>
            <a:off x="5536883" y="1298575"/>
            <a:ext cx="2238692" cy="16256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6547" name="Rectangle 3"/>
          <p:cNvSpPr>
            <a:spLocks noGrp="1" noChangeArrowheads="1"/>
          </p:cNvSpPr>
          <p:nvPr>
            <p:ph idx="1"/>
          </p:nvPr>
        </p:nvSpPr>
        <p:spPr>
          <a:xfrm>
            <a:off x="430213" y="846138"/>
            <a:ext cx="4070350" cy="4102100"/>
          </a:xfrm>
        </p:spPr>
        <p:txBody>
          <a:bodyPr/>
          <a:lstStyle/>
          <a:p>
            <a:pPr marL="272654" indent="-272654">
              <a:lnSpc>
                <a:spcPts val="2500"/>
              </a:lnSpc>
              <a:buClrTx/>
              <a:buFont typeface="Wingdings" pitchFamily="2" charset="2"/>
              <a:buChar char="Ø"/>
              <a:defRPr/>
            </a:pPr>
            <a:r>
              <a:rPr lang="zh-CN" altLang="en-US" sz="2000" b="1" dirty="0">
                <a:solidFill>
                  <a:schemeClr val="tx1"/>
                </a:solidFill>
                <a:latin typeface="楷体" pitchFamily="49" charset="-122"/>
                <a:ea typeface="楷体" pitchFamily="49" charset="-122"/>
                <a:cs typeface="Times New Roman" pitchFamily="18" charset="0"/>
              </a:rPr>
              <a:t>在</a:t>
            </a:r>
            <a:r>
              <a:rPr lang="zh-CN" altLang="en-US" sz="2000" b="1" dirty="0">
                <a:solidFill>
                  <a:srgbClr val="0070C0"/>
                </a:solidFill>
                <a:latin typeface="楷体" pitchFamily="49" charset="-122"/>
                <a:ea typeface="楷体" pitchFamily="49" charset="-122"/>
                <a:cs typeface="Times New Roman" pitchFamily="18" charset="0"/>
              </a:rPr>
              <a:t>调用者和被调用者</a:t>
            </a:r>
            <a:r>
              <a:rPr lang="zh-CN" altLang="en-US" sz="2000" b="1" dirty="0">
                <a:solidFill>
                  <a:schemeClr val="tx1"/>
                </a:solidFill>
                <a:latin typeface="楷体" pitchFamily="49" charset="-122"/>
                <a:ea typeface="楷体" pitchFamily="49" charset="-122"/>
                <a:cs typeface="Times New Roman" pitchFamily="18" charset="0"/>
              </a:rPr>
              <a:t>之间传递的值一般被放在</a:t>
            </a:r>
            <a:r>
              <a:rPr lang="zh-CN" altLang="en-US" sz="2000" b="1" dirty="0">
                <a:solidFill>
                  <a:srgbClr val="0070C0"/>
                </a:solidFill>
                <a:latin typeface="楷体" pitchFamily="49" charset="-122"/>
                <a:ea typeface="楷体" pitchFamily="49" charset="-122"/>
                <a:cs typeface="Times New Roman" pitchFamily="18" charset="0"/>
              </a:rPr>
              <a:t>被调用者的活动记录的开始位置</a:t>
            </a:r>
            <a:r>
              <a:rPr lang="zh-CN" altLang="en-US" sz="2000" b="1" dirty="0">
                <a:solidFill>
                  <a:schemeClr val="tx1"/>
                </a:solidFill>
                <a:latin typeface="楷体" pitchFamily="49" charset="-122"/>
                <a:ea typeface="楷体" pitchFamily="49" charset="-122"/>
                <a:cs typeface="Times New Roman" pitchFamily="18" charset="0"/>
              </a:rPr>
              <a:t>，这样它们可以尽可能地</a:t>
            </a:r>
            <a:r>
              <a:rPr lang="zh-CN" altLang="en-US" sz="2000" b="1" dirty="0">
                <a:solidFill>
                  <a:srgbClr val="0070C0"/>
                </a:solidFill>
                <a:latin typeface="楷体" pitchFamily="49" charset="-122"/>
                <a:ea typeface="楷体" pitchFamily="49" charset="-122"/>
                <a:cs typeface="Times New Roman" pitchFamily="18" charset="0"/>
              </a:rPr>
              <a:t>靠近调用者</a:t>
            </a:r>
            <a:r>
              <a:rPr lang="zh-CN" altLang="en-US" sz="2000" b="1" dirty="0">
                <a:solidFill>
                  <a:schemeClr val="tx1"/>
                </a:solidFill>
                <a:latin typeface="楷体" pitchFamily="49" charset="-122"/>
                <a:ea typeface="楷体" pitchFamily="49" charset="-122"/>
                <a:cs typeface="Times New Roman" pitchFamily="18" charset="0"/>
              </a:rPr>
              <a:t>的活动记录</a:t>
            </a:r>
            <a:endParaRPr lang="en-US" altLang="zh-CN" sz="2000" b="1" dirty="0">
              <a:solidFill>
                <a:schemeClr val="tx1"/>
              </a:solidFill>
              <a:latin typeface="楷体" pitchFamily="49" charset="-122"/>
              <a:ea typeface="楷体" pitchFamily="49" charset="-122"/>
              <a:cs typeface="Times New Roman" pitchFamily="18" charset="0"/>
            </a:endParaRPr>
          </a:p>
          <a:p>
            <a:pPr marL="272654" indent="-272654">
              <a:lnSpc>
                <a:spcPts val="2500"/>
              </a:lnSpc>
              <a:buClrTx/>
              <a:buFont typeface="Wingdings" pitchFamily="2" charset="2"/>
              <a:buChar char="Ø"/>
              <a:defRPr/>
            </a:pPr>
            <a:r>
              <a:rPr lang="zh-CN" altLang="en-US" sz="2000" b="1" dirty="0">
                <a:solidFill>
                  <a:schemeClr val="tx1"/>
                </a:solidFill>
                <a:latin typeface="楷体" pitchFamily="49" charset="-122"/>
                <a:ea typeface="楷体" pitchFamily="49" charset="-122"/>
                <a:cs typeface="Times New Roman" pitchFamily="18" charset="0"/>
              </a:rPr>
              <a:t>固定长度的项被放置在</a:t>
            </a:r>
            <a:r>
              <a:rPr lang="zh-CN" altLang="en-US" sz="2000" b="1" dirty="0">
                <a:solidFill>
                  <a:srgbClr val="0070C0"/>
                </a:solidFill>
                <a:latin typeface="楷体" pitchFamily="49" charset="-122"/>
                <a:ea typeface="楷体" pitchFamily="49" charset="-122"/>
                <a:cs typeface="Times New Roman" pitchFamily="18" charset="0"/>
              </a:rPr>
              <a:t>中间位置</a:t>
            </a:r>
            <a:endParaRPr lang="en-US" altLang="zh-CN" sz="2000" b="1" dirty="0">
              <a:solidFill>
                <a:srgbClr val="0070C0"/>
              </a:solidFill>
              <a:latin typeface="楷体" pitchFamily="49" charset="-122"/>
              <a:ea typeface="楷体" pitchFamily="49" charset="-122"/>
              <a:cs typeface="Times New Roman" pitchFamily="18" charset="0"/>
            </a:endParaRPr>
          </a:p>
          <a:p>
            <a:pPr marL="575072" lvl="1" indent="-272654">
              <a:lnSpc>
                <a:spcPts val="2500"/>
              </a:lnSpc>
              <a:buClrTx/>
              <a:buFont typeface="Wingdings" pitchFamily="2" charset="2"/>
              <a:buChar char="Ø"/>
              <a:defRPr/>
            </a:pPr>
            <a:r>
              <a:rPr lang="zh-CN" altLang="en-US" sz="2000" b="1" dirty="0">
                <a:solidFill>
                  <a:schemeClr val="tx1"/>
                </a:solidFill>
                <a:latin typeface="楷体" pitchFamily="49" charset="-122"/>
                <a:ea typeface="楷体" pitchFamily="49" charset="-122"/>
                <a:cs typeface="Times New Roman" pitchFamily="18" charset="0"/>
              </a:rPr>
              <a:t>控制链、访问链、机器状态字</a:t>
            </a:r>
            <a:endParaRPr lang="en-US" altLang="zh-CN" sz="2000" b="1" dirty="0">
              <a:solidFill>
                <a:schemeClr val="tx1"/>
              </a:solidFill>
              <a:latin typeface="楷体" pitchFamily="49" charset="-122"/>
              <a:ea typeface="楷体" pitchFamily="49" charset="-122"/>
              <a:cs typeface="Times New Roman" pitchFamily="18" charset="0"/>
            </a:endParaRPr>
          </a:p>
          <a:p>
            <a:pPr marL="272654" indent="-272654">
              <a:lnSpc>
                <a:spcPts val="2500"/>
              </a:lnSpc>
              <a:buClrTx/>
              <a:buFont typeface="Wingdings" pitchFamily="2" charset="2"/>
              <a:buChar char="Ø"/>
              <a:defRPr/>
            </a:pPr>
            <a:r>
              <a:rPr lang="zh-CN" altLang="en-US" sz="2000" b="1" dirty="0">
                <a:solidFill>
                  <a:schemeClr val="tx1"/>
                </a:solidFill>
                <a:latin typeface="楷体" pitchFamily="49" charset="-122"/>
                <a:ea typeface="楷体" pitchFamily="49" charset="-122"/>
                <a:cs typeface="Times New Roman" pitchFamily="18" charset="0"/>
              </a:rPr>
              <a:t>在</a:t>
            </a:r>
            <a:r>
              <a:rPr lang="zh-CN" altLang="en-US" sz="2000" b="1" dirty="0">
                <a:solidFill>
                  <a:srgbClr val="0070C0"/>
                </a:solidFill>
                <a:latin typeface="楷体" pitchFamily="49" charset="-122"/>
                <a:ea typeface="楷体" pitchFamily="49" charset="-122"/>
                <a:cs typeface="Times New Roman" pitchFamily="18" charset="0"/>
              </a:rPr>
              <a:t>早期不知道大小的项</a:t>
            </a:r>
            <a:r>
              <a:rPr lang="zh-CN" altLang="en-US" sz="2000" b="1" dirty="0">
                <a:solidFill>
                  <a:schemeClr val="tx1"/>
                </a:solidFill>
                <a:latin typeface="楷体" pitchFamily="49" charset="-122"/>
                <a:ea typeface="楷体" pitchFamily="49" charset="-122"/>
                <a:cs typeface="Times New Roman" pitchFamily="18" charset="0"/>
              </a:rPr>
              <a:t>被放置在活动记录的</a:t>
            </a:r>
            <a:r>
              <a:rPr lang="zh-CN" altLang="en-US" sz="2000" b="1" dirty="0">
                <a:solidFill>
                  <a:srgbClr val="0070C0"/>
                </a:solidFill>
                <a:latin typeface="楷体" pitchFamily="49" charset="-122"/>
                <a:ea typeface="楷体" pitchFamily="49" charset="-122"/>
                <a:cs typeface="Times New Roman" pitchFamily="18" charset="0"/>
              </a:rPr>
              <a:t>尾部</a:t>
            </a:r>
            <a:endParaRPr lang="en-US" altLang="zh-CN" sz="2000" b="1" dirty="0">
              <a:solidFill>
                <a:srgbClr val="0070C0"/>
              </a:solidFill>
              <a:latin typeface="楷体" pitchFamily="49" charset="-122"/>
              <a:ea typeface="楷体" pitchFamily="49" charset="-122"/>
              <a:cs typeface="Times New Roman" pitchFamily="18" charset="0"/>
            </a:endParaRPr>
          </a:p>
          <a:p>
            <a:pPr marL="272654" indent="-272654">
              <a:lnSpc>
                <a:spcPts val="2500"/>
              </a:lnSpc>
              <a:buClrTx/>
              <a:buFont typeface="Wingdings" pitchFamily="2" charset="2"/>
              <a:buChar char="Ø"/>
              <a:defRPr/>
            </a:pPr>
            <a:r>
              <a:rPr lang="zh-CN" altLang="en-US" sz="2000" b="1" dirty="0">
                <a:solidFill>
                  <a:schemeClr val="tx1"/>
                </a:solidFill>
                <a:latin typeface="楷体" pitchFamily="49" charset="-122"/>
                <a:ea typeface="楷体" pitchFamily="49" charset="-122"/>
                <a:cs typeface="Times New Roman" pitchFamily="18" charset="0"/>
              </a:rPr>
              <a:t>栈顶指针寄存器</a:t>
            </a:r>
            <a:r>
              <a:rPr lang="en-US" altLang="zh-CN" sz="2000" b="1" i="1" dirty="0" err="1">
                <a:solidFill>
                  <a:schemeClr val="tx1"/>
                </a:solidFill>
                <a:ea typeface="楷体" pitchFamily="49" charset="-122"/>
                <a:cs typeface="Times New Roman" pitchFamily="18" charset="0"/>
              </a:rPr>
              <a:t>top_sp</a:t>
            </a:r>
            <a:r>
              <a:rPr lang="zh-CN" altLang="en-US" sz="2000" b="1" dirty="0">
                <a:solidFill>
                  <a:schemeClr val="tx1"/>
                </a:solidFill>
                <a:latin typeface="楷体" pitchFamily="49" charset="-122"/>
                <a:ea typeface="楷体" pitchFamily="49" charset="-122"/>
                <a:cs typeface="Times New Roman" pitchFamily="18" charset="0"/>
              </a:rPr>
              <a:t>指向活动记录中</a:t>
            </a:r>
            <a:r>
              <a:rPr lang="zh-CN" altLang="en-US" sz="2000" b="1" dirty="0">
                <a:solidFill>
                  <a:srgbClr val="0070C0"/>
                </a:solidFill>
                <a:latin typeface="楷体" pitchFamily="49" charset="-122"/>
                <a:ea typeface="楷体" pitchFamily="49" charset="-122"/>
                <a:cs typeface="Times New Roman" pitchFamily="18" charset="0"/>
              </a:rPr>
              <a:t>机器状态字段的末端即局部数据开始的位置</a:t>
            </a:r>
            <a:r>
              <a:rPr lang="zh-CN" altLang="en-US" sz="2000" b="1" dirty="0">
                <a:solidFill>
                  <a:schemeClr val="tx1"/>
                </a:solidFill>
                <a:latin typeface="楷体" pitchFamily="49" charset="-122"/>
                <a:ea typeface="楷体" pitchFamily="49" charset="-122"/>
                <a:cs typeface="Times New Roman" pitchFamily="18" charset="0"/>
              </a:rPr>
              <a:t>，以该位置作为</a:t>
            </a:r>
            <a:r>
              <a:rPr lang="zh-CN" altLang="en-US" sz="2000" b="1" dirty="0">
                <a:solidFill>
                  <a:srgbClr val="0070C0"/>
                </a:solidFill>
                <a:latin typeface="楷体" pitchFamily="49" charset="-122"/>
                <a:ea typeface="楷体" pitchFamily="49" charset="-122"/>
                <a:cs typeface="Times New Roman" pitchFamily="18" charset="0"/>
              </a:rPr>
              <a:t>基地址访问活动记录中的数据</a:t>
            </a:r>
            <a:endParaRPr lang="en-US" altLang="zh-CN" sz="2000" b="1" dirty="0">
              <a:solidFill>
                <a:srgbClr val="0070C0"/>
              </a:solidFill>
              <a:latin typeface="楷体" pitchFamily="49" charset="-122"/>
              <a:ea typeface="楷体" pitchFamily="49" charset="-122"/>
              <a:cs typeface="Times New Roman" pitchFamily="18" charset="0"/>
            </a:endParaRPr>
          </a:p>
        </p:txBody>
      </p:sp>
      <p:sp>
        <p:nvSpPr>
          <p:cNvPr id="72707" name="Rectangle 2"/>
          <p:cNvSpPr>
            <a:spLocks noGrp="1" noChangeArrowheads="1"/>
          </p:cNvSpPr>
          <p:nvPr>
            <p:ph type="title"/>
          </p:nvPr>
        </p:nvSpPr>
        <p:spPr>
          <a:xfrm>
            <a:off x="755650" y="268288"/>
            <a:ext cx="7931150" cy="358775"/>
          </a:xfrm>
        </p:spPr>
        <p:txBody>
          <a:bodyPr/>
          <a:lstStyle/>
          <a:p>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设计活动记录的一些原则</a:t>
            </a:r>
          </a:p>
        </p:txBody>
      </p:sp>
      <p:grpSp>
        <p:nvGrpSpPr>
          <p:cNvPr id="72708" name="组合 60"/>
          <p:cNvGrpSpPr>
            <a:grpSpLocks/>
          </p:cNvGrpSpPr>
          <p:nvPr/>
        </p:nvGrpSpPr>
        <p:grpSpPr bwMode="auto">
          <a:xfrm>
            <a:off x="4495800" y="846138"/>
            <a:ext cx="4643437" cy="3644900"/>
            <a:chOff x="4429124" y="928676"/>
            <a:chExt cx="4643469" cy="3644926"/>
          </a:xfrm>
        </p:grpSpPr>
        <p:cxnSp>
          <p:nvCxnSpPr>
            <p:cNvPr id="53" name="直接连接符 52"/>
            <p:cNvCxnSpPr/>
            <p:nvPr/>
          </p:nvCxnSpPr>
          <p:spPr bwMode="auto">
            <a:xfrm rot="16200000" flipV="1">
              <a:off x="7637483" y="3776671"/>
              <a:ext cx="1584336" cy="0"/>
            </a:xfrm>
            <a:prstGeom prst="line">
              <a:avLst/>
            </a:prstGeom>
            <a:ln w="38100">
              <a:solidFill>
                <a:srgbClr val="C00000"/>
              </a:solidFill>
              <a:prstDash val="solid"/>
              <a:headEnd type="stealth"/>
              <a:tailEnd type="triangle"/>
            </a:ln>
          </p:spPr>
          <p:style>
            <a:lnRef idx="1">
              <a:schemeClr val="accent1"/>
            </a:lnRef>
            <a:fillRef idx="0">
              <a:schemeClr val="accent1"/>
            </a:fillRef>
            <a:effectRef idx="0">
              <a:schemeClr val="accent1"/>
            </a:effectRef>
            <a:fontRef idx="minor">
              <a:schemeClr val="tx1"/>
            </a:fontRef>
          </p:style>
        </p:cxnSp>
        <p:sp>
          <p:nvSpPr>
            <p:cNvPr id="72710" name="Rectangle 5"/>
            <p:cNvSpPr>
              <a:spLocks noChangeArrowheads="1"/>
            </p:cNvSpPr>
            <p:nvPr/>
          </p:nvSpPr>
          <p:spPr bwMode="auto">
            <a:xfrm>
              <a:off x="7725113" y="3449644"/>
              <a:ext cx="1347480" cy="642942"/>
            </a:xfrm>
            <a:prstGeom prst="rect">
              <a:avLst/>
            </a:prstGeom>
            <a:solidFill>
              <a:schemeClr val="bg1"/>
            </a:solidFill>
            <a:ln>
              <a:noFill/>
            </a:ln>
            <a:extLst>
              <a:ext uri="{91240B29-F687-4F45-9708-019B960494DF}">
                <a14:hiddenLine xmlns:a14="http://schemas.microsoft.com/office/drawing/2010/main" w="25400">
                  <a:solidFill>
                    <a:srgbClr val="000000"/>
                  </a:solidFill>
                  <a:miter lim="800000"/>
                  <a:headEnd/>
                  <a:tailEnd/>
                </a14:hiddenLine>
              </a:ext>
            </a:extLst>
          </p:spPr>
          <p:txBody>
            <a:bodyPr tIns="8280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800" dirty="0">
                  <a:solidFill>
                    <a:srgbClr val="C00000"/>
                  </a:solidFill>
                  <a:latin typeface="楷体" panose="02010609060101010101" pitchFamily="49" charset="-122"/>
                  <a:ea typeface="楷体" panose="02010609060101010101" pitchFamily="49" charset="-122"/>
                  <a:cs typeface="Times New Roman" panose="02020603050405020304" pitchFamily="18" charset="0"/>
                </a:rPr>
                <a:t>被调用者</a:t>
              </a:r>
              <a:r>
                <a:rPr lang="zh-CN" altLang="en-US" sz="1800" dirty="0">
                  <a:latin typeface="楷体" panose="02010609060101010101" pitchFamily="49" charset="-122"/>
                  <a:ea typeface="楷体" panose="02010609060101010101" pitchFamily="49" charset="-122"/>
                  <a:cs typeface="Times New Roman" panose="02020603050405020304" pitchFamily="18" charset="0"/>
                </a:rPr>
                <a:t>的活动记录</a:t>
              </a:r>
            </a:p>
          </p:txBody>
        </p:sp>
        <p:sp>
          <p:nvSpPr>
            <p:cNvPr id="72711" name="Rectangle 11"/>
            <p:cNvSpPr>
              <a:spLocks noChangeArrowheads="1"/>
            </p:cNvSpPr>
            <p:nvPr/>
          </p:nvSpPr>
          <p:spPr bwMode="auto">
            <a:xfrm>
              <a:off x="5481102" y="1776871"/>
              <a:ext cx="3234302" cy="488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zh-CN" altLang="en-US" sz="2000" dirty="0">
                  <a:solidFill>
                    <a:srgbClr val="000000"/>
                  </a:solidFill>
                  <a:latin typeface="楷体" panose="02010609060101010101" pitchFamily="49" charset="-122"/>
                  <a:ea typeface="楷体" panose="02010609060101010101" pitchFamily="49" charset="-122"/>
                  <a:cs typeface="Times New Roman" panose="02020603050405020304" pitchFamily="18" charset="0"/>
                </a:rPr>
                <a:t>控制链</a:t>
              </a:r>
              <a:endParaRPr lang="en-US" altLang="zh-CN" sz="2000" dirty="0">
                <a:solidFill>
                  <a:srgbClr val="000000"/>
                </a:solidFill>
                <a:latin typeface="楷体" panose="02010609060101010101" pitchFamily="49" charset="-122"/>
                <a:ea typeface="楷体" panose="02010609060101010101" pitchFamily="49" charset="-122"/>
                <a:cs typeface="Times New Roman" panose="02020603050405020304" pitchFamily="18" charset="0"/>
              </a:endParaRPr>
            </a:p>
            <a:p>
              <a:r>
                <a:rPr lang="zh-CN" altLang="en-US" sz="2000" dirty="0">
                  <a:solidFill>
                    <a:srgbClr val="000000"/>
                  </a:solidFill>
                  <a:latin typeface="楷体" panose="02010609060101010101" pitchFamily="49" charset="-122"/>
                  <a:ea typeface="楷体" panose="02010609060101010101" pitchFamily="49" charset="-122"/>
                  <a:cs typeface="Times New Roman" panose="02020603050405020304" pitchFamily="18" charset="0"/>
                </a:rPr>
                <a:t>访问链和机器状态</a:t>
              </a:r>
            </a:p>
            <a:p>
              <a:pPr algn="ctr"/>
              <a:endParaRPr lang="zh-CN" altLang="en-US" sz="2000" dirty="0">
                <a:solidFill>
                  <a:srgbClr val="000000"/>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72712" name="组合 25"/>
            <p:cNvGrpSpPr>
              <a:grpSpLocks/>
            </p:cNvGrpSpPr>
            <p:nvPr/>
          </p:nvGrpSpPr>
          <p:grpSpPr bwMode="auto">
            <a:xfrm>
              <a:off x="5449576" y="1337951"/>
              <a:ext cx="2622886" cy="3234063"/>
              <a:chOff x="6000760" y="1500180"/>
              <a:chExt cx="2622886" cy="3234063"/>
            </a:xfrm>
          </p:grpSpPr>
          <p:sp>
            <p:nvSpPr>
              <p:cNvPr id="72727" name="Rectangle 5"/>
              <p:cNvSpPr>
                <a:spLocks noChangeArrowheads="1"/>
              </p:cNvSpPr>
              <p:nvPr/>
            </p:nvSpPr>
            <p:spPr bwMode="auto">
              <a:xfrm>
                <a:off x="6107276" y="1500180"/>
                <a:ext cx="2159180" cy="488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2000">
                    <a:solidFill>
                      <a:srgbClr val="000000"/>
                    </a:solidFill>
                    <a:latin typeface="楷体" panose="02010609060101010101" pitchFamily="49" charset="-122"/>
                    <a:ea typeface="楷体" panose="02010609060101010101" pitchFamily="49" charset="-122"/>
                    <a:cs typeface="Times New Roman" panose="02020603050405020304" pitchFamily="18" charset="0"/>
                  </a:rPr>
                  <a:t>参数和返回值</a:t>
                </a:r>
              </a:p>
            </p:txBody>
          </p:sp>
          <p:sp>
            <p:nvSpPr>
              <p:cNvPr id="20504" name="Line 6"/>
              <p:cNvSpPr>
                <a:spLocks noChangeShapeType="1"/>
              </p:cNvSpPr>
              <p:nvPr/>
            </p:nvSpPr>
            <p:spPr bwMode="auto">
              <a:xfrm>
                <a:off x="6082041" y="1970386"/>
                <a:ext cx="2197115" cy="0"/>
              </a:xfrm>
              <a:prstGeom prst="line">
                <a:avLst/>
              </a:prstGeom>
              <a:noFill/>
              <a:ln w="25400">
                <a:solidFill>
                  <a:schemeClr val="bg1">
                    <a:lumMod val="50000"/>
                  </a:schemeClr>
                </a:solidFill>
                <a:prstDash val="dash"/>
                <a:round/>
                <a:headEnd/>
                <a:tailEnd/>
              </a:ln>
            </p:spPr>
            <p:txBody>
              <a:bodyPr/>
              <a:lstStyle/>
              <a:p>
                <a:pPr>
                  <a:defRPr/>
                </a:pPr>
                <a:endParaRPr lang="zh-CN" altLang="en-US">
                  <a:solidFill>
                    <a:prstClr val="black"/>
                  </a:solidFill>
                  <a:ea typeface="楷体_GB2312"/>
                  <a:cs typeface="楷体_GB2312"/>
                </a:endParaRPr>
              </a:p>
            </p:txBody>
          </p:sp>
          <p:sp>
            <p:nvSpPr>
              <p:cNvPr id="20505" name="Line 10"/>
              <p:cNvSpPr>
                <a:spLocks noChangeShapeType="1"/>
              </p:cNvSpPr>
              <p:nvPr/>
            </p:nvSpPr>
            <p:spPr bwMode="auto">
              <a:xfrm>
                <a:off x="6061403" y="4284978"/>
                <a:ext cx="2195527" cy="0"/>
              </a:xfrm>
              <a:prstGeom prst="line">
                <a:avLst/>
              </a:prstGeom>
              <a:noFill/>
              <a:ln w="25400">
                <a:solidFill>
                  <a:schemeClr val="bg1">
                    <a:lumMod val="50000"/>
                  </a:schemeClr>
                </a:solidFill>
                <a:prstDash val="dash"/>
                <a:round/>
                <a:headEnd/>
                <a:tailEnd/>
              </a:ln>
            </p:spPr>
            <p:txBody>
              <a:bodyPr/>
              <a:lstStyle/>
              <a:p>
                <a:pPr>
                  <a:defRPr/>
                </a:pPr>
                <a:endParaRPr lang="zh-CN" altLang="en-US">
                  <a:solidFill>
                    <a:prstClr val="black"/>
                  </a:solidFill>
                  <a:ea typeface="楷体_GB2312"/>
                  <a:cs typeface="楷体_GB2312"/>
                </a:endParaRPr>
              </a:p>
            </p:txBody>
          </p:sp>
          <p:sp>
            <p:nvSpPr>
              <p:cNvPr id="20506" name="Line 12"/>
              <p:cNvSpPr>
                <a:spLocks noChangeShapeType="1"/>
              </p:cNvSpPr>
              <p:nvPr/>
            </p:nvSpPr>
            <p:spPr bwMode="auto">
              <a:xfrm>
                <a:off x="6058228" y="3578535"/>
                <a:ext cx="2195527" cy="0"/>
              </a:xfrm>
              <a:prstGeom prst="line">
                <a:avLst/>
              </a:prstGeom>
              <a:noFill/>
              <a:ln w="25400">
                <a:solidFill>
                  <a:schemeClr val="bg1">
                    <a:lumMod val="50000"/>
                  </a:schemeClr>
                </a:solidFill>
                <a:prstDash val="dash"/>
                <a:round/>
                <a:headEnd/>
                <a:tailEnd/>
              </a:ln>
            </p:spPr>
            <p:txBody>
              <a:bodyPr/>
              <a:lstStyle/>
              <a:p>
                <a:pPr>
                  <a:defRPr/>
                </a:pPr>
                <a:endParaRPr lang="zh-CN" altLang="en-US">
                  <a:solidFill>
                    <a:prstClr val="black"/>
                  </a:solidFill>
                  <a:ea typeface="楷体_GB2312"/>
                  <a:cs typeface="楷体_GB2312"/>
                </a:endParaRPr>
              </a:p>
            </p:txBody>
          </p:sp>
          <p:sp>
            <p:nvSpPr>
              <p:cNvPr id="20" name="Line 13"/>
              <p:cNvSpPr>
                <a:spLocks noChangeShapeType="1"/>
              </p:cNvSpPr>
              <p:nvPr/>
            </p:nvSpPr>
            <p:spPr bwMode="auto">
              <a:xfrm>
                <a:off x="6064578" y="3168957"/>
                <a:ext cx="2195527" cy="0"/>
              </a:xfrm>
              <a:prstGeom prst="line">
                <a:avLst/>
              </a:prstGeom>
              <a:noFill/>
              <a:ln w="25400">
                <a:solidFill>
                  <a:schemeClr val="tx2">
                    <a:lumMod val="60000"/>
                    <a:lumOff val="40000"/>
                  </a:schemeClr>
                </a:solidFill>
                <a:prstDash val="solid"/>
                <a:round/>
                <a:headEnd/>
                <a:tailEnd/>
              </a:ln>
            </p:spPr>
            <p:txBody>
              <a:bodyPr/>
              <a:lstStyle/>
              <a:p>
                <a:pPr>
                  <a:defRPr/>
                </a:pPr>
                <a:endParaRPr lang="zh-CN" altLang="en-US">
                  <a:solidFill>
                    <a:prstClr val="black"/>
                  </a:solidFill>
                </a:endParaRPr>
              </a:p>
            </p:txBody>
          </p:sp>
          <p:sp>
            <p:nvSpPr>
              <p:cNvPr id="20508" name="Line 14"/>
              <p:cNvSpPr>
                <a:spLocks noChangeShapeType="1"/>
              </p:cNvSpPr>
              <p:nvPr/>
            </p:nvSpPr>
            <p:spPr bwMode="auto">
              <a:xfrm>
                <a:off x="6061403" y="2743504"/>
                <a:ext cx="2195527" cy="0"/>
              </a:xfrm>
              <a:prstGeom prst="line">
                <a:avLst/>
              </a:prstGeom>
              <a:noFill/>
              <a:ln w="25400">
                <a:solidFill>
                  <a:schemeClr val="bg1">
                    <a:lumMod val="50000"/>
                  </a:schemeClr>
                </a:solidFill>
                <a:prstDash val="dash"/>
                <a:round/>
                <a:headEnd/>
                <a:tailEnd/>
              </a:ln>
            </p:spPr>
            <p:txBody>
              <a:bodyPr/>
              <a:lstStyle/>
              <a:p>
                <a:pPr>
                  <a:defRPr/>
                </a:pPr>
                <a:endParaRPr lang="zh-CN" altLang="en-US">
                  <a:solidFill>
                    <a:prstClr val="black"/>
                  </a:solidFill>
                  <a:ea typeface="楷体_GB2312"/>
                  <a:cs typeface="楷体_GB2312"/>
                </a:endParaRPr>
              </a:p>
            </p:txBody>
          </p:sp>
          <p:sp>
            <p:nvSpPr>
              <p:cNvPr id="72733" name="Rectangle 15"/>
              <p:cNvSpPr>
                <a:spLocks noChangeArrowheads="1"/>
              </p:cNvSpPr>
              <p:nvPr/>
            </p:nvSpPr>
            <p:spPr bwMode="auto">
              <a:xfrm>
                <a:off x="6000760" y="2713659"/>
                <a:ext cx="2428892" cy="488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zh-CN" altLang="en-US" sz="2000" dirty="0">
                    <a:solidFill>
                      <a:srgbClr val="000000"/>
                    </a:solidFill>
                    <a:latin typeface="楷体" panose="02010609060101010101" pitchFamily="49" charset="-122"/>
                    <a:ea typeface="楷体" panose="02010609060101010101" pitchFamily="49" charset="-122"/>
                    <a:cs typeface="Times New Roman" panose="02020603050405020304" pitchFamily="18" charset="0"/>
                  </a:rPr>
                  <a:t>局部数据临时数据</a:t>
                </a:r>
              </a:p>
            </p:txBody>
          </p:sp>
          <p:sp>
            <p:nvSpPr>
              <p:cNvPr id="72734" name="Rectangle 16"/>
              <p:cNvSpPr>
                <a:spLocks noChangeArrowheads="1"/>
              </p:cNvSpPr>
              <p:nvPr/>
            </p:nvSpPr>
            <p:spPr bwMode="auto">
              <a:xfrm>
                <a:off x="6130497" y="3132772"/>
                <a:ext cx="2064521" cy="488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2000">
                    <a:solidFill>
                      <a:srgbClr val="000000"/>
                    </a:solidFill>
                    <a:latin typeface="楷体" panose="02010609060101010101" pitchFamily="49" charset="-122"/>
                    <a:ea typeface="楷体" panose="02010609060101010101" pitchFamily="49" charset="-122"/>
                    <a:cs typeface="Times New Roman" panose="02020603050405020304" pitchFamily="18" charset="0"/>
                  </a:rPr>
                  <a:t>参数和返回值</a:t>
                </a:r>
              </a:p>
            </p:txBody>
          </p:sp>
          <p:sp>
            <p:nvSpPr>
              <p:cNvPr id="72735" name="Rectangle 17"/>
              <p:cNvSpPr>
                <a:spLocks noChangeArrowheads="1"/>
              </p:cNvSpPr>
              <p:nvPr/>
            </p:nvSpPr>
            <p:spPr bwMode="auto">
              <a:xfrm>
                <a:off x="6021398" y="3530610"/>
                <a:ext cx="2602248" cy="488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zh-CN" altLang="en-US" sz="2000">
                    <a:solidFill>
                      <a:srgbClr val="000000"/>
                    </a:solidFill>
                    <a:latin typeface="楷体" panose="02010609060101010101" pitchFamily="49" charset="-122"/>
                    <a:ea typeface="楷体" panose="02010609060101010101" pitchFamily="49" charset="-122"/>
                    <a:cs typeface="Times New Roman" panose="02020603050405020304" pitchFamily="18" charset="0"/>
                  </a:rPr>
                  <a:t>控制链</a:t>
                </a:r>
                <a:endParaRPr lang="en-US" altLang="zh-CN" sz="2000">
                  <a:solidFill>
                    <a:srgbClr val="000000"/>
                  </a:solidFill>
                  <a:latin typeface="楷体" panose="02010609060101010101" pitchFamily="49" charset="-122"/>
                  <a:ea typeface="楷体" panose="02010609060101010101" pitchFamily="49" charset="-122"/>
                  <a:cs typeface="Times New Roman" panose="02020603050405020304" pitchFamily="18" charset="0"/>
                </a:endParaRPr>
              </a:p>
              <a:p>
                <a:r>
                  <a:rPr lang="zh-CN" altLang="en-US" sz="2000">
                    <a:solidFill>
                      <a:srgbClr val="000000"/>
                    </a:solidFill>
                    <a:latin typeface="楷体" panose="02010609060101010101" pitchFamily="49" charset="-122"/>
                    <a:ea typeface="楷体" panose="02010609060101010101" pitchFamily="49" charset="-122"/>
                    <a:cs typeface="Times New Roman" panose="02020603050405020304" pitchFamily="18" charset="0"/>
                  </a:rPr>
                  <a:t>访问链和机器状态</a:t>
                </a:r>
              </a:p>
            </p:txBody>
          </p:sp>
          <p:sp>
            <p:nvSpPr>
              <p:cNvPr id="72736" name="Rectangle 15"/>
              <p:cNvSpPr>
                <a:spLocks noChangeArrowheads="1"/>
              </p:cNvSpPr>
              <p:nvPr/>
            </p:nvSpPr>
            <p:spPr bwMode="auto">
              <a:xfrm>
                <a:off x="6021398" y="4245436"/>
                <a:ext cx="2428892" cy="488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zh-CN" altLang="en-US" sz="2000">
                    <a:solidFill>
                      <a:srgbClr val="000000"/>
                    </a:solidFill>
                    <a:latin typeface="楷体" panose="02010609060101010101" pitchFamily="49" charset="-122"/>
                    <a:ea typeface="楷体" panose="02010609060101010101" pitchFamily="49" charset="-122"/>
                    <a:cs typeface="Times New Roman" panose="02020603050405020304" pitchFamily="18" charset="0"/>
                  </a:rPr>
                  <a:t>局部数据临时数据</a:t>
                </a:r>
              </a:p>
            </p:txBody>
          </p:sp>
          <p:sp>
            <p:nvSpPr>
              <p:cNvPr id="11" name="Rectangle 4"/>
              <p:cNvSpPr>
                <a:spLocks noChangeArrowheads="1"/>
              </p:cNvSpPr>
              <p:nvPr/>
            </p:nvSpPr>
            <p:spPr bwMode="auto">
              <a:xfrm>
                <a:off x="6021397" y="1559220"/>
                <a:ext cx="2245058" cy="3154385"/>
              </a:xfrm>
              <a:prstGeom prst="rect">
                <a:avLst/>
              </a:prstGeom>
              <a:noFill/>
              <a:ln w="25400">
                <a:solidFill>
                  <a:schemeClr val="tx2">
                    <a:lumMod val="60000"/>
                    <a:lumOff val="40000"/>
                  </a:schemeClr>
                </a:solidFill>
                <a:miter lim="800000"/>
                <a:headEnd/>
                <a:tailEnd/>
              </a:ln>
            </p:spPr>
            <p:txBody>
              <a:bodyPr/>
              <a:lstStyle/>
              <a:p>
                <a:pPr eaLnBrk="1" hangingPunct="1">
                  <a:defRPr/>
                </a:pPr>
                <a:endParaRPr lang="zh-CN" altLang="en-US" sz="1800" b="0" dirty="0">
                  <a:solidFill>
                    <a:prstClr val="black"/>
                  </a:solidFill>
                  <a:latin typeface="楷体" pitchFamily="49" charset="-122"/>
                  <a:ea typeface="楷体" pitchFamily="49" charset="-122"/>
                  <a:cs typeface="Times New Roman" pitchFamily="18" charset="0"/>
                </a:endParaRPr>
              </a:p>
            </p:txBody>
          </p:sp>
        </p:grpSp>
        <p:sp>
          <p:nvSpPr>
            <p:cNvPr id="38" name="弧形 37"/>
            <p:cNvSpPr/>
            <p:nvPr/>
          </p:nvSpPr>
          <p:spPr bwMode="auto">
            <a:xfrm rot="9398377" flipV="1">
              <a:off x="5255057" y="2507126"/>
              <a:ext cx="936694" cy="1366188"/>
            </a:xfrm>
            <a:prstGeom prst="arc">
              <a:avLst>
                <a:gd name="adj1" fmla="val 16193764"/>
                <a:gd name="adj2" fmla="val 2057466"/>
              </a:avLst>
            </a:prstGeom>
            <a:ln w="38100">
              <a:solidFill>
                <a:schemeClr val="tx2">
                  <a:lumMod val="60000"/>
                  <a:lumOff val="40000"/>
                </a:schemeClr>
              </a:solidFill>
              <a:headEnd type="stealth" w="lg" len="lg"/>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zh-CN" altLang="en-US" dirty="0">
                <a:solidFill>
                  <a:prstClr val="black"/>
                </a:solidFill>
              </a:endParaRPr>
            </a:p>
          </p:txBody>
        </p:sp>
        <p:sp>
          <p:nvSpPr>
            <p:cNvPr id="40" name="弧形 39"/>
            <p:cNvSpPr/>
            <p:nvPr/>
          </p:nvSpPr>
          <p:spPr bwMode="auto">
            <a:xfrm rot="10056762" flipV="1">
              <a:off x="5240343" y="1377941"/>
              <a:ext cx="261939" cy="674693"/>
            </a:xfrm>
            <a:prstGeom prst="arc">
              <a:avLst>
                <a:gd name="adj1" fmla="val 16831102"/>
                <a:gd name="adj2" fmla="val 5229498"/>
              </a:avLst>
            </a:prstGeom>
            <a:ln w="38100">
              <a:solidFill>
                <a:schemeClr val="tx2">
                  <a:lumMod val="60000"/>
                  <a:lumOff val="40000"/>
                </a:schemeClr>
              </a:solidFill>
              <a:headEnd type="stealth" w="lg" len="lg"/>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zh-CN" altLang="en-US">
                <a:solidFill>
                  <a:prstClr val="black"/>
                </a:solidFill>
              </a:endParaRPr>
            </a:p>
          </p:txBody>
        </p:sp>
        <p:cxnSp>
          <p:nvCxnSpPr>
            <p:cNvPr id="41" name="直接连接符 40"/>
            <p:cNvCxnSpPr/>
            <p:nvPr/>
          </p:nvCxnSpPr>
          <p:spPr bwMode="auto">
            <a:xfrm rot="16200000" flipV="1">
              <a:off x="5302451" y="1266815"/>
              <a:ext cx="323852" cy="0"/>
            </a:xfrm>
            <a:prstGeom prst="line">
              <a:avLst/>
            </a:prstGeom>
            <a:ln w="25400">
              <a:solidFill>
                <a:schemeClr val="tx2">
                  <a:lumMod val="60000"/>
                  <a:lumOff val="4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bwMode="auto">
            <a:xfrm rot="16200000" flipV="1">
              <a:off x="7553345" y="1233478"/>
              <a:ext cx="323852" cy="0"/>
            </a:xfrm>
            <a:prstGeom prst="line">
              <a:avLst/>
            </a:prstGeom>
            <a:ln w="25400">
              <a:solidFill>
                <a:schemeClr val="tx2">
                  <a:lumMod val="60000"/>
                  <a:lumOff val="40000"/>
                </a:schemeClr>
              </a:solidFill>
              <a:prstDash val="solid"/>
            </a:ln>
          </p:spPr>
          <p:style>
            <a:lnRef idx="1">
              <a:schemeClr val="accent1"/>
            </a:lnRef>
            <a:fillRef idx="0">
              <a:schemeClr val="accent1"/>
            </a:fillRef>
            <a:effectRef idx="0">
              <a:schemeClr val="accent1"/>
            </a:effectRef>
            <a:fontRef idx="minor">
              <a:schemeClr val="tx1"/>
            </a:fontRef>
          </p:style>
        </p:cxnSp>
        <p:sp>
          <p:nvSpPr>
            <p:cNvPr id="72717" name="Rectangle 5"/>
            <p:cNvSpPr>
              <a:spLocks noChangeArrowheads="1"/>
            </p:cNvSpPr>
            <p:nvPr/>
          </p:nvSpPr>
          <p:spPr bwMode="auto">
            <a:xfrm>
              <a:off x="5556092" y="928676"/>
              <a:ext cx="2087742" cy="488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000">
                  <a:solidFill>
                    <a:srgbClr val="000000"/>
                  </a:solidFill>
                  <a:latin typeface="楷体" panose="02010609060101010101" pitchFamily="49" charset="-122"/>
                  <a:ea typeface="楷体" panose="02010609060101010101" pitchFamily="49" charset="-122"/>
                  <a:cs typeface="Times New Roman" panose="02020603050405020304" pitchFamily="18" charset="0"/>
                </a:rPr>
                <a:t>.  .  .</a:t>
              </a:r>
              <a:endParaRPr lang="zh-CN" altLang="en-US" sz="2000">
                <a:solidFill>
                  <a:srgbClr val="000000"/>
                </a:solidFill>
                <a:latin typeface="楷体" panose="02010609060101010101" pitchFamily="49" charset="-122"/>
                <a:ea typeface="楷体" panose="02010609060101010101" pitchFamily="49" charset="-122"/>
                <a:cs typeface="Times New Roman" panose="02020603050405020304" pitchFamily="18" charset="0"/>
              </a:endParaRPr>
            </a:p>
          </p:txBody>
        </p:sp>
        <p:cxnSp>
          <p:nvCxnSpPr>
            <p:cNvPr id="44" name="直接连接符 43"/>
            <p:cNvCxnSpPr/>
            <p:nvPr/>
          </p:nvCxnSpPr>
          <p:spPr bwMode="auto">
            <a:xfrm rot="16200000" flipV="1">
              <a:off x="4408487" y="2908302"/>
              <a:ext cx="755655" cy="0"/>
            </a:xfrm>
            <a:prstGeom prst="line">
              <a:avLst/>
            </a:prstGeom>
            <a:ln w="38100">
              <a:solidFill>
                <a:schemeClr val="tx2">
                  <a:lumMod val="60000"/>
                  <a:lumOff val="40000"/>
                </a:schemeClr>
              </a:solidFill>
              <a:prstDash val="solid"/>
              <a:headEnd type="stealth" w="lg" len="lg"/>
              <a:tailEnd type="none"/>
            </a:ln>
          </p:spPr>
          <p:style>
            <a:lnRef idx="1">
              <a:schemeClr val="accent1"/>
            </a:lnRef>
            <a:fillRef idx="0">
              <a:schemeClr val="accent1"/>
            </a:fillRef>
            <a:effectRef idx="0">
              <a:schemeClr val="accent1"/>
            </a:effectRef>
            <a:fontRef idx="minor">
              <a:schemeClr val="tx1"/>
            </a:fontRef>
          </p:style>
        </p:cxnSp>
        <p:sp>
          <p:nvSpPr>
            <p:cNvPr id="72719" name="Rectangle 5"/>
            <p:cNvSpPr>
              <a:spLocks noChangeArrowheads="1"/>
            </p:cNvSpPr>
            <p:nvPr/>
          </p:nvSpPr>
          <p:spPr bwMode="auto">
            <a:xfrm>
              <a:off x="4500562" y="2082796"/>
              <a:ext cx="571504" cy="4889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2000" dirty="0">
                  <a:solidFill>
                    <a:srgbClr val="2D83F4"/>
                  </a:solidFill>
                  <a:latin typeface="楷体" panose="02010609060101010101" pitchFamily="49" charset="-122"/>
                  <a:ea typeface="楷体" panose="02010609060101010101" pitchFamily="49" charset="-122"/>
                  <a:cs typeface="Times New Roman" panose="02020603050405020304" pitchFamily="18" charset="0"/>
                </a:rPr>
                <a:t>栈</a:t>
              </a:r>
            </a:p>
          </p:txBody>
        </p:sp>
        <p:cxnSp>
          <p:nvCxnSpPr>
            <p:cNvPr id="46" name="直接连接符 45"/>
            <p:cNvCxnSpPr/>
            <p:nvPr/>
          </p:nvCxnSpPr>
          <p:spPr bwMode="auto">
            <a:xfrm rot="10800000">
              <a:off x="5105404" y="4121161"/>
              <a:ext cx="323852" cy="1588"/>
            </a:xfrm>
            <a:prstGeom prst="line">
              <a:avLst/>
            </a:prstGeom>
            <a:ln w="38100">
              <a:solidFill>
                <a:schemeClr val="tx2">
                  <a:lumMod val="60000"/>
                  <a:lumOff val="40000"/>
                </a:schemeClr>
              </a:solidFill>
              <a:prstDash val="solid"/>
              <a:headEnd type="stealth" w="lg" len="lg"/>
              <a:tailEnd type="none"/>
            </a:ln>
          </p:spPr>
          <p:style>
            <a:lnRef idx="1">
              <a:schemeClr val="accent1"/>
            </a:lnRef>
            <a:fillRef idx="0">
              <a:schemeClr val="accent1"/>
            </a:fillRef>
            <a:effectRef idx="0">
              <a:schemeClr val="accent1"/>
            </a:effectRef>
            <a:fontRef idx="minor">
              <a:schemeClr val="tx1"/>
            </a:fontRef>
          </p:style>
        </p:cxnSp>
        <p:sp>
          <p:nvSpPr>
            <p:cNvPr id="72721" name="Rectangle 5"/>
            <p:cNvSpPr>
              <a:spLocks noChangeArrowheads="1"/>
            </p:cNvSpPr>
            <p:nvPr/>
          </p:nvSpPr>
          <p:spPr bwMode="auto">
            <a:xfrm>
              <a:off x="4429124" y="3714758"/>
              <a:ext cx="1000132" cy="4889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82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800" i="1">
                  <a:solidFill>
                    <a:srgbClr val="2D83F4"/>
                  </a:solidFill>
                  <a:ea typeface="楷体" panose="02010609060101010101" pitchFamily="49" charset="-122"/>
                  <a:cs typeface="Times New Roman" panose="02020603050405020304" pitchFamily="18" charset="0"/>
                </a:rPr>
                <a:t>top_sp</a:t>
              </a:r>
              <a:endParaRPr lang="zh-CN" altLang="en-US" sz="1800">
                <a:solidFill>
                  <a:srgbClr val="2D83F4"/>
                </a:solidFill>
                <a:latin typeface="楷体" panose="02010609060101010101" pitchFamily="49" charset="-122"/>
                <a:ea typeface="楷体" panose="02010609060101010101" pitchFamily="49" charset="-122"/>
                <a:cs typeface="Times New Roman" panose="02020603050405020304" pitchFamily="18" charset="0"/>
              </a:endParaRPr>
            </a:p>
          </p:txBody>
        </p:sp>
        <p:cxnSp>
          <p:nvCxnSpPr>
            <p:cNvPr id="51" name="直接连接符 50"/>
            <p:cNvCxnSpPr/>
            <p:nvPr/>
          </p:nvCxnSpPr>
          <p:spPr bwMode="auto">
            <a:xfrm rot="16200000" flipV="1">
              <a:off x="7620021" y="2190747"/>
              <a:ext cx="1619262" cy="0"/>
            </a:xfrm>
            <a:prstGeom prst="line">
              <a:avLst/>
            </a:prstGeom>
            <a:ln w="38100">
              <a:solidFill>
                <a:srgbClr val="0000FF"/>
              </a:solidFill>
              <a:prstDash val="solid"/>
              <a:headEnd type="stealth"/>
              <a:tailEnd type="triangle"/>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bwMode="auto">
            <a:xfrm rot="10800000">
              <a:off x="8269313" y="1406516"/>
              <a:ext cx="323852" cy="1588"/>
            </a:xfrm>
            <a:prstGeom prst="line">
              <a:avLst/>
            </a:prstGeom>
            <a:ln w="254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72724" name="Rectangle 5"/>
            <p:cNvSpPr>
              <a:spLocks noChangeArrowheads="1"/>
            </p:cNvSpPr>
            <p:nvPr/>
          </p:nvSpPr>
          <p:spPr bwMode="auto">
            <a:xfrm>
              <a:off x="7842273" y="1928808"/>
              <a:ext cx="1158883" cy="642942"/>
            </a:xfrm>
            <a:prstGeom prst="rect">
              <a:avLst/>
            </a:prstGeom>
            <a:solidFill>
              <a:schemeClr val="bg1"/>
            </a:solidFill>
            <a:ln>
              <a:noFill/>
            </a:ln>
            <a:extLst>
              <a:ext uri="{91240B29-F687-4F45-9708-019B960494DF}">
                <a14:hiddenLine xmlns:a14="http://schemas.microsoft.com/office/drawing/2010/main" w="25400">
                  <a:solidFill>
                    <a:srgbClr val="000000"/>
                  </a:solidFill>
                  <a:miter lim="800000"/>
                  <a:headEnd/>
                  <a:tailEnd/>
                </a14:hiddenLine>
              </a:ext>
            </a:extLst>
          </p:spPr>
          <p:txBody>
            <a:bodyPr tIns="8280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800" dirty="0">
                  <a:solidFill>
                    <a:srgbClr val="0000FF"/>
                  </a:solidFill>
                  <a:latin typeface="楷体" panose="02010609060101010101" pitchFamily="49" charset="-122"/>
                  <a:ea typeface="楷体" panose="02010609060101010101" pitchFamily="49" charset="-122"/>
                  <a:cs typeface="Times New Roman" panose="02020603050405020304" pitchFamily="18" charset="0"/>
                </a:rPr>
                <a:t>调用者</a:t>
              </a:r>
              <a:r>
                <a:rPr lang="zh-CN" altLang="en-US" sz="1800" dirty="0">
                  <a:latin typeface="楷体" panose="02010609060101010101" pitchFamily="49" charset="-122"/>
                  <a:ea typeface="楷体" panose="02010609060101010101" pitchFamily="49" charset="-122"/>
                  <a:cs typeface="Times New Roman" panose="02020603050405020304" pitchFamily="18" charset="0"/>
                </a:rPr>
                <a:t>的活动记录</a:t>
              </a:r>
            </a:p>
          </p:txBody>
        </p:sp>
        <p:cxnSp>
          <p:nvCxnSpPr>
            <p:cNvPr id="54" name="直接连接符 53"/>
            <p:cNvCxnSpPr/>
            <p:nvPr/>
          </p:nvCxnSpPr>
          <p:spPr bwMode="auto">
            <a:xfrm rot="10800000">
              <a:off x="8266138" y="3000378"/>
              <a:ext cx="323852" cy="1588"/>
            </a:xfrm>
            <a:prstGeom prst="line">
              <a:avLst/>
            </a:prstGeom>
            <a:ln w="254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bwMode="auto">
            <a:xfrm rot="10800000">
              <a:off x="8266138" y="4572014"/>
              <a:ext cx="323852" cy="1588"/>
            </a:xfrm>
            <a:prstGeom prst="line">
              <a:avLst/>
            </a:prstGeom>
            <a:ln w="254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0" fill="hold" nodeType="clickEffect">
                                  <p:stCondLst>
                                    <p:cond delay="0"/>
                                  </p:stCondLst>
                                  <p:childTnLst>
                                    <p:set>
                                      <p:cBhvr>
                                        <p:cTn id="6" dur="1" fill="hold">
                                          <p:stCondLst>
                                            <p:cond delay="0"/>
                                          </p:stCondLst>
                                        </p:cTn>
                                        <p:tgtEl>
                                          <p:spTgt spid="876547">
                                            <p:txEl>
                                              <p:pRg st="0" end="0"/>
                                            </p:txEl>
                                          </p:spTgt>
                                        </p:tgtEl>
                                        <p:attrNameLst>
                                          <p:attrName>style.visibility</p:attrName>
                                        </p:attrNameLst>
                                      </p:cBhvr>
                                      <p:to>
                                        <p:strVal val="visible"/>
                                      </p:to>
                                    </p:set>
                                    <p:anim calcmode="lin" valueType="num">
                                      <p:cBhvr>
                                        <p:cTn id="7" dur="500" fill="hold"/>
                                        <p:tgtEl>
                                          <p:spTgt spid="876547">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876547">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876547">
                                            <p:txEl>
                                              <p:pRg st="0" end="0"/>
                                            </p:txEl>
                                          </p:spTgt>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0" fill="hold" nodeType="clickEffect">
                                  <p:stCondLst>
                                    <p:cond delay="0"/>
                                  </p:stCondLst>
                                  <p:childTnLst>
                                    <p:set>
                                      <p:cBhvr>
                                        <p:cTn id="13" dur="1" fill="hold">
                                          <p:stCondLst>
                                            <p:cond delay="0"/>
                                          </p:stCondLst>
                                        </p:cTn>
                                        <p:tgtEl>
                                          <p:spTgt spid="876547">
                                            <p:txEl>
                                              <p:pRg st="1" end="1"/>
                                            </p:txEl>
                                          </p:spTgt>
                                        </p:tgtEl>
                                        <p:attrNameLst>
                                          <p:attrName>style.visibility</p:attrName>
                                        </p:attrNameLst>
                                      </p:cBhvr>
                                      <p:to>
                                        <p:strVal val="visible"/>
                                      </p:to>
                                    </p:set>
                                    <p:anim calcmode="lin" valueType="num">
                                      <p:cBhvr>
                                        <p:cTn id="14" dur="500" fill="hold"/>
                                        <p:tgtEl>
                                          <p:spTgt spid="876547">
                                            <p:txEl>
                                              <p:pRg st="1" end="1"/>
                                            </p:txEl>
                                          </p:spTgt>
                                        </p:tgtEl>
                                        <p:attrNameLst>
                                          <p:attrName>ppt_w</p:attrName>
                                        </p:attrNameLst>
                                      </p:cBhvr>
                                      <p:tavLst>
                                        <p:tav tm="0">
                                          <p:val>
                                            <p:fltVal val="0"/>
                                          </p:val>
                                        </p:tav>
                                        <p:tav tm="100000">
                                          <p:val>
                                            <p:strVal val="#ppt_w"/>
                                          </p:val>
                                        </p:tav>
                                      </p:tavLst>
                                    </p:anim>
                                    <p:anim calcmode="lin" valueType="num">
                                      <p:cBhvr>
                                        <p:cTn id="15" dur="500" fill="hold"/>
                                        <p:tgtEl>
                                          <p:spTgt spid="876547">
                                            <p:txEl>
                                              <p:pRg st="1" end="1"/>
                                            </p:txEl>
                                          </p:spTgt>
                                        </p:tgtEl>
                                        <p:attrNameLst>
                                          <p:attrName>ppt_h</p:attrName>
                                        </p:attrNameLst>
                                      </p:cBhvr>
                                      <p:tavLst>
                                        <p:tav tm="0">
                                          <p:val>
                                            <p:fltVal val="0"/>
                                          </p:val>
                                        </p:tav>
                                        <p:tav tm="100000">
                                          <p:val>
                                            <p:strVal val="#ppt_h"/>
                                          </p:val>
                                        </p:tav>
                                      </p:tavLst>
                                    </p:anim>
                                    <p:animEffect transition="in" filter="fade">
                                      <p:cBhvr>
                                        <p:cTn id="16" dur="500"/>
                                        <p:tgtEl>
                                          <p:spTgt spid="876547">
                                            <p:txEl>
                                              <p:pRg st="1" end="1"/>
                                            </p:txEl>
                                          </p:spTgt>
                                        </p:tgtEl>
                                      </p:cBhvr>
                                    </p:animEffect>
                                  </p:childTnLst>
                                </p:cTn>
                              </p:par>
                              <p:par>
                                <p:cTn id="17" presetID="53" presetClass="entr" presetSubtype="0" fill="hold" nodeType="withEffect">
                                  <p:stCondLst>
                                    <p:cond delay="0"/>
                                  </p:stCondLst>
                                  <p:childTnLst>
                                    <p:set>
                                      <p:cBhvr>
                                        <p:cTn id="18" dur="1" fill="hold">
                                          <p:stCondLst>
                                            <p:cond delay="0"/>
                                          </p:stCondLst>
                                        </p:cTn>
                                        <p:tgtEl>
                                          <p:spTgt spid="876547">
                                            <p:txEl>
                                              <p:pRg st="2" end="2"/>
                                            </p:txEl>
                                          </p:spTgt>
                                        </p:tgtEl>
                                        <p:attrNameLst>
                                          <p:attrName>style.visibility</p:attrName>
                                        </p:attrNameLst>
                                      </p:cBhvr>
                                      <p:to>
                                        <p:strVal val="visible"/>
                                      </p:to>
                                    </p:set>
                                    <p:anim calcmode="lin" valueType="num">
                                      <p:cBhvr>
                                        <p:cTn id="19" dur="500" fill="hold"/>
                                        <p:tgtEl>
                                          <p:spTgt spid="876547">
                                            <p:txEl>
                                              <p:pRg st="2" end="2"/>
                                            </p:txEl>
                                          </p:spTgt>
                                        </p:tgtEl>
                                        <p:attrNameLst>
                                          <p:attrName>ppt_w</p:attrName>
                                        </p:attrNameLst>
                                      </p:cBhvr>
                                      <p:tavLst>
                                        <p:tav tm="0">
                                          <p:val>
                                            <p:fltVal val="0"/>
                                          </p:val>
                                        </p:tav>
                                        <p:tav tm="100000">
                                          <p:val>
                                            <p:strVal val="#ppt_w"/>
                                          </p:val>
                                        </p:tav>
                                      </p:tavLst>
                                    </p:anim>
                                    <p:anim calcmode="lin" valueType="num">
                                      <p:cBhvr>
                                        <p:cTn id="20" dur="500" fill="hold"/>
                                        <p:tgtEl>
                                          <p:spTgt spid="876547">
                                            <p:txEl>
                                              <p:pRg st="2" end="2"/>
                                            </p:txEl>
                                          </p:spTgt>
                                        </p:tgtEl>
                                        <p:attrNameLst>
                                          <p:attrName>ppt_h</p:attrName>
                                        </p:attrNameLst>
                                      </p:cBhvr>
                                      <p:tavLst>
                                        <p:tav tm="0">
                                          <p:val>
                                            <p:fltVal val="0"/>
                                          </p:val>
                                        </p:tav>
                                        <p:tav tm="100000">
                                          <p:val>
                                            <p:strVal val="#ppt_h"/>
                                          </p:val>
                                        </p:tav>
                                      </p:tavLst>
                                    </p:anim>
                                    <p:animEffect transition="in" filter="fade">
                                      <p:cBhvr>
                                        <p:cTn id="21" dur="500"/>
                                        <p:tgtEl>
                                          <p:spTgt spid="876547">
                                            <p:txEl>
                                              <p:pRg st="2" end="2"/>
                                            </p:txEl>
                                          </p:spTgt>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53" presetClass="entr" presetSubtype="0" fill="hold" nodeType="clickEffect">
                                  <p:stCondLst>
                                    <p:cond delay="0"/>
                                  </p:stCondLst>
                                  <p:childTnLst>
                                    <p:set>
                                      <p:cBhvr>
                                        <p:cTn id="25" dur="1" fill="hold">
                                          <p:stCondLst>
                                            <p:cond delay="0"/>
                                          </p:stCondLst>
                                        </p:cTn>
                                        <p:tgtEl>
                                          <p:spTgt spid="876547">
                                            <p:txEl>
                                              <p:pRg st="3" end="3"/>
                                            </p:txEl>
                                          </p:spTgt>
                                        </p:tgtEl>
                                        <p:attrNameLst>
                                          <p:attrName>style.visibility</p:attrName>
                                        </p:attrNameLst>
                                      </p:cBhvr>
                                      <p:to>
                                        <p:strVal val="visible"/>
                                      </p:to>
                                    </p:set>
                                    <p:anim calcmode="lin" valueType="num">
                                      <p:cBhvr>
                                        <p:cTn id="26" dur="500" fill="hold"/>
                                        <p:tgtEl>
                                          <p:spTgt spid="876547">
                                            <p:txEl>
                                              <p:pRg st="3" end="3"/>
                                            </p:txEl>
                                          </p:spTgt>
                                        </p:tgtEl>
                                        <p:attrNameLst>
                                          <p:attrName>ppt_w</p:attrName>
                                        </p:attrNameLst>
                                      </p:cBhvr>
                                      <p:tavLst>
                                        <p:tav tm="0">
                                          <p:val>
                                            <p:fltVal val="0"/>
                                          </p:val>
                                        </p:tav>
                                        <p:tav tm="100000">
                                          <p:val>
                                            <p:strVal val="#ppt_w"/>
                                          </p:val>
                                        </p:tav>
                                      </p:tavLst>
                                    </p:anim>
                                    <p:anim calcmode="lin" valueType="num">
                                      <p:cBhvr>
                                        <p:cTn id="27" dur="500" fill="hold"/>
                                        <p:tgtEl>
                                          <p:spTgt spid="876547">
                                            <p:txEl>
                                              <p:pRg st="3" end="3"/>
                                            </p:txEl>
                                          </p:spTgt>
                                        </p:tgtEl>
                                        <p:attrNameLst>
                                          <p:attrName>ppt_h</p:attrName>
                                        </p:attrNameLst>
                                      </p:cBhvr>
                                      <p:tavLst>
                                        <p:tav tm="0">
                                          <p:val>
                                            <p:fltVal val="0"/>
                                          </p:val>
                                        </p:tav>
                                        <p:tav tm="100000">
                                          <p:val>
                                            <p:strVal val="#ppt_h"/>
                                          </p:val>
                                        </p:tav>
                                      </p:tavLst>
                                    </p:anim>
                                    <p:animEffect transition="in" filter="fade">
                                      <p:cBhvr>
                                        <p:cTn id="28" dur="500"/>
                                        <p:tgtEl>
                                          <p:spTgt spid="876547">
                                            <p:txEl>
                                              <p:pRg st="3" end="3"/>
                                            </p:txEl>
                                          </p:spTgt>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53" presetClass="entr" presetSubtype="0" fill="hold" nodeType="clickEffect">
                                  <p:stCondLst>
                                    <p:cond delay="0"/>
                                  </p:stCondLst>
                                  <p:childTnLst>
                                    <p:set>
                                      <p:cBhvr>
                                        <p:cTn id="32" dur="1" fill="hold">
                                          <p:stCondLst>
                                            <p:cond delay="0"/>
                                          </p:stCondLst>
                                        </p:cTn>
                                        <p:tgtEl>
                                          <p:spTgt spid="876547">
                                            <p:txEl>
                                              <p:pRg st="4" end="4"/>
                                            </p:txEl>
                                          </p:spTgt>
                                        </p:tgtEl>
                                        <p:attrNameLst>
                                          <p:attrName>style.visibility</p:attrName>
                                        </p:attrNameLst>
                                      </p:cBhvr>
                                      <p:to>
                                        <p:strVal val="visible"/>
                                      </p:to>
                                    </p:set>
                                    <p:anim calcmode="lin" valueType="num">
                                      <p:cBhvr>
                                        <p:cTn id="33" dur="500" fill="hold"/>
                                        <p:tgtEl>
                                          <p:spTgt spid="876547">
                                            <p:txEl>
                                              <p:pRg st="4" end="4"/>
                                            </p:txEl>
                                          </p:spTgt>
                                        </p:tgtEl>
                                        <p:attrNameLst>
                                          <p:attrName>ppt_w</p:attrName>
                                        </p:attrNameLst>
                                      </p:cBhvr>
                                      <p:tavLst>
                                        <p:tav tm="0">
                                          <p:val>
                                            <p:fltVal val="0"/>
                                          </p:val>
                                        </p:tav>
                                        <p:tav tm="100000">
                                          <p:val>
                                            <p:strVal val="#ppt_w"/>
                                          </p:val>
                                        </p:tav>
                                      </p:tavLst>
                                    </p:anim>
                                    <p:anim calcmode="lin" valueType="num">
                                      <p:cBhvr>
                                        <p:cTn id="34" dur="500" fill="hold"/>
                                        <p:tgtEl>
                                          <p:spTgt spid="876547">
                                            <p:txEl>
                                              <p:pRg st="4" end="4"/>
                                            </p:txEl>
                                          </p:spTgt>
                                        </p:tgtEl>
                                        <p:attrNameLst>
                                          <p:attrName>ppt_h</p:attrName>
                                        </p:attrNameLst>
                                      </p:cBhvr>
                                      <p:tavLst>
                                        <p:tav tm="0">
                                          <p:val>
                                            <p:fltVal val="0"/>
                                          </p:val>
                                        </p:tav>
                                        <p:tav tm="100000">
                                          <p:val>
                                            <p:strVal val="#ppt_h"/>
                                          </p:val>
                                        </p:tav>
                                      </p:tavLst>
                                    </p:anim>
                                    <p:animEffect transition="in" filter="fade">
                                      <p:cBhvr>
                                        <p:cTn id="35" dur="500"/>
                                        <p:tgtEl>
                                          <p:spTgt spid="87654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3"/>
          <p:cNvSpPr>
            <a:spLocks noGrp="1" noChangeArrowheads="1"/>
          </p:cNvSpPr>
          <p:nvPr>
            <p:ph idx="1"/>
          </p:nvPr>
        </p:nvSpPr>
        <p:spPr>
          <a:xfrm>
            <a:off x="428625" y="785812"/>
            <a:ext cx="8428038" cy="4089399"/>
          </a:xfrm>
        </p:spPr>
        <p:txBody>
          <a:bodyPr/>
          <a:lstStyle/>
          <a:p>
            <a:pPr eaLnBrk="1" hangingPunct="1">
              <a:lnSpc>
                <a:spcPts val="3000"/>
              </a:lnSpc>
              <a:buClrTx/>
              <a:buFont typeface="Wingdings" pitchFamily="2" charset="2"/>
              <a:buChar char="Ø"/>
              <a:defRPr/>
            </a:pPr>
            <a:r>
              <a:rPr lang="zh-CN" altLang="en-US" sz="2500" b="1" dirty="0">
                <a:solidFill>
                  <a:schemeClr val="tx1"/>
                </a:solidFill>
                <a:cs typeface="Times New Roman" pitchFamily="18" charset="0"/>
              </a:rPr>
              <a:t>过程</a:t>
            </a:r>
            <a:r>
              <a:rPr lang="zh-CN" altLang="en-US" sz="2500" b="1" dirty="0">
                <a:solidFill>
                  <a:srgbClr val="0070C0"/>
                </a:solidFill>
                <a:cs typeface="Times New Roman" pitchFamily="18" charset="0"/>
              </a:rPr>
              <a:t>调用</a:t>
            </a:r>
            <a:r>
              <a:rPr lang="zh-CN" altLang="en-US" sz="2500" b="1" dirty="0">
                <a:solidFill>
                  <a:schemeClr val="tx1"/>
                </a:solidFill>
                <a:cs typeface="Times New Roman" pitchFamily="18" charset="0"/>
              </a:rPr>
              <a:t>和过程</a:t>
            </a:r>
            <a:r>
              <a:rPr lang="zh-CN" altLang="en-US" sz="2500" b="1" dirty="0">
                <a:solidFill>
                  <a:srgbClr val="0070C0"/>
                </a:solidFill>
                <a:cs typeface="Times New Roman" pitchFamily="18" charset="0"/>
              </a:rPr>
              <a:t>返回</a:t>
            </a:r>
            <a:r>
              <a:rPr lang="zh-CN" altLang="en-US" sz="2500" b="1" dirty="0">
                <a:solidFill>
                  <a:schemeClr val="tx1"/>
                </a:solidFill>
                <a:cs typeface="Times New Roman" pitchFamily="18" charset="0"/>
              </a:rPr>
              <a:t>都需要执行一些</a:t>
            </a:r>
            <a:r>
              <a:rPr lang="zh-CN" altLang="en-US" sz="2500" b="1" dirty="0">
                <a:solidFill>
                  <a:srgbClr val="0070C0"/>
                </a:solidFill>
                <a:cs typeface="Times New Roman" pitchFamily="18" charset="0"/>
              </a:rPr>
              <a:t>代码</a:t>
            </a:r>
            <a:r>
              <a:rPr lang="zh-CN" altLang="en-US" sz="2500" b="1" dirty="0">
                <a:solidFill>
                  <a:schemeClr val="tx1"/>
                </a:solidFill>
                <a:cs typeface="Times New Roman" pitchFamily="18" charset="0"/>
              </a:rPr>
              <a:t>来管理活动记录栈，保存或恢复机器状态等</a:t>
            </a:r>
            <a:endParaRPr lang="en-US" altLang="zh-CN" sz="2500" b="1" dirty="0">
              <a:solidFill>
                <a:schemeClr val="tx1"/>
              </a:solidFill>
              <a:cs typeface="Times New Roman" pitchFamily="18" charset="0"/>
            </a:endParaRPr>
          </a:p>
          <a:p>
            <a:pPr lvl="1" algn="just" eaLnBrk="1" hangingPunct="1">
              <a:lnSpc>
                <a:spcPts val="3000"/>
              </a:lnSpc>
              <a:buClrTx/>
              <a:buFont typeface="Wingdings" pitchFamily="2" charset="2"/>
              <a:buChar char="Ø"/>
              <a:defRPr/>
            </a:pPr>
            <a:r>
              <a:rPr lang="zh-CN" altLang="en-US" b="1" dirty="0">
                <a:solidFill>
                  <a:srgbClr val="0070C0"/>
                </a:solidFill>
                <a:latin typeface="楷体" pitchFamily="49" charset="-122"/>
                <a:cs typeface="Times New Roman" pitchFamily="18" charset="0"/>
              </a:rPr>
              <a:t>调用序列</a:t>
            </a:r>
            <a:endParaRPr lang="en-US" altLang="zh-CN" b="1" dirty="0">
              <a:solidFill>
                <a:srgbClr val="0070C0"/>
              </a:solidFill>
              <a:latin typeface="楷体" pitchFamily="49" charset="-122"/>
              <a:cs typeface="Times New Roman" pitchFamily="18" charset="0"/>
            </a:endParaRPr>
          </a:p>
          <a:p>
            <a:pPr lvl="2">
              <a:lnSpc>
                <a:spcPts val="3000"/>
              </a:lnSpc>
              <a:spcBef>
                <a:spcPts val="0"/>
              </a:spcBef>
              <a:buClrTx/>
              <a:buFont typeface="Wingdings" pitchFamily="2" charset="2"/>
              <a:buChar char="Ø"/>
              <a:defRPr/>
            </a:pPr>
            <a:r>
              <a:rPr lang="zh-CN" altLang="en-US" sz="2200" b="1" dirty="0">
                <a:solidFill>
                  <a:schemeClr val="tx1"/>
                </a:solidFill>
                <a:latin typeface="楷体" pitchFamily="49" charset="-122"/>
                <a:cs typeface="Times New Roman" pitchFamily="18" charset="0"/>
              </a:rPr>
              <a:t>实现过程调用的代码段。为一个活动记录在栈中分配空间，并在此记录的字段中填写信息并保存机器状态</a:t>
            </a:r>
            <a:endParaRPr lang="zh-CN" altLang="en-US" sz="2200" b="1" dirty="0">
              <a:solidFill>
                <a:schemeClr val="tx1"/>
              </a:solidFill>
              <a:latin typeface="楷体" pitchFamily="49" charset="-122"/>
            </a:endParaRPr>
          </a:p>
          <a:p>
            <a:pPr lvl="1" algn="just" eaLnBrk="1" hangingPunct="1">
              <a:lnSpc>
                <a:spcPts val="3000"/>
              </a:lnSpc>
              <a:buClrTx/>
              <a:buFont typeface="Wingdings" pitchFamily="2" charset="2"/>
              <a:buChar char="Ø"/>
              <a:defRPr/>
            </a:pPr>
            <a:r>
              <a:rPr lang="zh-CN" altLang="en-US" b="1" dirty="0">
                <a:solidFill>
                  <a:srgbClr val="0070C0"/>
                </a:solidFill>
                <a:latin typeface="楷体" pitchFamily="49" charset="-122"/>
              </a:rPr>
              <a:t>返回序列</a:t>
            </a:r>
            <a:endParaRPr lang="en-US" altLang="zh-CN" b="1" dirty="0">
              <a:solidFill>
                <a:srgbClr val="0070C0"/>
              </a:solidFill>
              <a:latin typeface="楷体" pitchFamily="49" charset="-122"/>
            </a:endParaRPr>
          </a:p>
          <a:p>
            <a:pPr lvl="2" algn="just" eaLnBrk="1" hangingPunct="1">
              <a:lnSpc>
                <a:spcPts val="3000"/>
              </a:lnSpc>
              <a:spcBef>
                <a:spcPts val="0"/>
              </a:spcBef>
              <a:buClrTx/>
              <a:buFont typeface="Wingdings" pitchFamily="2" charset="2"/>
              <a:buChar char="Ø"/>
              <a:defRPr/>
            </a:pPr>
            <a:r>
              <a:rPr lang="zh-CN" altLang="en-US" sz="2200" b="1" dirty="0">
                <a:solidFill>
                  <a:schemeClr val="tx1"/>
                </a:solidFill>
                <a:latin typeface="楷体" pitchFamily="49" charset="-122"/>
              </a:rPr>
              <a:t>恢复机器状态，使得调用过程能够在调用结束之后继续执行</a:t>
            </a:r>
          </a:p>
          <a:p>
            <a:pPr lvl="1">
              <a:lnSpc>
                <a:spcPts val="3000"/>
              </a:lnSpc>
              <a:spcBef>
                <a:spcPts val="0"/>
              </a:spcBef>
              <a:buClrTx/>
              <a:buFont typeface="Wingdings" pitchFamily="2" charset="2"/>
              <a:buChar char="Ø"/>
              <a:defRPr/>
            </a:pPr>
            <a:r>
              <a:rPr lang="zh-CN" altLang="en-US" b="1" dirty="0">
                <a:solidFill>
                  <a:srgbClr val="0070C0"/>
                </a:solidFill>
              </a:rPr>
              <a:t>调用序列和返回序列</a:t>
            </a:r>
            <a:r>
              <a:rPr lang="zh-CN" altLang="en-US" b="1" dirty="0">
                <a:solidFill>
                  <a:schemeClr val="tx1"/>
                </a:solidFill>
              </a:rPr>
              <a:t>中的</a:t>
            </a:r>
            <a:r>
              <a:rPr lang="zh-CN" altLang="en-US" b="1" dirty="0">
                <a:solidFill>
                  <a:srgbClr val="0070C0"/>
                </a:solidFill>
              </a:rPr>
              <a:t>代码</a:t>
            </a:r>
            <a:r>
              <a:rPr lang="zh-CN" altLang="en-US" b="1" dirty="0">
                <a:solidFill>
                  <a:schemeClr val="tx1"/>
                </a:solidFill>
              </a:rPr>
              <a:t>通常被</a:t>
            </a:r>
            <a:r>
              <a:rPr lang="zh-CN" altLang="en-US" b="1" dirty="0">
                <a:solidFill>
                  <a:srgbClr val="0070C0"/>
                </a:solidFill>
              </a:rPr>
              <a:t>分割</a:t>
            </a:r>
            <a:r>
              <a:rPr lang="zh-CN" altLang="en-US" b="1" dirty="0">
                <a:solidFill>
                  <a:schemeClr val="tx1"/>
                </a:solidFill>
              </a:rPr>
              <a:t>到</a:t>
            </a:r>
            <a:r>
              <a:rPr lang="zh-CN" altLang="en-US" b="1" dirty="0">
                <a:solidFill>
                  <a:srgbClr val="0070C0"/>
                </a:solidFill>
              </a:rPr>
              <a:t>调用过程</a:t>
            </a:r>
            <a:r>
              <a:rPr lang="zh-CN" altLang="en-US" b="1" dirty="0">
                <a:solidFill>
                  <a:schemeClr val="tx1"/>
                </a:solidFill>
              </a:rPr>
              <a:t>（调用者）和</a:t>
            </a:r>
            <a:r>
              <a:rPr lang="zh-CN" altLang="en-US" b="1" dirty="0">
                <a:solidFill>
                  <a:srgbClr val="0070C0"/>
                </a:solidFill>
              </a:rPr>
              <a:t>被调用过程</a:t>
            </a:r>
            <a:r>
              <a:rPr lang="zh-CN" altLang="en-US" b="1" dirty="0">
                <a:solidFill>
                  <a:schemeClr val="tx1"/>
                </a:solidFill>
              </a:rPr>
              <a:t>（被调用者）中</a:t>
            </a:r>
            <a:endParaRPr lang="en-US" altLang="zh-CN" b="1" dirty="0">
              <a:solidFill>
                <a:schemeClr val="tx1"/>
              </a:solidFill>
            </a:endParaRPr>
          </a:p>
          <a:p>
            <a:pPr lvl="2">
              <a:lnSpc>
                <a:spcPts val="3000"/>
              </a:lnSpc>
              <a:buClrTx/>
              <a:buFont typeface="Wingdings" pitchFamily="2" charset="2"/>
              <a:buChar char="Ø"/>
              <a:defRPr/>
            </a:pPr>
            <a:r>
              <a:rPr lang="zh-CN" altLang="en-US" sz="2200" b="1" dirty="0">
                <a:solidFill>
                  <a:srgbClr val="0070C0"/>
                </a:solidFill>
                <a:latin typeface="楷体" panose="02010609060101010101" pitchFamily="49" charset="-122"/>
                <a:ea typeface="楷体" panose="02010609060101010101" pitchFamily="49" charset="-122"/>
              </a:rPr>
              <a:t>分割原则</a:t>
            </a:r>
            <a:r>
              <a:rPr lang="zh-CN" altLang="en-US" sz="2200" b="1" dirty="0">
                <a:solidFill>
                  <a:schemeClr val="tx1"/>
                </a:solidFill>
                <a:latin typeface="楷体" panose="02010609060101010101" pitchFamily="49" charset="-122"/>
                <a:ea typeface="楷体" panose="02010609060101010101" pitchFamily="49" charset="-122"/>
              </a:rPr>
              <a:t>：尽量分割给被调用者，因只被生成一次</a:t>
            </a:r>
          </a:p>
        </p:txBody>
      </p:sp>
      <p:sp>
        <p:nvSpPr>
          <p:cNvPr id="74755"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调用序列和返回序列</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0" fill="hold" nodeType="clickEffect">
                                  <p:stCondLst>
                                    <p:cond delay="0"/>
                                  </p:stCondLst>
                                  <p:childTnLst>
                                    <p:set>
                                      <p:cBhvr>
                                        <p:cTn id="6" dur="1" fill="hold">
                                          <p:stCondLst>
                                            <p:cond delay="0"/>
                                          </p:stCondLst>
                                        </p:cTn>
                                        <p:tgtEl>
                                          <p:spTgt spid="30723">
                                            <p:txEl>
                                              <p:pRg st="1" end="1"/>
                                            </p:txEl>
                                          </p:spTgt>
                                        </p:tgtEl>
                                        <p:attrNameLst>
                                          <p:attrName>style.visibility</p:attrName>
                                        </p:attrNameLst>
                                      </p:cBhvr>
                                      <p:to>
                                        <p:strVal val="visible"/>
                                      </p:to>
                                    </p:set>
                                    <p:anim calcmode="lin" valueType="num">
                                      <p:cBhvr>
                                        <p:cTn id="7" dur="500" fill="hold"/>
                                        <p:tgtEl>
                                          <p:spTgt spid="30723">
                                            <p:txEl>
                                              <p:pRg st="1" end="1"/>
                                            </p:txEl>
                                          </p:spTgt>
                                        </p:tgtEl>
                                        <p:attrNameLst>
                                          <p:attrName>ppt_w</p:attrName>
                                        </p:attrNameLst>
                                      </p:cBhvr>
                                      <p:tavLst>
                                        <p:tav tm="0">
                                          <p:val>
                                            <p:fltVal val="0"/>
                                          </p:val>
                                        </p:tav>
                                        <p:tav tm="100000">
                                          <p:val>
                                            <p:strVal val="#ppt_w"/>
                                          </p:val>
                                        </p:tav>
                                      </p:tavLst>
                                    </p:anim>
                                    <p:anim calcmode="lin" valueType="num">
                                      <p:cBhvr>
                                        <p:cTn id="8" dur="500" fill="hold"/>
                                        <p:tgtEl>
                                          <p:spTgt spid="30723">
                                            <p:txEl>
                                              <p:pRg st="1" end="1"/>
                                            </p:txEl>
                                          </p:spTgt>
                                        </p:tgtEl>
                                        <p:attrNameLst>
                                          <p:attrName>ppt_h</p:attrName>
                                        </p:attrNameLst>
                                      </p:cBhvr>
                                      <p:tavLst>
                                        <p:tav tm="0">
                                          <p:val>
                                            <p:fltVal val="0"/>
                                          </p:val>
                                        </p:tav>
                                        <p:tav tm="100000">
                                          <p:val>
                                            <p:strVal val="#ppt_h"/>
                                          </p:val>
                                        </p:tav>
                                      </p:tavLst>
                                    </p:anim>
                                    <p:animEffect transition="in" filter="fade">
                                      <p:cBhvr>
                                        <p:cTn id="9" dur="500"/>
                                        <p:tgtEl>
                                          <p:spTgt spid="30723">
                                            <p:txEl>
                                              <p:pRg st="1" end="1"/>
                                            </p:txEl>
                                          </p:spTgt>
                                        </p:tgtEl>
                                      </p:cBhvr>
                                    </p:animEffect>
                                  </p:childTnLst>
                                </p:cTn>
                              </p:par>
                              <p:par>
                                <p:cTn id="10" presetID="53" presetClass="entr" presetSubtype="0" fill="hold" nodeType="withEffect">
                                  <p:stCondLst>
                                    <p:cond delay="0"/>
                                  </p:stCondLst>
                                  <p:childTnLst>
                                    <p:set>
                                      <p:cBhvr>
                                        <p:cTn id="11" dur="1" fill="hold">
                                          <p:stCondLst>
                                            <p:cond delay="0"/>
                                          </p:stCondLst>
                                        </p:cTn>
                                        <p:tgtEl>
                                          <p:spTgt spid="30723">
                                            <p:txEl>
                                              <p:pRg st="2" end="2"/>
                                            </p:txEl>
                                          </p:spTgt>
                                        </p:tgtEl>
                                        <p:attrNameLst>
                                          <p:attrName>style.visibility</p:attrName>
                                        </p:attrNameLst>
                                      </p:cBhvr>
                                      <p:to>
                                        <p:strVal val="visible"/>
                                      </p:to>
                                    </p:set>
                                    <p:anim calcmode="lin" valueType="num">
                                      <p:cBhvr>
                                        <p:cTn id="12" dur="500" fill="hold"/>
                                        <p:tgtEl>
                                          <p:spTgt spid="30723">
                                            <p:txEl>
                                              <p:pRg st="2" end="2"/>
                                            </p:txEl>
                                          </p:spTgt>
                                        </p:tgtEl>
                                        <p:attrNameLst>
                                          <p:attrName>ppt_w</p:attrName>
                                        </p:attrNameLst>
                                      </p:cBhvr>
                                      <p:tavLst>
                                        <p:tav tm="0">
                                          <p:val>
                                            <p:fltVal val="0"/>
                                          </p:val>
                                        </p:tav>
                                        <p:tav tm="100000">
                                          <p:val>
                                            <p:strVal val="#ppt_w"/>
                                          </p:val>
                                        </p:tav>
                                      </p:tavLst>
                                    </p:anim>
                                    <p:anim calcmode="lin" valueType="num">
                                      <p:cBhvr>
                                        <p:cTn id="13" dur="500" fill="hold"/>
                                        <p:tgtEl>
                                          <p:spTgt spid="30723">
                                            <p:txEl>
                                              <p:pRg st="2" end="2"/>
                                            </p:txEl>
                                          </p:spTgt>
                                        </p:tgtEl>
                                        <p:attrNameLst>
                                          <p:attrName>ppt_h</p:attrName>
                                        </p:attrNameLst>
                                      </p:cBhvr>
                                      <p:tavLst>
                                        <p:tav tm="0">
                                          <p:val>
                                            <p:fltVal val="0"/>
                                          </p:val>
                                        </p:tav>
                                        <p:tav tm="100000">
                                          <p:val>
                                            <p:strVal val="#ppt_h"/>
                                          </p:val>
                                        </p:tav>
                                      </p:tavLst>
                                    </p:anim>
                                    <p:animEffect transition="in" filter="fade">
                                      <p:cBhvr>
                                        <p:cTn id="14" dur="500"/>
                                        <p:tgtEl>
                                          <p:spTgt spid="30723">
                                            <p:txEl>
                                              <p:pRg st="2" end="2"/>
                                            </p:txEl>
                                          </p:spTgt>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0" fill="hold" nodeType="clickEffect">
                                  <p:stCondLst>
                                    <p:cond delay="0"/>
                                  </p:stCondLst>
                                  <p:childTnLst>
                                    <p:set>
                                      <p:cBhvr>
                                        <p:cTn id="18" dur="1" fill="hold">
                                          <p:stCondLst>
                                            <p:cond delay="0"/>
                                          </p:stCondLst>
                                        </p:cTn>
                                        <p:tgtEl>
                                          <p:spTgt spid="30723">
                                            <p:txEl>
                                              <p:pRg st="3" end="3"/>
                                            </p:txEl>
                                          </p:spTgt>
                                        </p:tgtEl>
                                        <p:attrNameLst>
                                          <p:attrName>style.visibility</p:attrName>
                                        </p:attrNameLst>
                                      </p:cBhvr>
                                      <p:to>
                                        <p:strVal val="visible"/>
                                      </p:to>
                                    </p:set>
                                    <p:anim calcmode="lin" valueType="num">
                                      <p:cBhvr>
                                        <p:cTn id="19" dur="500" fill="hold"/>
                                        <p:tgtEl>
                                          <p:spTgt spid="30723">
                                            <p:txEl>
                                              <p:pRg st="3" end="3"/>
                                            </p:txEl>
                                          </p:spTgt>
                                        </p:tgtEl>
                                        <p:attrNameLst>
                                          <p:attrName>ppt_w</p:attrName>
                                        </p:attrNameLst>
                                      </p:cBhvr>
                                      <p:tavLst>
                                        <p:tav tm="0">
                                          <p:val>
                                            <p:fltVal val="0"/>
                                          </p:val>
                                        </p:tav>
                                        <p:tav tm="100000">
                                          <p:val>
                                            <p:strVal val="#ppt_w"/>
                                          </p:val>
                                        </p:tav>
                                      </p:tavLst>
                                    </p:anim>
                                    <p:anim calcmode="lin" valueType="num">
                                      <p:cBhvr>
                                        <p:cTn id="20" dur="500" fill="hold"/>
                                        <p:tgtEl>
                                          <p:spTgt spid="30723">
                                            <p:txEl>
                                              <p:pRg st="3" end="3"/>
                                            </p:txEl>
                                          </p:spTgt>
                                        </p:tgtEl>
                                        <p:attrNameLst>
                                          <p:attrName>ppt_h</p:attrName>
                                        </p:attrNameLst>
                                      </p:cBhvr>
                                      <p:tavLst>
                                        <p:tav tm="0">
                                          <p:val>
                                            <p:fltVal val="0"/>
                                          </p:val>
                                        </p:tav>
                                        <p:tav tm="100000">
                                          <p:val>
                                            <p:strVal val="#ppt_h"/>
                                          </p:val>
                                        </p:tav>
                                      </p:tavLst>
                                    </p:anim>
                                    <p:animEffect transition="in" filter="fade">
                                      <p:cBhvr>
                                        <p:cTn id="21" dur="500"/>
                                        <p:tgtEl>
                                          <p:spTgt spid="30723">
                                            <p:txEl>
                                              <p:pRg st="3" end="3"/>
                                            </p:txEl>
                                          </p:spTgt>
                                        </p:tgtEl>
                                      </p:cBhvr>
                                    </p:animEffect>
                                  </p:childTnLst>
                                </p:cTn>
                              </p:par>
                              <p:par>
                                <p:cTn id="22" presetID="53" presetClass="entr" presetSubtype="0" fill="hold" nodeType="withEffect">
                                  <p:stCondLst>
                                    <p:cond delay="0"/>
                                  </p:stCondLst>
                                  <p:childTnLst>
                                    <p:set>
                                      <p:cBhvr>
                                        <p:cTn id="23" dur="1" fill="hold">
                                          <p:stCondLst>
                                            <p:cond delay="0"/>
                                          </p:stCondLst>
                                        </p:cTn>
                                        <p:tgtEl>
                                          <p:spTgt spid="30723">
                                            <p:txEl>
                                              <p:pRg st="4" end="4"/>
                                            </p:txEl>
                                          </p:spTgt>
                                        </p:tgtEl>
                                        <p:attrNameLst>
                                          <p:attrName>style.visibility</p:attrName>
                                        </p:attrNameLst>
                                      </p:cBhvr>
                                      <p:to>
                                        <p:strVal val="visible"/>
                                      </p:to>
                                    </p:set>
                                    <p:anim calcmode="lin" valueType="num">
                                      <p:cBhvr>
                                        <p:cTn id="24" dur="500" fill="hold"/>
                                        <p:tgtEl>
                                          <p:spTgt spid="30723">
                                            <p:txEl>
                                              <p:pRg st="4" end="4"/>
                                            </p:txEl>
                                          </p:spTgt>
                                        </p:tgtEl>
                                        <p:attrNameLst>
                                          <p:attrName>ppt_w</p:attrName>
                                        </p:attrNameLst>
                                      </p:cBhvr>
                                      <p:tavLst>
                                        <p:tav tm="0">
                                          <p:val>
                                            <p:fltVal val="0"/>
                                          </p:val>
                                        </p:tav>
                                        <p:tav tm="100000">
                                          <p:val>
                                            <p:strVal val="#ppt_w"/>
                                          </p:val>
                                        </p:tav>
                                      </p:tavLst>
                                    </p:anim>
                                    <p:anim calcmode="lin" valueType="num">
                                      <p:cBhvr>
                                        <p:cTn id="25" dur="500" fill="hold"/>
                                        <p:tgtEl>
                                          <p:spTgt spid="30723">
                                            <p:txEl>
                                              <p:pRg st="4" end="4"/>
                                            </p:txEl>
                                          </p:spTgt>
                                        </p:tgtEl>
                                        <p:attrNameLst>
                                          <p:attrName>ppt_h</p:attrName>
                                        </p:attrNameLst>
                                      </p:cBhvr>
                                      <p:tavLst>
                                        <p:tav tm="0">
                                          <p:val>
                                            <p:fltVal val="0"/>
                                          </p:val>
                                        </p:tav>
                                        <p:tav tm="100000">
                                          <p:val>
                                            <p:strVal val="#ppt_h"/>
                                          </p:val>
                                        </p:tav>
                                      </p:tavLst>
                                    </p:anim>
                                    <p:animEffect transition="in" filter="fade">
                                      <p:cBhvr>
                                        <p:cTn id="26" dur="500"/>
                                        <p:tgtEl>
                                          <p:spTgt spid="30723">
                                            <p:txEl>
                                              <p:pRg st="4" end="4"/>
                                            </p:txEl>
                                          </p:spTgt>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53" presetClass="entr" presetSubtype="0" fill="hold" nodeType="clickEffect">
                                  <p:stCondLst>
                                    <p:cond delay="0"/>
                                  </p:stCondLst>
                                  <p:childTnLst>
                                    <p:set>
                                      <p:cBhvr>
                                        <p:cTn id="30" dur="1" fill="hold">
                                          <p:stCondLst>
                                            <p:cond delay="0"/>
                                          </p:stCondLst>
                                        </p:cTn>
                                        <p:tgtEl>
                                          <p:spTgt spid="30723">
                                            <p:txEl>
                                              <p:pRg st="5" end="5"/>
                                            </p:txEl>
                                          </p:spTgt>
                                        </p:tgtEl>
                                        <p:attrNameLst>
                                          <p:attrName>style.visibility</p:attrName>
                                        </p:attrNameLst>
                                      </p:cBhvr>
                                      <p:to>
                                        <p:strVal val="visible"/>
                                      </p:to>
                                    </p:set>
                                    <p:anim calcmode="lin" valueType="num">
                                      <p:cBhvr>
                                        <p:cTn id="31" dur="500" fill="hold"/>
                                        <p:tgtEl>
                                          <p:spTgt spid="30723">
                                            <p:txEl>
                                              <p:pRg st="5" end="5"/>
                                            </p:txEl>
                                          </p:spTgt>
                                        </p:tgtEl>
                                        <p:attrNameLst>
                                          <p:attrName>ppt_w</p:attrName>
                                        </p:attrNameLst>
                                      </p:cBhvr>
                                      <p:tavLst>
                                        <p:tav tm="0">
                                          <p:val>
                                            <p:fltVal val="0"/>
                                          </p:val>
                                        </p:tav>
                                        <p:tav tm="100000">
                                          <p:val>
                                            <p:strVal val="#ppt_w"/>
                                          </p:val>
                                        </p:tav>
                                      </p:tavLst>
                                    </p:anim>
                                    <p:anim calcmode="lin" valueType="num">
                                      <p:cBhvr>
                                        <p:cTn id="32" dur="500" fill="hold"/>
                                        <p:tgtEl>
                                          <p:spTgt spid="30723">
                                            <p:txEl>
                                              <p:pRg st="5" end="5"/>
                                            </p:txEl>
                                          </p:spTgt>
                                        </p:tgtEl>
                                        <p:attrNameLst>
                                          <p:attrName>ppt_h</p:attrName>
                                        </p:attrNameLst>
                                      </p:cBhvr>
                                      <p:tavLst>
                                        <p:tav tm="0">
                                          <p:val>
                                            <p:fltVal val="0"/>
                                          </p:val>
                                        </p:tav>
                                        <p:tav tm="100000">
                                          <p:val>
                                            <p:strVal val="#ppt_h"/>
                                          </p:val>
                                        </p:tav>
                                      </p:tavLst>
                                    </p:anim>
                                    <p:animEffect transition="in" filter="fade">
                                      <p:cBhvr>
                                        <p:cTn id="33" dur="500"/>
                                        <p:tgtEl>
                                          <p:spTgt spid="30723">
                                            <p:txEl>
                                              <p:pRg st="5" end="5"/>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53" presetClass="entr" presetSubtype="0" fill="hold" nodeType="clickEffect">
                                  <p:stCondLst>
                                    <p:cond delay="0"/>
                                  </p:stCondLst>
                                  <p:childTnLst>
                                    <p:set>
                                      <p:cBhvr>
                                        <p:cTn id="37" dur="1" fill="hold">
                                          <p:stCondLst>
                                            <p:cond delay="0"/>
                                          </p:stCondLst>
                                        </p:cTn>
                                        <p:tgtEl>
                                          <p:spTgt spid="30723">
                                            <p:txEl>
                                              <p:pRg st="6" end="6"/>
                                            </p:txEl>
                                          </p:spTgt>
                                        </p:tgtEl>
                                        <p:attrNameLst>
                                          <p:attrName>style.visibility</p:attrName>
                                        </p:attrNameLst>
                                      </p:cBhvr>
                                      <p:to>
                                        <p:strVal val="visible"/>
                                      </p:to>
                                    </p:set>
                                    <p:anim calcmode="lin" valueType="num">
                                      <p:cBhvr>
                                        <p:cTn id="38" dur="500" fill="hold"/>
                                        <p:tgtEl>
                                          <p:spTgt spid="30723">
                                            <p:txEl>
                                              <p:pRg st="6" end="6"/>
                                            </p:txEl>
                                          </p:spTgt>
                                        </p:tgtEl>
                                        <p:attrNameLst>
                                          <p:attrName>ppt_w</p:attrName>
                                        </p:attrNameLst>
                                      </p:cBhvr>
                                      <p:tavLst>
                                        <p:tav tm="0">
                                          <p:val>
                                            <p:fltVal val="0"/>
                                          </p:val>
                                        </p:tav>
                                        <p:tav tm="100000">
                                          <p:val>
                                            <p:strVal val="#ppt_w"/>
                                          </p:val>
                                        </p:tav>
                                      </p:tavLst>
                                    </p:anim>
                                    <p:anim calcmode="lin" valueType="num">
                                      <p:cBhvr>
                                        <p:cTn id="39" dur="500" fill="hold"/>
                                        <p:tgtEl>
                                          <p:spTgt spid="30723">
                                            <p:txEl>
                                              <p:pRg st="6" end="6"/>
                                            </p:txEl>
                                          </p:spTgt>
                                        </p:tgtEl>
                                        <p:attrNameLst>
                                          <p:attrName>ppt_h</p:attrName>
                                        </p:attrNameLst>
                                      </p:cBhvr>
                                      <p:tavLst>
                                        <p:tav tm="0">
                                          <p:val>
                                            <p:fltVal val="0"/>
                                          </p:val>
                                        </p:tav>
                                        <p:tav tm="100000">
                                          <p:val>
                                            <p:strVal val="#ppt_h"/>
                                          </p:val>
                                        </p:tav>
                                      </p:tavLst>
                                    </p:anim>
                                    <p:animEffect transition="in" filter="fade">
                                      <p:cBhvr>
                                        <p:cTn id="40" dur="500"/>
                                        <p:tgtEl>
                                          <p:spTgt spid="3072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a:extLst>
              <a:ext uri="{FF2B5EF4-FFF2-40B4-BE49-F238E27FC236}">
                <a16:creationId xmlns:a16="http://schemas.microsoft.com/office/drawing/2014/main" id="{87273944-C90C-4C72-A606-B631FF3230F8}"/>
              </a:ext>
            </a:extLst>
          </p:cNvPr>
          <p:cNvSpPr/>
          <p:nvPr/>
        </p:nvSpPr>
        <p:spPr>
          <a:xfrm>
            <a:off x="5449783" y="2644655"/>
            <a:ext cx="2324210" cy="1715507"/>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a:extLst>
              <a:ext uri="{FF2B5EF4-FFF2-40B4-BE49-F238E27FC236}">
                <a16:creationId xmlns:a16="http://schemas.microsoft.com/office/drawing/2014/main" id="{05B607EC-26A5-4DBB-AE17-78E0E039C5F1}"/>
              </a:ext>
            </a:extLst>
          </p:cNvPr>
          <p:cNvSpPr/>
          <p:nvPr/>
        </p:nvSpPr>
        <p:spPr>
          <a:xfrm>
            <a:off x="5451363" y="926090"/>
            <a:ext cx="2324211" cy="1715507"/>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49" name="内容占位符 3"/>
          <p:cNvGraphicFramePr>
            <a:graphicFrameLocks/>
          </p:cNvGraphicFramePr>
          <p:nvPr>
            <p:extLst>
              <p:ext uri="{D42A27DB-BD31-4B8C-83A1-F6EECF244321}">
                <p14:modId xmlns:p14="http://schemas.microsoft.com/office/powerpoint/2010/main" val="2851850785"/>
              </p:ext>
            </p:extLst>
          </p:nvPr>
        </p:nvGraphicFramePr>
        <p:xfrm>
          <a:off x="5457825" y="590550"/>
          <a:ext cx="2325688" cy="4114800"/>
        </p:xfrm>
        <a:graphic>
          <a:graphicData uri="http://schemas.openxmlformats.org/drawingml/2006/table">
            <a:tbl>
              <a:tblPr firstRow="1" bandRow="1">
                <a:tableStyleId>{2D5ABB26-0587-4C30-8999-92F81FD0307C}</a:tableStyleId>
              </a:tblPr>
              <a:tblGrid>
                <a:gridCol w="2325688">
                  <a:extLst>
                    <a:ext uri="{9D8B030D-6E8A-4147-A177-3AD203B41FA5}">
                      <a16:colId xmlns:a16="http://schemas.microsoft.com/office/drawing/2014/main" val="20000"/>
                    </a:ext>
                  </a:extLst>
                </a:gridCol>
              </a:tblGrid>
              <a:tr h="269016">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38100" cap="flat" cmpd="sng" algn="ctr">
                      <a:solidFill>
                        <a:schemeClr val="tx2">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rgbClr val="000000"/>
                          </a:solidFill>
                          <a:effectLst/>
                          <a:latin typeface="宋体" panose="02010600030101010101" pitchFamily="2" charset="-122"/>
                          <a:ea typeface="楷体" panose="02010609060101010101" pitchFamily="49" charset="-122"/>
                          <a:cs typeface="Times New Roman" panose="02020603050405020304" pitchFamily="18" charset="0"/>
                        </a:rPr>
                        <a:t>参数和返回值</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1"/>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控制链</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2"/>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访问链</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3"/>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en-US" sz="1800" b="1" kern="1200" dirty="0">
                          <a:solidFill>
                            <a:schemeClr val="tx1"/>
                          </a:solidFill>
                          <a:effectLst/>
                          <a:latin typeface="+mn-lt"/>
                          <a:ea typeface="+mn-ea"/>
                          <a:cs typeface="+mn-cs"/>
                        </a:rPr>
                        <a:t>保存的</a:t>
                      </a:r>
                      <a:r>
                        <a:rPr lang="zh-CN" altLang="zh-CN" sz="1800" b="1" kern="1200" dirty="0">
                          <a:solidFill>
                            <a:schemeClr val="tx1"/>
                          </a:solidFill>
                          <a:effectLst/>
                          <a:latin typeface="+mn-lt"/>
                          <a:ea typeface="+mn-ea"/>
                          <a:cs typeface="+mn-cs"/>
                        </a:rPr>
                        <a:t>机器状态</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4"/>
                  </a:ext>
                </a:extLst>
              </a:tr>
              <a:tr h="298578">
                <a:tc>
                  <a:txBody>
                    <a:bodyPr/>
                    <a:lstStyle/>
                    <a:p>
                      <a:pPr algn="ctr"/>
                      <a:r>
                        <a:rPr lang="zh-CN" altLang="zh-CN" sz="1800" b="1" kern="1200" dirty="0">
                          <a:solidFill>
                            <a:schemeClr val="tx1"/>
                          </a:solidFill>
                          <a:effectLst/>
                          <a:latin typeface="+mn-lt"/>
                          <a:ea typeface="+mn-ea"/>
                          <a:cs typeface="+mn-cs"/>
                        </a:rPr>
                        <a:t>局部数据和临时数</a:t>
                      </a:r>
                      <a:r>
                        <a:rPr lang="zh-CN" altLang="en-US" sz="1800" b="1" kern="1200" dirty="0">
                          <a:solidFill>
                            <a:schemeClr val="tx1"/>
                          </a:solidFill>
                          <a:effectLst/>
                          <a:latin typeface="+mn-lt"/>
                          <a:ea typeface="+mn-ea"/>
                          <a:cs typeface="+mn-cs"/>
                        </a:rPr>
                        <a:t>据</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38100" cap="flat" cmpd="sng" algn="ctr">
                      <a:solidFill>
                        <a:schemeClr val="tx2">
                          <a:lumMod val="60000"/>
                          <a:lumOff val="40000"/>
                        </a:schemeClr>
                      </a:solidFill>
                      <a:prstDash val="solid"/>
                      <a:round/>
                      <a:headEnd type="none" w="med" len="med"/>
                      <a:tailEnd type="none" w="med" len="med"/>
                    </a:lnB>
                  </a:tcPr>
                </a:tc>
                <a:extLst>
                  <a:ext uri="{0D108BD9-81ED-4DB2-BD59-A6C34878D82A}">
                    <a16:rowId xmlns:a16="http://schemas.microsoft.com/office/drawing/2014/main" val="10005"/>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rgbClr val="0000FF"/>
                          </a:solidFill>
                          <a:effectLst/>
                          <a:latin typeface="+mn-lt"/>
                          <a:ea typeface="+mn-ea"/>
                          <a:cs typeface="+mn-cs"/>
                        </a:rPr>
                        <a:t>参数</a:t>
                      </a:r>
                      <a:r>
                        <a:rPr lang="zh-CN" altLang="zh-CN" sz="1800" b="1" kern="1200" dirty="0">
                          <a:solidFill>
                            <a:schemeClr val="tx1"/>
                          </a:solidFill>
                          <a:effectLst/>
                          <a:latin typeface="+mn-lt"/>
                          <a:ea typeface="+mn-ea"/>
                          <a:cs typeface="+mn-cs"/>
                        </a:rPr>
                        <a:t>和返回值</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6"/>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rgbClr val="0000FF"/>
                          </a:solidFill>
                          <a:effectLst/>
                          <a:latin typeface="+mn-lt"/>
                          <a:ea typeface="+mn-ea"/>
                          <a:cs typeface="+mn-cs"/>
                        </a:rPr>
                        <a:t>控制链</a:t>
                      </a:r>
                      <a:endParaRPr lang="zh-CN" altLang="en-US" sz="1800" dirty="0">
                        <a:solidFill>
                          <a:srgbClr val="0000FF"/>
                        </a:solidFill>
                      </a:endParaRPr>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7"/>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访问链</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8"/>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rgbClr val="C00000"/>
                          </a:solidFill>
                          <a:effectLst/>
                          <a:latin typeface="+mn-lt"/>
                          <a:ea typeface="+mn-ea"/>
                          <a:cs typeface="+mn-cs"/>
                        </a:rPr>
                        <a:t>机器状态</a:t>
                      </a:r>
                      <a:r>
                        <a:rPr lang="en-US" altLang="zh-CN" sz="1800" b="1" kern="1200" dirty="0">
                          <a:solidFill>
                            <a:schemeClr val="tx1"/>
                          </a:solidFill>
                          <a:effectLst/>
                          <a:latin typeface="+mn-lt"/>
                          <a:ea typeface="+mn-ea"/>
                          <a:cs typeface="+mn-cs"/>
                        </a:rPr>
                        <a:t>(</a:t>
                      </a:r>
                      <a:r>
                        <a:rPr lang="zh-CN" altLang="en-US" sz="1800" b="1" kern="1200" dirty="0">
                          <a:solidFill>
                            <a:srgbClr val="0000FF"/>
                          </a:solidFill>
                          <a:effectLst/>
                          <a:latin typeface="+mn-lt"/>
                          <a:ea typeface="+mn-ea"/>
                          <a:cs typeface="+mn-cs"/>
                        </a:rPr>
                        <a:t>返回地址</a:t>
                      </a:r>
                      <a:r>
                        <a:rPr lang="zh-CN" altLang="en-US" sz="1800" b="1" kern="1200" dirty="0">
                          <a:solidFill>
                            <a:schemeClr val="tx1"/>
                          </a:solidFill>
                          <a:effectLst/>
                          <a:latin typeface="+mn-lt"/>
                          <a:ea typeface="+mn-ea"/>
                          <a:cs typeface="+mn-cs"/>
                        </a:rPr>
                        <a:t>）</a:t>
                      </a:r>
                      <a:endParaRPr lang="zh-CN" altLang="en-US" sz="1800" dirty="0">
                        <a:solidFill>
                          <a:schemeClr val="tx1"/>
                        </a:solidFill>
                      </a:endParaRPr>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9"/>
                  </a:ext>
                </a:extLst>
              </a:tr>
              <a:tr h="298578">
                <a:tc>
                  <a:txBody>
                    <a:bodyPr/>
                    <a:lstStyle/>
                    <a:p>
                      <a:pPr algn="ctr" eaLnBrk="0" fontAlgn="base" hangingPunct="0"/>
                      <a:r>
                        <a:rPr lang="zh-CN" altLang="zh-CN" sz="1800" b="1" kern="1200" dirty="0">
                          <a:solidFill>
                            <a:srgbClr val="C00000"/>
                          </a:solidFill>
                          <a:effectLst/>
                          <a:latin typeface="+mn-lt"/>
                          <a:ea typeface="+mn-ea"/>
                          <a:cs typeface="+mn-cs"/>
                        </a:rPr>
                        <a:t>局部数据</a:t>
                      </a:r>
                      <a:r>
                        <a:rPr lang="zh-CN" altLang="zh-CN" sz="1800" b="1" kern="1200" dirty="0">
                          <a:solidFill>
                            <a:schemeClr val="tx1"/>
                          </a:solidFill>
                          <a:effectLst/>
                          <a:latin typeface="+mn-lt"/>
                          <a:ea typeface="+mn-ea"/>
                          <a:cs typeface="+mn-cs"/>
                        </a:rPr>
                        <a:t>和临时数据</a:t>
                      </a:r>
                      <a:endParaRPr lang="zh-CN" altLang="zh-CN" sz="1800" kern="1200" dirty="0">
                        <a:solidFill>
                          <a:schemeClr val="tx1"/>
                        </a:solidFill>
                        <a:effectLst/>
                        <a:latin typeface="+mn-lt"/>
                        <a:ea typeface="+mn-ea"/>
                        <a:cs typeface="+mn-cs"/>
                      </a:endParaRPr>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38100" cap="flat" cmpd="sng" algn="ctr">
                      <a:solidFill>
                        <a:schemeClr val="tx2">
                          <a:lumMod val="60000"/>
                          <a:lumOff val="40000"/>
                        </a:schemeClr>
                      </a:solidFill>
                      <a:prstDash val="solid"/>
                      <a:round/>
                      <a:headEnd type="none" w="med" len="med"/>
                      <a:tailEnd type="none" w="med" len="med"/>
                    </a:lnB>
                  </a:tcPr>
                </a:tc>
                <a:extLst>
                  <a:ext uri="{0D108BD9-81ED-4DB2-BD59-A6C34878D82A}">
                    <a16:rowId xmlns:a16="http://schemas.microsoft.com/office/drawing/2014/main" val="10010"/>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38100" cap="flat" cmpd="sng" algn="ctr">
                      <a:no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809987" name="Rectangle 3"/>
          <p:cNvSpPr>
            <a:spLocks noGrp="1" noChangeArrowheads="1"/>
          </p:cNvSpPr>
          <p:nvPr>
            <p:ph idx="1"/>
          </p:nvPr>
        </p:nvSpPr>
        <p:spPr>
          <a:xfrm>
            <a:off x="323850" y="1001713"/>
            <a:ext cx="3937000" cy="3586261"/>
          </a:xfrm>
        </p:spPr>
        <p:txBody>
          <a:bodyPr/>
          <a:lstStyle/>
          <a:p>
            <a:pPr marL="271457" indent="-271457" algn="just" eaLnBrk="1" hangingPunct="1">
              <a:lnSpc>
                <a:spcPct val="80000"/>
              </a:lnSpc>
              <a:buClrTx/>
              <a:buFont typeface="Wingdings" pitchFamily="2" charset="2"/>
              <a:buChar char="Ø"/>
              <a:defRPr/>
            </a:pPr>
            <a:r>
              <a:rPr lang="zh-CN" altLang="en-US" sz="2000" b="1" dirty="0">
                <a:solidFill>
                  <a:schemeClr val="tx1"/>
                </a:solidFill>
                <a:ea typeface="楷体" pitchFamily="49" charset="-122"/>
                <a:cs typeface="Times New Roman" pitchFamily="18" charset="0"/>
              </a:rPr>
              <a:t> </a:t>
            </a:r>
            <a:r>
              <a:rPr lang="zh-CN" altLang="en-US" sz="2000" b="1" dirty="0">
                <a:solidFill>
                  <a:srgbClr val="FF0000"/>
                </a:solidFill>
                <a:ea typeface="楷体" pitchFamily="49" charset="-122"/>
                <a:cs typeface="Times New Roman" pitchFamily="18" charset="0"/>
              </a:rPr>
              <a:t>调用者</a:t>
            </a:r>
            <a:r>
              <a:rPr lang="zh-CN" altLang="en-US" sz="2000" b="1" dirty="0">
                <a:solidFill>
                  <a:schemeClr val="tx1"/>
                </a:solidFill>
                <a:ea typeface="楷体" pitchFamily="49" charset="-122"/>
                <a:cs typeface="Times New Roman" pitchFamily="18" charset="0"/>
              </a:rPr>
              <a:t>计算</a:t>
            </a:r>
            <a:r>
              <a:rPr lang="zh-CN" altLang="en-US" sz="2000" b="1" dirty="0">
                <a:solidFill>
                  <a:srgbClr val="0070C0"/>
                </a:solidFill>
                <a:ea typeface="楷体" pitchFamily="49" charset="-122"/>
                <a:cs typeface="Times New Roman" pitchFamily="18" charset="0"/>
              </a:rPr>
              <a:t>实际参数</a:t>
            </a:r>
            <a:r>
              <a:rPr lang="zh-CN" altLang="en-US" sz="2000" b="1" dirty="0">
                <a:solidFill>
                  <a:schemeClr val="tx1"/>
                </a:solidFill>
                <a:ea typeface="楷体" pitchFamily="49" charset="-122"/>
                <a:cs typeface="Times New Roman" pitchFamily="18" charset="0"/>
              </a:rPr>
              <a:t>的值</a:t>
            </a:r>
            <a:endParaRPr lang="en-US" altLang="zh-CN" sz="2000" b="1" dirty="0">
              <a:solidFill>
                <a:schemeClr val="tx1"/>
              </a:solidFill>
              <a:ea typeface="楷体" pitchFamily="49" charset="-122"/>
              <a:cs typeface="Times New Roman" pitchFamily="18" charset="0"/>
            </a:endParaRPr>
          </a:p>
          <a:p>
            <a:pPr marL="271457" indent="-271457" algn="just">
              <a:buClrTx/>
              <a:buFont typeface="Wingdings" pitchFamily="2" charset="2"/>
              <a:buChar char="Ø"/>
              <a:defRPr/>
            </a:pPr>
            <a:r>
              <a:rPr lang="zh-CN" altLang="en-US" sz="2000" b="1" dirty="0">
                <a:solidFill>
                  <a:schemeClr val="tx1"/>
                </a:solidFill>
                <a:ea typeface="楷体" pitchFamily="49" charset="-122"/>
                <a:cs typeface="Times New Roman" pitchFamily="18" charset="0"/>
              </a:rPr>
              <a:t> </a:t>
            </a:r>
            <a:r>
              <a:rPr lang="zh-CN" altLang="en-US" sz="2000" b="1" dirty="0">
                <a:solidFill>
                  <a:srgbClr val="FF0000"/>
                </a:solidFill>
                <a:ea typeface="楷体" pitchFamily="49" charset="-122"/>
                <a:cs typeface="Times New Roman" pitchFamily="18" charset="0"/>
              </a:rPr>
              <a:t>调用者</a:t>
            </a:r>
            <a:r>
              <a:rPr lang="zh-CN" altLang="en-US" sz="2000" b="1" dirty="0">
                <a:solidFill>
                  <a:schemeClr val="tx1"/>
                </a:solidFill>
                <a:ea typeface="楷体" pitchFamily="49" charset="-122"/>
                <a:cs typeface="Times New Roman" pitchFamily="18" charset="0"/>
              </a:rPr>
              <a:t>将</a:t>
            </a:r>
            <a:r>
              <a:rPr lang="zh-CN" altLang="en-US" sz="2000" b="1" dirty="0">
                <a:solidFill>
                  <a:srgbClr val="0070C0"/>
                </a:solidFill>
                <a:ea typeface="楷体" pitchFamily="49" charset="-122"/>
                <a:cs typeface="Times New Roman" pitchFamily="18" charset="0"/>
              </a:rPr>
              <a:t>返回地址</a:t>
            </a:r>
            <a:r>
              <a:rPr lang="zh-CN" altLang="en-US" sz="2000" b="1" dirty="0">
                <a:solidFill>
                  <a:schemeClr val="tx1"/>
                </a:solidFill>
                <a:ea typeface="楷体" pitchFamily="49" charset="-122"/>
                <a:cs typeface="Times New Roman" pitchFamily="18" charset="0"/>
              </a:rPr>
              <a:t>（程序计数器的值）放到被调用者的</a:t>
            </a:r>
            <a:r>
              <a:rPr lang="zh-CN" altLang="en-US" sz="2000" b="1" dirty="0">
                <a:solidFill>
                  <a:srgbClr val="0070C0"/>
                </a:solidFill>
                <a:ea typeface="楷体" pitchFamily="49" charset="-122"/>
                <a:cs typeface="Times New Roman" pitchFamily="18" charset="0"/>
              </a:rPr>
              <a:t>机器状态字段</a:t>
            </a:r>
            <a:r>
              <a:rPr lang="zh-CN" altLang="en-US" sz="2000" b="1" dirty="0">
                <a:solidFill>
                  <a:schemeClr val="tx1"/>
                </a:solidFill>
                <a:ea typeface="楷体" pitchFamily="49" charset="-122"/>
                <a:cs typeface="Times New Roman" pitchFamily="18" charset="0"/>
              </a:rPr>
              <a:t>中。将</a:t>
            </a:r>
            <a:r>
              <a:rPr lang="zh-CN" altLang="en-US" sz="2000" b="1" dirty="0">
                <a:solidFill>
                  <a:srgbClr val="0070C0"/>
                </a:solidFill>
                <a:ea typeface="楷体" pitchFamily="49" charset="-122"/>
                <a:cs typeface="Times New Roman" pitchFamily="18" charset="0"/>
              </a:rPr>
              <a:t>自己的</a:t>
            </a:r>
            <a:r>
              <a:rPr lang="en-US" altLang="zh-CN" sz="2000" b="1" i="1" dirty="0" err="1">
                <a:solidFill>
                  <a:srgbClr val="0070C0"/>
                </a:solidFill>
                <a:ea typeface="楷体" pitchFamily="49" charset="-122"/>
                <a:cs typeface="Times New Roman" pitchFamily="18" charset="0"/>
              </a:rPr>
              <a:t>top_sp</a:t>
            </a:r>
            <a:r>
              <a:rPr lang="zh-CN" altLang="en-US" sz="2000" b="1" dirty="0">
                <a:solidFill>
                  <a:srgbClr val="0070C0"/>
                </a:solidFill>
                <a:ea typeface="楷体" pitchFamily="49" charset="-122"/>
                <a:cs typeface="Times New Roman" pitchFamily="18" charset="0"/>
              </a:rPr>
              <a:t>值</a:t>
            </a:r>
            <a:r>
              <a:rPr lang="zh-CN" altLang="en-US" sz="2000" b="1" dirty="0">
                <a:solidFill>
                  <a:schemeClr val="tx1"/>
                </a:solidFill>
                <a:ea typeface="楷体" pitchFamily="49" charset="-122"/>
                <a:cs typeface="Times New Roman" pitchFamily="18" charset="0"/>
              </a:rPr>
              <a:t>放到被调用者的</a:t>
            </a:r>
            <a:r>
              <a:rPr lang="zh-CN" altLang="en-US" sz="2000" b="1" dirty="0">
                <a:solidFill>
                  <a:srgbClr val="0070C0"/>
                </a:solidFill>
                <a:ea typeface="楷体" pitchFamily="49" charset="-122"/>
                <a:cs typeface="Times New Roman" pitchFamily="18" charset="0"/>
              </a:rPr>
              <a:t>控制链</a:t>
            </a:r>
            <a:r>
              <a:rPr lang="zh-CN" altLang="en-US" sz="2000" b="1" dirty="0">
                <a:solidFill>
                  <a:schemeClr val="tx1"/>
                </a:solidFill>
                <a:ea typeface="楷体" pitchFamily="49" charset="-122"/>
                <a:cs typeface="Times New Roman" pitchFamily="18" charset="0"/>
              </a:rPr>
              <a:t>中。然后，</a:t>
            </a:r>
            <a:r>
              <a:rPr lang="zh-CN" altLang="en-US" sz="2000" b="1" dirty="0">
                <a:solidFill>
                  <a:srgbClr val="0070C0"/>
                </a:solidFill>
                <a:ea typeface="楷体" pitchFamily="49" charset="-122"/>
                <a:cs typeface="Times New Roman" pitchFamily="18" charset="0"/>
              </a:rPr>
              <a:t>增加</a:t>
            </a:r>
            <a:r>
              <a:rPr lang="en-US" altLang="zh-CN" sz="2000" b="1" i="1" dirty="0" err="1">
                <a:solidFill>
                  <a:srgbClr val="0070C0"/>
                </a:solidFill>
                <a:ea typeface="楷体" pitchFamily="49" charset="-122"/>
                <a:cs typeface="Times New Roman" pitchFamily="18" charset="0"/>
              </a:rPr>
              <a:t>top_sp</a:t>
            </a:r>
            <a:r>
              <a:rPr lang="zh-CN" altLang="en-US" sz="2000" b="1" dirty="0">
                <a:solidFill>
                  <a:srgbClr val="0070C0"/>
                </a:solidFill>
                <a:ea typeface="楷体" pitchFamily="49" charset="-122"/>
                <a:cs typeface="Times New Roman" pitchFamily="18" charset="0"/>
              </a:rPr>
              <a:t>的值</a:t>
            </a:r>
            <a:r>
              <a:rPr lang="zh-CN" altLang="en-US" sz="2000" b="1" dirty="0">
                <a:solidFill>
                  <a:schemeClr val="tx1"/>
                </a:solidFill>
                <a:ea typeface="楷体" pitchFamily="49" charset="-122"/>
                <a:cs typeface="Times New Roman" pitchFamily="18" charset="0"/>
              </a:rPr>
              <a:t>，使其指向被调用者</a:t>
            </a:r>
            <a:r>
              <a:rPr lang="zh-CN" altLang="en-US" sz="2000" b="1" dirty="0">
                <a:solidFill>
                  <a:srgbClr val="0070C0"/>
                </a:solidFill>
                <a:latin typeface="楷体" pitchFamily="49" charset="-122"/>
                <a:ea typeface="楷体" pitchFamily="49" charset="-122"/>
                <a:cs typeface="Times New Roman" pitchFamily="18" charset="0"/>
              </a:rPr>
              <a:t>局部数据开始的位置</a:t>
            </a:r>
            <a:endParaRPr lang="en-US" altLang="zh-CN" sz="2000" b="1" dirty="0">
              <a:solidFill>
                <a:srgbClr val="0070C0"/>
              </a:solidFill>
              <a:latin typeface="楷体" pitchFamily="49" charset="-122"/>
              <a:ea typeface="楷体" pitchFamily="49" charset="-122"/>
              <a:cs typeface="Times New Roman" pitchFamily="18" charset="0"/>
            </a:endParaRPr>
          </a:p>
          <a:p>
            <a:pPr marL="271457" indent="-271457" algn="just">
              <a:buClrTx/>
              <a:buFont typeface="Wingdings" pitchFamily="2" charset="2"/>
              <a:buChar char="Ø"/>
              <a:defRPr/>
            </a:pPr>
            <a:r>
              <a:rPr lang="zh-CN" altLang="en-US" sz="2000" b="1" dirty="0">
                <a:solidFill>
                  <a:srgbClr val="FF0000"/>
                </a:solidFill>
                <a:ea typeface="楷体" pitchFamily="49" charset="-122"/>
                <a:cs typeface="Times New Roman" pitchFamily="18" charset="0"/>
              </a:rPr>
              <a:t> 被调用者</a:t>
            </a:r>
            <a:r>
              <a:rPr lang="zh-CN" altLang="en-US" sz="2000" b="1" dirty="0">
                <a:solidFill>
                  <a:schemeClr val="tx1"/>
                </a:solidFill>
                <a:ea typeface="楷体" pitchFamily="49" charset="-122"/>
                <a:cs typeface="Times New Roman" pitchFamily="18" charset="0"/>
              </a:rPr>
              <a:t>保存</a:t>
            </a:r>
            <a:r>
              <a:rPr lang="zh-CN" altLang="en-US" sz="2000" b="1" dirty="0">
                <a:solidFill>
                  <a:srgbClr val="0070C0"/>
                </a:solidFill>
                <a:ea typeface="楷体" pitchFamily="49" charset="-122"/>
                <a:cs typeface="Times New Roman" pitchFamily="18" charset="0"/>
              </a:rPr>
              <a:t>寄存器值</a:t>
            </a:r>
            <a:r>
              <a:rPr lang="zh-CN" altLang="en-US" sz="2000" b="1" dirty="0">
                <a:solidFill>
                  <a:schemeClr val="tx1"/>
                </a:solidFill>
                <a:ea typeface="楷体" pitchFamily="49" charset="-122"/>
                <a:cs typeface="Times New Roman" pitchFamily="18" charset="0"/>
              </a:rPr>
              <a:t>和</a:t>
            </a:r>
            <a:r>
              <a:rPr lang="zh-CN" altLang="en-US" sz="2000" b="1" dirty="0">
                <a:solidFill>
                  <a:srgbClr val="0070C0"/>
                </a:solidFill>
                <a:ea typeface="楷体" pitchFamily="49" charset="-122"/>
                <a:cs typeface="Times New Roman" pitchFamily="18" charset="0"/>
              </a:rPr>
              <a:t>其它状态信息</a:t>
            </a:r>
            <a:endParaRPr lang="en-US" altLang="zh-CN" sz="2000" b="1" dirty="0">
              <a:solidFill>
                <a:srgbClr val="0070C0"/>
              </a:solidFill>
              <a:ea typeface="楷体" pitchFamily="49" charset="-122"/>
              <a:cs typeface="Times New Roman" pitchFamily="18" charset="0"/>
            </a:endParaRPr>
          </a:p>
          <a:p>
            <a:pPr marL="271457" indent="-271457" algn="just">
              <a:buClrTx/>
              <a:buFont typeface="Wingdings" pitchFamily="2" charset="2"/>
              <a:buChar char="Ø"/>
              <a:defRPr/>
            </a:pPr>
            <a:r>
              <a:rPr lang="zh-CN" altLang="en-US" sz="2000" b="1" dirty="0">
                <a:solidFill>
                  <a:schemeClr val="tx1"/>
                </a:solidFill>
                <a:ea typeface="楷体" pitchFamily="49" charset="-122"/>
                <a:cs typeface="Times New Roman" pitchFamily="18" charset="0"/>
              </a:rPr>
              <a:t> </a:t>
            </a:r>
            <a:r>
              <a:rPr lang="zh-CN" altLang="en-US" sz="2000" b="1" dirty="0">
                <a:solidFill>
                  <a:srgbClr val="FF0000"/>
                </a:solidFill>
                <a:ea typeface="楷体" pitchFamily="49" charset="-122"/>
                <a:cs typeface="Times New Roman" pitchFamily="18" charset="0"/>
              </a:rPr>
              <a:t>被调用者</a:t>
            </a:r>
            <a:r>
              <a:rPr lang="zh-CN" altLang="en-US" sz="2000" b="1" dirty="0">
                <a:solidFill>
                  <a:schemeClr val="tx1"/>
                </a:solidFill>
                <a:ea typeface="楷体" pitchFamily="49" charset="-122"/>
                <a:cs typeface="Times New Roman" pitchFamily="18" charset="0"/>
              </a:rPr>
              <a:t>初始化其局部数据并开始执行</a:t>
            </a:r>
            <a:endParaRPr lang="en-US" altLang="zh-CN" sz="2000" b="1" dirty="0">
              <a:solidFill>
                <a:schemeClr val="tx1"/>
              </a:solidFill>
              <a:ea typeface="楷体" pitchFamily="49" charset="-122"/>
              <a:cs typeface="Times New Roman" pitchFamily="18" charset="0"/>
            </a:endParaRPr>
          </a:p>
        </p:txBody>
      </p:sp>
      <p:sp>
        <p:nvSpPr>
          <p:cNvPr id="76803"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调用序列</a:t>
            </a:r>
          </a:p>
        </p:txBody>
      </p:sp>
      <p:cxnSp>
        <p:nvCxnSpPr>
          <p:cNvPr id="36" name="直接连接符 35"/>
          <p:cNvCxnSpPr>
            <a:cxnSpLocks/>
          </p:cNvCxnSpPr>
          <p:nvPr/>
        </p:nvCxnSpPr>
        <p:spPr bwMode="auto">
          <a:xfrm flipH="1" flipV="1">
            <a:off x="4937128" y="2284414"/>
            <a:ext cx="503235" cy="1799504"/>
          </a:xfrm>
          <a:prstGeom prst="line">
            <a:avLst/>
          </a:prstGeom>
          <a:ln w="38100">
            <a:solidFill>
              <a:srgbClr val="0000FF"/>
            </a:solidFill>
            <a:prstDash val="solid"/>
            <a:headEnd type="stealth" w="lg" len="lg"/>
            <a:tailEnd type="none" w="lg" len="lg"/>
          </a:ln>
        </p:spPr>
        <p:style>
          <a:lnRef idx="1">
            <a:schemeClr val="accent1"/>
          </a:lnRef>
          <a:fillRef idx="0">
            <a:schemeClr val="accent1"/>
          </a:fillRef>
          <a:effectRef idx="0">
            <a:schemeClr val="accent1"/>
          </a:effectRef>
          <a:fontRef idx="minor">
            <a:schemeClr val="tx1"/>
          </a:fontRef>
        </p:style>
      </p:cxnSp>
      <p:sp>
        <p:nvSpPr>
          <p:cNvPr id="51" name="任意多边形 50"/>
          <p:cNvSpPr/>
          <p:nvPr/>
        </p:nvSpPr>
        <p:spPr>
          <a:xfrm>
            <a:off x="5207000" y="2355850"/>
            <a:ext cx="249238" cy="792163"/>
          </a:xfrm>
          <a:custGeom>
            <a:avLst/>
            <a:gdLst>
              <a:gd name="connsiteX0" fmla="*/ 180473 w 180473"/>
              <a:gd name="connsiteY0" fmla="*/ 1780674 h 1780674"/>
              <a:gd name="connsiteX1" fmla="*/ 0 w 180473"/>
              <a:gd name="connsiteY1" fmla="*/ 565484 h 1780674"/>
              <a:gd name="connsiteX2" fmla="*/ 180473 w 180473"/>
              <a:gd name="connsiteY2" fmla="*/ 0 h 1780674"/>
              <a:gd name="connsiteX0" fmla="*/ 201644 w 201644"/>
              <a:gd name="connsiteY0" fmla="*/ 1780674 h 1780674"/>
              <a:gd name="connsiteX1" fmla="*/ 0 w 201644"/>
              <a:gd name="connsiteY1" fmla="*/ 871797 h 1780674"/>
              <a:gd name="connsiteX2" fmla="*/ 201644 w 201644"/>
              <a:gd name="connsiteY2" fmla="*/ 0 h 1780674"/>
              <a:gd name="connsiteX0" fmla="*/ 201644 w 201644"/>
              <a:gd name="connsiteY0" fmla="*/ 1780674 h 1780674"/>
              <a:gd name="connsiteX1" fmla="*/ 0 w 201644"/>
              <a:gd name="connsiteY1" fmla="*/ 871797 h 1780674"/>
              <a:gd name="connsiteX2" fmla="*/ 201644 w 201644"/>
              <a:gd name="connsiteY2" fmla="*/ 0 h 1780674"/>
              <a:gd name="connsiteX0" fmla="*/ 201644 w 201644"/>
              <a:gd name="connsiteY0" fmla="*/ 1780674 h 1780674"/>
              <a:gd name="connsiteX1" fmla="*/ 0 w 201644"/>
              <a:gd name="connsiteY1" fmla="*/ 871797 h 1780674"/>
              <a:gd name="connsiteX2" fmla="*/ 201644 w 201644"/>
              <a:gd name="connsiteY2" fmla="*/ 0 h 1780674"/>
              <a:gd name="connsiteX0" fmla="*/ 254570 w 254570"/>
              <a:gd name="connsiteY0" fmla="*/ 1780674 h 1780674"/>
              <a:gd name="connsiteX1" fmla="*/ 0 w 254570"/>
              <a:gd name="connsiteY1" fmla="*/ 871797 h 1780674"/>
              <a:gd name="connsiteX2" fmla="*/ 201644 w 254570"/>
              <a:gd name="connsiteY2" fmla="*/ 0 h 1780674"/>
              <a:gd name="connsiteX0" fmla="*/ 191058 w 191058"/>
              <a:gd name="connsiteY0" fmla="*/ 1780674 h 1780674"/>
              <a:gd name="connsiteX1" fmla="*/ 0 w 191058"/>
              <a:gd name="connsiteY1" fmla="*/ 871797 h 1780674"/>
              <a:gd name="connsiteX2" fmla="*/ 138132 w 191058"/>
              <a:gd name="connsiteY2" fmla="*/ 0 h 1780674"/>
              <a:gd name="connsiteX0" fmla="*/ 205111 w 205111"/>
              <a:gd name="connsiteY0" fmla="*/ 1780674 h 1780674"/>
              <a:gd name="connsiteX1" fmla="*/ 14053 w 205111"/>
              <a:gd name="connsiteY1" fmla="*/ 871797 h 1780674"/>
              <a:gd name="connsiteX2" fmla="*/ 152185 w 205111"/>
              <a:gd name="connsiteY2" fmla="*/ 0 h 1780674"/>
              <a:gd name="connsiteX0" fmla="*/ 235753 w 235753"/>
              <a:gd name="connsiteY0" fmla="*/ 1780674 h 1780674"/>
              <a:gd name="connsiteX1" fmla="*/ 2354 w 235753"/>
              <a:gd name="connsiteY1" fmla="*/ 925852 h 1780674"/>
              <a:gd name="connsiteX2" fmla="*/ 182827 w 235753"/>
              <a:gd name="connsiteY2" fmla="*/ 0 h 1780674"/>
              <a:gd name="connsiteX0" fmla="*/ 233399 w 233399"/>
              <a:gd name="connsiteY0" fmla="*/ 1780674 h 1780674"/>
              <a:gd name="connsiteX1" fmla="*/ 0 w 233399"/>
              <a:gd name="connsiteY1" fmla="*/ 925852 h 1780674"/>
              <a:gd name="connsiteX2" fmla="*/ 180473 w 233399"/>
              <a:gd name="connsiteY2" fmla="*/ 0 h 1780674"/>
              <a:gd name="connsiteX0" fmla="*/ 180472 w 180472"/>
              <a:gd name="connsiteY0" fmla="*/ 1780674 h 1780674"/>
              <a:gd name="connsiteX1" fmla="*/ 0 w 180472"/>
              <a:gd name="connsiteY1" fmla="*/ 925852 h 1780674"/>
              <a:gd name="connsiteX2" fmla="*/ 127546 w 180472"/>
              <a:gd name="connsiteY2" fmla="*/ 0 h 1780674"/>
              <a:gd name="connsiteX0" fmla="*/ 183990 w 183990"/>
              <a:gd name="connsiteY0" fmla="*/ 1780674 h 1780674"/>
              <a:gd name="connsiteX1" fmla="*/ 3518 w 183990"/>
              <a:gd name="connsiteY1" fmla="*/ 925852 h 1780674"/>
              <a:gd name="connsiteX2" fmla="*/ 131064 w 183990"/>
              <a:gd name="connsiteY2" fmla="*/ 0 h 1780674"/>
              <a:gd name="connsiteX0" fmla="*/ 180472 w 180472"/>
              <a:gd name="connsiteY0" fmla="*/ 1780674 h 1780674"/>
              <a:gd name="connsiteX1" fmla="*/ 0 w 180472"/>
              <a:gd name="connsiteY1" fmla="*/ 925852 h 1780674"/>
              <a:gd name="connsiteX2" fmla="*/ 127546 w 180472"/>
              <a:gd name="connsiteY2" fmla="*/ 0 h 1780674"/>
            </a:gdLst>
            <a:ahLst/>
            <a:cxnLst>
              <a:cxn ang="0">
                <a:pos x="connsiteX0" y="connsiteY0"/>
              </a:cxn>
              <a:cxn ang="0">
                <a:pos x="connsiteX1" y="connsiteY1"/>
              </a:cxn>
              <a:cxn ang="0">
                <a:pos x="connsiteX2" y="connsiteY2"/>
              </a:cxn>
            </a:cxnLst>
            <a:rect l="l" t="t" r="r" b="b"/>
            <a:pathLst>
              <a:path w="180472" h="1780674">
                <a:moveTo>
                  <a:pt x="180472" y="1780674"/>
                </a:moveTo>
                <a:cubicBezTo>
                  <a:pt x="47893" y="1411559"/>
                  <a:pt x="21170" y="1267676"/>
                  <a:pt x="0" y="925852"/>
                </a:cubicBezTo>
                <a:cubicBezTo>
                  <a:pt x="0" y="629073"/>
                  <a:pt x="26724" y="179400"/>
                  <a:pt x="127546" y="0"/>
                </a:cubicBezTo>
              </a:path>
            </a:pathLst>
          </a:custGeom>
          <a:noFill/>
          <a:ln w="38100">
            <a:solidFill>
              <a:srgbClr val="0000FF"/>
            </a:solidFill>
            <a:tailEnd type="stealth" w="lg"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solidFill>
                <a:prstClr val="white"/>
              </a:solidFill>
            </a:endParaRPr>
          </a:p>
        </p:txBody>
      </p:sp>
      <p:cxnSp>
        <p:nvCxnSpPr>
          <p:cNvPr id="52" name="直接连接符 51"/>
          <p:cNvCxnSpPr/>
          <p:nvPr/>
        </p:nvCxnSpPr>
        <p:spPr bwMode="auto">
          <a:xfrm flipH="1" flipV="1">
            <a:off x="8359775" y="2641600"/>
            <a:ext cx="1588" cy="1730375"/>
          </a:xfrm>
          <a:prstGeom prst="line">
            <a:avLst/>
          </a:prstGeom>
          <a:ln w="38100">
            <a:solidFill>
              <a:srgbClr val="C0000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bwMode="auto">
          <a:xfrm flipH="1" flipV="1">
            <a:off x="8353425" y="915988"/>
            <a:ext cx="6350" cy="1727200"/>
          </a:xfrm>
          <a:prstGeom prst="line">
            <a:avLst/>
          </a:prstGeom>
          <a:ln w="38100">
            <a:solidFill>
              <a:srgbClr val="0000FF"/>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bwMode="auto">
          <a:xfrm flipH="1" flipV="1">
            <a:off x="8208963" y="915988"/>
            <a:ext cx="303212" cy="1587"/>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bwMode="auto">
          <a:xfrm flipH="1" flipV="1">
            <a:off x="8205788" y="2641600"/>
            <a:ext cx="303212" cy="1588"/>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bwMode="auto">
          <a:xfrm flipH="1">
            <a:off x="8251825" y="4371975"/>
            <a:ext cx="257175" cy="0"/>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bwMode="auto">
          <a:xfrm flipH="1" flipV="1">
            <a:off x="4924425" y="2284413"/>
            <a:ext cx="515938" cy="0"/>
          </a:xfrm>
          <a:prstGeom prst="line">
            <a:avLst/>
          </a:prstGeom>
          <a:ln w="38100">
            <a:solidFill>
              <a:schemeClr val="tx2">
                <a:lumMod val="60000"/>
                <a:lumOff val="40000"/>
              </a:schemeClr>
            </a:solidFill>
            <a:prstDash val="sysDash"/>
            <a:headEnd type="triangle"/>
            <a:tailEnd type="none"/>
          </a:ln>
        </p:spPr>
        <p:style>
          <a:lnRef idx="1">
            <a:schemeClr val="accent1"/>
          </a:lnRef>
          <a:fillRef idx="0">
            <a:schemeClr val="accent1"/>
          </a:fillRef>
          <a:effectRef idx="0">
            <a:schemeClr val="accent1"/>
          </a:effectRef>
          <a:fontRef idx="minor">
            <a:schemeClr val="tx1"/>
          </a:fontRef>
        </p:style>
      </p:cxnSp>
      <p:sp>
        <p:nvSpPr>
          <p:cNvPr id="63" name="Rectangle 5"/>
          <p:cNvSpPr>
            <a:spLocks noChangeArrowheads="1"/>
          </p:cNvSpPr>
          <p:nvPr/>
        </p:nvSpPr>
        <p:spPr bwMode="auto">
          <a:xfrm>
            <a:off x="4140200" y="2012950"/>
            <a:ext cx="925513" cy="541338"/>
          </a:xfrm>
          <a:prstGeom prst="rect">
            <a:avLst/>
          </a:prstGeom>
          <a:noFill/>
          <a:ln>
            <a:noFill/>
          </a:ln>
        </p:spPr>
        <p:txBody>
          <a:bodyPr tIns="82800"/>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ctr">
              <a:spcBef>
                <a:spcPct val="0"/>
              </a:spcBef>
              <a:buClrTx/>
              <a:buSzTx/>
              <a:buFontTx/>
              <a:buNone/>
              <a:defRPr/>
            </a:pPr>
            <a:r>
              <a:rPr lang="en-US" altLang="zh-CN" sz="1800" i="1" dirty="0" err="1">
                <a:solidFill>
                  <a:schemeClr val="tx2">
                    <a:lumMod val="60000"/>
                    <a:lumOff val="40000"/>
                  </a:schemeClr>
                </a:solidFill>
                <a:latin typeface="Times New Roman" panose="02020603050405020304" pitchFamily="18" charset="0"/>
                <a:ea typeface="楷体" panose="02010609060101010101" pitchFamily="49" charset="-122"/>
                <a:cs typeface="Times New Roman" panose="02020603050405020304" pitchFamily="18" charset="0"/>
              </a:rPr>
              <a:t>top_sp</a:t>
            </a:r>
            <a:endParaRPr lang="zh-CN" altLang="en-US" sz="1800" dirty="0">
              <a:solidFill>
                <a:schemeClr val="tx2">
                  <a:lumMod val="60000"/>
                  <a:lumOff val="40000"/>
                </a:schemeClr>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76841" name="Rectangle 5"/>
          <p:cNvSpPr>
            <a:spLocks noChangeArrowheads="1"/>
          </p:cNvSpPr>
          <p:nvPr/>
        </p:nvSpPr>
        <p:spPr bwMode="auto">
          <a:xfrm>
            <a:off x="7812088" y="3148013"/>
            <a:ext cx="1106487" cy="712787"/>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lIns="0" tIns="82800" rIns="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600" dirty="0">
                <a:solidFill>
                  <a:srgbClr val="C00000"/>
                </a:solidFill>
                <a:latin typeface="楷体" panose="02010609060101010101" pitchFamily="49" charset="-122"/>
                <a:ea typeface="楷体" panose="02010609060101010101" pitchFamily="49" charset="-122"/>
                <a:cs typeface="Times New Roman" panose="02020603050405020304" pitchFamily="18" charset="0"/>
              </a:rPr>
              <a:t>被调用者的活动记录</a:t>
            </a:r>
          </a:p>
        </p:txBody>
      </p:sp>
      <p:sp>
        <p:nvSpPr>
          <p:cNvPr id="76842" name="Rectangle 5"/>
          <p:cNvSpPr>
            <a:spLocks noChangeArrowheads="1"/>
          </p:cNvSpPr>
          <p:nvPr/>
        </p:nvSpPr>
        <p:spPr bwMode="auto">
          <a:xfrm>
            <a:off x="7812088" y="1355725"/>
            <a:ext cx="1058862" cy="7112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tIns="8280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600" dirty="0">
                <a:solidFill>
                  <a:srgbClr val="0000FF"/>
                </a:solidFill>
                <a:latin typeface="楷体" panose="02010609060101010101" pitchFamily="49" charset="-122"/>
                <a:ea typeface="楷体" panose="02010609060101010101" pitchFamily="49" charset="-122"/>
                <a:cs typeface="Times New Roman" panose="02020603050405020304" pitchFamily="18" charset="0"/>
              </a:rPr>
              <a:t>调用者的活动记录</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0" fill="hold" nodeType="clickEffect">
                                  <p:stCondLst>
                                    <p:cond delay="0"/>
                                  </p:stCondLst>
                                  <p:childTnLst>
                                    <p:set>
                                      <p:cBhvr>
                                        <p:cTn id="6" dur="1" fill="hold">
                                          <p:stCondLst>
                                            <p:cond delay="0"/>
                                          </p:stCondLst>
                                        </p:cTn>
                                        <p:tgtEl>
                                          <p:spTgt spid="809987">
                                            <p:txEl>
                                              <p:pRg st="0" end="0"/>
                                            </p:txEl>
                                          </p:spTgt>
                                        </p:tgtEl>
                                        <p:attrNameLst>
                                          <p:attrName>style.visibility</p:attrName>
                                        </p:attrNameLst>
                                      </p:cBhvr>
                                      <p:to>
                                        <p:strVal val="visible"/>
                                      </p:to>
                                    </p:set>
                                    <p:anim calcmode="lin" valueType="num">
                                      <p:cBhvr>
                                        <p:cTn id="7" dur="500" fill="hold"/>
                                        <p:tgtEl>
                                          <p:spTgt spid="809987">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809987">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809987">
                                            <p:txEl>
                                              <p:pRg st="0" end="0"/>
                                            </p:txEl>
                                          </p:spTgt>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0" fill="hold" nodeType="clickEffect">
                                  <p:stCondLst>
                                    <p:cond delay="0"/>
                                  </p:stCondLst>
                                  <p:childTnLst>
                                    <p:set>
                                      <p:cBhvr>
                                        <p:cTn id="13" dur="1" fill="hold">
                                          <p:stCondLst>
                                            <p:cond delay="0"/>
                                          </p:stCondLst>
                                        </p:cTn>
                                        <p:tgtEl>
                                          <p:spTgt spid="809987">
                                            <p:txEl>
                                              <p:pRg st="1" end="1"/>
                                            </p:txEl>
                                          </p:spTgt>
                                        </p:tgtEl>
                                        <p:attrNameLst>
                                          <p:attrName>style.visibility</p:attrName>
                                        </p:attrNameLst>
                                      </p:cBhvr>
                                      <p:to>
                                        <p:strVal val="visible"/>
                                      </p:to>
                                    </p:set>
                                    <p:anim calcmode="lin" valueType="num">
                                      <p:cBhvr>
                                        <p:cTn id="14" dur="500" fill="hold"/>
                                        <p:tgtEl>
                                          <p:spTgt spid="809987">
                                            <p:txEl>
                                              <p:pRg st="1" end="1"/>
                                            </p:txEl>
                                          </p:spTgt>
                                        </p:tgtEl>
                                        <p:attrNameLst>
                                          <p:attrName>ppt_w</p:attrName>
                                        </p:attrNameLst>
                                      </p:cBhvr>
                                      <p:tavLst>
                                        <p:tav tm="0">
                                          <p:val>
                                            <p:fltVal val="0"/>
                                          </p:val>
                                        </p:tav>
                                        <p:tav tm="100000">
                                          <p:val>
                                            <p:strVal val="#ppt_w"/>
                                          </p:val>
                                        </p:tav>
                                      </p:tavLst>
                                    </p:anim>
                                    <p:anim calcmode="lin" valueType="num">
                                      <p:cBhvr>
                                        <p:cTn id="15" dur="500" fill="hold"/>
                                        <p:tgtEl>
                                          <p:spTgt spid="809987">
                                            <p:txEl>
                                              <p:pRg st="1" end="1"/>
                                            </p:txEl>
                                          </p:spTgt>
                                        </p:tgtEl>
                                        <p:attrNameLst>
                                          <p:attrName>ppt_h</p:attrName>
                                        </p:attrNameLst>
                                      </p:cBhvr>
                                      <p:tavLst>
                                        <p:tav tm="0">
                                          <p:val>
                                            <p:fltVal val="0"/>
                                          </p:val>
                                        </p:tav>
                                        <p:tav tm="100000">
                                          <p:val>
                                            <p:strVal val="#ppt_h"/>
                                          </p:val>
                                        </p:tav>
                                      </p:tavLst>
                                    </p:anim>
                                    <p:animEffect transition="in" filter="fade">
                                      <p:cBhvr>
                                        <p:cTn id="16" dur="500"/>
                                        <p:tgtEl>
                                          <p:spTgt spid="809987">
                                            <p:txEl>
                                              <p:pRg st="1" end="1"/>
                                            </p:txEl>
                                          </p:spTgt>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53" presetClass="entr" presetSubtype="0" fill="hold" nodeType="clickEffect">
                                  <p:stCondLst>
                                    <p:cond delay="0"/>
                                  </p:stCondLst>
                                  <p:childTnLst>
                                    <p:set>
                                      <p:cBhvr>
                                        <p:cTn id="20" dur="1" fill="hold">
                                          <p:stCondLst>
                                            <p:cond delay="0"/>
                                          </p:stCondLst>
                                        </p:cTn>
                                        <p:tgtEl>
                                          <p:spTgt spid="809987">
                                            <p:txEl>
                                              <p:pRg st="2" end="2"/>
                                            </p:txEl>
                                          </p:spTgt>
                                        </p:tgtEl>
                                        <p:attrNameLst>
                                          <p:attrName>style.visibility</p:attrName>
                                        </p:attrNameLst>
                                      </p:cBhvr>
                                      <p:to>
                                        <p:strVal val="visible"/>
                                      </p:to>
                                    </p:set>
                                    <p:anim calcmode="lin" valueType="num">
                                      <p:cBhvr>
                                        <p:cTn id="21" dur="500" fill="hold"/>
                                        <p:tgtEl>
                                          <p:spTgt spid="809987">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809987">
                                            <p:txEl>
                                              <p:pRg st="2" end="2"/>
                                            </p:txEl>
                                          </p:spTgt>
                                        </p:tgtEl>
                                        <p:attrNameLst>
                                          <p:attrName>ppt_h</p:attrName>
                                        </p:attrNameLst>
                                      </p:cBhvr>
                                      <p:tavLst>
                                        <p:tav tm="0">
                                          <p:val>
                                            <p:fltVal val="0"/>
                                          </p:val>
                                        </p:tav>
                                        <p:tav tm="100000">
                                          <p:val>
                                            <p:strVal val="#ppt_h"/>
                                          </p:val>
                                        </p:tav>
                                      </p:tavLst>
                                    </p:anim>
                                    <p:animEffect transition="in" filter="fade">
                                      <p:cBhvr>
                                        <p:cTn id="23" dur="500"/>
                                        <p:tgtEl>
                                          <p:spTgt spid="809987">
                                            <p:txEl>
                                              <p:pRg st="2" end="2"/>
                                            </p:txEl>
                                          </p:spTgt>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53" presetClass="entr" presetSubtype="0" fill="hold" nodeType="clickEffect">
                                  <p:stCondLst>
                                    <p:cond delay="0"/>
                                  </p:stCondLst>
                                  <p:childTnLst>
                                    <p:set>
                                      <p:cBhvr>
                                        <p:cTn id="27" dur="1" fill="hold">
                                          <p:stCondLst>
                                            <p:cond delay="0"/>
                                          </p:stCondLst>
                                        </p:cTn>
                                        <p:tgtEl>
                                          <p:spTgt spid="809987">
                                            <p:txEl>
                                              <p:pRg st="3" end="3"/>
                                            </p:txEl>
                                          </p:spTgt>
                                        </p:tgtEl>
                                        <p:attrNameLst>
                                          <p:attrName>style.visibility</p:attrName>
                                        </p:attrNameLst>
                                      </p:cBhvr>
                                      <p:to>
                                        <p:strVal val="visible"/>
                                      </p:to>
                                    </p:set>
                                    <p:anim calcmode="lin" valueType="num">
                                      <p:cBhvr>
                                        <p:cTn id="28" dur="500" fill="hold"/>
                                        <p:tgtEl>
                                          <p:spTgt spid="809987">
                                            <p:txEl>
                                              <p:pRg st="3" end="3"/>
                                            </p:txEl>
                                          </p:spTgt>
                                        </p:tgtEl>
                                        <p:attrNameLst>
                                          <p:attrName>ppt_w</p:attrName>
                                        </p:attrNameLst>
                                      </p:cBhvr>
                                      <p:tavLst>
                                        <p:tav tm="0">
                                          <p:val>
                                            <p:fltVal val="0"/>
                                          </p:val>
                                        </p:tav>
                                        <p:tav tm="100000">
                                          <p:val>
                                            <p:strVal val="#ppt_w"/>
                                          </p:val>
                                        </p:tav>
                                      </p:tavLst>
                                    </p:anim>
                                    <p:anim calcmode="lin" valueType="num">
                                      <p:cBhvr>
                                        <p:cTn id="29" dur="500" fill="hold"/>
                                        <p:tgtEl>
                                          <p:spTgt spid="809987">
                                            <p:txEl>
                                              <p:pRg st="3" end="3"/>
                                            </p:txEl>
                                          </p:spTgt>
                                        </p:tgtEl>
                                        <p:attrNameLst>
                                          <p:attrName>ppt_h</p:attrName>
                                        </p:attrNameLst>
                                      </p:cBhvr>
                                      <p:tavLst>
                                        <p:tav tm="0">
                                          <p:val>
                                            <p:fltVal val="0"/>
                                          </p:val>
                                        </p:tav>
                                        <p:tav tm="100000">
                                          <p:val>
                                            <p:strVal val="#ppt_h"/>
                                          </p:val>
                                        </p:tav>
                                      </p:tavLst>
                                    </p:anim>
                                    <p:animEffect transition="in" filter="fade">
                                      <p:cBhvr>
                                        <p:cTn id="30" dur="500"/>
                                        <p:tgtEl>
                                          <p:spTgt spid="80998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矩形 27">
            <a:extLst>
              <a:ext uri="{FF2B5EF4-FFF2-40B4-BE49-F238E27FC236}">
                <a16:creationId xmlns:a16="http://schemas.microsoft.com/office/drawing/2014/main" id="{C493D1DE-E4A5-4781-ACDB-AC54A10F02AF}"/>
              </a:ext>
            </a:extLst>
          </p:cNvPr>
          <p:cNvSpPr/>
          <p:nvPr/>
        </p:nvSpPr>
        <p:spPr>
          <a:xfrm>
            <a:off x="5449783" y="2644655"/>
            <a:ext cx="2324210" cy="1715507"/>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B7622047-D87B-443A-8322-B7915019ECE0}"/>
              </a:ext>
            </a:extLst>
          </p:cNvPr>
          <p:cNvSpPr/>
          <p:nvPr/>
        </p:nvSpPr>
        <p:spPr>
          <a:xfrm>
            <a:off x="5451363" y="926090"/>
            <a:ext cx="2324211" cy="1715507"/>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9987" name="Rectangle 3"/>
          <p:cNvSpPr>
            <a:spLocks noGrp="1" noChangeArrowheads="1"/>
          </p:cNvSpPr>
          <p:nvPr>
            <p:ph idx="1"/>
          </p:nvPr>
        </p:nvSpPr>
        <p:spPr>
          <a:xfrm>
            <a:off x="250825" y="930274"/>
            <a:ext cx="3956051" cy="3775075"/>
          </a:xfrm>
        </p:spPr>
        <p:txBody>
          <a:bodyPr/>
          <a:lstStyle/>
          <a:p>
            <a:pPr algn="just">
              <a:lnSpc>
                <a:spcPts val="2500"/>
              </a:lnSpc>
              <a:buClrTx/>
              <a:buFont typeface="Wingdings" pitchFamily="2" charset="2"/>
              <a:buChar char="Ø"/>
              <a:defRPr/>
            </a:pPr>
            <a:r>
              <a:rPr lang="zh-CN" altLang="en-US" sz="2000" b="1" dirty="0">
                <a:solidFill>
                  <a:schemeClr val="tx1"/>
                </a:solidFill>
                <a:ea typeface="楷体" pitchFamily="49" charset="-122"/>
                <a:cs typeface="Times New Roman" pitchFamily="18" charset="0"/>
              </a:rPr>
              <a:t> </a:t>
            </a:r>
            <a:r>
              <a:rPr lang="zh-CN" altLang="en-US" sz="2000" b="1" dirty="0">
                <a:solidFill>
                  <a:srgbClr val="FF0000"/>
                </a:solidFill>
                <a:ea typeface="楷体" pitchFamily="49" charset="-122"/>
                <a:cs typeface="Times New Roman" pitchFamily="18" charset="0"/>
              </a:rPr>
              <a:t>被调用者</a:t>
            </a:r>
            <a:r>
              <a:rPr lang="zh-CN" altLang="en-US" sz="2000" b="1" dirty="0">
                <a:solidFill>
                  <a:schemeClr val="tx1"/>
                </a:solidFill>
                <a:ea typeface="楷体" pitchFamily="49" charset="-122"/>
                <a:cs typeface="Times New Roman" pitchFamily="18" charset="0"/>
              </a:rPr>
              <a:t>将</a:t>
            </a:r>
            <a:r>
              <a:rPr lang="zh-CN" altLang="en-US" sz="2000" b="1" dirty="0">
                <a:solidFill>
                  <a:srgbClr val="0070C0"/>
                </a:solidFill>
                <a:ea typeface="楷体" pitchFamily="49" charset="-122"/>
                <a:cs typeface="Times New Roman" pitchFamily="18" charset="0"/>
              </a:rPr>
              <a:t>返回值</a:t>
            </a:r>
            <a:r>
              <a:rPr lang="zh-CN" altLang="en-US" sz="2000" b="1" dirty="0">
                <a:solidFill>
                  <a:schemeClr val="tx1"/>
                </a:solidFill>
                <a:ea typeface="楷体" pitchFamily="49" charset="-122"/>
                <a:cs typeface="Times New Roman" pitchFamily="18" charset="0"/>
              </a:rPr>
              <a:t>放到与参数相邻的位置</a:t>
            </a:r>
            <a:endParaRPr lang="en-US" altLang="zh-CN" sz="2000" b="1" dirty="0">
              <a:solidFill>
                <a:schemeClr val="tx1"/>
              </a:solidFill>
              <a:ea typeface="楷体" pitchFamily="49" charset="-122"/>
              <a:cs typeface="Times New Roman" pitchFamily="18" charset="0"/>
            </a:endParaRPr>
          </a:p>
          <a:p>
            <a:pPr algn="just">
              <a:lnSpc>
                <a:spcPts val="2500"/>
              </a:lnSpc>
              <a:buClrTx/>
              <a:buFont typeface="Wingdings" pitchFamily="2" charset="2"/>
              <a:buChar char="Ø"/>
              <a:defRPr/>
            </a:pPr>
            <a:r>
              <a:rPr lang="zh-CN" altLang="en-US" sz="2000" b="1" dirty="0">
                <a:solidFill>
                  <a:schemeClr val="tx1"/>
                </a:solidFill>
                <a:ea typeface="楷体" pitchFamily="49" charset="-122"/>
                <a:cs typeface="Times New Roman" pitchFamily="18" charset="0"/>
              </a:rPr>
              <a:t> </a:t>
            </a:r>
            <a:r>
              <a:rPr lang="zh-CN" altLang="en-US" sz="2000" b="1" dirty="0">
                <a:solidFill>
                  <a:srgbClr val="FF0000"/>
                </a:solidFill>
                <a:ea typeface="楷体" pitchFamily="49" charset="-122"/>
                <a:cs typeface="Times New Roman" pitchFamily="18" charset="0"/>
              </a:rPr>
              <a:t>被调用者</a:t>
            </a:r>
            <a:r>
              <a:rPr lang="zh-CN" altLang="en-US" sz="2000" b="1" dirty="0">
                <a:solidFill>
                  <a:schemeClr val="tx1"/>
                </a:solidFill>
                <a:ea typeface="楷体" pitchFamily="49" charset="-122"/>
                <a:cs typeface="Times New Roman" pitchFamily="18" charset="0"/>
              </a:rPr>
              <a:t>根据</a:t>
            </a:r>
            <a:r>
              <a:rPr lang="zh-CN" altLang="en-US" sz="2000" b="1" dirty="0">
                <a:solidFill>
                  <a:srgbClr val="0070C0"/>
                </a:solidFill>
                <a:ea typeface="楷体" pitchFamily="49" charset="-122"/>
                <a:cs typeface="Times New Roman" pitchFamily="18" charset="0"/>
              </a:rPr>
              <a:t>控制链恢复调用者的</a:t>
            </a:r>
            <a:r>
              <a:rPr lang="en-US" altLang="zh-CN" sz="2000" b="1" i="1" dirty="0" err="1">
                <a:solidFill>
                  <a:srgbClr val="0070C0"/>
                </a:solidFill>
                <a:ea typeface="楷体" pitchFamily="49" charset="-122"/>
                <a:cs typeface="Times New Roman" pitchFamily="18" charset="0"/>
              </a:rPr>
              <a:t>top_sp</a:t>
            </a:r>
            <a:r>
              <a:rPr lang="zh-CN" altLang="en-US" sz="2000" b="1" dirty="0">
                <a:solidFill>
                  <a:srgbClr val="0070C0"/>
                </a:solidFill>
                <a:ea typeface="楷体" pitchFamily="49" charset="-122"/>
                <a:cs typeface="Times New Roman" pitchFamily="18" charset="0"/>
              </a:rPr>
              <a:t>，恢复寄存器信息</a:t>
            </a:r>
            <a:r>
              <a:rPr lang="zh-CN" altLang="en-US" sz="2000" b="1" dirty="0">
                <a:solidFill>
                  <a:schemeClr val="tx1"/>
                </a:solidFill>
                <a:ea typeface="楷体" pitchFamily="49" charset="-122"/>
                <a:cs typeface="Times New Roman" pitchFamily="18" charset="0"/>
              </a:rPr>
              <a:t>，然后</a:t>
            </a:r>
            <a:r>
              <a:rPr lang="zh-CN" altLang="en-US" sz="2000" b="1" dirty="0">
                <a:solidFill>
                  <a:srgbClr val="0070C0"/>
                </a:solidFill>
                <a:ea typeface="楷体" pitchFamily="49" charset="-122"/>
                <a:cs typeface="Times New Roman" pitchFamily="18" charset="0"/>
              </a:rPr>
              <a:t>跳转到</a:t>
            </a:r>
            <a:r>
              <a:rPr lang="zh-CN" altLang="en-US" sz="2000" b="1" dirty="0">
                <a:solidFill>
                  <a:schemeClr val="tx1"/>
                </a:solidFill>
                <a:ea typeface="楷体" pitchFamily="49" charset="-122"/>
                <a:cs typeface="Times New Roman" pitchFamily="18" charset="0"/>
              </a:rPr>
              <a:t>机器状态字段中的</a:t>
            </a:r>
            <a:r>
              <a:rPr lang="zh-CN" altLang="en-US" sz="2000" b="1" dirty="0">
                <a:solidFill>
                  <a:srgbClr val="0070C0"/>
                </a:solidFill>
                <a:ea typeface="楷体" pitchFamily="49" charset="-122"/>
                <a:cs typeface="Times New Roman" pitchFamily="18" charset="0"/>
              </a:rPr>
              <a:t>返回地址</a:t>
            </a:r>
            <a:endParaRPr lang="en-US" altLang="zh-CN" sz="2000" b="1" dirty="0">
              <a:solidFill>
                <a:srgbClr val="0070C0"/>
              </a:solidFill>
              <a:ea typeface="楷体" pitchFamily="49" charset="-122"/>
              <a:cs typeface="Times New Roman" pitchFamily="18" charset="0"/>
            </a:endParaRPr>
          </a:p>
          <a:p>
            <a:pPr algn="just">
              <a:lnSpc>
                <a:spcPts val="2500"/>
              </a:lnSpc>
              <a:buClrTx/>
              <a:buFont typeface="Wingdings" pitchFamily="2" charset="2"/>
              <a:buChar char="Ø"/>
              <a:defRPr/>
            </a:pPr>
            <a:r>
              <a:rPr lang="zh-CN" altLang="en-US" sz="2000" b="1" dirty="0">
                <a:solidFill>
                  <a:srgbClr val="0070C0"/>
                </a:solidFill>
                <a:ea typeface="楷体" pitchFamily="49" charset="-122"/>
                <a:cs typeface="Times New Roman" pitchFamily="18" charset="0"/>
              </a:rPr>
              <a:t>调用者</a:t>
            </a:r>
            <a:r>
              <a:rPr lang="zh-CN" altLang="en-US" sz="2000" b="1" dirty="0">
                <a:solidFill>
                  <a:schemeClr val="tx1"/>
                </a:solidFill>
                <a:ea typeface="楷体" pitchFamily="49" charset="-122"/>
                <a:cs typeface="Times New Roman" pitchFamily="18" charset="0"/>
              </a:rPr>
              <a:t>知道</a:t>
            </a:r>
            <a:r>
              <a:rPr lang="zh-CN" altLang="en-US" sz="2000" b="1" dirty="0">
                <a:solidFill>
                  <a:srgbClr val="0070C0"/>
                </a:solidFill>
                <a:ea typeface="楷体" pitchFamily="49" charset="-122"/>
                <a:cs typeface="Times New Roman" pitchFamily="18" charset="0"/>
              </a:rPr>
              <a:t>返回值</a:t>
            </a:r>
            <a:r>
              <a:rPr lang="zh-CN" altLang="en-US" sz="2000" b="1" dirty="0">
                <a:solidFill>
                  <a:schemeClr val="tx1"/>
                </a:solidFill>
                <a:ea typeface="楷体" pitchFamily="49" charset="-122"/>
                <a:cs typeface="Times New Roman" pitchFamily="18" charset="0"/>
              </a:rPr>
              <a:t>相对于</a:t>
            </a:r>
            <a:r>
              <a:rPr lang="zh-CN" altLang="en-US" sz="2000" b="1" dirty="0">
                <a:solidFill>
                  <a:srgbClr val="0070C0"/>
                </a:solidFill>
                <a:ea typeface="楷体" pitchFamily="49" charset="-122"/>
                <a:cs typeface="Times New Roman" pitchFamily="18" charset="0"/>
              </a:rPr>
              <a:t>自己的</a:t>
            </a:r>
            <a:r>
              <a:rPr lang="en-US" altLang="zh-CN" sz="2000" b="1" i="1" dirty="0" err="1">
                <a:solidFill>
                  <a:srgbClr val="0070C0"/>
                </a:solidFill>
                <a:ea typeface="楷体" pitchFamily="49" charset="-122"/>
                <a:cs typeface="Times New Roman" pitchFamily="18" charset="0"/>
              </a:rPr>
              <a:t>top_sp</a:t>
            </a:r>
            <a:r>
              <a:rPr lang="zh-CN" altLang="en-US" sz="2000" b="1" dirty="0">
                <a:solidFill>
                  <a:srgbClr val="0070C0"/>
                </a:solidFill>
                <a:ea typeface="楷体" pitchFamily="49" charset="-122"/>
                <a:cs typeface="Times New Roman" pitchFamily="18" charset="0"/>
              </a:rPr>
              <a:t>值</a:t>
            </a:r>
            <a:r>
              <a:rPr lang="zh-CN" altLang="en-US" sz="2000" b="1" dirty="0">
                <a:solidFill>
                  <a:schemeClr val="tx1"/>
                </a:solidFill>
                <a:ea typeface="楷体" pitchFamily="49" charset="-122"/>
                <a:cs typeface="Times New Roman" pitchFamily="18" charset="0"/>
              </a:rPr>
              <a:t>的位置。因此，调用者可以使用</a:t>
            </a:r>
            <a:r>
              <a:rPr lang="zh-CN" altLang="en-US" sz="2000" b="1" dirty="0">
                <a:solidFill>
                  <a:srgbClr val="0070C0"/>
                </a:solidFill>
                <a:ea typeface="楷体" pitchFamily="49" charset="-122"/>
                <a:cs typeface="Times New Roman" pitchFamily="18" charset="0"/>
              </a:rPr>
              <a:t>返回值</a:t>
            </a:r>
            <a:endParaRPr lang="en-US" altLang="zh-CN" sz="2000" b="1" dirty="0">
              <a:solidFill>
                <a:srgbClr val="0070C0"/>
              </a:solidFill>
              <a:ea typeface="楷体" pitchFamily="49" charset="-122"/>
              <a:cs typeface="Times New Roman" pitchFamily="18" charset="0"/>
            </a:endParaRPr>
          </a:p>
        </p:txBody>
      </p:sp>
      <p:sp>
        <p:nvSpPr>
          <p:cNvPr id="78851"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返回序列</a:t>
            </a:r>
          </a:p>
        </p:txBody>
      </p:sp>
      <p:cxnSp>
        <p:nvCxnSpPr>
          <p:cNvPr id="17" name="直接连接符 16"/>
          <p:cNvCxnSpPr/>
          <p:nvPr/>
        </p:nvCxnSpPr>
        <p:spPr bwMode="auto">
          <a:xfrm flipH="1" flipV="1">
            <a:off x="4937125" y="2284413"/>
            <a:ext cx="492125" cy="1727200"/>
          </a:xfrm>
          <a:prstGeom prst="line">
            <a:avLst/>
          </a:prstGeom>
          <a:ln w="38100">
            <a:solidFill>
              <a:srgbClr val="0000FF"/>
            </a:solidFill>
            <a:prstDash val="dash"/>
            <a:headEnd type="stealth" w="lg" len="lg"/>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18" name="内容占位符 3"/>
          <p:cNvGraphicFramePr>
            <a:graphicFrameLocks/>
          </p:cNvGraphicFramePr>
          <p:nvPr>
            <p:extLst>
              <p:ext uri="{D42A27DB-BD31-4B8C-83A1-F6EECF244321}">
                <p14:modId xmlns:p14="http://schemas.microsoft.com/office/powerpoint/2010/main" val="3113122010"/>
              </p:ext>
            </p:extLst>
          </p:nvPr>
        </p:nvGraphicFramePr>
        <p:xfrm>
          <a:off x="5457825" y="590550"/>
          <a:ext cx="2325688" cy="4114800"/>
        </p:xfrm>
        <a:graphic>
          <a:graphicData uri="http://schemas.openxmlformats.org/drawingml/2006/table">
            <a:tbl>
              <a:tblPr firstRow="1" bandRow="1">
                <a:tableStyleId>{2D5ABB26-0587-4C30-8999-92F81FD0307C}</a:tableStyleId>
              </a:tblPr>
              <a:tblGrid>
                <a:gridCol w="2325688">
                  <a:extLst>
                    <a:ext uri="{9D8B030D-6E8A-4147-A177-3AD203B41FA5}">
                      <a16:colId xmlns:a16="http://schemas.microsoft.com/office/drawing/2014/main" val="20000"/>
                    </a:ext>
                  </a:extLst>
                </a:gridCol>
              </a:tblGrid>
              <a:tr h="269016">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38100" cap="flat" cmpd="sng" algn="ctr">
                      <a:solidFill>
                        <a:schemeClr val="tx2">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rgbClr val="000000"/>
                          </a:solidFill>
                          <a:effectLst/>
                          <a:latin typeface="宋体" panose="02010600030101010101" pitchFamily="2" charset="-122"/>
                          <a:ea typeface="楷体" panose="02010609060101010101" pitchFamily="49" charset="-122"/>
                          <a:cs typeface="Times New Roman" panose="02020603050405020304" pitchFamily="18" charset="0"/>
                        </a:rPr>
                        <a:t>参数和返回值</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1"/>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控制链</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2"/>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访问链</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3"/>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en-US" sz="1800" b="1" kern="1200" dirty="0">
                          <a:solidFill>
                            <a:schemeClr val="tx1"/>
                          </a:solidFill>
                          <a:effectLst/>
                          <a:latin typeface="+mn-lt"/>
                          <a:ea typeface="+mn-ea"/>
                          <a:cs typeface="+mn-cs"/>
                        </a:rPr>
                        <a:t>保存的</a:t>
                      </a:r>
                      <a:r>
                        <a:rPr lang="zh-CN" altLang="zh-CN" sz="1800" b="1" kern="1200" dirty="0">
                          <a:solidFill>
                            <a:schemeClr val="tx1"/>
                          </a:solidFill>
                          <a:effectLst/>
                          <a:latin typeface="+mn-lt"/>
                          <a:ea typeface="+mn-ea"/>
                          <a:cs typeface="+mn-cs"/>
                        </a:rPr>
                        <a:t>机器状态</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4"/>
                  </a:ext>
                </a:extLst>
              </a:tr>
              <a:tr h="298578">
                <a:tc>
                  <a:txBody>
                    <a:bodyPr/>
                    <a:lstStyle/>
                    <a:p>
                      <a:pPr algn="ctr"/>
                      <a:r>
                        <a:rPr lang="zh-CN" altLang="zh-CN" sz="1800" b="1" kern="1200" dirty="0">
                          <a:solidFill>
                            <a:schemeClr val="tx1"/>
                          </a:solidFill>
                          <a:effectLst/>
                          <a:latin typeface="+mn-lt"/>
                          <a:ea typeface="+mn-ea"/>
                          <a:cs typeface="+mn-cs"/>
                        </a:rPr>
                        <a:t>局部数据和临时数</a:t>
                      </a:r>
                      <a:r>
                        <a:rPr lang="zh-CN" altLang="en-US" sz="1800" b="1" kern="1200" dirty="0">
                          <a:solidFill>
                            <a:schemeClr val="tx1"/>
                          </a:solidFill>
                          <a:effectLst/>
                          <a:latin typeface="+mn-lt"/>
                          <a:ea typeface="+mn-ea"/>
                          <a:cs typeface="+mn-cs"/>
                        </a:rPr>
                        <a:t>据</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38100" cap="flat" cmpd="sng" algn="ctr">
                      <a:solidFill>
                        <a:schemeClr val="tx2">
                          <a:lumMod val="60000"/>
                          <a:lumOff val="40000"/>
                        </a:schemeClr>
                      </a:solidFill>
                      <a:prstDash val="solid"/>
                      <a:round/>
                      <a:headEnd type="none" w="med" len="med"/>
                      <a:tailEnd type="none" w="med" len="med"/>
                    </a:lnB>
                  </a:tcPr>
                </a:tc>
                <a:extLst>
                  <a:ext uri="{0D108BD9-81ED-4DB2-BD59-A6C34878D82A}">
                    <a16:rowId xmlns:a16="http://schemas.microsoft.com/office/drawing/2014/main" val="10005"/>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参数和</a:t>
                      </a:r>
                      <a:r>
                        <a:rPr lang="zh-CN" altLang="zh-CN" sz="1800" b="1" kern="1200" dirty="0">
                          <a:solidFill>
                            <a:srgbClr val="C00000"/>
                          </a:solidFill>
                          <a:effectLst/>
                          <a:latin typeface="+mn-lt"/>
                          <a:ea typeface="+mn-ea"/>
                          <a:cs typeface="+mn-cs"/>
                        </a:rPr>
                        <a:t>返回值</a:t>
                      </a:r>
                      <a:endParaRPr lang="zh-CN" altLang="en-US" sz="1800" dirty="0">
                        <a:solidFill>
                          <a:srgbClr val="C00000"/>
                        </a:solidFill>
                      </a:endParaRPr>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6"/>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控制链</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7"/>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访问链</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8"/>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rgbClr val="C00000"/>
                          </a:solidFill>
                          <a:effectLst/>
                          <a:latin typeface="+mn-lt"/>
                          <a:ea typeface="+mn-ea"/>
                          <a:cs typeface="+mn-cs"/>
                        </a:rPr>
                        <a:t>机器状态</a:t>
                      </a:r>
                      <a:r>
                        <a:rPr lang="en-US" altLang="zh-CN" sz="1800" b="1" kern="1200" dirty="0">
                          <a:solidFill>
                            <a:srgbClr val="C00000"/>
                          </a:solidFill>
                          <a:effectLst/>
                          <a:latin typeface="+mn-lt"/>
                          <a:ea typeface="+mn-ea"/>
                          <a:cs typeface="+mn-cs"/>
                        </a:rPr>
                        <a:t>(</a:t>
                      </a:r>
                      <a:r>
                        <a:rPr lang="zh-CN" altLang="en-US" sz="1800" b="1" kern="1200" dirty="0">
                          <a:solidFill>
                            <a:srgbClr val="C00000"/>
                          </a:solidFill>
                          <a:effectLst/>
                          <a:latin typeface="+mn-lt"/>
                          <a:ea typeface="+mn-ea"/>
                          <a:cs typeface="+mn-cs"/>
                        </a:rPr>
                        <a:t>返回地址）</a:t>
                      </a:r>
                      <a:endParaRPr lang="zh-CN" altLang="en-US" sz="1800" dirty="0">
                        <a:solidFill>
                          <a:srgbClr val="C00000"/>
                        </a:solidFill>
                      </a:endParaRPr>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9"/>
                  </a:ext>
                </a:extLst>
              </a:tr>
              <a:tr h="298578">
                <a:tc>
                  <a:txBody>
                    <a:bodyPr/>
                    <a:lstStyle/>
                    <a:p>
                      <a:pPr algn="ctr" eaLnBrk="0" fontAlgn="base" hangingPunct="0"/>
                      <a:r>
                        <a:rPr lang="zh-CN" altLang="zh-CN" sz="1800" b="1" kern="1200" dirty="0">
                          <a:solidFill>
                            <a:schemeClr val="tx1"/>
                          </a:solidFill>
                          <a:effectLst/>
                          <a:latin typeface="+mn-lt"/>
                          <a:ea typeface="+mn-ea"/>
                          <a:cs typeface="+mn-cs"/>
                        </a:rPr>
                        <a:t>局部数据和临时数据</a:t>
                      </a:r>
                      <a:endParaRPr lang="zh-CN" altLang="zh-CN" sz="1800" kern="1200" dirty="0">
                        <a:solidFill>
                          <a:schemeClr val="tx1"/>
                        </a:solidFill>
                        <a:effectLst/>
                        <a:latin typeface="+mn-lt"/>
                        <a:ea typeface="+mn-ea"/>
                        <a:cs typeface="+mn-cs"/>
                      </a:endParaRPr>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38100" cap="flat" cmpd="sng" algn="ctr">
                      <a:solidFill>
                        <a:schemeClr val="tx2">
                          <a:lumMod val="60000"/>
                          <a:lumOff val="40000"/>
                        </a:schemeClr>
                      </a:solidFill>
                      <a:prstDash val="solid"/>
                      <a:round/>
                      <a:headEnd type="none" w="med" len="med"/>
                      <a:tailEnd type="none" w="med" len="med"/>
                    </a:lnB>
                  </a:tcPr>
                </a:tc>
                <a:extLst>
                  <a:ext uri="{0D108BD9-81ED-4DB2-BD59-A6C34878D82A}">
                    <a16:rowId xmlns:a16="http://schemas.microsoft.com/office/drawing/2014/main" val="10010"/>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38100" cap="flat" cmpd="sng" algn="ctr">
                      <a:no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19" name="弧形 18"/>
          <p:cNvSpPr/>
          <p:nvPr/>
        </p:nvSpPr>
        <p:spPr bwMode="auto">
          <a:xfrm rot="10056762" flipV="1">
            <a:off x="5268913" y="731838"/>
            <a:ext cx="193675" cy="747712"/>
          </a:xfrm>
          <a:prstGeom prst="arc">
            <a:avLst>
              <a:gd name="adj1" fmla="val 16831102"/>
              <a:gd name="adj2" fmla="val 5229498"/>
            </a:avLst>
          </a:prstGeom>
          <a:ln w="38100">
            <a:solidFill>
              <a:schemeClr val="tx2">
                <a:lumMod val="60000"/>
                <a:lumOff val="40000"/>
              </a:schemeClr>
            </a:solidFill>
            <a:headEnd type="stealth" w="lg" len="lg"/>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zh-CN" altLang="en-US">
              <a:solidFill>
                <a:prstClr val="black"/>
              </a:solidFill>
            </a:endParaRPr>
          </a:p>
        </p:txBody>
      </p:sp>
      <p:sp>
        <p:nvSpPr>
          <p:cNvPr id="20" name="任意多边形 19"/>
          <p:cNvSpPr/>
          <p:nvPr/>
        </p:nvSpPr>
        <p:spPr>
          <a:xfrm>
            <a:off x="5207000" y="2355850"/>
            <a:ext cx="249238" cy="792163"/>
          </a:xfrm>
          <a:custGeom>
            <a:avLst/>
            <a:gdLst>
              <a:gd name="connsiteX0" fmla="*/ 180473 w 180473"/>
              <a:gd name="connsiteY0" fmla="*/ 1780674 h 1780674"/>
              <a:gd name="connsiteX1" fmla="*/ 0 w 180473"/>
              <a:gd name="connsiteY1" fmla="*/ 565484 h 1780674"/>
              <a:gd name="connsiteX2" fmla="*/ 180473 w 180473"/>
              <a:gd name="connsiteY2" fmla="*/ 0 h 1780674"/>
              <a:gd name="connsiteX0" fmla="*/ 201644 w 201644"/>
              <a:gd name="connsiteY0" fmla="*/ 1780674 h 1780674"/>
              <a:gd name="connsiteX1" fmla="*/ 0 w 201644"/>
              <a:gd name="connsiteY1" fmla="*/ 871797 h 1780674"/>
              <a:gd name="connsiteX2" fmla="*/ 201644 w 201644"/>
              <a:gd name="connsiteY2" fmla="*/ 0 h 1780674"/>
              <a:gd name="connsiteX0" fmla="*/ 201644 w 201644"/>
              <a:gd name="connsiteY0" fmla="*/ 1780674 h 1780674"/>
              <a:gd name="connsiteX1" fmla="*/ 0 w 201644"/>
              <a:gd name="connsiteY1" fmla="*/ 871797 h 1780674"/>
              <a:gd name="connsiteX2" fmla="*/ 201644 w 201644"/>
              <a:gd name="connsiteY2" fmla="*/ 0 h 1780674"/>
              <a:gd name="connsiteX0" fmla="*/ 201644 w 201644"/>
              <a:gd name="connsiteY0" fmla="*/ 1780674 h 1780674"/>
              <a:gd name="connsiteX1" fmla="*/ 0 w 201644"/>
              <a:gd name="connsiteY1" fmla="*/ 871797 h 1780674"/>
              <a:gd name="connsiteX2" fmla="*/ 201644 w 201644"/>
              <a:gd name="connsiteY2" fmla="*/ 0 h 1780674"/>
              <a:gd name="connsiteX0" fmla="*/ 254570 w 254570"/>
              <a:gd name="connsiteY0" fmla="*/ 1780674 h 1780674"/>
              <a:gd name="connsiteX1" fmla="*/ 0 w 254570"/>
              <a:gd name="connsiteY1" fmla="*/ 871797 h 1780674"/>
              <a:gd name="connsiteX2" fmla="*/ 201644 w 254570"/>
              <a:gd name="connsiteY2" fmla="*/ 0 h 1780674"/>
              <a:gd name="connsiteX0" fmla="*/ 191058 w 191058"/>
              <a:gd name="connsiteY0" fmla="*/ 1780674 h 1780674"/>
              <a:gd name="connsiteX1" fmla="*/ 0 w 191058"/>
              <a:gd name="connsiteY1" fmla="*/ 871797 h 1780674"/>
              <a:gd name="connsiteX2" fmla="*/ 138132 w 191058"/>
              <a:gd name="connsiteY2" fmla="*/ 0 h 1780674"/>
              <a:gd name="connsiteX0" fmla="*/ 205111 w 205111"/>
              <a:gd name="connsiteY0" fmla="*/ 1780674 h 1780674"/>
              <a:gd name="connsiteX1" fmla="*/ 14053 w 205111"/>
              <a:gd name="connsiteY1" fmla="*/ 871797 h 1780674"/>
              <a:gd name="connsiteX2" fmla="*/ 152185 w 205111"/>
              <a:gd name="connsiteY2" fmla="*/ 0 h 1780674"/>
              <a:gd name="connsiteX0" fmla="*/ 235753 w 235753"/>
              <a:gd name="connsiteY0" fmla="*/ 1780674 h 1780674"/>
              <a:gd name="connsiteX1" fmla="*/ 2354 w 235753"/>
              <a:gd name="connsiteY1" fmla="*/ 925852 h 1780674"/>
              <a:gd name="connsiteX2" fmla="*/ 182827 w 235753"/>
              <a:gd name="connsiteY2" fmla="*/ 0 h 1780674"/>
              <a:gd name="connsiteX0" fmla="*/ 233399 w 233399"/>
              <a:gd name="connsiteY0" fmla="*/ 1780674 h 1780674"/>
              <a:gd name="connsiteX1" fmla="*/ 0 w 233399"/>
              <a:gd name="connsiteY1" fmla="*/ 925852 h 1780674"/>
              <a:gd name="connsiteX2" fmla="*/ 180473 w 233399"/>
              <a:gd name="connsiteY2" fmla="*/ 0 h 1780674"/>
              <a:gd name="connsiteX0" fmla="*/ 180472 w 180472"/>
              <a:gd name="connsiteY0" fmla="*/ 1780674 h 1780674"/>
              <a:gd name="connsiteX1" fmla="*/ 0 w 180472"/>
              <a:gd name="connsiteY1" fmla="*/ 925852 h 1780674"/>
              <a:gd name="connsiteX2" fmla="*/ 127546 w 180472"/>
              <a:gd name="connsiteY2" fmla="*/ 0 h 1780674"/>
              <a:gd name="connsiteX0" fmla="*/ 183990 w 183990"/>
              <a:gd name="connsiteY0" fmla="*/ 1780674 h 1780674"/>
              <a:gd name="connsiteX1" fmla="*/ 3518 w 183990"/>
              <a:gd name="connsiteY1" fmla="*/ 925852 h 1780674"/>
              <a:gd name="connsiteX2" fmla="*/ 131064 w 183990"/>
              <a:gd name="connsiteY2" fmla="*/ 0 h 1780674"/>
              <a:gd name="connsiteX0" fmla="*/ 180472 w 180472"/>
              <a:gd name="connsiteY0" fmla="*/ 1780674 h 1780674"/>
              <a:gd name="connsiteX1" fmla="*/ 0 w 180472"/>
              <a:gd name="connsiteY1" fmla="*/ 925852 h 1780674"/>
              <a:gd name="connsiteX2" fmla="*/ 127546 w 180472"/>
              <a:gd name="connsiteY2" fmla="*/ 0 h 1780674"/>
            </a:gdLst>
            <a:ahLst/>
            <a:cxnLst>
              <a:cxn ang="0">
                <a:pos x="connsiteX0" y="connsiteY0"/>
              </a:cxn>
              <a:cxn ang="0">
                <a:pos x="connsiteX1" y="connsiteY1"/>
              </a:cxn>
              <a:cxn ang="0">
                <a:pos x="connsiteX2" y="connsiteY2"/>
              </a:cxn>
            </a:cxnLst>
            <a:rect l="l" t="t" r="r" b="b"/>
            <a:pathLst>
              <a:path w="180472" h="1780674">
                <a:moveTo>
                  <a:pt x="180472" y="1780674"/>
                </a:moveTo>
                <a:cubicBezTo>
                  <a:pt x="47893" y="1411559"/>
                  <a:pt x="21170" y="1267676"/>
                  <a:pt x="0" y="925852"/>
                </a:cubicBezTo>
                <a:cubicBezTo>
                  <a:pt x="0" y="629073"/>
                  <a:pt x="26724" y="179400"/>
                  <a:pt x="127546" y="0"/>
                </a:cubicBezTo>
              </a:path>
            </a:pathLst>
          </a:custGeom>
          <a:noFill/>
          <a:ln w="38100">
            <a:solidFill>
              <a:srgbClr val="C00000"/>
            </a:solidFill>
            <a:tailEnd type="stealth" w="lg"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solidFill>
                <a:prstClr val="white"/>
              </a:solidFill>
            </a:endParaRPr>
          </a:p>
        </p:txBody>
      </p:sp>
      <p:cxnSp>
        <p:nvCxnSpPr>
          <p:cNvPr id="21" name="直接连接符 20"/>
          <p:cNvCxnSpPr/>
          <p:nvPr/>
        </p:nvCxnSpPr>
        <p:spPr bwMode="auto">
          <a:xfrm flipH="1" flipV="1">
            <a:off x="8359775" y="2641600"/>
            <a:ext cx="1588" cy="1730375"/>
          </a:xfrm>
          <a:prstGeom prst="line">
            <a:avLst/>
          </a:prstGeom>
          <a:ln w="38100">
            <a:solidFill>
              <a:srgbClr val="C0000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bwMode="auto">
          <a:xfrm flipH="1" flipV="1">
            <a:off x="8353425" y="915988"/>
            <a:ext cx="6350" cy="1727200"/>
          </a:xfrm>
          <a:prstGeom prst="line">
            <a:avLst/>
          </a:prstGeom>
          <a:ln w="38100">
            <a:solidFill>
              <a:srgbClr val="0000FF"/>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bwMode="auto">
          <a:xfrm flipH="1" flipV="1">
            <a:off x="8208963" y="915988"/>
            <a:ext cx="303212" cy="1587"/>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bwMode="auto">
          <a:xfrm flipH="1" flipV="1">
            <a:off x="8205788" y="2641600"/>
            <a:ext cx="303212" cy="1588"/>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bwMode="auto">
          <a:xfrm flipH="1">
            <a:off x="8251825" y="4371975"/>
            <a:ext cx="257175" cy="0"/>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bwMode="auto">
          <a:xfrm flipH="1" flipV="1">
            <a:off x="4924425" y="2284413"/>
            <a:ext cx="515938" cy="0"/>
          </a:xfrm>
          <a:prstGeom prst="line">
            <a:avLst/>
          </a:prstGeom>
          <a:ln w="38100">
            <a:solidFill>
              <a:srgbClr val="C00000"/>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27" name="Rectangle 5"/>
          <p:cNvSpPr>
            <a:spLocks noChangeArrowheads="1"/>
          </p:cNvSpPr>
          <p:nvPr/>
        </p:nvSpPr>
        <p:spPr bwMode="auto">
          <a:xfrm>
            <a:off x="4140200" y="2012950"/>
            <a:ext cx="925513" cy="541338"/>
          </a:xfrm>
          <a:prstGeom prst="rect">
            <a:avLst/>
          </a:prstGeom>
          <a:noFill/>
          <a:ln>
            <a:noFill/>
          </a:ln>
        </p:spPr>
        <p:txBody>
          <a:bodyPr tIns="82800"/>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ctr">
              <a:spcBef>
                <a:spcPct val="0"/>
              </a:spcBef>
              <a:buClrTx/>
              <a:buSzTx/>
              <a:buFontTx/>
              <a:buNone/>
              <a:defRPr/>
            </a:pPr>
            <a:r>
              <a:rPr lang="en-US" altLang="zh-CN" sz="1800" i="1" dirty="0" err="1">
                <a:solidFill>
                  <a:schemeClr val="tx2">
                    <a:lumMod val="60000"/>
                    <a:lumOff val="40000"/>
                  </a:schemeClr>
                </a:solidFill>
                <a:latin typeface="Times New Roman" panose="02020603050405020304" pitchFamily="18" charset="0"/>
                <a:ea typeface="楷体" panose="02010609060101010101" pitchFamily="49" charset="-122"/>
                <a:cs typeface="Times New Roman" panose="02020603050405020304" pitchFamily="18" charset="0"/>
              </a:rPr>
              <a:t>top_sp</a:t>
            </a:r>
            <a:endParaRPr lang="zh-CN" altLang="en-US" sz="1800" dirty="0">
              <a:solidFill>
                <a:schemeClr val="tx2">
                  <a:lumMod val="60000"/>
                  <a:lumOff val="40000"/>
                </a:schemeClr>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78889" name="Rectangle 5"/>
          <p:cNvSpPr>
            <a:spLocks noChangeArrowheads="1"/>
          </p:cNvSpPr>
          <p:nvPr/>
        </p:nvSpPr>
        <p:spPr bwMode="auto">
          <a:xfrm>
            <a:off x="7812088" y="3148013"/>
            <a:ext cx="1106487" cy="712787"/>
          </a:xfrm>
          <a:prstGeom prst="rect">
            <a:avLst/>
          </a:prstGeom>
          <a:solidFill>
            <a:schemeClr val="bg1"/>
          </a:solidFill>
          <a:ln w="9525">
            <a:solidFill>
              <a:schemeClr val="bg1"/>
            </a:solidFill>
            <a:miter lim="800000"/>
            <a:headEnd/>
            <a:tailEnd/>
          </a:ln>
          <a:extLst/>
        </p:spPr>
        <p:txBody>
          <a:bodyPr lIns="0" tIns="82800" rIns="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600" dirty="0">
                <a:solidFill>
                  <a:srgbClr val="C00000"/>
                </a:solidFill>
                <a:latin typeface="楷体" panose="02010609060101010101" pitchFamily="49" charset="-122"/>
                <a:ea typeface="楷体" panose="02010609060101010101" pitchFamily="49" charset="-122"/>
                <a:cs typeface="Times New Roman" panose="02020603050405020304" pitchFamily="18" charset="0"/>
              </a:rPr>
              <a:t>被调用者的活动记录</a:t>
            </a:r>
          </a:p>
        </p:txBody>
      </p:sp>
      <p:sp>
        <p:nvSpPr>
          <p:cNvPr id="78890" name="Rectangle 5"/>
          <p:cNvSpPr>
            <a:spLocks noChangeArrowheads="1"/>
          </p:cNvSpPr>
          <p:nvPr/>
        </p:nvSpPr>
        <p:spPr bwMode="auto">
          <a:xfrm>
            <a:off x="7812088" y="1355725"/>
            <a:ext cx="1058862" cy="711200"/>
          </a:xfrm>
          <a:prstGeom prst="rect">
            <a:avLst/>
          </a:prstGeom>
          <a:solidFill>
            <a:schemeClr val="bg1"/>
          </a:solidFill>
          <a:ln w="9525">
            <a:solidFill>
              <a:schemeClr val="bg1"/>
            </a:solidFill>
            <a:miter lim="800000"/>
            <a:headEnd/>
            <a:tailEnd/>
          </a:ln>
          <a:extLst/>
        </p:spPr>
        <p:txBody>
          <a:bodyPr tIns="8280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600">
                <a:solidFill>
                  <a:srgbClr val="0000FF"/>
                </a:solidFill>
                <a:latin typeface="楷体" panose="02010609060101010101" pitchFamily="49" charset="-122"/>
                <a:ea typeface="楷体" panose="02010609060101010101" pitchFamily="49" charset="-122"/>
                <a:cs typeface="Times New Roman" panose="02020603050405020304" pitchFamily="18" charset="0"/>
              </a:rPr>
              <a:t>调用者的活动记录</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0" fill="hold" nodeType="clickEffect">
                                  <p:stCondLst>
                                    <p:cond delay="0"/>
                                  </p:stCondLst>
                                  <p:childTnLst>
                                    <p:set>
                                      <p:cBhvr>
                                        <p:cTn id="6" dur="1" fill="hold">
                                          <p:stCondLst>
                                            <p:cond delay="0"/>
                                          </p:stCondLst>
                                        </p:cTn>
                                        <p:tgtEl>
                                          <p:spTgt spid="809987">
                                            <p:txEl>
                                              <p:pRg st="0" end="0"/>
                                            </p:txEl>
                                          </p:spTgt>
                                        </p:tgtEl>
                                        <p:attrNameLst>
                                          <p:attrName>style.visibility</p:attrName>
                                        </p:attrNameLst>
                                      </p:cBhvr>
                                      <p:to>
                                        <p:strVal val="visible"/>
                                      </p:to>
                                    </p:set>
                                    <p:anim calcmode="lin" valueType="num">
                                      <p:cBhvr>
                                        <p:cTn id="7" dur="500" fill="hold"/>
                                        <p:tgtEl>
                                          <p:spTgt spid="809987">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809987">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809987">
                                            <p:txEl>
                                              <p:pRg st="0" end="0"/>
                                            </p:txEl>
                                          </p:spTgt>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0" fill="hold" nodeType="clickEffect">
                                  <p:stCondLst>
                                    <p:cond delay="0"/>
                                  </p:stCondLst>
                                  <p:childTnLst>
                                    <p:set>
                                      <p:cBhvr>
                                        <p:cTn id="13" dur="1" fill="hold">
                                          <p:stCondLst>
                                            <p:cond delay="0"/>
                                          </p:stCondLst>
                                        </p:cTn>
                                        <p:tgtEl>
                                          <p:spTgt spid="809987">
                                            <p:txEl>
                                              <p:pRg st="1" end="1"/>
                                            </p:txEl>
                                          </p:spTgt>
                                        </p:tgtEl>
                                        <p:attrNameLst>
                                          <p:attrName>style.visibility</p:attrName>
                                        </p:attrNameLst>
                                      </p:cBhvr>
                                      <p:to>
                                        <p:strVal val="visible"/>
                                      </p:to>
                                    </p:set>
                                    <p:anim calcmode="lin" valueType="num">
                                      <p:cBhvr>
                                        <p:cTn id="14" dur="500" fill="hold"/>
                                        <p:tgtEl>
                                          <p:spTgt spid="809987">
                                            <p:txEl>
                                              <p:pRg st="1" end="1"/>
                                            </p:txEl>
                                          </p:spTgt>
                                        </p:tgtEl>
                                        <p:attrNameLst>
                                          <p:attrName>ppt_w</p:attrName>
                                        </p:attrNameLst>
                                      </p:cBhvr>
                                      <p:tavLst>
                                        <p:tav tm="0">
                                          <p:val>
                                            <p:fltVal val="0"/>
                                          </p:val>
                                        </p:tav>
                                        <p:tav tm="100000">
                                          <p:val>
                                            <p:strVal val="#ppt_w"/>
                                          </p:val>
                                        </p:tav>
                                      </p:tavLst>
                                    </p:anim>
                                    <p:anim calcmode="lin" valueType="num">
                                      <p:cBhvr>
                                        <p:cTn id="15" dur="500" fill="hold"/>
                                        <p:tgtEl>
                                          <p:spTgt spid="809987">
                                            <p:txEl>
                                              <p:pRg st="1" end="1"/>
                                            </p:txEl>
                                          </p:spTgt>
                                        </p:tgtEl>
                                        <p:attrNameLst>
                                          <p:attrName>ppt_h</p:attrName>
                                        </p:attrNameLst>
                                      </p:cBhvr>
                                      <p:tavLst>
                                        <p:tav tm="0">
                                          <p:val>
                                            <p:fltVal val="0"/>
                                          </p:val>
                                        </p:tav>
                                        <p:tav tm="100000">
                                          <p:val>
                                            <p:strVal val="#ppt_h"/>
                                          </p:val>
                                        </p:tav>
                                      </p:tavLst>
                                    </p:anim>
                                    <p:animEffect transition="in" filter="fade">
                                      <p:cBhvr>
                                        <p:cTn id="16" dur="500"/>
                                        <p:tgtEl>
                                          <p:spTgt spid="809987">
                                            <p:txEl>
                                              <p:pRg st="1" end="1"/>
                                            </p:txEl>
                                          </p:spTgt>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53" presetClass="entr" presetSubtype="0" fill="hold" nodeType="clickEffect">
                                  <p:stCondLst>
                                    <p:cond delay="0"/>
                                  </p:stCondLst>
                                  <p:childTnLst>
                                    <p:set>
                                      <p:cBhvr>
                                        <p:cTn id="20" dur="1" fill="hold">
                                          <p:stCondLst>
                                            <p:cond delay="0"/>
                                          </p:stCondLst>
                                        </p:cTn>
                                        <p:tgtEl>
                                          <p:spTgt spid="809987">
                                            <p:txEl>
                                              <p:pRg st="2" end="2"/>
                                            </p:txEl>
                                          </p:spTgt>
                                        </p:tgtEl>
                                        <p:attrNameLst>
                                          <p:attrName>style.visibility</p:attrName>
                                        </p:attrNameLst>
                                      </p:cBhvr>
                                      <p:to>
                                        <p:strVal val="visible"/>
                                      </p:to>
                                    </p:set>
                                    <p:anim calcmode="lin" valueType="num">
                                      <p:cBhvr>
                                        <p:cTn id="21" dur="500" fill="hold"/>
                                        <p:tgtEl>
                                          <p:spTgt spid="809987">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809987">
                                            <p:txEl>
                                              <p:pRg st="2" end="2"/>
                                            </p:txEl>
                                          </p:spTgt>
                                        </p:tgtEl>
                                        <p:attrNameLst>
                                          <p:attrName>ppt_h</p:attrName>
                                        </p:attrNameLst>
                                      </p:cBhvr>
                                      <p:tavLst>
                                        <p:tav tm="0">
                                          <p:val>
                                            <p:fltVal val="0"/>
                                          </p:val>
                                        </p:tav>
                                        <p:tav tm="100000">
                                          <p:val>
                                            <p:strVal val="#ppt_h"/>
                                          </p:val>
                                        </p:tav>
                                      </p:tavLst>
                                    </p:anim>
                                    <p:animEffect transition="in" filter="fade">
                                      <p:cBhvr>
                                        <p:cTn id="23" dur="500"/>
                                        <p:tgtEl>
                                          <p:spTgt spid="80998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矩形 24">
            <a:extLst>
              <a:ext uri="{FF2B5EF4-FFF2-40B4-BE49-F238E27FC236}">
                <a16:creationId xmlns:a16="http://schemas.microsoft.com/office/drawing/2014/main" id="{2695D493-2388-4C2B-B4CF-BC667B125A1C}"/>
              </a:ext>
            </a:extLst>
          </p:cNvPr>
          <p:cNvSpPr/>
          <p:nvPr/>
        </p:nvSpPr>
        <p:spPr>
          <a:xfrm>
            <a:off x="3072600" y="2887546"/>
            <a:ext cx="2324210" cy="1715507"/>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AE25D106-A354-4877-B21E-771450592BEE}"/>
              </a:ext>
            </a:extLst>
          </p:cNvPr>
          <p:cNvSpPr/>
          <p:nvPr/>
        </p:nvSpPr>
        <p:spPr>
          <a:xfrm>
            <a:off x="3074180" y="1168981"/>
            <a:ext cx="2324211" cy="1715507"/>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898"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rPr>
              <a:t>调用者和被调用者之间的任务划分</a:t>
            </a:r>
          </a:p>
        </p:txBody>
      </p:sp>
      <p:sp>
        <p:nvSpPr>
          <p:cNvPr id="80899" name="Rectangle 11"/>
          <p:cNvSpPr>
            <a:spLocks noChangeArrowheads="1"/>
          </p:cNvSpPr>
          <p:nvPr/>
        </p:nvSpPr>
        <p:spPr bwMode="auto">
          <a:xfrm>
            <a:off x="974725" y="3071813"/>
            <a:ext cx="102552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8580" tIns="34290" rIns="68580" bIns="3429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000">
                <a:solidFill>
                  <a:srgbClr val="0000FF"/>
                </a:solidFill>
                <a:latin typeface="楷体" panose="02010609060101010101" pitchFamily="49" charset="-122"/>
                <a:ea typeface="楷体" panose="02010609060101010101" pitchFamily="49" charset="-122"/>
              </a:rPr>
              <a:t>调用者填写</a:t>
            </a:r>
          </a:p>
        </p:txBody>
      </p:sp>
      <p:sp>
        <p:nvSpPr>
          <p:cNvPr id="80900" name="Line 12"/>
          <p:cNvSpPr>
            <a:spLocks noChangeShapeType="1"/>
          </p:cNvSpPr>
          <p:nvPr/>
        </p:nvSpPr>
        <p:spPr bwMode="auto">
          <a:xfrm flipV="1">
            <a:off x="2189163" y="3071813"/>
            <a:ext cx="1239837" cy="142875"/>
          </a:xfrm>
          <a:prstGeom prst="line">
            <a:avLst/>
          </a:prstGeom>
          <a:noFill/>
          <a:ln w="25400">
            <a:solidFill>
              <a:srgbClr val="0000FF"/>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80901" name="Line 14"/>
          <p:cNvSpPr>
            <a:spLocks noChangeShapeType="1"/>
          </p:cNvSpPr>
          <p:nvPr/>
        </p:nvSpPr>
        <p:spPr bwMode="auto">
          <a:xfrm>
            <a:off x="2143125" y="3211513"/>
            <a:ext cx="1285875" cy="217487"/>
          </a:xfrm>
          <a:prstGeom prst="line">
            <a:avLst/>
          </a:prstGeom>
          <a:noFill/>
          <a:ln w="25400">
            <a:solidFill>
              <a:srgbClr val="0000FF"/>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80902" name="Rectangle 16"/>
          <p:cNvSpPr>
            <a:spLocks noChangeArrowheads="1"/>
          </p:cNvSpPr>
          <p:nvPr/>
        </p:nvSpPr>
        <p:spPr bwMode="auto">
          <a:xfrm>
            <a:off x="6848476" y="3143250"/>
            <a:ext cx="1611955" cy="539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8580" tIns="34290" rIns="68580" bIns="3429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000" dirty="0">
                <a:solidFill>
                  <a:srgbClr val="FF0000"/>
                </a:solidFill>
                <a:latin typeface="楷体" panose="02010609060101010101" pitchFamily="49" charset="-122"/>
                <a:ea typeface="楷体" panose="02010609060101010101" pitchFamily="49" charset="-122"/>
              </a:rPr>
              <a:t>被调用者填写</a:t>
            </a:r>
          </a:p>
        </p:txBody>
      </p:sp>
      <p:sp>
        <p:nvSpPr>
          <p:cNvPr id="80903" name="Rectangle 19"/>
          <p:cNvSpPr>
            <a:spLocks noChangeArrowheads="1"/>
          </p:cNvSpPr>
          <p:nvPr/>
        </p:nvSpPr>
        <p:spPr bwMode="auto">
          <a:xfrm>
            <a:off x="487363" y="1531938"/>
            <a:ext cx="1512887" cy="539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8580" tIns="34290" rIns="68580" bIns="3429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eaLnBrk="1" hangingPunct="1"/>
            <a:r>
              <a:rPr lang="zh-CN" altLang="en-US" sz="2000" dirty="0">
                <a:solidFill>
                  <a:srgbClr val="0000FF"/>
                </a:solidFill>
                <a:latin typeface="楷体" panose="02010609060101010101" pitchFamily="49" charset="-122"/>
                <a:ea typeface="楷体" panose="02010609060101010101" pitchFamily="49" charset="-122"/>
              </a:rPr>
              <a:t>调用者更新</a:t>
            </a:r>
          </a:p>
          <a:p>
            <a:pPr eaLnBrk="1" hangingPunct="1"/>
            <a:r>
              <a:rPr lang="zh-CN" altLang="en-US" sz="2000" dirty="0">
                <a:solidFill>
                  <a:srgbClr val="FF0000"/>
                </a:solidFill>
                <a:latin typeface="楷体" panose="02010609060101010101" pitchFamily="49" charset="-122"/>
                <a:ea typeface="楷体" panose="02010609060101010101" pitchFamily="49" charset="-122"/>
              </a:rPr>
              <a:t>被调用者恢复</a:t>
            </a:r>
            <a:endParaRPr lang="en-US" altLang="zh-CN" sz="2000" dirty="0">
              <a:solidFill>
                <a:srgbClr val="FF0000"/>
              </a:solidFill>
              <a:latin typeface="楷体" panose="02010609060101010101" pitchFamily="49" charset="-122"/>
              <a:ea typeface="楷体" panose="02010609060101010101" pitchFamily="49" charset="-122"/>
            </a:endParaRPr>
          </a:p>
        </p:txBody>
      </p:sp>
      <p:sp>
        <p:nvSpPr>
          <p:cNvPr id="80904" name="Line 20"/>
          <p:cNvSpPr>
            <a:spLocks noChangeShapeType="1"/>
          </p:cNvSpPr>
          <p:nvPr/>
        </p:nvSpPr>
        <p:spPr bwMode="auto">
          <a:xfrm>
            <a:off x="2000250" y="2143125"/>
            <a:ext cx="377825" cy="217488"/>
          </a:xfrm>
          <a:prstGeom prst="line">
            <a:avLst/>
          </a:prstGeom>
          <a:noFill/>
          <a:ln w="25400">
            <a:solidFill>
              <a:schemeClr val="accent3">
                <a:lumMod val="50000"/>
              </a:schemeClr>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80905" name="Line 14"/>
          <p:cNvSpPr>
            <a:spLocks noChangeShapeType="1"/>
          </p:cNvSpPr>
          <p:nvPr/>
        </p:nvSpPr>
        <p:spPr bwMode="auto">
          <a:xfrm>
            <a:off x="2143125" y="3208338"/>
            <a:ext cx="1132731" cy="779462"/>
          </a:xfrm>
          <a:prstGeom prst="line">
            <a:avLst/>
          </a:prstGeom>
          <a:noFill/>
          <a:ln w="25400">
            <a:solidFill>
              <a:srgbClr val="0000FF"/>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62" name="直接连接符 61"/>
          <p:cNvCxnSpPr/>
          <p:nvPr/>
        </p:nvCxnSpPr>
        <p:spPr bwMode="auto">
          <a:xfrm flipH="1" flipV="1">
            <a:off x="2560638" y="2525713"/>
            <a:ext cx="490537" cy="1728787"/>
          </a:xfrm>
          <a:prstGeom prst="line">
            <a:avLst/>
          </a:prstGeom>
          <a:ln w="38100">
            <a:solidFill>
              <a:schemeClr val="tx2">
                <a:lumMod val="60000"/>
                <a:lumOff val="40000"/>
              </a:schemeClr>
            </a:solidFill>
            <a:prstDash val="solid"/>
            <a:headEnd type="stealth" w="lg" len="lg"/>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65" name="内容占位符 3"/>
          <p:cNvGraphicFramePr>
            <a:graphicFrameLocks/>
          </p:cNvGraphicFramePr>
          <p:nvPr>
            <p:extLst>
              <p:ext uri="{D42A27DB-BD31-4B8C-83A1-F6EECF244321}">
                <p14:modId xmlns:p14="http://schemas.microsoft.com/office/powerpoint/2010/main" val="2938700589"/>
              </p:ext>
            </p:extLst>
          </p:nvPr>
        </p:nvGraphicFramePr>
        <p:xfrm>
          <a:off x="3081338" y="833438"/>
          <a:ext cx="2325687" cy="4114800"/>
        </p:xfrm>
        <a:graphic>
          <a:graphicData uri="http://schemas.openxmlformats.org/drawingml/2006/table">
            <a:tbl>
              <a:tblPr firstRow="1" bandRow="1">
                <a:tableStyleId>{2D5ABB26-0587-4C30-8999-92F81FD0307C}</a:tableStyleId>
              </a:tblPr>
              <a:tblGrid>
                <a:gridCol w="2325687">
                  <a:extLst>
                    <a:ext uri="{9D8B030D-6E8A-4147-A177-3AD203B41FA5}">
                      <a16:colId xmlns:a16="http://schemas.microsoft.com/office/drawing/2014/main" val="20000"/>
                    </a:ext>
                  </a:extLst>
                </a:gridCol>
              </a:tblGrid>
              <a:tr h="269016">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38100" cap="flat" cmpd="sng" algn="ctr">
                      <a:solidFill>
                        <a:schemeClr val="tx2">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rgbClr val="000000"/>
                          </a:solidFill>
                          <a:effectLst/>
                          <a:latin typeface="宋体" panose="02010600030101010101" pitchFamily="2" charset="-122"/>
                          <a:ea typeface="楷体" panose="02010609060101010101" pitchFamily="49" charset="-122"/>
                          <a:cs typeface="Times New Roman" panose="02020603050405020304" pitchFamily="18" charset="0"/>
                        </a:rPr>
                        <a:t>参数和返回值</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1"/>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控制链</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2"/>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访问链</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3"/>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en-US" sz="1800" b="1" kern="1200" dirty="0">
                          <a:solidFill>
                            <a:schemeClr val="tx1"/>
                          </a:solidFill>
                          <a:effectLst/>
                          <a:latin typeface="+mn-lt"/>
                          <a:ea typeface="+mn-ea"/>
                          <a:cs typeface="+mn-cs"/>
                        </a:rPr>
                        <a:t>保存的</a:t>
                      </a:r>
                      <a:r>
                        <a:rPr lang="zh-CN" altLang="zh-CN" sz="1800" b="1" kern="1200" dirty="0">
                          <a:solidFill>
                            <a:schemeClr val="tx1"/>
                          </a:solidFill>
                          <a:effectLst/>
                          <a:latin typeface="+mn-lt"/>
                          <a:ea typeface="+mn-ea"/>
                          <a:cs typeface="+mn-cs"/>
                        </a:rPr>
                        <a:t>机器状态</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4"/>
                  </a:ext>
                </a:extLst>
              </a:tr>
              <a:tr h="298578">
                <a:tc>
                  <a:txBody>
                    <a:bodyPr/>
                    <a:lstStyle/>
                    <a:p>
                      <a:pPr algn="ctr"/>
                      <a:r>
                        <a:rPr lang="zh-CN" altLang="zh-CN" sz="1800" b="1" kern="1200" dirty="0">
                          <a:solidFill>
                            <a:schemeClr val="tx1"/>
                          </a:solidFill>
                          <a:effectLst/>
                          <a:latin typeface="+mn-lt"/>
                          <a:ea typeface="+mn-ea"/>
                          <a:cs typeface="+mn-cs"/>
                        </a:rPr>
                        <a:t>局部数据和临时数</a:t>
                      </a:r>
                      <a:r>
                        <a:rPr lang="zh-CN" altLang="en-US" sz="1800" b="1" kern="1200" dirty="0">
                          <a:solidFill>
                            <a:schemeClr val="tx1"/>
                          </a:solidFill>
                          <a:effectLst/>
                          <a:latin typeface="+mn-lt"/>
                          <a:ea typeface="+mn-ea"/>
                          <a:cs typeface="+mn-cs"/>
                        </a:rPr>
                        <a:t>据</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38100" cap="flat" cmpd="sng" algn="ctr">
                      <a:solidFill>
                        <a:schemeClr val="tx2">
                          <a:lumMod val="60000"/>
                          <a:lumOff val="40000"/>
                        </a:schemeClr>
                      </a:solidFill>
                      <a:prstDash val="solid"/>
                      <a:round/>
                      <a:headEnd type="none" w="med" len="med"/>
                      <a:tailEnd type="none" w="med" len="med"/>
                    </a:lnB>
                  </a:tcPr>
                </a:tc>
                <a:extLst>
                  <a:ext uri="{0D108BD9-81ED-4DB2-BD59-A6C34878D82A}">
                    <a16:rowId xmlns:a16="http://schemas.microsoft.com/office/drawing/2014/main" val="10005"/>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rgbClr val="0000FF"/>
                          </a:solidFill>
                          <a:effectLst/>
                          <a:latin typeface="+mn-lt"/>
                          <a:ea typeface="+mn-ea"/>
                          <a:cs typeface="+mn-cs"/>
                        </a:rPr>
                        <a:t>参数</a:t>
                      </a:r>
                      <a:r>
                        <a:rPr lang="zh-CN" altLang="zh-CN" sz="1800" b="1" kern="1200" dirty="0">
                          <a:solidFill>
                            <a:schemeClr val="tx1"/>
                          </a:solidFill>
                          <a:effectLst/>
                          <a:latin typeface="+mn-lt"/>
                          <a:ea typeface="+mn-ea"/>
                          <a:cs typeface="+mn-cs"/>
                        </a:rPr>
                        <a:t>和</a:t>
                      </a:r>
                      <a:r>
                        <a:rPr lang="zh-CN" altLang="zh-CN" sz="1800" b="1" kern="1200" dirty="0">
                          <a:solidFill>
                            <a:srgbClr val="C00000"/>
                          </a:solidFill>
                          <a:effectLst/>
                          <a:latin typeface="+mn-lt"/>
                          <a:ea typeface="+mn-ea"/>
                          <a:cs typeface="+mn-cs"/>
                        </a:rPr>
                        <a:t>返回值</a:t>
                      </a:r>
                      <a:endParaRPr lang="zh-CN" altLang="en-US" sz="1800" dirty="0">
                        <a:solidFill>
                          <a:srgbClr val="C00000"/>
                        </a:solidFill>
                      </a:endParaRPr>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6"/>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rgbClr val="0000FF"/>
                          </a:solidFill>
                          <a:effectLst/>
                          <a:latin typeface="+mn-lt"/>
                          <a:ea typeface="+mn-ea"/>
                          <a:cs typeface="+mn-cs"/>
                        </a:rPr>
                        <a:t>控制链</a:t>
                      </a:r>
                      <a:endParaRPr lang="zh-CN" altLang="en-US" sz="1800" dirty="0">
                        <a:solidFill>
                          <a:srgbClr val="0000FF"/>
                        </a:solidFill>
                      </a:endParaRPr>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7"/>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访问链</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8"/>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en-US" altLang="zh-CN" sz="1800" b="1" kern="1200" dirty="0">
                          <a:solidFill>
                            <a:srgbClr val="0070C0"/>
                          </a:solidFill>
                          <a:effectLst/>
                          <a:latin typeface="+mn-lt"/>
                          <a:ea typeface="+mn-ea"/>
                          <a:cs typeface="+mn-cs"/>
                        </a:rPr>
                        <a:t>(</a:t>
                      </a:r>
                      <a:r>
                        <a:rPr lang="zh-CN" altLang="en-US" sz="1800" b="1" kern="1200" dirty="0">
                          <a:solidFill>
                            <a:srgbClr val="0000FF"/>
                          </a:solidFill>
                          <a:effectLst/>
                          <a:latin typeface="+mn-lt"/>
                          <a:ea typeface="+mn-ea"/>
                          <a:cs typeface="+mn-cs"/>
                        </a:rPr>
                        <a:t>返回地址</a:t>
                      </a:r>
                      <a:r>
                        <a:rPr lang="en-US" altLang="zh-CN" sz="1800" b="1" kern="1200" dirty="0">
                          <a:solidFill>
                            <a:srgbClr val="0070C0"/>
                          </a:solidFill>
                          <a:effectLst/>
                          <a:latin typeface="+mn-lt"/>
                          <a:ea typeface="+mn-ea"/>
                          <a:cs typeface="+mn-cs"/>
                        </a:rPr>
                        <a:t>)</a:t>
                      </a:r>
                      <a:r>
                        <a:rPr lang="zh-CN" altLang="zh-CN" sz="1800" b="1" kern="1200" dirty="0">
                          <a:solidFill>
                            <a:srgbClr val="C00000"/>
                          </a:solidFill>
                          <a:effectLst/>
                          <a:latin typeface="+mn-lt"/>
                          <a:ea typeface="+mn-ea"/>
                          <a:cs typeface="+mn-cs"/>
                        </a:rPr>
                        <a:t>机器状态</a:t>
                      </a:r>
                      <a:endParaRPr lang="zh-CN" altLang="en-US" sz="1800" dirty="0">
                        <a:solidFill>
                          <a:srgbClr val="C00000"/>
                        </a:solidFill>
                      </a:endParaRPr>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9"/>
                  </a:ext>
                </a:extLst>
              </a:tr>
              <a:tr h="298578">
                <a:tc>
                  <a:txBody>
                    <a:bodyPr/>
                    <a:lstStyle/>
                    <a:p>
                      <a:pPr algn="ctr" eaLnBrk="0" fontAlgn="base" hangingPunct="0"/>
                      <a:r>
                        <a:rPr lang="zh-CN" altLang="zh-CN" sz="1800" b="1" kern="1200" dirty="0">
                          <a:solidFill>
                            <a:schemeClr val="tx1"/>
                          </a:solidFill>
                          <a:effectLst/>
                          <a:latin typeface="+mn-lt"/>
                          <a:ea typeface="+mn-ea"/>
                          <a:cs typeface="+mn-cs"/>
                        </a:rPr>
                        <a:t>局部数据和临时数据</a:t>
                      </a:r>
                      <a:endParaRPr lang="zh-CN" altLang="zh-CN" sz="1800" kern="1200" dirty="0">
                        <a:solidFill>
                          <a:schemeClr val="tx1"/>
                        </a:solidFill>
                        <a:effectLst/>
                        <a:latin typeface="+mn-lt"/>
                        <a:ea typeface="+mn-ea"/>
                        <a:cs typeface="+mn-cs"/>
                      </a:endParaRPr>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38100" cap="flat" cmpd="sng" algn="ctr">
                      <a:solidFill>
                        <a:schemeClr val="tx2">
                          <a:lumMod val="60000"/>
                          <a:lumOff val="40000"/>
                        </a:schemeClr>
                      </a:solidFill>
                      <a:prstDash val="solid"/>
                      <a:round/>
                      <a:headEnd type="none" w="med" len="med"/>
                      <a:tailEnd type="none" w="med" len="med"/>
                    </a:lnB>
                  </a:tcPr>
                </a:tc>
                <a:extLst>
                  <a:ext uri="{0D108BD9-81ED-4DB2-BD59-A6C34878D82A}">
                    <a16:rowId xmlns:a16="http://schemas.microsoft.com/office/drawing/2014/main" val="10010"/>
                  </a:ext>
                </a:extLst>
              </a:tr>
              <a:tr h="298578">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r>
                        <a:rPr lang="zh-CN" altLang="zh-CN" sz="1800" b="1" kern="1200" dirty="0">
                          <a:solidFill>
                            <a:schemeClr val="tx1"/>
                          </a:solidFill>
                          <a:effectLst/>
                          <a:latin typeface="+mn-lt"/>
                          <a:ea typeface="+mn-ea"/>
                          <a:cs typeface="+mn-cs"/>
                        </a:rPr>
                        <a:t>……</a:t>
                      </a:r>
                      <a:endParaRPr lang="zh-CN" altLang="en-US" sz="1800" dirty="0"/>
                    </a:p>
                  </a:txBody>
                  <a:tcPr marL="68601" marR="68601" marT="34290" marB="34290">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38100" cap="flat" cmpd="sng" algn="ctr">
                      <a:no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68" name="弧形 67"/>
          <p:cNvSpPr/>
          <p:nvPr/>
        </p:nvSpPr>
        <p:spPr bwMode="auto">
          <a:xfrm rot="10056762" flipV="1">
            <a:off x="2892425" y="973138"/>
            <a:ext cx="193675" cy="747712"/>
          </a:xfrm>
          <a:prstGeom prst="arc">
            <a:avLst>
              <a:gd name="adj1" fmla="val 16831102"/>
              <a:gd name="adj2" fmla="val 5229498"/>
            </a:avLst>
          </a:prstGeom>
          <a:ln w="38100">
            <a:solidFill>
              <a:schemeClr val="tx2">
                <a:lumMod val="60000"/>
                <a:lumOff val="40000"/>
              </a:schemeClr>
            </a:solidFill>
            <a:headEnd type="stealth" w="lg" len="lg"/>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zh-CN" altLang="en-US">
              <a:solidFill>
                <a:prstClr val="black"/>
              </a:solidFill>
            </a:endParaRPr>
          </a:p>
        </p:txBody>
      </p:sp>
      <p:sp>
        <p:nvSpPr>
          <p:cNvPr id="71" name="任意多边形 70"/>
          <p:cNvSpPr/>
          <p:nvPr/>
        </p:nvSpPr>
        <p:spPr>
          <a:xfrm>
            <a:off x="2830513" y="2597150"/>
            <a:ext cx="249237" cy="792163"/>
          </a:xfrm>
          <a:custGeom>
            <a:avLst/>
            <a:gdLst>
              <a:gd name="connsiteX0" fmla="*/ 180473 w 180473"/>
              <a:gd name="connsiteY0" fmla="*/ 1780674 h 1780674"/>
              <a:gd name="connsiteX1" fmla="*/ 0 w 180473"/>
              <a:gd name="connsiteY1" fmla="*/ 565484 h 1780674"/>
              <a:gd name="connsiteX2" fmla="*/ 180473 w 180473"/>
              <a:gd name="connsiteY2" fmla="*/ 0 h 1780674"/>
              <a:gd name="connsiteX0" fmla="*/ 201644 w 201644"/>
              <a:gd name="connsiteY0" fmla="*/ 1780674 h 1780674"/>
              <a:gd name="connsiteX1" fmla="*/ 0 w 201644"/>
              <a:gd name="connsiteY1" fmla="*/ 871797 h 1780674"/>
              <a:gd name="connsiteX2" fmla="*/ 201644 w 201644"/>
              <a:gd name="connsiteY2" fmla="*/ 0 h 1780674"/>
              <a:gd name="connsiteX0" fmla="*/ 201644 w 201644"/>
              <a:gd name="connsiteY0" fmla="*/ 1780674 h 1780674"/>
              <a:gd name="connsiteX1" fmla="*/ 0 w 201644"/>
              <a:gd name="connsiteY1" fmla="*/ 871797 h 1780674"/>
              <a:gd name="connsiteX2" fmla="*/ 201644 w 201644"/>
              <a:gd name="connsiteY2" fmla="*/ 0 h 1780674"/>
              <a:gd name="connsiteX0" fmla="*/ 201644 w 201644"/>
              <a:gd name="connsiteY0" fmla="*/ 1780674 h 1780674"/>
              <a:gd name="connsiteX1" fmla="*/ 0 w 201644"/>
              <a:gd name="connsiteY1" fmla="*/ 871797 h 1780674"/>
              <a:gd name="connsiteX2" fmla="*/ 201644 w 201644"/>
              <a:gd name="connsiteY2" fmla="*/ 0 h 1780674"/>
              <a:gd name="connsiteX0" fmla="*/ 254570 w 254570"/>
              <a:gd name="connsiteY0" fmla="*/ 1780674 h 1780674"/>
              <a:gd name="connsiteX1" fmla="*/ 0 w 254570"/>
              <a:gd name="connsiteY1" fmla="*/ 871797 h 1780674"/>
              <a:gd name="connsiteX2" fmla="*/ 201644 w 254570"/>
              <a:gd name="connsiteY2" fmla="*/ 0 h 1780674"/>
              <a:gd name="connsiteX0" fmla="*/ 191058 w 191058"/>
              <a:gd name="connsiteY0" fmla="*/ 1780674 h 1780674"/>
              <a:gd name="connsiteX1" fmla="*/ 0 w 191058"/>
              <a:gd name="connsiteY1" fmla="*/ 871797 h 1780674"/>
              <a:gd name="connsiteX2" fmla="*/ 138132 w 191058"/>
              <a:gd name="connsiteY2" fmla="*/ 0 h 1780674"/>
              <a:gd name="connsiteX0" fmla="*/ 205111 w 205111"/>
              <a:gd name="connsiteY0" fmla="*/ 1780674 h 1780674"/>
              <a:gd name="connsiteX1" fmla="*/ 14053 w 205111"/>
              <a:gd name="connsiteY1" fmla="*/ 871797 h 1780674"/>
              <a:gd name="connsiteX2" fmla="*/ 152185 w 205111"/>
              <a:gd name="connsiteY2" fmla="*/ 0 h 1780674"/>
              <a:gd name="connsiteX0" fmla="*/ 235753 w 235753"/>
              <a:gd name="connsiteY0" fmla="*/ 1780674 h 1780674"/>
              <a:gd name="connsiteX1" fmla="*/ 2354 w 235753"/>
              <a:gd name="connsiteY1" fmla="*/ 925852 h 1780674"/>
              <a:gd name="connsiteX2" fmla="*/ 182827 w 235753"/>
              <a:gd name="connsiteY2" fmla="*/ 0 h 1780674"/>
              <a:gd name="connsiteX0" fmla="*/ 233399 w 233399"/>
              <a:gd name="connsiteY0" fmla="*/ 1780674 h 1780674"/>
              <a:gd name="connsiteX1" fmla="*/ 0 w 233399"/>
              <a:gd name="connsiteY1" fmla="*/ 925852 h 1780674"/>
              <a:gd name="connsiteX2" fmla="*/ 180473 w 233399"/>
              <a:gd name="connsiteY2" fmla="*/ 0 h 1780674"/>
              <a:gd name="connsiteX0" fmla="*/ 180472 w 180472"/>
              <a:gd name="connsiteY0" fmla="*/ 1780674 h 1780674"/>
              <a:gd name="connsiteX1" fmla="*/ 0 w 180472"/>
              <a:gd name="connsiteY1" fmla="*/ 925852 h 1780674"/>
              <a:gd name="connsiteX2" fmla="*/ 127546 w 180472"/>
              <a:gd name="connsiteY2" fmla="*/ 0 h 1780674"/>
              <a:gd name="connsiteX0" fmla="*/ 183990 w 183990"/>
              <a:gd name="connsiteY0" fmla="*/ 1780674 h 1780674"/>
              <a:gd name="connsiteX1" fmla="*/ 3518 w 183990"/>
              <a:gd name="connsiteY1" fmla="*/ 925852 h 1780674"/>
              <a:gd name="connsiteX2" fmla="*/ 131064 w 183990"/>
              <a:gd name="connsiteY2" fmla="*/ 0 h 1780674"/>
              <a:gd name="connsiteX0" fmla="*/ 180472 w 180472"/>
              <a:gd name="connsiteY0" fmla="*/ 1780674 h 1780674"/>
              <a:gd name="connsiteX1" fmla="*/ 0 w 180472"/>
              <a:gd name="connsiteY1" fmla="*/ 925852 h 1780674"/>
              <a:gd name="connsiteX2" fmla="*/ 127546 w 180472"/>
              <a:gd name="connsiteY2" fmla="*/ 0 h 1780674"/>
            </a:gdLst>
            <a:ahLst/>
            <a:cxnLst>
              <a:cxn ang="0">
                <a:pos x="connsiteX0" y="connsiteY0"/>
              </a:cxn>
              <a:cxn ang="0">
                <a:pos x="connsiteX1" y="connsiteY1"/>
              </a:cxn>
              <a:cxn ang="0">
                <a:pos x="connsiteX2" y="connsiteY2"/>
              </a:cxn>
            </a:cxnLst>
            <a:rect l="l" t="t" r="r" b="b"/>
            <a:pathLst>
              <a:path w="180472" h="1780674">
                <a:moveTo>
                  <a:pt x="180472" y="1780674"/>
                </a:moveTo>
                <a:cubicBezTo>
                  <a:pt x="47893" y="1411559"/>
                  <a:pt x="21170" y="1267676"/>
                  <a:pt x="0" y="925852"/>
                </a:cubicBezTo>
                <a:cubicBezTo>
                  <a:pt x="0" y="629073"/>
                  <a:pt x="26724" y="179400"/>
                  <a:pt x="127546" y="0"/>
                </a:cubicBezTo>
              </a:path>
            </a:pathLst>
          </a:custGeom>
          <a:noFill/>
          <a:ln w="38100">
            <a:solidFill>
              <a:schemeClr val="tx2">
                <a:lumMod val="60000"/>
                <a:lumOff val="40000"/>
              </a:schemeClr>
            </a:solidFill>
            <a:tailEnd type="stealth" w="lg"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solidFill>
                <a:prstClr val="white"/>
              </a:solidFill>
            </a:endParaRPr>
          </a:p>
        </p:txBody>
      </p:sp>
      <p:cxnSp>
        <p:nvCxnSpPr>
          <p:cNvPr id="72" name="直接连接符 71"/>
          <p:cNvCxnSpPr/>
          <p:nvPr/>
        </p:nvCxnSpPr>
        <p:spPr bwMode="auto">
          <a:xfrm flipH="1" flipV="1">
            <a:off x="6127750" y="2884488"/>
            <a:ext cx="0" cy="1728787"/>
          </a:xfrm>
          <a:prstGeom prst="line">
            <a:avLst/>
          </a:prstGeom>
          <a:ln w="38100">
            <a:solidFill>
              <a:srgbClr val="C0000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bwMode="auto">
          <a:xfrm flipH="1" flipV="1">
            <a:off x="6121400" y="1157288"/>
            <a:ext cx="6350" cy="1728787"/>
          </a:xfrm>
          <a:prstGeom prst="line">
            <a:avLst/>
          </a:prstGeom>
          <a:ln w="38100">
            <a:solidFill>
              <a:srgbClr val="0000FF"/>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4" name="直接连接符 73"/>
          <p:cNvCxnSpPr/>
          <p:nvPr/>
        </p:nvCxnSpPr>
        <p:spPr bwMode="auto">
          <a:xfrm flipH="1" flipV="1">
            <a:off x="5976938" y="1157288"/>
            <a:ext cx="303212" cy="1587"/>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bwMode="auto">
          <a:xfrm flipH="1" flipV="1">
            <a:off x="5973763" y="2884488"/>
            <a:ext cx="303212" cy="1587"/>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76" name="直接连接符 75"/>
          <p:cNvCxnSpPr/>
          <p:nvPr/>
        </p:nvCxnSpPr>
        <p:spPr bwMode="auto">
          <a:xfrm flipH="1">
            <a:off x="6019800" y="4613275"/>
            <a:ext cx="257175" cy="0"/>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77" name="直接连接符 76"/>
          <p:cNvCxnSpPr/>
          <p:nvPr/>
        </p:nvCxnSpPr>
        <p:spPr bwMode="auto">
          <a:xfrm flipH="1" flipV="1">
            <a:off x="2547938" y="2525713"/>
            <a:ext cx="515937" cy="0"/>
          </a:xfrm>
          <a:prstGeom prst="line">
            <a:avLst/>
          </a:prstGeom>
          <a:ln w="38100">
            <a:solidFill>
              <a:srgbClr val="C00000"/>
            </a:solidFill>
            <a:prstDash val="sysDash"/>
            <a:headEnd type="triangle"/>
            <a:tailEnd type="none"/>
          </a:ln>
        </p:spPr>
        <p:style>
          <a:lnRef idx="1">
            <a:schemeClr val="accent1"/>
          </a:lnRef>
          <a:fillRef idx="0">
            <a:schemeClr val="accent1"/>
          </a:fillRef>
          <a:effectRef idx="0">
            <a:schemeClr val="accent1"/>
          </a:effectRef>
          <a:fontRef idx="minor">
            <a:schemeClr val="tx1"/>
          </a:fontRef>
        </p:style>
      </p:cxnSp>
      <p:sp>
        <p:nvSpPr>
          <p:cNvPr id="78" name="Rectangle 5"/>
          <p:cNvSpPr>
            <a:spLocks noChangeArrowheads="1"/>
          </p:cNvSpPr>
          <p:nvPr/>
        </p:nvSpPr>
        <p:spPr bwMode="auto">
          <a:xfrm>
            <a:off x="1763713" y="2254250"/>
            <a:ext cx="925512" cy="542925"/>
          </a:xfrm>
          <a:prstGeom prst="rect">
            <a:avLst/>
          </a:prstGeom>
          <a:noFill/>
          <a:ln>
            <a:noFill/>
          </a:ln>
        </p:spPr>
        <p:txBody>
          <a:bodyPr tIns="82800"/>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ctr">
              <a:spcBef>
                <a:spcPct val="0"/>
              </a:spcBef>
              <a:buClrTx/>
              <a:buSzTx/>
              <a:buFontTx/>
              <a:buNone/>
              <a:defRPr/>
            </a:pPr>
            <a:r>
              <a:rPr lang="en-US" altLang="zh-CN" sz="1800" i="1" dirty="0" err="1">
                <a:solidFill>
                  <a:schemeClr val="tx2">
                    <a:lumMod val="60000"/>
                    <a:lumOff val="40000"/>
                  </a:schemeClr>
                </a:solidFill>
                <a:latin typeface="Times New Roman" panose="02020603050405020304" pitchFamily="18" charset="0"/>
                <a:ea typeface="楷体" panose="02010609060101010101" pitchFamily="49" charset="-122"/>
                <a:cs typeface="Times New Roman" panose="02020603050405020304" pitchFamily="18" charset="0"/>
              </a:rPr>
              <a:t>top_sp</a:t>
            </a:r>
            <a:endParaRPr lang="zh-CN" altLang="en-US" sz="1800" dirty="0">
              <a:solidFill>
                <a:schemeClr val="tx2">
                  <a:lumMod val="60000"/>
                  <a:lumOff val="40000"/>
                </a:schemeClr>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80943" name="Rectangle 5"/>
          <p:cNvSpPr>
            <a:spLocks noChangeArrowheads="1"/>
          </p:cNvSpPr>
          <p:nvPr/>
        </p:nvSpPr>
        <p:spPr bwMode="auto">
          <a:xfrm>
            <a:off x="5572125" y="3363913"/>
            <a:ext cx="1160463" cy="712787"/>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lIns="0" tIns="82800" rIns="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800" dirty="0">
                <a:solidFill>
                  <a:srgbClr val="C00000"/>
                </a:solidFill>
                <a:latin typeface="楷体" panose="02010609060101010101" pitchFamily="49" charset="-122"/>
                <a:ea typeface="楷体" panose="02010609060101010101" pitchFamily="49" charset="-122"/>
                <a:cs typeface="Times New Roman" panose="02020603050405020304" pitchFamily="18" charset="0"/>
              </a:rPr>
              <a:t>被调用者的活动记录</a:t>
            </a:r>
          </a:p>
        </p:txBody>
      </p:sp>
      <p:sp>
        <p:nvSpPr>
          <p:cNvPr id="80944" name="Rectangle 5"/>
          <p:cNvSpPr>
            <a:spLocks noChangeArrowheads="1"/>
          </p:cNvSpPr>
          <p:nvPr/>
        </p:nvSpPr>
        <p:spPr bwMode="auto">
          <a:xfrm>
            <a:off x="5537200" y="1597025"/>
            <a:ext cx="1222375" cy="7127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tIns="8280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800" dirty="0">
                <a:solidFill>
                  <a:srgbClr val="0000FF"/>
                </a:solidFill>
                <a:latin typeface="楷体" panose="02010609060101010101" pitchFamily="49" charset="-122"/>
                <a:ea typeface="楷体" panose="02010609060101010101" pitchFamily="49" charset="-122"/>
                <a:cs typeface="Times New Roman" panose="02020603050405020304" pitchFamily="18" charset="0"/>
              </a:rPr>
              <a:t>调用者的活动记录</a:t>
            </a:r>
          </a:p>
        </p:txBody>
      </p:sp>
      <p:sp>
        <p:nvSpPr>
          <p:cNvPr id="80945" name="Line 18"/>
          <p:cNvSpPr>
            <a:spLocks noChangeShapeType="1"/>
          </p:cNvSpPr>
          <p:nvPr/>
        </p:nvSpPr>
        <p:spPr bwMode="auto">
          <a:xfrm flipH="1">
            <a:off x="5292081" y="3429000"/>
            <a:ext cx="1494482" cy="647699"/>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80946" name="Line 15"/>
          <p:cNvSpPr>
            <a:spLocks noChangeShapeType="1"/>
          </p:cNvSpPr>
          <p:nvPr/>
        </p:nvSpPr>
        <p:spPr bwMode="auto">
          <a:xfrm flipH="1" flipV="1">
            <a:off x="4929188" y="3071813"/>
            <a:ext cx="1857375" cy="344487"/>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3" name="组合 2">
            <a:extLst>
              <a:ext uri="{FF2B5EF4-FFF2-40B4-BE49-F238E27FC236}">
                <a16:creationId xmlns:a16="http://schemas.microsoft.com/office/drawing/2014/main" id="{6B9A2D81-E269-4819-8CDD-69716FA72F2A}"/>
              </a:ext>
            </a:extLst>
          </p:cNvPr>
          <p:cNvGrpSpPr/>
          <p:nvPr/>
        </p:nvGrpSpPr>
        <p:grpSpPr>
          <a:xfrm>
            <a:off x="5292079" y="3950293"/>
            <a:ext cx="3155297" cy="539750"/>
            <a:chOff x="5292079" y="3950293"/>
            <a:chExt cx="3155297" cy="539750"/>
          </a:xfrm>
        </p:grpSpPr>
        <p:sp>
          <p:nvSpPr>
            <p:cNvPr id="28" name="Rectangle 16">
              <a:extLst>
                <a:ext uri="{FF2B5EF4-FFF2-40B4-BE49-F238E27FC236}">
                  <a16:creationId xmlns:a16="http://schemas.microsoft.com/office/drawing/2014/main" id="{C2C10B31-36AE-401D-B5FD-FC6339460052}"/>
                </a:ext>
              </a:extLst>
            </p:cNvPr>
            <p:cNvSpPr>
              <a:spLocks noChangeArrowheads="1"/>
            </p:cNvSpPr>
            <p:nvPr/>
          </p:nvSpPr>
          <p:spPr bwMode="auto">
            <a:xfrm>
              <a:off x="6835421" y="3950293"/>
              <a:ext cx="1611955" cy="539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8580" tIns="34290" rIns="68580" bIns="3429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000" dirty="0">
                  <a:solidFill>
                    <a:srgbClr val="FF0000"/>
                  </a:solidFill>
                  <a:latin typeface="楷体" panose="02010609060101010101" pitchFamily="49" charset="-122"/>
                  <a:ea typeface="楷体" panose="02010609060101010101" pitchFamily="49" charset="-122"/>
                </a:rPr>
                <a:t>被调用者恢复</a:t>
              </a:r>
            </a:p>
          </p:txBody>
        </p:sp>
        <p:sp>
          <p:nvSpPr>
            <p:cNvPr id="29" name="Line 18">
              <a:extLst>
                <a:ext uri="{FF2B5EF4-FFF2-40B4-BE49-F238E27FC236}">
                  <a16:creationId xmlns:a16="http://schemas.microsoft.com/office/drawing/2014/main" id="{5C15424A-0F32-4B69-B290-0222876DE729}"/>
                </a:ext>
              </a:extLst>
            </p:cNvPr>
            <p:cNvSpPr>
              <a:spLocks noChangeShapeType="1"/>
            </p:cNvSpPr>
            <p:nvPr/>
          </p:nvSpPr>
          <p:spPr bwMode="auto">
            <a:xfrm flipH="1" flipV="1">
              <a:off x="5292079" y="4178299"/>
              <a:ext cx="1494482" cy="76187"/>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grpSp>
        <p:nvGrpSpPr>
          <p:cNvPr id="4" name="组合 3">
            <a:extLst>
              <a:ext uri="{FF2B5EF4-FFF2-40B4-BE49-F238E27FC236}">
                <a16:creationId xmlns:a16="http://schemas.microsoft.com/office/drawing/2014/main" id="{D1DF341D-B967-48EC-96EA-75B1BE06DEB9}"/>
              </a:ext>
            </a:extLst>
          </p:cNvPr>
          <p:cNvGrpSpPr/>
          <p:nvPr/>
        </p:nvGrpSpPr>
        <p:grpSpPr>
          <a:xfrm>
            <a:off x="942506" y="3750468"/>
            <a:ext cx="2332680" cy="539750"/>
            <a:chOff x="942506" y="3750468"/>
            <a:chExt cx="2332680" cy="539750"/>
          </a:xfrm>
        </p:grpSpPr>
        <p:sp>
          <p:nvSpPr>
            <p:cNvPr id="30" name="Rectangle 16">
              <a:extLst>
                <a:ext uri="{FF2B5EF4-FFF2-40B4-BE49-F238E27FC236}">
                  <a16:creationId xmlns:a16="http://schemas.microsoft.com/office/drawing/2014/main" id="{193AC92B-88F1-4088-8E0E-5514E0EDC97A}"/>
                </a:ext>
              </a:extLst>
            </p:cNvPr>
            <p:cNvSpPr>
              <a:spLocks noChangeArrowheads="1"/>
            </p:cNvSpPr>
            <p:nvPr/>
          </p:nvSpPr>
          <p:spPr bwMode="auto">
            <a:xfrm>
              <a:off x="942506" y="3750468"/>
              <a:ext cx="1611955" cy="539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8580" tIns="34290" rIns="68580" bIns="34290"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000" dirty="0">
                  <a:solidFill>
                    <a:srgbClr val="FF0000"/>
                  </a:solidFill>
                  <a:latin typeface="楷体" panose="02010609060101010101" pitchFamily="49" charset="-122"/>
                  <a:ea typeface="楷体" panose="02010609060101010101" pitchFamily="49" charset="-122"/>
                </a:rPr>
                <a:t>被调用者恢复</a:t>
              </a:r>
            </a:p>
          </p:txBody>
        </p:sp>
        <p:sp>
          <p:nvSpPr>
            <p:cNvPr id="31" name="Line 18">
              <a:extLst>
                <a:ext uri="{FF2B5EF4-FFF2-40B4-BE49-F238E27FC236}">
                  <a16:creationId xmlns:a16="http://schemas.microsoft.com/office/drawing/2014/main" id="{F429AAE0-3B4D-46BB-909C-69197B96EE2E}"/>
                </a:ext>
              </a:extLst>
            </p:cNvPr>
            <p:cNvSpPr>
              <a:spLocks noChangeShapeType="1"/>
            </p:cNvSpPr>
            <p:nvPr/>
          </p:nvSpPr>
          <p:spPr bwMode="auto">
            <a:xfrm>
              <a:off x="2497232" y="4019489"/>
              <a:ext cx="777954" cy="57210"/>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3"/>
          <p:cNvSpPr>
            <a:spLocks noGrp="1" noChangeArrowheads="1"/>
          </p:cNvSpPr>
          <p:nvPr>
            <p:ph idx="1"/>
          </p:nvPr>
        </p:nvSpPr>
        <p:spPr>
          <a:xfrm>
            <a:off x="430213" y="785813"/>
            <a:ext cx="8256587" cy="3586138"/>
          </a:xfrm>
        </p:spPr>
        <p:txBody>
          <a:bodyPr/>
          <a:lstStyle/>
          <a:p>
            <a:pPr algn="just">
              <a:lnSpc>
                <a:spcPts val="3500"/>
              </a:lnSpc>
              <a:buClrTx/>
              <a:buFont typeface="Wingdings" pitchFamily="2" charset="2"/>
              <a:buChar char="Ø"/>
              <a:defRPr/>
            </a:pPr>
            <a:r>
              <a:rPr lang="zh-CN" altLang="en-US" sz="2500" b="1" dirty="0">
                <a:solidFill>
                  <a:schemeClr val="tx1"/>
                </a:solidFill>
                <a:cs typeface="Times New Roman" pitchFamily="18" charset="0"/>
              </a:rPr>
              <a:t>在现代程序设计语言中，在编译时刻不能确定大小的对象通常被分配在堆区。但是，如果它们是</a:t>
            </a:r>
            <a:r>
              <a:rPr lang="zh-CN" altLang="en-US" sz="2500" b="1" dirty="0">
                <a:solidFill>
                  <a:schemeClr val="tx2">
                    <a:lumMod val="60000"/>
                    <a:lumOff val="40000"/>
                  </a:schemeClr>
                </a:solidFill>
                <a:cs typeface="Times New Roman" pitchFamily="18" charset="0"/>
              </a:rPr>
              <a:t>过程的局部对象</a:t>
            </a:r>
            <a:r>
              <a:rPr lang="zh-CN" altLang="en-US" sz="2500" b="1" dirty="0">
                <a:solidFill>
                  <a:schemeClr val="tx1"/>
                </a:solidFill>
                <a:cs typeface="Times New Roman" pitchFamily="18" charset="0"/>
              </a:rPr>
              <a:t>，也可以将它们分配在</a:t>
            </a:r>
            <a:r>
              <a:rPr lang="zh-CN" altLang="en-US" sz="2500" b="1" dirty="0">
                <a:solidFill>
                  <a:schemeClr val="tx2">
                    <a:lumMod val="60000"/>
                    <a:lumOff val="40000"/>
                  </a:schemeClr>
                </a:solidFill>
                <a:cs typeface="Times New Roman" pitchFamily="18" charset="0"/>
              </a:rPr>
              <a:t>运行时刻栈</a:t>
            </a:r>
            <a:r>
              <a:rPr lang="zh-CN" altLang="en-US" sz="2500" b="1" dirty="0">
                <a:solidFill>
                  <a:schemeClr val="tx1"/>
                </a:solidFill>
                <a:cs typeface="Times New Roman" pitchFamily="18" charset="0"/>
              </a:rPr>
              <a:t>中。</a:t>
            </a:r>
            <a:endParaRPr lang="en-US" altLang="zh-CN" sz="2500" b="1" dirty="0">
              <a:solidFill>
                <a:schemeClr val="tx1"/>
              </a:solidFill>
              <a:cs typeface="Times New Roman" pitchFamily="18" charset="0"/>
            </a:endParaRPr>
          </a:p>
          <a:p>
            <a:pPr lvl="1" algn="just">
              <a:lnSpc>
                <a:spcPts val="3500"/>
              </a:lnSpc>
              <a:buClrTx/>
              <a:buFont typeface="Wingdings" pitchFamily="2" charset="2"/>
              <a:buChar char="Ø"/>
              <a:defRPr/>
            </a:pPr>
            <a:r>
              <a:rPr lang="zh-CN" altLang="en-US" sz="2300" b="1" dirty="0">
                <a:solidFill>
                  <a:schemeClr val="tx1"/>
                </a:solidFill>
                <a:cs typeface="Times New Roman" pitchFamily="18" charset="0"/>
              </a:rPr>
              <a:t>尽量将对象放置在栈区的原因：可以避免对它们的空间进行垃圾回收，也就减少了相应的开销</a:t>
            </a:r>
            <a:endParaRPr lang="en-US" altLang="zh-CN" sz="2300" b="1" dirty="0">
              <a:solidFill>
                <a:schemeClr val="tx1"/>
              </a:solidFill>
              <a:cs typeface="Times New Roman" pitchFamily="18" charset="0"/>
            </a:endParaRPr>
          </a:p>
          <a:p>
            <a:pPr algn="just">
              <a:lnSpc>
                <a:spcPts val="3500"/>
              </a:lnSpc>
              <a:buClrTx/>
              <a:buFont typeface="Wingdings" pitchFamily="2" charset="2"/>
              <a:buChar char="Ø"/>
              <a:defRPr/>
            </a:pPr>
            <a:r>
              <a:rPr lang="zh-CN" altLang="en-US" sz="2500" b="1" dirty="0">
                <a:solidFill>
                  <a:schemeClr val="tx1"/>
                </a:solidFill>
                <a:cs typeface="Times New Roman" pitchFamily="18" charset="0"/>
              </a:rPr>
              <a:t>只有一个数据对象</a:t>
            </a:r>
            <a:r>
              <a:rPr lang="zh-CN" altLang="en-US" sz="2500" b="1" dirty="0">
                <a:solidFill>
                  <a:schemeClr val="tx2">
                    <a:lumMod val="60000"/>
                    <a:lumOff val="40000"/>
                  </a:schemeClr>
                </a:solidFill>
                <a:cs typeface="Times New Roman" pitchFamily="18" charset="0"/>
              </a:rPr>
              <a:t>局部于某个过程</a:t>
            </a:r>
            <a:r>
              <a:rPr lang="zh-CN" altLang="en-US" sz="2500" b="1" dirty="0">
                <a:solidFill>
                  <a:schemeClr val="tx1"/>
                </a:solidFill>
                <a:cs typeface="Times New Roman" pitchFamily="18" charset="0"/>
              </a:rPr>
              <a:t>，且</a:t>
            </a:r>
            <a:r>
              <a:rPr lang="zh-CN" altLang="en-US" sz="2500" b="1" dirty="0">
                <a:solidFill>
                  <a:schemeClr val="tx2">
                    <a:lumMod val="60000"/>
                    <a:lumOff val="40000"/>
                  </a:schemeClr>
                </a:solidFill>
                <a:cs typeface="Times New Roman" pitchFamily="18" charset="0"/>
              </a:rPr>
              <a:t>当此过程结束时它变得不可访问</a:t>
            </a:r>
            <a:r>
              <a:rPr lang="zh-CN" altLang="en-US" sz="2500" b="1" dirty="0">
                <a:solidFill>
                  <a:schemeClr val="tx1"/>
                </a:solidFill>
                <a:cs typeface="Times New Roman" pitchFamily="18" charset="0"/>
              </a:rPr>
              <a:t>，才可以使用</a:t>
            </a:r>
            <a:r>
              <a:rPr lang="zh-CN" altLang="en-US" sz="2500" b="1" dirty="0">
                <a:solidFill>
                  <a:schemeClr val="tx2">
                    <a:lumMod val="60000"/>
                    <a:lumOff val="40000"/>
                  </a:schemeClr>
                </a:solidFill>
                <a:cs typeface="Times New Roman" pitchFamily="18" charset="0"/>
              </a:rPr>
              <a:t>栈</a:t>
            </a:r>
            <a:r>
              <a:rPr lang="zh-CN" altLang="en-US" sz="2500" b="1" dirty="0">
                <a:solidFill>
                  <a:schemeClr val="tx1"/>
                </a:solidFill>
                <a:cs typeface="Times New Roman" pitchFamily="18" charset="0"/>
              </a:rPr>
              <a:t>为这个对象分配空间</a:t>
            </a:r>
            <a:endParaRPr lang="en-US" altLang="zh-CN" sz="2500" b="1" dirty="0">
              <a:solidFill>
                <a:schemeClr val="tx1"/>
              </a:solidFill>
              <a:cs typeface="Times New Roman" pitchFamily="18" charset="0"/>
            </a:endParaRPr>
          </a:p>
        </p:txBody>
      </p:sp>
      <p:sp>
        <p:nvSpPr>
          <p:cNvPr id="82947"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变长数据的存储分配</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0" fill="hold" nodeType="clickEffect">
                                  <p:stCondLst>
                                    <p:cond delay="0"/>
                                  </p:stCondLst>
                                  <p:childTnLst>
                                    <p:set>
                                      <p:cBhvr>
                                        <p:cTn id="6" dur="1" fill="hold">
                                          <p:stCondLst>
                                            <p:cond delay="0"/>
                                          </p:stCondLst>
                                        </p:cTn>
                                        <p:tgtEl>
                                          <p:spTgt spid="50179">
                                            <p:txEl>
                                              <p:pRg st="2" end="2"/>
                                            </p:txEl>
                                          </p:spTgt>
                                        </p:tgtEl>
                                        <p:attrNameLst>
                                          <p:attrName>style.visibility</p:attrName>
                                        </p:attrNameLst>
                                      </p:cBhvr>
                                      <p:to>
                                        <p:strVal val="visible"/>
                                      </p:to>
                                    </p:set>
                                    <p:anim calcmode="lin" valueType="num">
                                      <p:cBhvr>
                                        <p:cTn id="7" dur="500" fill="hold"/>
                                        <p:tgtEl>
                                          <p:spTgt spid="50179">
                                            <p:txEl>
                                              <p:pRg st="2" end="2"/>
                                            </p:txEl>
                                          </p:spTgt>
                                        </p:tgtEl>
                                        <p:attrNameLst>
                                          <p:attrName>ppt_w</p:attrName>
                                        </p:attrNameLst>
                                      </p:cBhvr>
                                      <p:tavLst>
                                        <p:tav tm="0">
                                          <p:val>
                                            <p:fltVal val="0"/>
                                          </p:val>
                                        </p:tav>
                                        <p:tav tm="100000">
                                          <p:val>
                                            <p:strVal val="#ppt_w"/>
                                          </p:val>
                                        </p:tav>
                                      </p:tavLst>
                                    </p:anim>
                                    <p:anim calcmode="lin" valueType="num">
                                      <p:cBhvr>
                                        <p:cTn id="8" dur="500" fill="hold"/>
                                        <p:tgtEl>
                                          <p:spTgt spid="50179">
                                            <p:txEl>
                                              <p:pRg st="2" end="2"/>
                                            </p:txEl>
                                          </p:spTgt>
                                        </p:tgtEl>
                                        <p:attrNameLst>
                                          <p:attrName>ppt_h</p:attrName>
                                        </p:attrNameLst>
                                      </p:cBhvr>
                                      <p:tavLst>
                                        <p:tav tm="0">
                                          <p:val>
                                            <p:fltVal val="0"/>
                                          </p:val>
                                        </p:tav>
                                        <p:tav tm="100000">
                                          <p:val>
                                            <p:strVal val="#ppt_h"/>
                                          </p:val>
                                        </p:tav>
                                      </p:tavLst>
                                    </p:anim>
                                    <p:animEffect transition="in" filter="fade">
                                      <p:cBhvr>
                                        <p:cTn id="9" dur="500"/>
                                        <p:tgtEl>
                                          <p:spTgt spid="5017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矩形 29">
            <a:extLst>
              <a:ext uri="{FF2B5EF4-FFF2-40B4-BE49-F238E27FC236}">
                <a16:creationId xmlns:a16="http://schemas.microsoft.com/office/drawing/2014/main" id="{B0F50755-E3C2-4011-B182-09165CEEB3C7}"/>
              </a:ext>
            </a:extLst>
          </p:cNvPr>
          <p:cNvSpPr/>
          <p:nvPr/>
        </p:nvSpPr>
        <p:spPr>
          <a:xfrm>
            <a:off x="4645817" y="3516313"/>
            <a:ext cx="2520951" cy="1512883"/>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BE2FDDC5-7DAA-4829-91ED-CB25CE681B33}"/>
              </a:ext>
            </a:extLst>
          </p:cNvPr>
          <p:cNvSpPr/>
          <p:nvPr/>
        </p:nvSpPr>
        <p:spPr>
          <a:xfrm>
            <a:off x="4632325" y="401638"/>
            <a:ext cx="2520951" cy="3105150"/>
          </a:xfrm>
          <a:prstGeom prst="rect">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5" name="内容占位符 3"/>
          <p:cNvGraphicFramePr>
            <a:graphicFrameLocks/>
          </p:cNvGraphicFramePr>
          <p:nvPr>
            <p:extLst>
              <p:ext uri="{D42A27DB-BD31-4B8C-83A1-F6EECF244321}">
                <p14:modId xmlns:p14="http://schemas.microsoft.com/office/powerpoint/2010/main" val="2275146000"/>
              </p:ext>
            </p:extLst>
          </p:nvPr>
        </p:nvGraphicFramePr>
        <p:xfrm>
          <a:off x="4632325" y="411163"/>
          <a:ext cx="2546350" cy="4618033"/>
        </p:xfrm>
        <a:graphic>
          <a:graphicData uri="http://schemas.openxmlformats.org/drawingml/2006/table">
            <a:tbl>
              <a:tblPr firstRow="1" bandRow="1">
                <a:tableStyleId>{2D5ABB26-0587-4C30-8999-92F81FD0307C}</a:tableStyleId>
              </a:tblPr>
              <a:tblGrid>
                <a:gridCol w="2546350">
                  <a:extLst>
                    <a:ext uri="{9D8B030D-6E8A-4147-A177-3AD203B41FA5}">
                      <a16:colId xmlns:a16="http://schemas.microsoft.com/office/drawing/2014/main" val="20000"/>
                    </a:ext>
                  </a:extLst>
                </a:gridCol>
              </a:tblGrid>
              <a:tr h="312441">
                <a:tc>
                  <a: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zh-CN" sz="1600" b="1" i="0" u="none" strike="noStrike" kern="1200" cap="none" spc="0" normalizeH="0" baseline="0" dirty="0">
                          <a:ln>
                            <a:noFill/>
                          </a:ln>
                          <a:solidFill>
                            <a:prstClr val="black"/>
                          </a:solidFill>
                          <a:effectLst/>
                          <a:uLnTx/>
                          <a:uFillTx/>
                          <a:latin typeface="楷体" panose="02010609060101010101" pitchFamily="49" charset="-122"/>
                          <a:ea typeface="楷体" panose="02010609060101010101" pitchFamily="49" charset="-122"/>
                          <a:cs typeface="Times New Roman" panose="02020603050405020304" pitchFamily="18" charset="0"/>
                        </a:rPr>
                        <a:t>…</a:t>
                      </a:r>
                      <a:endParaRPr kumimoji="0" lang="zh-CN" altLang="en-US" sz="1600" b="1" i="0" u="none" strike="noStrike" kern="1200" cap="none" spc="0" normalizeH="0" baseline="0" dirty="0">
                        <a:ln>
                          <a:noFill/>
                        </a:ln>
                        <a:solidFill>
                          <a:prstClr val="black"/>
                        </a:solidFill>
                        <a:effectLst/>
                        <a:uLnTx/>
                        <a:uFillTx/>
                        <a:latin typeface="楷体" panose="02010609060101010101" pitchFamily="49" charset="-122"/>
                        <a:ea typeface="楷体" panose="02010609060101010101" pitchFamily="49" charset="-122"/>
                        <a:cs typeface="Times New Roman" panose="02020603050405020304" pitchFamily="18" charset="0"/>
                      </a:endParaRPr>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0"/>
                  </a:ext>
                </a:extLst>
              </a:tr>
              <a:tr h="312441">
                <a:tc>
                  <a:txBody>
                    <a:bodyPr/>
                    <a:lstStyle/>
                    <a:p>
                      <a:pPr algn="ctr" eaLnBrk="0" fontAlgn="base" hangingPunct="0">
                        <a:spcBef>
                          <a:spcPct val="0"/>
                        </a:spcBef>
                        <a:spcAft>
                          <a:spcPct val="0"/>
                        </a:spcAft>
                        <a:buClrTx/>
                        <a:buSzTx/>
                        <a:buFontTx/>
                        <a:buNone/>
                      </a:pPr>
                      <a:r>
                        <a:rPr lang="zh-CN" altLang="en-US" sz="1600" b="1" dirty="0">
                          <a:solidFill>
                            <a:prstClr val="black"/>
                          </a:solidFill>
                          <a:latin typeface="楷体" panose="02010609060101010101" pitchFamily="49" charset="-122"/>
                          <a:ea typeface="楷体" panose="02010609060101010101" pitchFamily="49" charset="-122"/>
                          <a:cs typeface="Times New Roman" panose="02020603050405020304" pitchFamily="18" charset="0"/>
                        </a:rPr>
                        <a:t>控制链和保存的机器状态</a:t>
                      </a:r>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1"/>
                  </a:ext>
                </a:extLst>
              </a:tr>
              <a:tr h="312441">
                <a:tc>
                  <a: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zh-CN" sz="1600" b="1" i="0" u="none" strike="noStrike" kern="1200" cap="none" spc="0" normalizeH="0" baseline="0" noProof="0" dirty="0">
                          <a:ln>
                            <a:noFill/>
                          </a:ln>
                          <a:solidFill>
                            <a:prstClr val="black"/>
                          </a:solidFill>
                          <a:effectLst/>
                          <a:uLnTx/>
                          <a:uFillTx/>
                          <a:latin typeface="楷体" panose="02010609060101010101" pitchFamily="49" charset="-122"/>
                          <a:ea typeface="楷体" panose="02010609060101010101" pitchFamily="49" charset="-122"/>
                          <a:cs typeface="Times New Roman" panose="02020603050405020304" pitchFamily="18" charset="0"/>
                        </a:rPr>
                        <a:t>…</a:t>
                      </a:r>
                      <a:endParaRPr kumimoji="0" lang="zh-CN" altLang="en-US" sz="1600" b="1" i="0" u="none" strike="noStrike" kern="1200" cap="none" spc="0" normalizeH="0" baseline="0" noProof="0" dirty="0">
                        <a:ln>
                          <a:noFill/>
                        </a:ln>
                        <a:solidFill>
                          <a:prstClr val="black"/>
                        </a:solidFill>
                        <a:effectLst/>
                        <a:uLnTx/>
                        <a:uFillTx/>
                        <a:latin typeface="楷体" panose="02010609060101010101" pitchFamily="49" charset="-122"/>
                        <a:ea typeface="楷体" panose="02010609060101010101" pitchFamily="49" charset="-122"/>
                        <a:cs typeface="Times New Roman" panose="02020603050405020304" pitchFamily="18" charset="0"/>
                      </a:endParaRPr>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2"/>
                  </a:ext>
                </a:extLst>
              </a:tr>
              <a:tr h="312441">
                <a:tc>
                  <a: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1600" b="1" i="0" u="none" strike="noStrike" kern="1200" cap="none" spc="0" normalizeH="0" baseline="0" noProof="0" dirty="0">
                          <a:ln>
                            <a:noFill/>
                          </a:ln>
                          <a:solidFill>
                            <a:srgbClr val="C00000"/>
                          </a:solidFill>
                          <a:effectLst/>
                          <a:uLnTx/>
                          <a:uFillTx/>
                          <a:latin typeface="楷体" panose="02010609060101010101" pitchFamily="49" charset="-122"/>
                          <a:ea typeface="楷体" panose="02010609060101010101" pitchFamily="49" charset="-122"/>
                          <a:cs typeface="Times New Roman" panose="02020603050405020304" pitchFamily="18" charset="0"/>
                        </a:rPr>
                        <a:t>指向</a:t>
                      </a:r>
                      <a:r>
                        <a:rPr kumimoji="0" lang="en-US" altLang="zh-CN" sz="1600" b="1" i="1" u="none" strike="noStrike" kern="1200" cap="none" spc="0" normalizeH="0" baseline="0" noProof="0" dirty="0">
                          <a:ln>
                            <a:noFill/>
                          </a:ln>
                          <a:solidFill>
                            <a:srgbClr val="C00000"/>
                          </a:solidFill>
                          <a:effectLst/>
                          <a:uLnTx/>
                          <a:uFillTx/>
                          <a:latin typeface="Times New Roman" panose="02020603050405020304" pitchFamily="18" charset="0"/>
                          <a:ea typeface="楷体" panose="02010609060101010101" pitchFamily="49" charset="-122"/>
                          <a:cs typeface="Times New Roman" panose="02020603050405020304" pitchFamily="18" charset="0"/>
                        </a:rPr>
                        <a:t>a</a:t>
                      </a:r>
                      <a:r>
                        <a:rPr kumimoji="0" lang="zh-CN" altLang="en-US" sz="1600" b="1" i="0" u="none" strike="noStrike" kern="1200" cap="none" spc="0" normalizeH="0" baseline="0" noProof="0" dirty="0">
                          <a:ln>
                            <a:noFill/>
                          </a:ln>
                          <a:solidFill>
                            <a:srgbClr val="C00000"/>
                          </a:solidFill>
                          <a:effectLst/>
                          <a:uLnTx/>
                          <a:uFillTx/>
                          <a:latin typeface="楷体" panose="02010609060101010101" pitchFamily="49" charset="-122"/>
                          <a:ea typeface="楷体" panose="02010609060101010101" pitchFamily="49" charset="-122"/>
                          <a:cs typeface="Times New Roman" panose="02020603050405020304" pitchFamily="18" charset="0"/>
                        </a:rPr>
                        <a:t>的指针</a:t>
                      </a:r>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3"/>
                  </a:ext>
                </a:extLst>
              </a:tr>
              <a:tr h="312441">
                <a:tc>
                  <a: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zh-CN" altLang="en-US" sz="1600" b="1" dirty="0">
                          <a:solidFill>
                            <a:srgbClr val="C00000"/>
                          </a:solidFill>
                          <a:latin typeface="楷体" panose="02010609060101010101" pitchFamily="49" charset="-122"/>
                          <a:ea typeface="楷体" panose="02010609060101010101" pitchFamily="49" charset="-122"/>
                          <a:cs typeface="Times New Roman" panose="02020603050405020304" pitchFamily="18" charset="0"/>
                        </a:rPr>
                        <a:t>指向</a:t>
                      </a:r>
                      <a:r>
                        <a:rPr lang="en-US" altLang="zh-CN" sz="1600" b="1" i="1" dirty="0">
                          <a:solidFill>
                            <a:srgbClr val="C00000"/>
                          </a:solidFill>
                          <a:latin typeface="Times New Roman" panose="02020603050405020304" pitchFamily="18" charset="0"/>
                          <a:ea typeface="楷体" panose="02010609060101010101" pitchFamily="49" charset="-122"/>
                          <a:cs typeface="Times New Roman" panose="02020603050405020304" pitchFamily="18" charset="0"/>
                        </a:rPr>
                        <a:t>b</a:t>
                      </a:r>
                      <a:r>
                        <a:rPr lang="zh-CN" altLang="en-US" sz="1600" b="1" dirty="0">
                          <a:solidFill>
                            <a:srgbClr val="C00000"/>
                          </a:solidFill>
                          <a:latin typeface="楷体" panose="02010609060101010101" pitchFamily="49" charset="-122"/>
                          <a:ea typeface="楷体" panose="02010609060101010101" pitchFamily="49" charset="-122"/>
                          <a:cs typeface="Times New Roman" panose="02020603050405020304" pitchFamily="18" charset="0"/>
                        </a:rPr>
                        <a:t>的指针</a:t>
                      </a:r>
                      <a:endParaRPr kumimoji="0" lang="zh-CN" altLang="en-US" sz="1600" b="1" i="0" u="none" strike="noStrike" kern="1200" cap="none" spc="0" normalizeH="0" baseline="0" noProof="0" dirty="0">
                        <a:ln>
                          <a:noFill/>
                        </a:ln>
                        <a:solidFill>
                          <a:srgbClr val="C00000"/>
                        </a:solidFill>
                        <a:effectLst/>
                        <a:uLnTx/>
                        <a:uFillTx/>
                        <a:latin typeface="楷体" panose="02010609060101010101" pitchFamily="49" charset="-122"/>
                        <a:ea typeface="楷体" panose="02010609060101010101" pitchFamily="49" charset="-122"/>
                        <a:cs typeface="Times New Roman" panose="02020603050405020304" pitchFamily="18" charset="0"/>
                      </a:endParaRPr>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4"/>
                  </a:ext>
                </a:extLst>
              </a:tr>
              <a:tr h="312441">
                <a:tc>
                  <a:txBody>
                    <a:bodyPr/>
                    <a:lstStyle/>
                    <a:p>
                      <a:pPr algn="ctr" eaLnBrk="0" fontAlgn="base" hangingPunct="0">
                        <a:spcBef>
                          <a:spcPct val="0"/>
                        </a:spcBef>
                        <a:spcAft>
                          <a:spcPct val="0"/>
                        </a:spcAft>
                        <a:buClrTx/>
                        <a:buSzTx/>
                        <a:buFontTx/>
                        <a:buNone/>
                      </a:pPr>
                      <a:r>
                        <a:rPr lang="zh-CN" altLang="en-US" sz="1600" b="1" dirty="0">
                          <a:solidFill>
                            <a:srgbClr val="C00000"/>
                          </a:solidFill>
                          <a:latin typeface="楷体" panose="02010609060101010101" pitchFamily="49" charset="-122"/>
                          <a:ea typeface="楷体" panose="02010609060101010101" pitchFamily="49" charset="-122"/>
                          <a:cs typeface="Times New Roman" panose="02020603050405020304" pitchFamily="18" charset="0"/>
                        </a:rPr>
                        <a:t>指向</a:t>
                      </a:r>
                      <a:r>
                        <a:rPr lang="en-US" altLang="zh-CN" sz="1600" b="1" i="1" dirty="0">
                          <a:solidFill>
                            <a:srgbClr val="C00000"/>
                          </a:solidFill>
                          <a:latin typeface="Times New Roman" panose="02020603050405020304" pitchFamily="18" charset="0"/>
                          <a:ea typeface="楷体" panose="02010609060101010101" pitchFamily="49" charset="-122"/>
                          <a:cs typeface="Times New Roman" panose="02020603050405020304" pitchFamily="18" charset="0"/>
                        </a:rPr>
                        <a:t>c</a:t>
                      </a:r>
                      <a:r>
                        <a:rPr lang="zh-CN" altLang="en-US" sz="1600" b="1" dirty="0">
                          <a:solidFill>
                            <a:srgbClr val="C00000"/>
                          </a:solidFill>
                          <a:latin typeface="楷体" panose="02010609060101010101" pitchFamily="49" charset="-122"/>
                          <a:ea typeface="楷体" panose="02010609060101010101" pitchFamily="49" charset="-122"/>
                          <a:cs typeface="Times New Roman" panose="02020603050405020304" pitchFamily="18" charset="0"/>
                        </a:rPr>
                        <a:t>的指针</a:t>
                      </a:r>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0005"/>
                  </a:ext>
                </a:extLst>
              </a:tr>
              <a:tr h="312441">
                <a:tc>
                  <a: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zh-CN" sz="1600" b="1" i="0" u="none" strike="noStrike" kern="1200" cap="none" spc="0" normalizeH="0" baseline="0" noProof="0">
                          <a:ln>
                            <a:noFill/>
                          </a:ln>
                          <a:solidFill>
                            <a:prstClr val="black"/>
                          </a:solidFill>
                          <a:effectLst/>
                          <a:uLnTx/>
                          <a:uFillTx/>
                          <a:latin typeface="楷体" panose="02010609060101010101" pitchFamily="49" charset="-122"/>
                          <a:ea typeface="楷体" panose="02010609060101010101" pitchFamily="49" charset="-122"/>
                          <a:cs typeface="Times New Roman" panose="02020603050405020304" pitchFamily="18" charset="0"/>
                        </a:rPr>
                        <a:t>…</a:t>
                      </a:r>
                      <a:endParaRPr kumimoji="0" lang="zh-CN" altLang="en-US" sz="1600" b="1" i="0" u="none" strike="noStrike" kern="1200" cap="none" spc="0" normalizeH="0" baseline="0" noProof="0">
                        <a:ln>
                          <a:noFill/>
                        </a:ln>
                        <a:solidFill>
                          <a:prstClr val="black"/>
                        </a:solidFill>
                        <a:effectLst/>
                        <a:uLnTx/>
                        <a:uFillTx/>
                        <a:latin typeface="楷体" panose="02010609060101010101" pitchFamily="49" charset="-122"/>
                        <a:ea typeface="楷体" panose="02010609060101010101" pitchFamily="49" charset="-122"/>
                        <a:cs typeface="Times New Roman" panose="02020603050405020304" pitchFamily="18" charset="0"/>
                      </a:endParaRPr>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38100" cap="flat" cmpd="sng" algn="ctr">
                      <a:solidFill>
                        <a:schemeClr val="tx2">
                          <a:lumMod val="60000"/>
                          <a:lumOff val="40000"/>
                        </a:schemeClr>
                      </a:solidFill>
                      <a:prstDash val="solid"/>
                      <a:round/>
                      <a:headEnd type="none" w="med" len="med"/>
                      <a:tailEnd type="none" w="med" len="med"/>
                    </a:lnB>
                  </a:tcPr>
                </a:tc>
                <a:extLst>
                  <a:ext uri="{0D108BD9-81ED-4DB2-BD59-A6C34878D82A}">
                    <a16:rowId xmlns:a16="http://schemas.microsoft.com/office/drawing/2014/main" val="10006"/>
                  </a:ext>
                </a:extLst>
              </a:tr>
              <a:tr h="312441">
                <a:tc>
                  <a: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1600" b="1" i="0" u="none" strike="noStrike" kern="1200" cap="none" spc="0" normalizeH="0" baseline="0" noProof="0" dirty="0">
                          <a:ln>
                            <a:noFill/>
                          </a:ln>
                          <a:solidFill>
                            <a:srgbClr val="C00000"/>
                          </a:solidFill>
                          <a:effectLst/>
                          <a:uLnTx/>
                          <a:uFillTx/>
                          <a:latin typeface="楷体" panose="02010609060101010101" pitchFamily="49" charset="-122"/>
                          <a:ea typeface="楷体" panose="02010609060101010101" pitchFamily="49" charset="-122"/>
                          <a:cs typeface="Times New Roman" panose="02020603050405020304" pitchFamily="18" charset="0"/>
                        </a:rPr>
                        <a:t>数组</a:t>
                      </a:r>
                      <a:r>
                        <a:rPr kumimoji="0" lang="en-US" altLang="zh-CN" sz="1600" b="1" i="1" u="none" strike="noStrike" kern="1200" cap="none" spc="0" normalizeH="0" baseline="0" noProof="0" dirty="0">
                          <a:ln>
                            <a:noFill/>
                          </a:ln>
                          <a:solidFill>
                            <a:srgbClr val="C00000"/>
                          </a:solidFill>
                          <a:effectLst/>
                          <a:uLnTx/>
                          <a:uFillTx/>
                          <a:latin typeface="Times New Roman" panose="02020603050405020304" pitchFamily="18" charset="0"/>
                          <a:ea typeface="楷体" panose="02010609060101010101" pitchFamily="49" charset="-122"/>
                          <a:cs typeface="Times New Roman" panose="02020603050405020304" pitchFamily="18" charset="0"/>
                        </a:rPr>
                        <a:t>a</a:t>
                      </a:r>
                      <a:endParaRPr kumimoji="0" lang="zh-CN" altLang="en-US" sz="1600" b="1" i="0" u="none" strike="noStrike" kern="1200" cap="none" spc="0" normalizeH="0" baseline="0" noProof="0" dirty="0">
                        <a:ln>
                          <a:noFill/>
                        </a:ln>
                        <a:solidFill>
                          <a:srgbClr val="C00000"/>
                        </a:solidFill>
                        <a:effectLst/>
                        <a:uLnTx/>
                        <a:uFillTx/>
                        <a:latin typeface="楷体" panose="02010609060101010101" pitchFamily="49" charset="-122"/>
                        <a:ea typeface="楷体" panose="02010609060101010101" pitchFamily="49" charset="-122"/>
                        <a:cs typeface="Times New Roman" panose="02020603050405020304" pitchFamily="18" charset="0"/>
                      </a:endParaRPr>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0007"/>
                  </a:ext>
                </a:extLst>
              </a:tr>
              <a:tr h="312441">
                <a:tc>
                  <a: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1600" b="1" i="0" u="none" strike="noStrike" kern="1200" cap="none" spc="0" normalizeH="0" baseline="0" noProof="0" dirty="0">
                          <a:ln>
                            <a:noFill/>
                          </a:ln>
                          <a:solidFill>
                            <a:srgbClr val="C00000"/>
                          </a:solidFill>
                          <a:effectLst/>
                          <a:uLnTx/>
                          <a:uFillTx/>
                          <a:latin typeface="楷体" panose="02010609060101010101" pitchFamily="49" charset="-122"/>
                          <a:ea typeface="楷体" panose="02010609060101010101" pitchFamily="49" charset="-122"/>
                          <a:cs typeface="Times New Roman" panose="02020603050405020304" pitchFamily="18" charset="0"/>
                        </a:rPr>
                        <a:t>数组</a:t>
                      </a:r>
                      <a:r>
                        <a:rPr kumimoji="0" lang="en-US" altLang="zh-CN" sz="1600" b="1" i="1" u="none" strike="noStrike" kern="1200" cap="none" spc="0" normalizeH="0" baseline="0" noProof="0" dirty="0">
                          <a:ln>
                            <a:noFill/>
                          </a:ln>
                          <a:solidFill>
                            <a:srgbClr val="C00000"/>
                          </a:solidFill>
                          <a:effectLst/>
                          <a:uLnTx/>
                          <a:uFillTx/>
                          <a:latin typeface="Times New Roman" panose="02020603050405020304" pitchFamily="18" charset="0"/>
                          <a:ea typeface="楷体" panose="02010609060101010101" pitchFamily="49" charset="-122"/>
                          <a:cs typeface="Times New Roman" panose="02020603050405020304" pitchFamily="18" charset="0"/>
                        </a:rPr>
                        <a:t>b</a:t>
                      </a:r>
                      <a:endParaRPr kumimoji="0" lang="zh-CN" altLang="en-US" sz="1600" b="1" i="0" u="none" strike="noStrike" kern="1200" cap="none" spc="0" normalizeH="0" baseline="0" noProof="0" dirty="0">
                        <a:ln>
                          <a:noFill/>
                        </a:ln>
                        <a:solidFill>
                          <a:srgbClr val="C00000"/>
                        </a:solidFill>
                        <a:effectLst/>
                        <a:uLnTx/>
                        <a:uFillTx/>
                        <a:latin typeface="楷体" panose="02010609060101010101" pitchFamily="49" charset="-122"/>
                        <a:ea typeface="楷体" panose="02010609060101010101" pitchFamily="49" charset="-122"/>
                        <a:cs typeface="Times New Roman" panose="02020603050405020304" pitchFamily="18" charset="0"/>
                      </a:endParaRPr>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0008"/>
                  </a:ext>
                </a:extLst>
              </a:tr>
              <a:tr h="312441">
                <a:tc>
                  <a: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1600" b="1" i="0" u="none" strike="noStrike" kern="1200" cap="none" spc="0" normalizeH="0" baseline="0" noProof="0" dirty="0">
                          <a:ln>
                            <a:noFill/>
                          </a:ln>
                          <a:solidFill>
                            <a:srgbClr val="C00000"/>
                          </a:solidFill>
                          <a:effectLst/>
                          <a:uLnTx/>
                          <a:uFillTx/>
                          <a:latin typeface="楷体" panose="02010609060101010101" pitchFamily="49" charset="-122"/>
                          <a:ea typeface="楷体" panose="02010609060101010101" pitchFamily="49" charset="-122"/>
                          <a:cs typeface="Times New Roman" panose="02020603050405020304" pitchFamily="18" charset="0"/>
                        </a:rPr>
                        <a:t>数组</a:t>
                      </a:r>
                      <a:r>
                        <a:rPr kumimoji="0" lang="en-US" altLang="zh-CN" sz="1600" b="1" i="1" u="none" strike="noStrike" kern="1200" cap="none" spc="0" normalizeH="0" baseline="0" noProof="0" dirty="0">
                          <a:ln>
                            <a:noFill/>
                          </a:ln>
                          <a:solidFill>
                            <a:srgbClr val="C00000"/>
                          </a:solidFill>
                          <a:effectLst/>
                          <a:uLnTx/>
                          <a:uFillTx/>
                          <a:latin typeface="Times New Roman" panose="02020603050405020304" pitchFamily="18" charset="0"/>
                          <a:ea typeface="楷体" panose="02010609060101010101" pitchFamily="49" charset="-122"/>
                          <a:cs typeface="Times New Roman" panose="02020603050405020304" pitchFamily="18" charset="0"/>
                        </a:rPr>
                        <a:t>c</a:t>
                      </a:r>
                      <a:endParaRPr kumimoji="0" lang="zh-CN" altLang="en-US" sz="1600" b="1" i="0" u="none" strike="noStrike" kern="1200" cap="none" spc="0" normalizeH="0" baseline="0" noProof="0" dirty="0">
                        <a:ln>
                          <a:noFill/>
                        </a:ln>
                        <a:solidFill>
                          <a:srgbClr val="C00000"/>
                        </a:solidFill>
                        <a:effectLst/>
                        <a:uLnTx/>
                        <a:uFillTx/>
                        <a:latin typeface="楷体" panose="02010609060101010101" pitchFamily="49" charset="-122"/>
                        <a:ea typeface="楷体" panose="02010609060101010101" pitchFamily="49" charset="-122"/>
                        <a:cs typeface="Times New Roman" panose="02020603050405020304" pitchFamily="18" charset="0"/>
                      </a:endParaRPr>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38100" cap="flat" cmpd="sng" algn="ctr">
                      <a:solidFill>
                        <a:schemeClr val="tx2">
                          <a:lumMod val="60000"/>
                          <a:lumOff val="4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0009"/>
                  </a:ext>
                </a:extLst>
              </a:tr>
              <a:tr h="312441">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endParaRPr lang="zh-CN" altLang="en-US" sz="1600" dirty="0"/>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10"/>
                  </a:ext>
                </a:extLst>
              </a:tr>
              <a:tr h="312441">
                <a:tc>
                  <a: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zh-CN" altLang="en-US" sz="1600" b="1" i="0" u="none" strike="noStrike" kern="1200" cap="none" spc="0" normalizeH="0" baseline="0" noProof="0" dirty="0">
                          <a:ln>
                            <a:noFill/>
                          </a:ln>
                          <a:solidFill>
                            <a:prstClr val="black"/>
                          </a:solidFill>
                          <a:effectLst/>
                          <a:uLnTx/>
                          <a:uFillTx/>
                          <a:latin typeface="楷体" panose="02010609060101010101" pitchFamily="49" charset="-122"/>
                          <a:ea typeface="楷体" panose="02010609060101010101" pitchFamily="49" charset="-122"/>
                          <a:cs typeface="Times New Roman" panose="02020603050405020304" pitchFamily="18" charset="0"/>
                        </a:rPr>
                        <a:t>控制链和保存的机器状态</a:t>
                      </a:r>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11"/>
                  </a:ext>
                </a:extLst>
              </a:tr>
              <a:tr h="312441">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endParaRPr lang="zh-CN" altLang="en-US" sz="1600" dirty="0"/>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38100" cap="flat" cmpd="sng" algn="ctr">
                      <a:solidFill>
                        <a:schemeClr val="tx2">
                          <a:lumMod val="60000"/>
                          <a:lumOff val="40000"/>
                        </a:schemeClr>
                      </a:solidFill>
                      <a:prstDash val="solid"/>
                      <a:round/>
                      <a:headEnd type="none" w="med" len="med"/>
                      <a:tailEnd type="none" w="med" len="med"/>
                    </a:lnB>
                  </a:tcPr>
                </a:tc>
                <a:extLst>
                  <a:ext uri="{0D108BD9-81ED-4DB2-BD59-A6C34878D82A}">
                    <a16:rowId xmlns:a16="http://schemas.microsoft.com/office/drawing/2014/main" val="10012"/>
                  </a:ext>
                </a:extLst>
              </a:tr>
              <a:tr h="556300">
                <a:tc>
                  <a:txBody>
                    <a:bodyPr/>
                    <a:lstStyle/>
                    <a:p>
                      <a:pPr marL="0" marR="0" indent="0" algn="ctr" defTabSz="1219140" rtl="0" eaLnBrk="1" fontAlgn="auto" latinLnBrk="0" hangingPunct="1">
                        <a:lnSpc>
                          <a:spcPct val="100000"/>
                        </a:lnSpc>
                        <a:spcBef>
                          <a:spcPts val="0"/>
                        </a:spcBef>
                        <a:spcAft>
                          <a:spcPts val="0"/>
                        </a:spcAft>
                        <a:buClrTx/>
                        <a:buSzTx/>
                        <a:buFontTx/>
                        <a:buNone/>
                        <a:tabLst/>
                        <a:defRPr/>
                      </a:pPr>
                      <a:endParaRPr lang="en-US" altLang="zh-CN" sz="1600" dirty="0"/>
                    </a:p>
                    <a:p>
                      <a:pPr marL="0" marR="0" indent="0" algn="ctr" defTabSz="1219140" rtl="0" eaLnBrk="1" fontAlgn="auto" latinLnBrk="0" hangingPunct="1">
                        <a:lnSpc>
                          <a:spcPct val="100000"/>
                        </a:lnSpc>
                        <a:spcBef>
                          <a:spcPts val="0"/>
                        </a:spcBef>
                        <a:spcAft>
                          <a:spcPts val="0"/>
                        </a:spcAft>
                        <a:buClrTx/>
                        <a:buSzTx/>
                        <a:buFontTx/>
                        <a:buNone/>
                        <a:tabLst/>
                        <a:defRPr/>
                      </a:pPr>
                      <a:endParaRPr lang="zh-CN" altLang="en-US" sz="1600" dirty="0"/>
                    </a:p>
                  </a:txBody>
                  <a:tcPr marL="68587" marR="68587" marT="34292" marB="34292" anchor="ctr">
                    <a:lnL w="38100" cap="flat" cmpd="sng" algn="ctr">
                      <a:solidFill>
                        <a:schemeClr val="tx2">
                          <a:lumMod val="60000"/>
                          <a:lumOff val="40000"/>
                        </a:schemeClr>
                      </a:solidFill>
                      <a:prstDash val="solid"/>
                      <a:round/>
                      <a:headEnd type="none" w="med" len="med"/>
                      <a:tailEnd type="none" w="med" len="med"/>
                    </a:lnL>
                    <a:lnR w="38100" cap="flat" cmpd="sng" algn="ctr">
                      <a:solidFill>
                        <a:schemeClr val="tx2">
                          <a:lumMod val="60000"/>
                          <a:lumOff val="40000"/>
                        </a:schemeClr>
                      </a:solidFill>
                      <a:prstDash val="solid"/>
                      <a:round/>
                      <a:headEnd type="none" w="med" len="med"/>
                      <a:tailEnd type="none" w="med" len="med"/>
                    </a:lnR>
                    <a:lnT w="38100" cap="flat" cmpd="sng" algn="ctr">
                      <a:solidFill>
                        <a:schemeClr val="tx2">
                          <a:lumMod val="60000"/>
                          <a:lumOff val="40000"/>
                        </a:schemeClr>
                      </a:solidFill>
                      <a:prstDash val="solid"/>
                      <a:round/>
                      <a:headEnd type="none" w="med" len="med"/>
                      <a:tailEnd type="none" w="med" len="med"/>
                    </a:lnT>
                    <a:lnB w="38100" cap="flat" cmpd="sng" algn="ctr">
                      <a:solidFill>
                        <a:schemeClr val="tx2">
                          <a:lumMod val="60000"/>
                          <a:lumOff val="40000"/>
                        </a:schemeClr>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p:sp>
        <p:nvSpPr>
          <p:cNvPr id="6" name="任意多边形 5"/>
          <p:cNvSpPr/>
          <p:nvPr/>
        </p:nvSpPr>
        <p:spPr>
          <a:xfrm>
            <a:off x="4327525" y="1039813"/>
            <a:ext cx="269875" cy="2895600"/>
          </a:xfrm>
          <a:custGeom>
            <a:avLst/>
            <a:gdLst>
              <a:gd name="connsiteX0" fmla="*/ 180473 w 180473"/>
              <a:gd name="connsiteY0" fmla="*/ 1780674 h 1780674"/>
              <a:gd name="connsiteX1" fmla="*/ 0 w 180473"/>
              <a:gd name="connsiteY1" fmla="*/ 565484 h 1780674"/>
              <a:gd name="connsiteX2" fmla="*/ 180473 w 180473"/>
              <a:gd name="connsiteY2" fmla="*/ 0 h 1780674"/>
              <a:gd name="connsiteX0" fmla="*/ 201644 w 201644"/>
              <a:gd name="connsiteY0" fmla="*/ 1780674 h 1780674"/>
              <a:gd name="connsiteX1" fmla="*/ 0 w 201644"/>
              <a:gd name="connsiteY1" fmla="*/ 871797 h 1780674"/>
              <a:gd name="connsiteX2" fmla="*/ 201644 w 201644"/>
              <a:gd name="connsiteY2" fmla="*/ 0 h 1780674"/>
              <a:gd name="connsiteX0" fmla="*/ 201644 w 201644"/>
              <a:gd name="connsiteY0" fmla="*/ 1780674 h 1780674"/>
              <a:gd name="connsiteX1" fmla="*/ 0 w 201644"/>
              <a:gd name="connsiteY1" fmla="*/ 871797 h 1780674"/>
              <a:gd name="connsiteX2" fmla="*/ 201644 w 201644"/>
              <a:gd name="connsiteY2" fmla="*/ 0 h 1780674"/>
              <a:gd name="connsiteX0" fmla="*/ 201644 w 201644"/>
              <a:gd name="connsiteY0" fmla="*/ 1780674 h 1780674"/>
              <a:gd name="connsiteX1" fmla="*/ 0 w 201644"/>
              <a:gd name="connsiteY1" fmla="*/ 871797 h 1780674"/>
              <a:gd name="connsiteX2" fmla="*/ 201644 w 201644"/>
              <a:gd name="connsiteY2" fmla="*/ 0 h 1780674"/>
              <a:gd name="connsiteX0" fmla="*/ 254570 w 254570"/>
              <a:gd name="connsiteY0" fmla="*/ 1780674 h 1780674"/>
              <a:gd name="connsiteX1" fmla="*/ 0 w 254570"/>
              <a:gd name="connsiteY1" fmla="*/ 871797 h 1780674"/>
              <a:gd name="connsiteX2" fmla="*/ 201644 w 254570"/>
              <a:gd name="connsiteY2" fmla="*/ 0 h 1780674"/>
              <a:gd name="connsiteX0" fmla="*/ 191058 w 191058"/>
              <a:gd name="connsiteY0" fmla="*/ 1780674 h 1780674"/>
              <a:gd name="connsiteX1" fmla="*/ 0 w 191058"/>
              <a:gd name="connsiteY1" fmla="*/ 871797 h 1780674"/>
              <a:gd name="connsiteX2" fmla="*/ 138132 w 191058"/>
              <a:gd name="connsiteY2" fmla="*/ 0 h 1780674"/>
              <a:gd name="connsiteX0" fmla="*/ 205111 w 205111"/>
              <a:gd name="connsiteY0" fmla="*/ 1780674 h 1780674"/>
              <a:gd name="connsiteX1" fmla="*/ 14053 w 205111"/>
              <a:gd name="connsiteY1" fmla="*/ 871797 h 1780674"/>
              <a:gd name="connsiteX2" fmla="*/ 152185 w 205111"/>
              <a:gd name="connsiteY2" fmla="*/ 0 h 1780674"/>
              <a:gd name="connsiteX0" fmla="*/ 235753 w 235753"/>
              <a:gd name="connsiteY0" fmla="*/ 1780674 h 1780674"/>
              <a:gd name="connsiteX1" fmla="*/ 2354 w 235753"/>
              <a:gd name="connsiteY1" fmla="*/ 925852 h 1780674"/>
              <a:gd name="connsiteX2" fmla="*/ 182827 w 235753"/>
              <a:gd name="connsiteY2" fmla="*/ 0 h 1780674"/>
              <a:gd name="connsiteX0" fmla="*/ 233399 w 233399"/>
              <a:gd name="connsiteY0" fmla="*/ 1780674 h 1780674"/>
              <a:gd name="connsiteX1" fmla="*/ 0 w 233399"/>
              <a:gd name="connsiteY1" fmla="*/ 925852 h 1780674"/>
              <a:gd name="connsiteX2" fmla="*/ 180473 w 233399"/>
              <a:gd name="connsiteY2" fmla="*/ 0 h 1780674"/>
              <a:gd name="connsiteX0" fmla="*/ 180472 w 180472"/>
              <a:gd name="connsiteY0" fmla="*/ 1780674 h 1780674"/>
              <a:gd name="connsiteX1" fmla="*/ 0 w 180472"/>
              <a:gd name="connsiteY1" fmla="*/ 925852 h 1780674"/>
              <a:gd name="connsiteX2" fmla="*/ 127546 w 180472"/>
              <a:gd name="connsiteY2" fmla="*/ 0 h 1780674"/>
              <a:gd name="connsiteX0" fmla="*/ 183990 w 183990"/>
              <a:gd name="connsiteY0" fmla="*/ 1780674 h 1780674"/>
              <a:gd name="connsiteX1" fmla="*/ 3518 w 183990"/>
              <a:gd name="connsiteY1" fmla="*/ 925852 h 1780674"/>
              <a:gd name="connsiteX2" fmla="*/ 131064 w 183990"/>
              <a:gd name="connsiteY2" fmla="*/ 0 h 1780674"/>
              <a:gd name="connsiteX0" fmla="*/ 180472 w 180472"/>
              <a:gd name="connsiteY0" fmla="*/ 1780674 h 1780674"/>
              <a:gd name="connsiteX1" fmla="*/ 0 w 180472"/>
              <a:gd name="connsiteY1" fmla="*/ 925852 h 1780674"/>
              <a:gd name="connsiteX2" fmla="*/ 127546 w 180472"/>
              <a:gd name="connsiteY2" fmla="*/ 0 h 1780674"/>
              <a:gd name="connsiteX0" fmla="*/ 363068 w 363068"/>
              <a:gd name="connsiteY0" fmla="*/ 2132033 h 2132033"/>
              <a:gd name="connsiteX1" fmla="*/ 0 w 363068"/>
              <a:gd name="connsiteY1" fmla="*/ 925852 h 2132033"/>
              <a:gd name="connsiteX2" fmla="*/ 127546 w 363068"/>
              <a:gd name="connsiteY2" fmla="*/ 0 h 2132033"/>
              <a:gd name="connsiteX0" fmla="*/ 363068 w 363068"/>
              <a:gd name="connsiteY0" fmla="*/ 2469878 h 2469878"/>
              <a:gd name="connsiteX1" fmla="*/ 0 w 363068"/>
              <a:gd name="connsiteY1" fmla="*/ 1263697 h 2469878"/>
              <a:gd name="connsiteX2" fmla="*/ 357775 w 363068"/>
              <a:gd name="connsiteY2" fmla="*/ 0 h 2469878"/>
              <a:gd name="connsiteX0" fmla="*/ 236045 w 236045"/>
              <a:gd name="connsiteY0" fmla="*/ 2469878 h 2469878"/>
              <a:gd name="connsiteX1" fmla="*/ 0 w 236045"/>
              <a:gd name="connsiteY1" fmla="*/ 1256940 h 2469878"/>
              <a:gd name="connsiteX2" fmla="*/ 230752 w 236045"/>
              <a:gd name="connsiteY2" fmla="*/ 0 h 2469878"/>
              <a:gd name="connsiteX0" fmla="*/ 236045 w 236045"/>
              <a:gd name="connsiteY0" fmla="*/ 2469878 h 2469878"/>
              <a:gd name="connsiteX1" fmla="*/ 0 w 236045"/>
              <a:gd name="connsiteY1" fmla="*/ 1256940 h 2469878"/>
              <a:gd name="connsiteX2" fmla="*/ 230752 w 236045"/>
              <a:gd name="connsiteY2" fmla="*/ 0 h 2469878"/>
              <a:gd name="connsiteX0" fmla="*/ 172533 w 172533"/>
              <a:gd name="connsiteY0" fmla="*/ 2469878 h 2469878"/>
              <a:gd name="connsiteX1" fmla="*/ 0 w 172533"/>
              <a:gd name="connsiteY1" fmla="*/ 1243427 h 2469878"/>
              <a:gd name="connsiteX2" fmla="*/ 167240 w 172533"/>
              <a:gd name="connsiteY2" fmla="*/ 0 h 2469878"/>
              <a:gd name="connsiteX0" fmla="*/ 177717 w 177717"/>
              <a:gd name="connsiteY0" fmla="*/ 2469878 h 2469878"/>
              <a:gd name="connsiteX1" fmla="*/ 5184 w 177717"/>
              <a:gd name="connsiteY1" fmla="*/ 1243427 h 2469878"/>
              <a:gd name="connsiteX2" fmla="*/ 56387 w 177717"/>
              <a:gd name="connsiteY2" fmla="*/ 482265 h 2469878"/>
              <a:gd name="connsiteX3" fmla="*/ 172424 w 177717"/>
              <a:gd name="connsiteY3" fmla="*/ 0 h 2469878"/>
              <a:gd name="connsiteX0" fmla="*/ 177717 w 177717"/>
              <a:gd name="connsiteY0" fmla="*/ 2469878 h 2469878"/>
              <a:gd name="connsiteX1" fmla="*/ 5184 w 177717"/>
              <a:gd name="connsiteY1" fmla="*/ 1243427 h 2469878"/>
              <a:gd name="connsiteX2" fmla="*/ 56387 w 177717"/>
              <a:gd name="connsiteY2" fmla="*/ 482265 h 2469878"/>
              <a:gd name="connsiteX3" fmla="*/ 172424 w 177717"/>
              <a:gd name="connsiteY3" fmla="*/ 0 h 2469878"/>
              <a:gd name="connsiteX0" fmla="*/ 180807 w 180807"/>
              <a:gd name="connsiteY0" fmla="*/ 2469878 h 2469878"/>
              <a:gd name="connsiteX1" fmla="*/ 8274 w 180807"/>
              <a:gd name="connsiteY1" fmla="*/ 1243427 h 2469878"/>
              <a:gd name="connsiteX2" fmla="*/ 42599 w 180807"/>
              <a:gd name="connsiteY2" fmla="*/ 311342 h 2469878"/>
              <a:gd name="connsiteX3" fmla="*/ 175514 w 180807"/>
              <a:gd name="connsiteY3" fmla="*/ 0 h 2469878"/>
              <a:gd name="connsiteX0" fmla="*/ 180807 w 180807"/>
              <a:gd name="connsiteY0" fmla="*/ 2469878 h 2469878"/>
              <a:gd name="connsiteX1" fmla="*/ 8274 w 180807"/>
              <a:gd name="connsiteY1" fmla="*/ 1243427 h 2469878"/>
              <a:gd name="connsiteX2" fmla="*/ 42599 w 180807"/>
              <a:gd name="connsiteY2" fmla="*/ 311342 h 2469878"/>
              <a:gd name="connsiteX3" fmla="*/ 175514 w 180807"/>
              <a:gd name="connsiteY3" fmla="*/ 0 h 2469878"/>
              <a:gd name="connsiteX0" fmla="*/ 180807 w 180807"/>
              <a:gd name="connsiteY0" fmla="*/ 2469878 h 2469878"/>
              <a:gd name="connsiteX1" fmla="*/ 8274 w 180807"/>
              <a:gd name="connsiteY1" fmla="*/ 1243427 h 2469878"/>
              <a:gd name="connsiteX2" fmla="*/ 42599 w 180807"/>
              <a:gd name="connsiteY2" fmla="*/ 311342 h 2469878"/>
              <a:gd name="connsiteX3" fmla="*/ 175514 w 180807"/>
              <a:gd name="connsiteY3" fmla="*/ 0 h 2469878"/>
              <a:gd name="connsiteX0" fmla="*/ 182203 w 182203"/>
              <a:gd name="connsiteY0" fmla="*/ 2469878 h 2469878"/>
              <a:gd name="connsiteX1" fmla="*/ 9670 w 182203"/>
              <a:gd name="connsiteY1" fmla="*/ 1243427 h 2469878"/>
              <a:gd name="connsiteX2" fmla="*/ 38369 w 182203"/>
              <a:gd name="connsiteY2" fmla="*/ 407951 h 2469878"/>
              <a:gd name="connsiteX3" fmla="*/ 176910 w 182203"/>
              <a:gd name="connsiteY3" fmla="*/ 0 h 2469878"/>
              <a:gd name="connsiteX0" fmla="*/ 172538 w 172538"/>
              <a:gd name="connsiteY0" fmla="*/ 2469878 h 2469878"/>
              <a:gd name="connsiteX1" fmla="*/ 5 w 172538"/>
              <a:gd name="connsiteY1" fmla="*/ 1243427 h 2469878"/>
              <a:gd name="connsiteX2" fmla="*/ 167245 w 172538"/>
              <a:gd name="connsiteY2" fmla="*/ 0 h 2469878"/>
              <a:gd name="connsiteX0" fmla="*/ 172538 w 172538"/>
              <a:gd name="connsiteY0" fmla="*/ 2469878 h 2469878"/>
              <a:gd name="connsiteX1" fmla="*/ 5 w 172538"/>
              <a:gd name="connsiteY1" fmla="*/ 1243427 h 2469878"/>
              <a:gd name="connsiteX2" fmla="*/ 167245 w 172538"/>
              <a:gd name="connsiteY2" fmla="*/ 0 h 2469878"/>
              <a:gd name="connsiteX0" fmla="*/ 166911 w 166911"/>
              <a:gd name="connsiteY0" fmla="*/ 2469878 h 2469878"/>
              <a:gd name="connsiteX1" fmla="*/ 5 w 166911"/>
              <a:gd name="connsiteY1" fmla="*/ 1094799 h 2469878"/>
              <a:gd name="connsiteX2" fmla="*/ 161618 w 166911"/>
              <a:gd name="connsiteY2" fmla="*/ 0 h 2469878"/>
              <a:gd name="connsiteX0" fmla="*/ 168068 w 168068"/>
              <a:gd name="connsiteY0" fmla="*/ 2469878 h 2469878"/>
              <a:gd name="connsiteX1" fmla="*/ 1162 w 168068"/>
              <a:gd name="connsiteY1" fmla="*/ 1094799 h 2469878"/>
              <a:gd name="connsiteX2" fmla="*/ 97374 w 168068"/>
              <a:gd name="connsiteY2" fmla="*/ 363362 h 2469878"/>
              <a:gd name="connsiteX3" fmla="*/ 162775 w 168068"/>
              <a:gd name="connsiteY3" fmla="*/ 0 h 2469878"/>
              <a:gd name="connsiteX0" fmla="*/ 170965 w 170965"/>
              <a:gd name="connsiteY0" fmla="*/ 2469878 h 2469878"/>
              <a:gd name="connsiteX1" fmla="*/ 4059 w 170965"/>
              <a:gd name="connsiteY1" fmla="*/ 1094799 h 2469878"/>
              <a:gd name="connsiteX2" fmla="*/ 60888 w 170965"/>
              <a:gd name="connsiteY2" fmla="*/ 341068 h 2469878"/>
              <a:gd name="connsiteX3" fmla="*/ 165672 w 170965"/>
              <a:gd name="connsiteY3" fmla="*/ 0 h 2469878"/>
              <a:gd name="connsiteX0" fmla="*/ 170965 w 170965"/>
              <a:gd name="connsiteY0" fmla="*/ 2469878 h 2469878"/>
              <a:gd name="connsiteX1" fmla="*/ 4059 w 170965"/>
              <a:gd name="connsiteY1" fmla="*/ 1094799 h 2469878"/>
              <a:gd name="connsiteX2" fmla="*/ 60888 w 170965"/>
              <a:gd name="connsiteY2" fmla="*/ 341068 h 2469878"/>
              <a:gd name="connsiteX3" fmla="*/ 165672 w 170965"/>
              <a:gd name="connsiteY3" fmla="*/ 0 h 2469878"/>
              <a:gd name="connsiteX0" fmla="*/ 173518 w 173518"/>
              <a:gd name="connsiteY0" fmla="*/ 2469878 h 2469878"/>
              <a:gd name="connsiteX1" fmla="*/ 6612 w 173518"/>
              <a:gd name="connsiteY1" fmla="*/ 1094799 h 2469878"/>
              <a:gd name="connsiteX2" fmla="*/ 63441 w 173518"/>
              <a:gd name="connsiteY2" fmla="*/ 341068 h 2469878"/>
              <a:gd name="connsiteX3" fmla="*/ 168225 w 173518"/>
              <a:gd name="connsiteY3" fmla="*/ 0 h 2469878"/>
              <a:gd name="connsiteX0" fmla="*/ 168963 w 168963"/>
              <a:gd name="connsiteY0" fmla="*/ 2469878 h 2469878"/>
              <a:gd name="connsiteX1" fmla="*/ 2057 w 168963"/>
              <a:gd name="connsiteY1" fmla="*/ 1094799 h 2469878"/>
              <a:gd name="connsiteX2" fmla="*/ 92644 w 168963"/>
              <a:gd name="connsiteY2" fmla="*/ 177577 h 2469878"/>
              <a:gd name="connsiteX3" fmla="*/ 163670 w 168963"/>
              <a:gd name="connsiteY3" fmla="*/ 0 h 2469878"/>
            </a:gdLst>
            <a:ahLst/>
            <a:cxnLst>
              <a:cxn ang="0">
                <a:pos x="connsiteX0" y="connsiteY0"/>
              </a:cxn>
              <a:cxn ang="0">
                <a:pos x="connsiteX1" y="connsiteY1"/>
              </a:cxn>
              <a:cxn ang="0">
                <a:pos x="connsiteX2" y="connsiteY2"/>
              </a:cxn>
              <a:cxn ang="0">
                <a:pos x="connsiteX3" y="connsiteY3"/>
              </a:cxn>
            </a:cxnLst>
            <a:rect l="l" t="t" r="r" b="b"/>
            <a:pathLst>
              <a:path w="168963" h="2469878">
                <a:moveTo>
                  <a:pt x="168963" y="2469878"/>
                </a:moveTo>
                <a:cubicBezTo>
                  <a:pt x="36384" y="2100763"/>
                  <a:pt x="14777" y="1476849"/>
                  <a:pt x="2057" y="1094799"/>
                </a:cubicBezTo>
                <a:cubicBezTo>
                  <a:pt x="-10663" y="712749"/>
                  <a:pt x="37578" y="337749"/>
                  <a:pt x="92644" y="177577"/>
                </a:cubicBezTo>
                <a:cubicBezTo>
                  <a:pt x="147710" y="17405"/>
                  <a:pt x="152770" y="60560"/>
                  <a:pt x="163670" y="0"/>
                </a:cubicBezTo>
              </a:path>
            </a:pathLst>
          </a:custGeom>
          <a:noFill/>
          <a:ln w="31750">
            <a:solidFill>
              <a:schemeClr val="tx2">
                <a:lumMod val="60000"/>
                <a:lumOff val="40000"/>
              </a:schemeClr>
            </a:solidFill>
            <a:tailEnd type="stealth" w="lg"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solidFill>
                <a:prstClr val="white"/>
              </a:solidFill>
            </a:endParaRPr>
          </a:p>
        </p:txBody>
      </p:sp>
      <p:sp>
        <p:nvSpPr>
          <p:cNvPr id="7" name="弧形 6"/>
          <p:cNvSpPr/>
          <p:nvPr/>
        </p:nvSpPr>
        <p:spPr bwMode="auto">
          <a:xfrm rot="10056762" flipV="1">
            <a:off x="4454525" y="134938"/>
            <a:ext cx="193675" cy="747712"/>
          </a:xfrm>
          <a:prstGeom prst="arc">
            <a:avLst>
              <a:gd name="adj1" fmla="val 16831102"/>
              <a:gd name="adj2" fmla="val 5229498"/>
            </a:avLst>
          </a:prstGeom>
          <a:ln w="31750">
            <a:solidFill>
              <a:schemeClr val="tx2">
                <a:lumMod val="60000"/>
                <a:lumOff val="40000"/>
              </a:schemeClr>
            </a:solidFill>
            <a:headEnd type="stealth" w="lg" len="lg"/>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zh-CN" altLang="en-US">
              <a:solidFill>
                <a:prstClr val="black"/>
              </a:solidFill>
            </a:endParaRPr>
          </a:p>
        </p:txBody>
      </p:sp>
      <p:cxnSp>
        <p:nvCxnSpPr>
          <p:cNvPr id="9" name="直接连接符 8"/>
          <p:cNvCxnSpPr/>
          <p:nvPr/>
        </p:nvCxnSpPr>
        <p:spPr bwMode="auto">
          <a:xfrm rot="10800000">
            <a:off x="4240213" y="5018088"/>
            <a:ext cx="323850" cy="1587"/>
          </a:xfrm>
          <a:prstGeom prst="line">
            <a:avLst/>
          </a:prstGeom>
          <a:ln w="25400">
            <a:solidFill>
              <a:schemeClr val="tx2">
                <a:lumMod val="60000"/>
                <a:lumOff val="40000"/>
              </a:schemeClr>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10" name="Rectangle 5"/>
          <p:cNvSpPr>
            <a:spLocks noChangeArrowheads="1"/>
          </p:cNvSpPr>
          <p:nvPr/>
        </p:nvSpPr>
        <p:spPr bwMode="auto">
          <a:xfrm>
            <a:off x="3500438" y="4746625"/>
            <a:ext cx="1000125" cy="488950"/>
          </a:xfrm>
          <a:prstGeom prst="rect">
            <a:avLst/>
          </a:prstGeom>
          <a:noFill/>
          <a:ln>
            <a:noFill/>
          </a:ln>
        </p:spPr>
        <p:txBody>
          <a:bodyPr tIns="82800"/>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ctr">
              <a:spcBef>
                <a:spcPct val="0"/>
              </a:spcBef>
              <a:buClrTx/>
              <a:buSzTx/>
              <a:buFontTx/>
              <a:buNone/>
              <a:defRPr/>
            </a:pPr>
            <a:r>
              <a:rPr lang="en-US" altLang="zh-CN" sz="1800" i="1" dirty="0">
                <a:solidFill>
                  <a:schemeClr val="tx2">
                    <a:lumMod val="60000"/>
                    <a:lumOff val="40000"/>
                  </a:schemeClr>
                </a:solidFill>
                <a:latin typeface="Times New Roman" panose="02020603050405020304" pitchFamily="18" charset="0"/>
                <a:ea typeface="楷体" panose="02010609060101010101" pitchFamily="49" charset="-122"/>
                <a:cs typeface="Times New Roman" panose="02020603050405020304" pitchFamily="18" charset="0"/>
              </a:rPr>
              <a:t>top</a:t>
            </a:r>
            <a:endParaRPr lang="zh-CN" altLang="en-US" sz="1800" dirty="0">
              <a:solidFill>
                <a:schemeClr val="tx2">
                  <a:lumMod val="60000"/>
                  <a:lumOff val="40000"/>
                </a:schemeClr>
              </a:solidFill>
              <a:latin typeface="楷体" panose="02010609060101010101" pitchFamily="49" charset="-122"/>
              <a:ea typeface="楷体" panose="02010609060101010101" pitchFamily="49" charset="-122"/>
              <a:cs typeface="Times New Roman" panose="02020603050405020304" pitchFamily="18" charset="0"/>
            </a:endParaRPr>
          </a:p>
        </p:txBody>
      </p:sp>
      <p:cxnSp>
        <p:nvCxnSpPr>
          <p:cNvPr id="12" name="直接连接符 11"/>
          <p:cNvCxnSpPr/>
          <p:nvPr/>
        </p:nvCxnSpPr>
        <p:spPr bwMode="auto">
          <a:xfrm rot="16200000" flipV="1">
            <a:off x="7304087" y="3975101"/>
            <a:ext cx="936625" cy="0"/>
          </a:xfrm>
          <a:prstGeom prst="line">
            <a:avLst/>
          </a:prstGeom>
          <a:ln w="38100">
            <a:solidFill>
              <a:schemeClr val="tx1"/>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3" name="Rectangle 5"/>
          <p:cNvSpPr>
            <a:spLocks noChangeArrowheads="1"/>
          </p:cNvSpPr>
          <p:nvPr/>
        </p:nvSpPr>
        <p:spPr bwMode="auto">
          <a:xfrm>
            <a:off x="7237413" y="3727450"/>
            <a:ext cx="1222375" cy="500063"/>
          </a:xfrm>
          <a:prstGeom prst="rect">
            <a:avLst/>
          </a:prstGeom>
          <a:solidFill>
            <a:schemeClr val="bg1"/>
          </a:solidFill>
          <a:ln>
            <a:noFill/>
          </a:ln>
        </p:spPr>
        <p:txBody>
          <a:bodyPr tIns="82800" anchor="ct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ctr">
              <a:lnSpc>
                <a:spcPts val="1800"/>
              </a:lnSpc>
              <a:spcBef>
                <a:spcPct val="0"/>
              </a:spcBef>
              <a:buClrTx/>
              <a:buSzTx/>
              <a:buFont typeface="Symbol" panose="05050102010706020507" pitchFamily="18" charset="2"/>
              <a:buNone/>
              <a:defRPr/>
            </a:pPr>
            <a:r>
              <a:rPr lang="zh-CN" altLang="en-US" sz="1500" dirty="0">
                <a:solidFill>
                  <a:schemeClr val="tx1"/>
                </a:solidFill>
                <a:latin typeface="楷体" panose="02010609060101010101" pitchFamily="49" charset="-122"/>
                <a:ea typeface="楷体" panose="02010609060101010101" pitchFamily="49" charset="-122"/>
                <a:cs typeface="Times New Roman" panose="02020603050405020304" pitchFamily="18" charset="0"/>
              </a:rPr>
              <a:t>被调用者</a:t>
            </a:r>
            <a:r>
              <a:rPr lang="en-US" altLang="zh-CN" sz="1500" i="1" dirty="0">
                <a:solidFill>
                  <a:schemeClr val="tx1"/>
                </a:solidFill>
                <a:latin typeface="Times New Roman" panose="02020603050405020304" pitchFamily="18" charset="0"/>
                <a:ea typeface="楷体" panose="02010609060101010101" pitchFamily="49" charset="-122"/>
                <a:cs typeface="Times New Roman" panose="02020603050405020304" pitchFamily="18" charset="0"/>
              </a:rPr>
              <a:t>q</a:t>
            </a:r>
            <a:r>
              <a:rPr lang="zh-CN" altLang="en-US" sz="1500" dirty="0">
                <a:solidFill>
                  <a:schemeClr val="tx1"/>
                </a:solidFill>
                <a:latin typeface="楷体" panose="02010609060101010101" pitchFamily="49" charset="-122"/>
                <a:ea typeface="楷体" panose="02010609060101010101" pitchFamily="49" charset="-122"/>
                <a:cs typeface="Times New Roman" panose="02020603050405020304" pitchFamily="18" charset="0"/>
              </a:rPr>
              <a:t>的活动记录</a:t>
            </a:r>
          </a:p>
        </p:txBody>
      </p:sp>
      <p:cxnSp>
        <p:nvCxnSpPr>
          <p:cNvPr id="14" name="直接连接符 13"/>
          <p:cNvCxnSpPr/>
          <p:nvPr/>
        </p:nvCxnSpPr>
        <p:spPr bwMode="auto">
          <a:xfrm flipV="1">
            <a:off x="7772400" y="401638"/>
            <a:ext cx="0" cy="2136775"/>
          </a:xfrm>
          <a:prstGeom prst="line">
            <a:avLst/>
          </a:prstGeom>
          <a:ln w="38100">
            <a:solidFill>
              <a:srgbClr val="0000FF"/>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Rectangle 5"/>
          <p:cNvSpPr>
            <a:spLocks noChangeArrowheads="1"/>
          </p:cNvSpPr>
          <p:nvPr/>
        </p:nvSpPr>
        <p:spPr bwMode="auto">
          <a:xfrm>
            <a:off x="7275513" y="1131888"/>
            <a:ext cx="1057275" cy="735012"/>
          </a:xfrm>
          <a:prstGeom prst="rect">
            <a:avLst/>
          </a:prstGeom>
          <a:solidFill>
            <a:schemeClr val="bg1"/>
          </a:solidFill>
          <a:ln>
            <a:noFill/>
          </a:ln>
        </p:spPr>
        <p:txBody>
          <a:bodyPr tIns="82800" anchor="ct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ctr">
              <a:spcBef>
                <a:spcPct val="0"/>
              </a:spcBef>
              <a:buClrTx/>
              <a:buSzTx/>
              <a:buFontTx/>
              <a:buNone/>
              <a:defRPr/>
            </a:pPr>
            <a:r>
              <a:rPr lang="zh-CN" altLang="en-US" sz="1500"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调用者</a:t>
            </a:r>
            <a:r>
              <a:rPr lang="en-US" altLang="zh-CN" sz="1500" i="1" dirty="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p</a:t>
            </a:r>
            <a:r>
              <a:rPr lang="zh-CN" altLang="en-US" sz="1500" dirty="0">
                <a:solidFill>
                  <a:srgbClr val="0000FF"/>
                </a:solidFill>
                <a:latin typeface="楷体" panose="02010609060101010101" pitchFamily="49" charset="-122"/>
                <a:ea typeface="楷体" panose="02010609060101010101" pitchFamily="49" charset="-122"/>
                <a:cs typeface="Times New Roman" panose="02020603050405020304" pitchFamily="18" charset="0"/>
              </a:rPr>
              <a:t>的活动记录</a:t>
            </a:r>
          </a:p>
        </p:txBody>
      </p:sp>
      <p:cxnSp>
        <p:nvCxnSpPr>
          <p:cNvPr id="16" name="直接连接符 15"/>
          <p:cNvCxnSpPr>
            <a:cxnSpLocks/>
          </p:cNvCxnSpPr>
          <p:nvPr/>
        </p:nvCxnSpPr>
        <p:spPr bwMode="auto">
          <a:xfrm flipV="1">
            <a:off x="7772400" y="4443414"/>
            <a:ext cx="0" cy="576262"/>
          </a:xfrm>
          <a:prstGeom prst="line">
            <a:avLst/>
          </a:prstGeom>
          <a:ln w="38100">
            <a:solidFill>
              <a:srgbClr val="FF000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Rectangle 5"/>
          <p:cNvSpPr>
            <a:spLocks noChangeArrowheads="1"/>
          </p:cNvSpPr>
          <p:nvPr/>
        </p:nvSpPr>
        <p:spPr bwMode="auto">
          <a:xfrm>
            <a:off x="7275231" y="4639830"/>
            <a:ext cx="1431669" cy="158750"/>
          </a:xfrm>
          <a:prstGeom prst="rect">
            <a:avLst/>
          </a:prstGeom>
          <a:solidFill>
            <a:schemeClr val="bg1"/>
          </a:solidFill>
          <a:ln>
            <a:noFill/>
          </a:ln>
        </p:spPr>
        <p:txBody>
          <a:bodyPr tIns="82800" anchor="ct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ctr">
              <a:spcBef>
                <a:spcPct val="0"/>
              </a:spcBef>
              <a:buClrTx/>
              <a:buSzTx/>
              <a:buFontTx/>
              <a:buNone/>
              <a:defRPr/>
            </a:pPr>
            <a:r>
              <a:rPr lang="en-US" altLang="zh-CN" sz="1500" i="1" dirty="0">
                <a:solidFill>
                  <a:srgbClr val="FF0000"/>
                </a:solidFill>
                <a:latin typeface="Times New Roman" panose="02020603050405020304" pitchFamily="18" charset="0"/>
                <a:ea typeface="楷体" panose="02010609060101010101" pitchFamily="49" charset="-122"/>
                <a:cs typeface="Times New Roman" panose="02020603050405020304" pitchFamily="18" charset="0"/>
              </a:rPr>
              <a:t>q</a:t>
            </a:r>
            <a:r>
              <a:rPr lang="zh-CN" altLang="en-US" sz="1500" dirty="0">
                <a:solidFill>
                  <a:srgbClr val="FF0000"/>
                </a:solidFill>
                <a:latin typeface="楷体" panose="02010609060101010101" pitchFamily="49" charset="-122"/>
                <a:ea typeface="楷体" panose="02010609060101010101" pitchFamily="49" charset="-122"/>
                <a:cs typeface="Times New Roman" panose="02020603050405020304" pitchFamily="18" charset="0"/>
              </a:rPr>
              <a:t>的变长数组</a:t>
            </a:r>
          </a:p>
        </p:txBody>
      </p:sp>
      <p:cxnSp>
        <p:nvCxnSpPr>
          <p:cNvPr id="18" name="直接连接符 17"/>
          <p:cNvCxnSpPr/>
          <p:nvPr/>
        </p:nvCxnSpPr>
        <p:spPr bwMode="auto">
          <a:xfrm rot="10800000">
            <a:off x="7612063" y="401638"/>
            <a:ext cx="323850" cy="1587"/>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bwMode="auto">
          <a:xfrm rot="10800000">
            <a:off x="7608888" y="2582141"/>
            <a:ext cx="323850" cy="1588"/>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bwMode="auto">
          <a:xfrm rot="10800000">
            <a:off x="7608888" y="5018088"/>
            <a:ext cx="323850" cy="1587"/>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bwMode="auto">
          <a:xfrm rot="10800000">
            <a:off x="7620000" y="4472998"/>
            <a:ext cx="323850" cy="1588"/>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bwMode="auto">
          <a:xfrm rot="10800000">
            <a:off x="7629525" y="3506788"/>
            <a:ext cx="323850" cy="1587"/>
          </a:xfrm>
          <a:prstGeom prst="line">
            <a:avLst/>
          </a:prstGeom>
          <a:ln w="38100">
            <a:solidFill>
              <a:schemeClr val="tx2">
                <a:lumMod val="60000"/>
                <a:lumOff val="4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bwMode="auto">
          <a:xfrm flipV="1">
            <a:off x="7772400" y="2597150"/>
            <a:ext cx="0" cy="909638"/>
          </a:xfrm>
          <a:prstGeom prst="line">
            <a:avLst/>
          </a:prstGeom>
          <a:ln w="38100">
            <a:solidFill>
              <a:srgbClr val="FF000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Rectangle 5"/>
          <p:cNvSpPr>
            <a:spLocks noChangeArrowheads="1"/>
          </p:cNvSpPr>
          <p:nvPr/>
        </p:nvSpPr>
        <p:spPr bwMode="auto">
          <a:xfrm>
            <a:off x="7236296" y="2933700"/>
            <a:ext cx="1431669" cy="211138"/>
          </a:xfrm>
          <a:prstGeom prst="rect">
            <a:avLst/>
          </a:prstGeom>
          <a:solidFill>
            <a:schemeClr val="bg1"/>
          </a:solidFill>
          <a:ln>
            <a:noFill/>
          </a:ln>
        </p:spPr>
        <p:txBody>
          <a:bodyPr tIns="82800" anchor="ct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ctr">
              <a:spcBef>
                <a:spcPct val="0"/>
              </a:spcBef>
              <a:buClrTx/>
              <a:buSzTx/>
              <a:buFontTx/>
              <a:buNone/>
              <a:defRPr/>
            </a:pPr>
            <a:r>
              <a:rPr lang="en-US" altLang="zh-CN" sz="1500" i="1" dirty="0">
                <a:solidFill>
                  <a:srgbClr val="FF0000"/>
                </a:solidFill>
                <a:latin typeface="Times New Roman" panose="02020603050405020304" pitchFamily="18" charset="0"/>
                <a:ea typeface="楷体" panose="02010609060101010101" pitchFamily="49" charset="-122"/>
                <a:cs typeface="Times New Roman" panose="02020603050405020304" pitchFamily="18" charset="0"/>
              </a:rPr>
              <a:t>p</a:t>
            </a:r>
            <a:r>
              <a:rPr lang="zh-CN" altLang="en-US" sz="1500" dirty="0">
                <a:solidFill>
                  <a:srgbClr val="FF0000"/>
                </a:solidFill>
                <a:latin typeface="楷体" panose="02010609060101010101" pitchFamily="49" charset="-122"/>
                <a:ea typeface="楷体" panose="02010609060101010101" pitchFamily="49" charset="-122"/>
                <a:cs typeface="Times New Roman" panose="02020603050405020304" pitchFamily="18" charset="0"/>
              </a:rPr>
              <a:t>的变长数组</a:t>
            </a:r>
          </a:p>
        </p:txBody>
      </p:sp>
      <p:sp>
        <p:nvSpPr>
          <p:cNvPr id="25" name="弧形 24"/>
          <p:cNvSpPr/>
          <p:nvPr/>
        </p:nvSpPr>
        <p:spPr bwMode="auto">
          <a:xfrm rot="20520607" flipV="1">
            <a:off x="6673850" y="1087438"/>
            <a:ext cx="633413" cy="1520825"/>
          </a:xfrm>
          <a:prstGeom prst="arc">
            <a:avLst>
              <a:gd name="adj1" fmla="val 15968576"/>
              <a:gd name="adj2" fmla="val 2057466"/>
            </a:avLst>
          </a:prstGeom>
          <a:ln w="31750">
            <a:solidFill>
              <a:schemeClr val="tx2">
                <a:lumMod val="60000"/>
                <a:lumOff val="40000"/>
              </a:schemeClr>
            </a:solidFill>
            <a:head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zh-CN" altLang="en-US">
              <a:solidFill>
                <a:prstClr val="black"/>
              </a:solidFill>
            </a:endParaRPr>
          </a:p>
        </p:txBody>
      </p:sp>
      <p:sp>
        <p:nvSpPr>
          <p:cNvPr id="26" name="弧形 25"/>
          <p:cNvSpPr/>
          <p:nvPr/>
        </p:nvSpPr>
        <p:spPr bwMode="auto">
          <a:xfrm rot="20520607" flipV="1">
            <a:off x="6673850" y="1458913"/>
            <a:ext cx="633413" cy="1520825"/>
          </a:xfrm>
          <a:prstGeom prst="arc">
            <a:avLst>
              <a:gd name="adj1" fmla="val 16018017"/>
              <a:gd name="adj2" fmla="val 2866918"/>
            </a:avLst>
          </a:prstGeom>
          <a:ln w="31750">
            <a:solidFill>
              <a:schemeClr val="tx2">
                <a:lumMod val="60000"/>
                <a:lumOff val="40000"/>
              </a:schemeClr>
            </a:solidFill>
            <a:head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zh-CN" altLang="en-US">
              <a:solidFill>
                <a:prstClr val="black"/>
              </a:solidFill>
            </a:endParaRPr>
          </a:p>
        </p:txBody>
      </p:sp>
      <p:sp>
        <p:nvSpPr>
          <p:cNvPr id="85045" name="标题 1"/>
          <p:cNvSpPr>
            <a:spLocks noGrp="1"/>
          </p:cNvSpPr>
          <p:nvPr>
            <p:ph type="title"/>
          </p:nvPr>
        </p:nvSpPr>
        <p:spPr>
          <a:xfrm>
            <a:off x="755650" y="268288"/>
            <a:ext cx="7931150" cy="358775"/>
          </a:xfrm>
        </p:spPr>
        <p:txBody>
          <a:bodyPr/>
          <a:lstStyle/>
          <a:p>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访问动态分配的数组</a:t>
            </a:r>
          </a:p>
        </p:txBody>
      </p:sp>
      <p:cxnSp>
        <p:nvCxnSpPr>
          <p:cNvPr id="27" name="直接连接符 26"/>
          <p:cNvCxnSpPr/>
          <p:nvPr/>
        </p:nvCxnSpPr>
        <p:spPr bwMode="auto">
          <a:xfrm flipH="1" flipV="1">
            <a:off x="3767138" y="1039813"/>
            <a:ext cx="792162" cy="3108325"/>
          </a:xfrm>
          <a:prstGeom prst="line">
            <a:avLst/>
          </a:prstGeom>
          <a:ln w="38100">
            <a:solidFill>
              <a:schemeClr val="tx2">
                <a:lumMod val="60000"/>
                <a:lumOff val="40000"/>
              </a:schemeClr>
            </a:solidFill>
            <a:prstDash val="solid"/>
            <a:headEnd type="stealth" w="lg" len="lg"/>
            <a:tailEnd type="none" w="lg" len="lg"/>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bwMode="auto">
          <a:xfrm flipH="1" flipV="1">
            <a:off x="3767138" y="1003300"/>
            <a:ext cx="815975" cy="0"/>
          </a:xfrm>
          <a:prstGeom prst="line">
            <a:avLst/>
          </a:prstGeom>
          <a:ln w="38100">
            <a:solidFill>
              <a:schemeClr val="tx2">
                <a:lumMod val="60000"/>
                <a:lumOff val="40000"/>
              </a:schemeClr>
            </a:solidFill>
            <a:prstDash val="sysDash"/>
            <a:headEnd type="triangle"/>
            <a:tailEnd type="none"/>
          </a:ln>
        </p:spPr>
        <p:style>
          <a:lnRef idx="1">
            <a:schemeClr val="accent1"/>
          </a:lnRef>
          <a:fillRef idx="0">
            <a:schemeClr val="accent1"/>
          </a:fillRef>
          <a:effectRef idx="0">
            <a:schemeClr val="accent1"/>
          </a:effectRef>
          <a:fontRef idx="minor">
            <a:schemeClr val="tx1"/>
          </a:fontRef>
        </p:style>
      </p:cxnSp>
      <p:sp>
        <p:nvSpPr>
          <p:cNvPr id="29" name="Rectangle 5"/>
          <p:cNvSpPr>
            <a:spLocks noChangeArrowheads="1"/>
          </p:cNvSpPr>
          <p:nvPr/>
        </p:nvSpPr>
        <p:spPr bwMode="auto">
          <a:xfrm>
            <a:off x="2970213" y="755650"/>
            <a:ext cx="925512" cy="542925"/>
          </a:xfrm>
          <a:prstGeom prst="rect">
            <a:avLst/>
          </a:prstGeom>
          <a:noFill/>
          <a:ln>
            <a:noFill/>
          </a:ln>
        </p:spPr>
        <p:txBody>
          <a:bodyPr tIns="82800"/>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ctr">
              <a:spcBef>
                <a:spcPct val="0"/>
              </a:spcBef>
              <a:buClrTx/>
              <a:buSzTx/>
              <a:buFontTx/>
              <a:buNone/>
              <a:defRPr/>
            </a:pPr>
            <a:r>
              <a:rPr lang="en-US" altLang="zh-CN" sz="1800" i="1" dirty="0" err="1">
                <a:solidFill>
                  <a:schemeClr val="tx2">
                    <a:lumMod val="60000"/>
                    <a:lumOff val="40000"/>
                  </a:schemeClr>
                </a:solidFill>
                <a:latin typeface="Times New Roman" panose="02020603050405020304" pitchFamily="18" charset="0"/>
                <a:ea typeface="楷体" panose="02010609060101010101" pitchFamily="49" charset="-122"/>
                <a:cs typeface="Times New Roman" panose="02020603050405020304" pitchFamily="18" charset="0"/>
              </a:rPr>
              <a:t>top_sp</a:t>
            </a:r>
            <a:endParaRPr lang="zh-CN" altLang="en-US" sz="1800" dirty="0">
              <a:solidFill>
                <a:schemeClr val="tx2">
                  <a:lumMod val="60000"/>
                  <a:lumOff val="40000"/>
                </a:schemeClr>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11" name="弧形 10"/>
          <p:cNvSpPr/>
          <p:nvPr/>
        </p:nvSpPr>
        <p:spPr bwMode="auto">
          <a:xfrm rot="20520607" flipV="1">
            <a:off x="6672263" y="1782763"/>
            <a:ext cx="633412" cy="1520825"/>
          </a:xfrm>
          <a:prstGeom prst="arc">
            <a:avLst>
              <a:gd name="adj1" fmla="val 16193764"/>
              <a:gd name="adj2" fmla="val 2559890"/>
            </a:avLst>
          </a:prstGeom>
          <a:ln w="31750">
            <a:solidFill>
              <a:schemeClr val="tx2">
                <a:lumMod val="60000"/>
                <a:lumOff val="40000"/>
              </a:schemeClr>
            </a:solidFill>
            <a:head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zh-CN" altLang="en-US">
              <a:solidFill>
                <a:prstClr val="black"/>
              </a:solidFill>
            </a:endParaRPr>
          </a:p>
        </p:txBody>
      </p:sp>
      <p:sp>
        <p:nvSpPr>
          <p:cNvPr id="2" name="矩形 1">
            <a:extLst>
              <a:ext uri="{FF2B5EF4-FFF2-40B4-BE49-F238E27FC236}">
                <a16:creationId xmlns:a16="http://schemas.microsoft.com/office/drawing/2014/main" id="{C522367E-2710-41C5-9D8E-E203CCBA777E}"/>
              </a:ext>
            </a:extLst>
          </p:cNvPr>
          <p:cNvSpPr/>
          <p:nvPr/>
        </p:nvSpPr>
        <p:spPr>
          <a:xfrm>
            <a:off x="179512" y="1344912"/>
            <a:ext cx="3549352" cy="3603102"/>
          </a:xfrm>
          <a:prstGeom prst="rect">
            <a:avLst/>
          </a:prstGeom>
        </p:spPr>
        <p:txBody>
          <a:bodyPr wrap="square">
            <a:spAutoFit/>
          </a:bodyPr>
          <a:lstStyle/>
          <a:p>
            <a:pPr marL="285750" indent="-285750">
              <a:lnSpc>
                <a:spcPts val="2500"/>
              </a:lnSpc>
              <a:spcBef>
                <a:spcPts val="0"/>
              </a:spcBef>
              <a:buFont typeface="Wingdings" panose="05000000000000000000" pitchFamily="2" charset="2"/>
              <a:buChar char="Ø"/>
              <a:defRPr/>
            </a:pPr>
            <a:r>
              <a:rPr lang="zh-CN" altLang="en-US" sz="1800" dirty="0">
                <a:latin typeface="+mn-ea"/>
                <a:ea typeface="+mn-ea"/>
                <a:cs typeface="Times New Roman" pitchFamily="18" charset="0"/>
              </a:rPr>
              <a:t>在活动记录中为变长数组分别</a:t>
            </a:r>
            <a:r>
              <a:rPr lang="zh-CN" altLang="en-US" sz="1800" dirty="0">
                <a:solidFill>
                  <a:srgbClr val="0070C0"/>
                </a:solidFill>
                <a:latin typeface="+mn-ea"/>
                <a:ea typeface="+mn-ea"/>
                <a:cs typeface="Times New Roman" pitchFamily="18" charset="0"/>
              </a:rPr>
              <a:t>分配</a:t>
            </a:r>
            <a:r>
              <a:rPr lang="zh-CN" altLang="en-US" sz="1800" dirty="0">
                <a:latin typeface="+mn-ea"/>
                <a:ea typeface="+mn-ea"/>
                <a:cs typeface="Times New Roman" pitchFamily="18" charset="0"/>
              </a:rPr>
              <a:t>一个存放</a:t>
            </a:r>
            <a:r>
              <a:rPr lang="zh-CN" altLang="en-US" sz="1800" dirty="0">
                <a:solidFill>
                  <a:srgbClr val="0070C0"/>
                </a:solidFill>
                <a:latin typeface="+mn-ea"/>
                <a:ea typeface="+mn-ea"/>
                <a:cs typeface="Times New Roman" pitchFamily="18" charset="0"/>
              </a:rPr>
              <a:t>数组指针</a:t>
            </a:r>
            <a:r>
              <a:rPr lang="zh-CN" altLang="en-US" sz="1800" dirty="0">
                <a:latin typeface="+mn-ea"/>
                <a:ea typeface="+mn-ea"/>
                <a:cs typeface="Times New Roman" pitchFamily="18" charset="0"/>
              </a:rPr>
              <a:t>的单元</a:t>
            </a:r>
            <a:endParaRPr lang="en-US" altLang="zh-CN" sz="1800" dirty="0">
              <a:latin typeface="+mn-ea"/>
              <a:ea typeface="+mn-ea"/>
              <a:cs typeface="Times New Roman" pitchFamily="18" charset="0"/>
            </a:endParaRPr>
          </a:p>
          <a:p>
            <a:pPr marL="285750" indent="-285750">
              <a:lnSpc>
                <a:spcPts val="2500"/>
              </a:lnSpc>
              <a:spcBef>
                <a:spcPts val="0"/>
              </a:spcBef>
              <a:buFont typeface="Wingdings" panose="05000000000000000000" pitchFamily="2" charset="2"/>
              <a:buChar char="Ø"/>
              <a:defRPr/>
            </a:pPr>
            <a:r>
              <a:rPr lang="zh-CN" altLang="en-US" sz="1800" dirty="0">
                <a:solidFill>
                  <a:srgbClr val="0070C0"/>
                </a:solidFill>
                <a:latin typeface="+mn-ea"/>
                <a:ea typeface="+mn-ea"/>
                <a:cs typeface="Times New Roman" pitchFamily="18" charset="0"/>
              </a:rPr>
              <a:t>运行时</a:t>
            </a:r>
            <a:r>
              <a:rPr lang="zh-CN" altLang="en-US" sz="1800" dirty="0">
                <a:latin typeface="+mn-ea"/>
                <a:ea typeface="+mn-ea"/>
                <a:cs typeface="Times New Roman" pitchFamily="18" charset="0"/>
              </a:rPr>
              <a:t>，数组的大小能确定后，在栈顶挨着过程活动记录为数组</a:t>
            </a:r>
            <a:r>
              <a:rPr lang="zh-CN" altLang="en-US" sz="1800" dirty="0">
                <a:solidFill>
                  <a:srgbClr val="0070C0"/>
                </a:solidFill>
                <a:latin typeface="+mn-ea"/>
                <a:ea typeface="+mn-ea"/>
                <a:cs typeface="Times New Roman" pitchFamily="18" charset="0"/>
              </a:rPr>
              <a:t>分配存储空间</a:t>
            </a:r>
            <a:r>
              <a:rPr lang="zh-CN" altLang="en-US" sz="1800" dirty="0">
                <a:latin typeface="+mn-ea"/>
                <a:ea typeface="+mn-ea"/>
                <a:cs typeface="Times New Roman" pitchFamily="18" charset="0"/>
              </a:rPr>
              <a:t>，并将</a:t>
            </a:r>
            <a:r>
              <a:rPr lang="zh-CN" altLang="en-US" sz="1800" dirty="0">
                <a:solidFill>
                  <a:srgbClr val="0070C0"/>
                </a:solidFill>
                <a:latin typeface="+mn-ea"/>
                <a:ea typeface="+mn-ea"/>
                <a:cs typeface="Times New Roman" pitchFamily="18" charset="0"/>
              </a:rPr>
              <a:t>起始地址存放于数组指针</a:t>
            </a:r>
            <a:r>
              <a:rPr lang="zh-CN" altLang="en-US" sz="1800" dirty="0">
                <a:latin typeface="+mn-ea"/>
                <a:ea typeface="+mn-ea"/>
                <a:cs typeface="Times New Roman" pitchFamily="18" charset="0"/>
              </a:rPr>
              <a:t>的单元。</a:t>
            </a:r>
            <a:endParaRPr lang="en-US" altLang="zh-CN" sz="1800" dirty="0">
              <a:latin typeface="+mn-ea"/>
              <a:ea typeface="+mn-ea"/>
              <a:cs typeface="Times New Roman" pitchFamily="18" charset="0"/>
            </a:endParaRPr>
          </a:p>
          <a:p>
            <a:pPr marL="285750" indent="-285750">
              <a:lnSpc>
                <a:spcPts val="2500"/>
              </a:lnSpc>
              <a:spcBef>
                <a:spcPts val="0"/>
              </a:spcBef>
              <a:buFont typeface="Wingdings" panose="05000000000000000000" pitchFamily="2" charset="2"/>
              <a:buChar char="Ø"/>
              <a:defRPr/>
            </a:pPr>
            <a:r>
              <a:rPr lang="zh-CN" altLang="en-US" sz="1800" dirty="0">
                <a:latin typeface="+mn-ea"/>
                <a:ea typeface="+mn-ea"/>
                <a:cs typeface="Times New Roman" pitchFamily="18" charset="0"/>
              </a:rPr>
              <a:t>对这些</a:t>
            </a:r>
            <a:r>
              <a:rPr lang="zh-CN" altLang="en-US" sz="1800" dirty="0">
                <a:solidFill>
                  <a:srgbClr val="0070C0"/>
                </a:solidFill>
                <a:latin typeface="+mn-ea"/>
                <a:ea typeface="+mn-ea"/>
                <a:cs typeface="Times New Roman" pitchFamily="18" charset="0"/>
              </a:rPr>
              <a:t>数组元素的引用</a:t>
            </a:r>
            <a:r>
              <a:rPr lang="zh-CN" altLang="en-US" sz="1800" dirty="0">
                <a:latin typeface="+mn-ea"/>
                <a:ea typeface="+mn-ea"/>
                <a:cs typeface="Times New Roman" pitchFamily="18" charset="0"/>
              </a:rPr>
              <a:t>是通过活动记录中的</a:t>
            </a:r>
            <a:r>
              <a:rPr lang="zh-CN" altLang="en-US" sz="1800" dirty="0">
                <a:solidFill>
                  <a:srgbClr val="0070C0"/>
                </a:solidFill>
                <a:latin typeface="+mn-ea"/>
                <a:ea typeface="+mn-ea"/>
                <a:cs typeface="Times New Roman" pitchFamily="18" charset="0"/>
              </a:rPr>
              <a:t>数组指针间接</a:t>
            </a:r>
            <a:r>
              <a:rPr lang="zh-CN" altLang="en-US" sz="1800" dirty="0">
                <a:latin typeface="+mn-ea"/>
                <a:ea typeface="+mn-ea"/>
                <a:cs typeface="Times New Roman" pitchFamily="18" charset="0"/>
              </a:rPr>
              <a:t>进行的。</a:t>
            </a:r>
            <a:endParaRPr lang="en-US" altLang="zh-CN" sz="1800" dirty="0">
              <a:latin typeface="+mn-ea"/>
              <a:ea typeface="+mn-ea"/>
              <a:cs typeface="Times New Roman" pitchFamily="18" charset="0"/>
            </a:endParaRPr>
          </a:p>
          <a:p>
            <a:pPr marL="285750" indent="-285750">
              <a:lnSpc>
                <a:spcPts val="2500"/>
              </a:lnSpc>
              <a:spcBef>
                <a:spcPts val="0"/>
              </a:spcBef>
              <a:buFont typeface="Wingdings" panose="05000000000000000000" pitchFamily="2" charset="2"/>
              <a:buChar char="Ø"/>
              <a:defRPr/>
            </a:pPr>
            <a:r>
              <a:rPr lang="zh-CN" altLang="en-US" sz="1800" dirty="0">
                <a:latin typeface="+mn-ea"/>
                <a:ea typeface="+mn-ea"/>
                <a:cs typeface="Times New Roman" pitchFamily="18" charset="0"/>
              </a:rPr>
              <a:t>当过程</a:t>
            </a:r>
            <a:r>
              <a:rPr lang="en-US" altLang="zh-CN" sz="1800" i="1" dirty="0">
                <a:ea typeface="+mn-ea"/>
                <a:cs typeface="Times New Roman" panose="02020603050405020304" pitchFamily="18" charset="0"/>
              </a:rPr>
              <a:t>p</a:t>
            </a:r>
            <a:r>
              <a:rPr lang="zh-CN" altLang="en-US" sz="1800" dirty="0">
                <a:latin typeface="+mn-ea"/>
                <a:ea typeface="+mn-ea"/>
                <a:cs typeface="Times New Roman" pitchFamily="18" charset="0"/>
              </a:rPr>
              <a:t>结束后，其活动记录连同数组空间一同出栈。</a:t>
            </a:r>
            <a:endParaRPr lang="en-US" altLang="zh-CN" sz="1800" dirty="0">
              <a:latin typeface="+mn-ea"/>
              <a:ea typeface="+mn-ea"/>
              <a:cs typeface="Times New Roman"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down)">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down)">
                                      <p:cBhvr>
                                        <p:cTn id="12" dur="5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animEffect transition="in" filter="wipe(down)">
                                      <p:cBhvr>
                                        <p:cTn id="17" dur="500"/>
                                        <p:tgtEl>
                                          <p:spTgt spid="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2">
                                            <p:txEl>
                                              <p:pRg st="3" end="3"/>
                                            </p:txEl>
                                          </p:spTgt>
                                        </p:tgtEl>
                                        <p:attrNameLst>
                                          <p:attrName>style.visibility</p:attrName>
                                        </p:attrNameLst>
                                      </p:cBhvr>
                                      <p:to>
                                        <p:strVal val="visible"/>
                                      </p:to>
                                    </p:set>
                                    <p:animEffect transition="in" filter="wipe(down)">
                                      <p:cBhvr>
                                        <p:cTn id="22" dur="5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0" y="0"/>
            <a:ext cx="9144000" cy="15001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2870" tIns="51435" rIns="102870" bIns="51435" anchor="ctr"/>
          <a:lstStyle/>
          <a:p>
            <a:pPr algn="ctr" fontAlgn="auto">
              <a:spcBef>
                <a:spcPts val="0"/>
              </a:spcBef>
              <a:spcAft>
                <a:spcPts val="0"/>
              </a:spcAft>
              <a:defRPr/>
            </a:pPr>
            <a:endParaRPr lang="zh-CN" altLang="en-US" sz="1600" b="0" dirty="0">
              <a:solidFill>
                <a:prstClr val="black">
                  <a:lumMod val="85000"/>
                  <a:lumOff val="15000"/>
                </a:prstClr>
              </a:solidFill>
            </a:endParaRPr>
          </a:p>
        </p:txBody>
      </p:sp>
      <p:sp>
        <p:nvSpPr>
          <p:cNvPr id="8" name="矩形 7"/>
          <p:cNvSpPr/>
          <p:nvPr/>
        </p:nvSpPr>
        <p:spPr>
          <a:xfrm>
            <a:off x="4500563" y="1357313"/>
            <a:ext cx="4357687" cy="3147015"/>
          </a:xfrm>
          <a:prstGeom prst="rect">
            <a:avLst/>
          </a:prstGeom>
          <a:ln w="12700">
            <a:noFill/>
          </a:ln>
        </p:spPr>
        <p:txBody>
          <a:bodyPr lIns="68580" tIns="34290" rIns="68580" bIns="34290">
            <a:spAutoFit/>
          </a:bodyPr>
          <a:lstStyle/>
          <a:p>
            <a:pPr>
              <a:lnSpc>
                <a:spcPts val="4000"/>
              </a:lnSpc>
              <a:defRPr/>
            </a:pPr>
            <a:r>
              <a:rPr lang="en-US" altLang="zh-CN" sz="2500" b="0" dirty="0">
                <a:solidFill>
                  <a:prstClr val="white">
                    <a:lumMod val="50000"/>
                  </a:prstClr>
                </a:solidFill>
                <a:latin typeface="微软雅黑" pitchFamily="34" charset="-122"/>
                <a:ea typeface="微软雅黑" pitchFamily="34" charset="-122"/>
                <a:cs typeface="楷体_GB2312"/>
              </a:rPr>
              <a:t>7.1 </a:t>
            </a:r>
            <a:r>
              <a:rPr lang="zh-CN" altLang="en-US" sz="2500" b="0" dirty="0">
                <a:solidFill>
                  <a:prstClr val="white">
                    <a:lumMod val="50000"/>
                  </a:prstClr>
                </a:solidFill>
                <a:latin typeface="微软雅黑" pitchFamily="34" charset="-122"/>
                <a:ea typeface="微软雅黑" pitchFamily="34" charset="-122"/>
                <a:cs typeface="楷体_GB2312"/>
              </a:rPr>
              <a:t>存储组织</a:t>
            </a:r>
          </a:p>
          <a:p>
            <a:pPr>
              <a:lnSpc>
                <a:spcPts val="4000"/>
              </a:lnSpc>
              <a:defRPr/>
            </a:pPr>
            <a:r>
              <a:rPr lang="en-US" altLang="zh-CN" sz="2500" b="0" dirty="0">
                <a:solidFill>
                  <a:prstClr val="white">
                    <a:lumMod val="50000"/>
                  </a:prstClr>
                </a:solidFill>
                <a:latin typeface="微软雅黑" pitchFamily="34" charset="-122"/>
                <a:ea typeface="微软雅黑" pitchFamily="34" charset="-122"/>
                <a:cs typeface="楷体_GB2312"/>
              </a:rPr>
              <a:t>7.2 </a:t>
            </a:r>
            <a:r>
              <a:rPr lang="zh-CN" altLang="en-US" sz="2500" b="0" dirty="0">
                <a:solidFill>
                  <a:prstClr val="white">
                    <a:lumMod val="50000"/>
                  </a:prstClr>
                </a:solidFill>
                <a:latin typeface="微软雅黑" pitchFamily="34" charset="-122"/>
                <a:ea typeface="微软雅黑" pitchFamily="34" charset="-122"/>
                <a:cs typeface="楷体_GB2312"/>
              </a:rPr>
              <a:t>静态存储分配</a:t>
            </a:r>
          </a:p>
          <a:p>
            <a:pPr>
              <a:lnSpc>
                <a:spcPts val="4000"/>
              </a:lnSpc>
              <a:defRPr/>
            </a:pPr>
            <a:r>
              <a:rPr lang="en-US" altLang="zh-CN" sz="2500" b="0" dirty="0">
                <a:solidFill>
                  <a:prstClr val="white">
                    <a:lumMod val="50000"/>
                  </a:prstClr>
                </a:solidFill>
                <a:latin typeface="微软雅黑" pitchFamily="34" charset="-122"/>
                <a:ea typeface="微软雅黑" pitchFamily="34" charset="-122"/>
                <a:cs typeface="楷体_GB2312"/>
              </a:rPr>
              <a:t>7.3 </a:t>
            </a:r>
            <a:r>
              <a:rPr lang="zh-CN" altLang="en-US" sz="2500" b="0" dirty="0">
                <a:solidFill>
                  <a:prstClr val="white">
                    <a:lumMod val="50000"/>
                  </a:prstClr>
                </a:solidFill>
                <a:latin typeface="微软雅黑" pitchFamily="34" charset="-122"/>
                <a:ea typeface="微软雅黑" pitchFamily="34" charset="-122"/>
                <a:cs typeface="楷体_GB2312"/>
              </a:rPr>
              <a:t>栈式存储分配</a:t>
            </a:r>
          </a:p>
          <a:p>
            <a:pPr>
              <a:lnSpc>
                <a:spcPts val="4000"/>
              </a:lnSpc>
              <a:defRPr/>
            </a:pPr>
            <a:r>
              <a:rPr lang="en-US" altLang="zh-CN" sz="2500" b="0" dirty="0">
                <a:solidFill>
                  <a:schemeClr val="tx2">
                    <a:lumMod val="60000"/>
                    <a:lumOff val="40000"/>
                  </a:schemeClr>
                </a:solidFill>
                <a:latin typeface="微软雅黑" pitchFamily="34" charset="-122"/>
                <a:ea typeface="微软雅黑" pitchFamily="34" charset="-122"/>
                <a:cs typeface="楷体_GB2312"/>
              </a:rPr>
              <a:t>7.4 </a:t>
            </a:r>
            <a:r>
              <a:rPr lang="zh-CN" altLang="en-US" sz="2500" b="0" dirty="0">
                <a:solidFill>
                  <a:schemeClr val="tx2">
                    <a:lumMod val="60000"/>
                    <a:lumOff val="40000"/>
                  </a:schemeClr>
                </a:solidFill>
                <a:latin typeface="微软雅黑" pitchFamily="34" charset="-122"/>
                <a:ea typeface="微软雅黑" pitchFamily="34" charset="-122"/>
                <a:cs typeface="楷体_GB2312"/>
              </a:rPr>
              <a:t>非局部数据的访问</a:t>
            </a:r>
          </a:p>
          <a:p>
            <a:pPr>
              <a:lnSpc>
                <a:spcPts val="4000"/>
              </a:lnSpc>
              <a:defRPr/>
            </a:pPr>
            <a:r>
              <a:rPr lang="en-US" altLang="zh-CN" sz="2500" b="0" dirty="0">
                <a:solidFill>
                  <a:prstClr val="white">
                    <a:lumMod val="50000"/>
                  </a:prstClr>
                </a:solidFill>
                <a:latin typeface="微软雅黑" pitchFamily="34" charset="-122"/>
                <a:ea typeface="微软雅黑" pitchFamily="34" charset="-122"/>
                <a:cs typeface="楷体_GB2312"/>
              </a:rPr>
              <a:t>7.5 </a:t>
            </a:r>
            <a:r>
              <a:rPr lang="zh-CN" altLang="en-US" sz="2500" b="0" dirty="0">
                <a:solidFill>
                  <a:prstClr val="white">
                    <a:lumMod val="50000"/>
                  </a:prstClr>
                </a:solidFill>
                <a:latin typeface="微软雅黑" pitchFamily="34" charset="-122"/>
                <a:ea typeface="微软雅黑" pitchFamily="34" charset="-122"/>
                <a:cs typeface="楷体_GB2312"/>
              </a:rPr>
              <a:t>参数传递</a:t>
            </a:r>
            <a:endParaRPr lang="en-US" altLang="zh-CN" sz="2500" b="0" dirty="0">
              <a:solidFill>
                <a:prstClr val="white">
                  <a:lumMod val="50000"/>
                </a:prstClr>
              </a:solidFill>
              <a:latin typeface="微软雅黑" pitchFamily="34" charset="-122"/>
              <a:ea typeface="微软雅黑" pitchFamily="34" charset="-122"/>
              <a:cs typeface="楷体_GB2312"/>
            </a:endParaRPr>
          </a:p>
          <a:p>
            <a:pPr>
              <a:lnSpc>
                <a:spcPts val="4000"/>
              </a:lnSpc>
              <a:defRPr/>
            </a:pPr>
            <a:r>
              <a:rPr lang="en-US" altLang="zh-CN" sz="2500" b="0" dirty="0">
                <a:solidFill>
                  <a:prstClr val="white">
                    <a:lumMod val="50000"/>
                  </a:prstClr>
                </a:solidFill>
                <a:latin typeface="微软雅黑" pitchFamily="34" charset="-122"/>
                <a:ea typeface="微软雅黑" pitchFamily="34" charset="-122"/>
                <a:cs typeface="楷体_GB2312"/>
              </a:rPr>
              <a:t>7.6 </a:t>
            </a:r>
            <a:r>
              <a:rPr lang="zh-CN" altLang="en-US" sz="2500" b="0" dirty="0">
                <a:solidFill>
                  <a:prstClr val="white">
                    <a:lumMod val="50000"/>
                  </a:prstClr>
                </a:solidFill>
                <a:latin typeface="微软雅黑" pitchFamily="34" charset="-122"/>
                <a:ea typeface="微软雅黑" pitchFamily="34" charset="-122"/>
                <a:cs typeface="楷体_GB2312"/>
              </a:rPr>
              <a:t>符号表</a:t>
            </a:r>
          </a:p>
        </p:txBody>
      </p:sp>
      <p:pic>
        <p:nvPicPr>
          <p:cNvPr id="87044" name="Picture 7" descr="E:\工大编译\ppt\制作\0330e9c554c768200000158fc50d53d.jpg"/>
          <p:cNvPicPr>
            <a:picLocks noChangeAspect="1" noChangeArrowheads="1"/>
          </p:cNvPicPr>
          <p:nvPr/>
        </p:nvPicPr>
        <p:blipFill>
          <a:blip r:embed="rId3">
            <a:extLst>
              <a:ext uri="{28A0092B-C50C-407E-A947-70E740481C1C}">
                <a14:useLocalDpi xmlns:a14="http://schemas.microsoft.com/office/drawing/2010/main" val="0"/>
              </a:ext>
            </a:extLst>
          </a:blip>
          <a:srcRect l="15538" r="21837"/>
          <a:stretch>
            <a:fillRect/>
          </a:stretch>
        </p:blipFill>
        <p:spPr bwMode="auto">
          <a:xfrm>
            <a:off x="-6350" y="0"/>
            <a:ext cx="4295775"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矩形 15"/>
          <p:cNvSpPr/>
          <p:nvPr/>
        </p:nvSpPr>
        <p:spPr>
          <a:xfrm>
            <a:off x="4143375" y="357188"/>
            <a:ext cx="1928813" cy="785812"/>
          </a:xfrm>
          <a:prstGeom prst="rect">
            <a:avLst/>
          </a:prstGeom>
          <a:solidFill>
            <a:schemeClr val="accent2">
              <a:lumMod val="60000"/>
              <a:lumOff val="4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102870" tIns="51435" rIns="102870" bIns="51435" anchor="ctr"/>
          <a:lstStyle/>
          <a:p>
            <a:pPr algn="ctr" fontAlgn="auto">
              <a:spcBef>
                <a:spcPts val="0"/>
              </a:spcBef>
              <a:spcAft>
                <a:spcPts val="0"/>
              </a:spcAft>
              <a:defRPr/>
            </a:pPr>
            <a:r>
              <a:rPr lang="zh-CN" altLang="en-US" sz="4000" spc="600" dirty="0">
                <a:solidFill>
                  <a:prstClr val="white"/>
                </a:solidFill>
                <a:latin typeface="微软雅黑" pitchFamily="34" charset="-122"/>
                <a:ea typeface="微软雅黑" pitchFamily="34" charset="-122"/>
              </a:rPr>
              <a:t>提纲</a:t>
            </a:r>
            <a:endParaRPr lang="zh-CN" altLang="en-US" sz="1600" b="0" dirty="0">
              <a:solidFill>
                <a:prstClr val="black">
                  <a:lumMod val="85000"/>
                  <a:lumOff val="15000"/>
                </a:prstClr>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9" name="内容占位符 2"/>
          <p:cNvSpPr>
            <a:spLocks noGrp="1"/>
          </p:cNvSpPr>
          <p:nvPr>
            <p:ph idx="1"/>
          </p:nvPr>
        </p:nvSpPr>
        <p:spPr>
          <a:xfrm>
            <a:off x="428625" y="839789"/>
            <a:ext cx="8286750" cy="4089400"/>
          </a:xfrm>
        </p:spPr>
        <p:txBody>
          <a:bodyPr/>
          <a:lstStyle/>
          <a:p>
            <a:pPr eaLnBrk="1" hangingPunct="1">
              <a:lnSpc>
                <a:spcPts val="2600"/>
              </a:lnSpc>
              <a:buClrTx/>
              <a:buFont typeface="Wingdings" pitchFamily="2" charset="2"/>
              <a:buChar char="Ø"/>
              <a:defRPr/>
            </a:pPr>
            <a:r>
              <a:rPr lang="zh-CN" altLang="en-US" b="1" dirty="0">
                <a:solidFill>
                  <a:schemeClr val="tx1"/>
                </a:solidFill>
                <a:latin typeface="楷体" pitchFamily="49" charset="-122"/>
              </a:rPr>
              <a:t>一个过程除了可以使用</a:t>
            </a:r>
            <a:r>
              <a:rPr lang="zh-CN" altLang="en-US" b="1" dirty="0">
                <a:solidFill>
                  <a:srgbClr val="0070C0"/>
                </a:solidFill>
                <a:latin typeface="楷体" pitchFamily="49" charset="-122"/>
              </a:rPr>
              <a:t>过程自身</a:t>
            </a:r>
            <a:r>
              <a:rPr lang="zh-CN" altLang="en-US" b="1" dirty="0">
                <a:solidFill>
                  <a:schemeClr val="tx1"/>
                </a:solidFill>
                <a:latin typeface="楷体" pitchFamily="49" charset="-122"/>
              </a:rPr>
              <a:t>声明的</a:t>
            </a:r>
            <a:r>
              <a:rPr lang="zh-CN" altLang="en-US" b="1" dirty="0">
                <a:solidFill>
                  <a:srgbClr val="0070C0"/>
                </a:solidFill>
                <a:latin typeface="楷体" pitchFamily="49" charset="-122"/>
              </a:rPr>
              <a:t>局部数据</a:t>
            </a:r>
            <a:r>
              <a:rPr lang="zh-CN" altLang="en-US" b="1" dirty="0">
                <a:solidFill>
                  <a:schemeClr val="tx1"/>
                </a:solidFill>
                <a:latin typeface="楷体" pitchFamily="49" charset="-122"/>
              </a:rPr>
              <a:t>以外，还可以使用</a:t>
            </a:r>
            <a:r>
              <a:rPr lang="zh-CN" altLang="en-US" b="1" dirty="0">
                <a:solidFill>
                  <a:srgbClr val="0070C0"/>
                </a:solidFill>
                <a:latin typeface="楷体" pitchFamily="49" charset="-122"/>
              </a:rPr>
              <a:t>过程外</a:t>
            </a:r>
            <a:r>
              <a:rPr lang="zh-CN" altLang="en-US" b="1" dirty="0">
                <a:solidFill>
                  <a:schemeClr val="tx1"/>
                </a:solidFill>
                <a:latin typeface="楷体" pitchFamily="49" charset="-122"/>
              </a:rPr>
              <a:t>声明的</a:t>
            </a:r>
            <a:r>
              <a:rPr lang="zh-CN" altLang="en-US" b="1" dirty="0">
                <a:solidFill>
                  <a:srgbClr val="0070C0"/>
                </a:solidFill>
                <a:latin typeface="楷体" pitchFamily="49" charset="-122"/>
              </a:rPr>
              <a:t>非局部数据</a:t>
            </a:r>
            <a:endParaRPr lang="en-US" altLang="zh-CN" b="1" dirty="0">
              <a:solidFill>
                <a:srgbClr val="0070C0"/>
              </a:solidFill>
              <a:latin typeface="楷体" pitchFamily="49" charset="-122"/>
            </a:endParaRPr>
          </a:p>
          <a:p>
            <a:pPr lvl="1" eaLnBrk="1" hangingPunct="1">
              <a:lnSpc>
                <a:spcPts val="2400"/>
              </a:lnSpc>
              <a:buClrTx/>
              <a:buFont typeface="Wingdings" pitchFamily="2" charset="2"/>
              <a:buChar char="Ø"/>
              <a:defRPr/>
            </a:pPr>
            <a:r>
              <a:rPr lang="zh-CN" altLang="en-US" sz="2000" b="1" dirty="0">
                <a:solidFill>
                  <a:schemeClr val="tx1"/>
                </a:solidFill>
                <a:cs typeface="Times New Roman" pitchFamily="18" charset="0"/>
              </a:rPr>
              <a:t>全局数据</a:t>
            </a:r>
          </a:p>
          <a:p>
            <a:pPr lvl="1" eaLnBrk="1" hangingPunct="1">
              <a:lnSpc>
                <a:spcPts val="2400"/>
              </a:lnSpc>
              <a:buClr>
                <a:schemeClr val="tx1"/>
              </a:buClr>
              <a:buFont typeface="Wingdings" pitchFamily="2" charset="2"/>
              <a:buChar char="Ø"/>
              <a:defRPr/>
            </a:pPr>
            <a:r>
              <a:rPr lang="zh-CN" altLang="en-US" sz="2000" b="1" dirty="0">
                <a:solidFill>
                  <a:srgbClr val="0000FF"/>
                </a:solidFill>
                <a:cs typeface="Times New Roman" pitchFamily="18" charset="0"/>
              </a:rPr>
              <a:t>外围过程</a:t>
            </a:r>
            <a:r>
              <a:rPr lang="zh-CN" altLang="en-US" sz="2000" b="1" dirty="0">
                <a:solidFill>
                  <a:schemeClr val="tx1"/>
                </a:solidFill>
                <a:cs typeface="Times New Roman" pitchFamily="18" charset="0"/>
              </a:rPr>
              <a:t>定义的数据（支持过程嵌套声明的语言）</a:t>
            </a:r>
            <a:endParaRPr lang="en-US" altLang="zh-CN" sz="2000" b="1" dirty="0">
              <a:solidFill>
                <a:schemeClr val="tx1"/>
              </a:solidFill>
              <a:cs typeface="Times New Roman" pitchFamily="18" charset="0"/>
            </a:endParaRPr>
          </a:p>
          <a:p>
            <a:pPr lvl="2" eaLnBrk="1" hangingPunct="1">
              <a:lnSpc>
                <a:spcPts val="2400"/>
              </a:lnSpc>
              <a:buClrTx/>
              <a:buFont typeface="Wingdings" pitchFamily="2" charset="2"/>
              <a:buChar char="Ø"/>
              <a:defRPr/>
            </a:pPr>
            <a:r>
              <a:rPr lang="zh-CN" altLang="en-US" sz="1800" b="1" dirty="0">
                <a:solidFill>
                  <a:schemeClr val="tx1"/>
                </a:solidFill>
                <a:cs typeface="Times New Roman" panose="02020603050405020304" pitchFamily="18" charset="0"/>
              </a:rPr>
              <a:t>例：</a:t>
            </a:r>
            <a:r>
              <a:rPr lang="en-US" altLang="zh-CN" sz="1800" b="1" i="1" dirty="0">
                <a:solidFill>
                  <a:schemeClr val="tx1"/>
                </a:solidFill>
                <a:ea typeface="楷体_GB2312" pitchFamily="49" charset="-122"/>
                <a:cs typeface="Times New Roman" panose="02020603050405020304" pitchFamily="18" charset="0"/>
              </a:rPr>
              <a:t>Pascal</a:t>
            </a:r>
            <a:r>
              <a:rPr lang="zh-CN" altLang="en-US" sz="1800" b="1" dirty="0">
                <a:solidFill>
                  <a:schemeClr val="tx1"/>
                </a:solidFill>
                <a:cs typeface="Times New Roman" panose="02020603050405020304" pitchFamily="18" charset="0"/>
              </a:rPr>
              <a:t>语言、</a:t>
            </a:r>
            <a:r>
              <a:rPr lang="en-US" altLang="zh-CN" sz="1800" b="1" i="1" dirty="0">
                <a:solidFill>
                  <a:schemeClr val="tx1"/>
                </a:solidFill>
                <a:cs typeface="Times New Roman" panose="02020603050405020304" pitchFamily="18" charset="0"/>
              </a:rPr>
              <a:t>Python</a:t>
            </a:r>
            <a:r>
              <a:rPr lang="zh-CN" altLang="en-US" sz="1800" b="1" dirty="0">
                <a:solidFill>
                  <a:schemeClr val="tx1"/>
                </a:solidFill>
                <a:cs typeface="Times New Roman" panose="02020603050405020304" pitchFamily="18" charset="0"/>
              </a:rPr>
              <a:t>语言、</a:t>
            </a:r>
            <a:r>
              <a:rPr lang="en-US" altLang="zh-CN" sz="1800" b="1" dirty="0">
                <a:solidFill>
                  <a:schemeClr val="tx1"/>
                </a:solidFill>
                <a:cs typeface="Times New Roman" panose="02020603050405020304" pitchFamily="18" charset="0"/>
              </a:rPr>
              <a:t>ML(Meta Language)</a:t>
            </a:r>
            <a:endParaRPr lang="zh-CN" altLang="en-US" sz="1800" b="1" dirty="0">
              <a:solidFill>
                <a:schemeClr val="tx1"/>
              </a:solidFill>
              <a:cs typeface="Times New Roman" panose="02020603050405020304" pitchFamily="18" charset="0"/>
            </a:endParaRPr>
          </a:p>
        </p:txBody>
      </p:sp>
      <p:sp>
        <p:nvSpPr>
          <p:cNvPr id="89091" name="标题 1"/>
          <p:cNvSpPr>
            <a:spLocks noGrp="1"/>
          </p:cNvSpPr>
          <p:nvPr>
            <p:ph type="title"/>
          </p:nvPr>
        </p:nvSpPr>
        <p:spPr>
          <a:xfrm>
            <a:off x="755650" y="268289"/>
            <a:ext cx="7931150" cy="358775"/>
          </a:xfrm>
        </p:spPr>
        <p:txBody>
          <a:bodyPr/>
          <a:lstStyle/>
          <a:p>
            <a:r>
              <a:rPr lang="en-US" altLang="zh-CN"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7.4 </a:t>
            </a:r>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非局部数据的访问</a:t>
            </a:r>
          </a:p>
        </p:txBody>
      </p:sp>
      <p:sp>
        <p:nvSpPr>
          <p:cNvPr id="2" name="矩形 1">
            <a:extLst>
              <a:ext uri="{FF2B5EF4-FFF2-40B4-BE49-F238E27FC236}">
                <a16:creationId xmlns:a16="http://schemas.microsoft.com/office/drawing/2014/main" id="{23C164C2-0F12-418D-8F23-582976ED71AC}"/>
              </a:ext>
            </a:extLst>
          </p:cNvPr>
          <p:cNvSpPr/>
          <p:nvPr/>
        </p:nvSpPr>
        <p:spPr>
          <a:xfrm>
            <a:off x="6687789" y="1942985"/>
            <a:ext cx="2435282" cy="300082"/>
          </a:xfrm>
          <a:prstGeom prst="rect">
            <a:avLst/>
          </a:prstGeom>
        </p:spPr>
        <p:txBody>
          <a:bodyPr wrap="none">
            <a:spAutoFit/>
          </a:bodyPr>
          <a:lstStyle/>
          <a:p>
            <a:pPr defTabSz="685800" eaLnBrk="1" fontAlgn="auto" hangingPunct="1">
              <a:spcBef>
                <a:spcPts val="0"/>
              </a:spcBef>
              <a:spcAft>
                <a:spcPts val="0"/>
              </a:spcAft>
            </a:pPr>
            <a:r>
              <a:rPr lang="zh-CN" altLang="en-US" sz="1350" dirty="0">
                <a:solidFill>
                  <a:srgbClr val="FF0000"/>
                </a:solidFill>
                <a:latin typeface="Candara"/>
                <a:ea typeface="华文楷体" panose="02010600040101010101" pitchFamily="2" charset="-122"/>
              </a:rPr>
              <a:t>块结构语言的静态作用域规则</a:t>
            </a:r>
          </a:p>
        </p:txBody>
      </p:sp>
      <p:cxnSp>
        <p:nvCxnSpPr>
          <p:cNvPr id="4" name="直接箭头连接符 3">
            <a:extLst>
              <a:ext uri="{FF2B5EF4-FFF2-40B4-BE49-F238E27FC236}">
                <a16:creationId xmlns:a16="http://schemas.microsoft.com/office/drawing/2014/main" id="{5FEFC983-58E5-4704-8983-DBEEBCC5A6E6}"/>
              </a:ext>
            </a:extLst>
          </p:cNvPr>
          <p:cNvCxnSpPr>
            <a:cxnSpLocks/>
          </p:cNvCxnSpPr>
          <p:nvPr/>
        </p:nvCxnSpPr>
        <p:spPr>
          <a:xfrm flipH="1">
            <a:off x="6546272" y="2093026"/>
            <a:ext cx="226425" cy="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39939">
                                            <p:txEl>
                                              <p:pRg st="0" end="0"/>
                                            </p:txEl>
                                          </p:spTgt>
                                        </p:tgtEl>
                                        <p:attrNameLst>
                                          <p:attrName>style.visibility</p:attrName>
                                        </p:attrNameLst>
                                      </p:cBhvr>
                                      <p:to>
                                        <p:strVal val="visible"/>
                                      </p:to>
                                    </p:set>
                                    <p:anim calcmode="lin" valueType="num">
                                      <p:cBhvr>
                                        <p:cTn id="7" dur="500" fill="hold"/>
                                        <p:tgtEl>
                                          <p:spTgt spid="39939">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39939">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39939">
                                            <p:txEl>
                                              <p:pRg st="0" end="0"/>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0" fill="hold" nodeType="clickEffect">
                                  <p:stCondLst>
                                    <p:cond delay="0"/>
                                  </p:stCondLst>
                                  <p:childTnLst>
                                    <p:set>
                                      <p:cBhvr>
                                        <p:cTn id="13" dur="1" fill="hold">
                                          <p:stCondLst>
                                            <p:cond delay="0"/>
                                          </p:stCondLst>
                                        </p:cTn>
                                        <p:tgtEl>
                                          <p:spTgt spid="39939">
                                            <p:txEl>
                                              <p:pRg st="1" end="1"/>
                                            </p:txEl>
                                          </p:spTgt>
                                        </p:tgtEl>
                                        <p:attrNameLst>
                                          <p:attrName>style.visibility</p:attrName>
                                        </p:attrNameLst>
                                      </p:cBhvr>
                                      <p:to>
                                        <p:strVal val="visible"/>
                                      </p:to>
                                    </p:set>
                                    <p:anim calcmode="lin" valueType="num">
                                      <p:cBhvr>
                                        <p:cTn id="14" dur="500" fill="hold"/>
                                        <p:tgtEl>
                                          <p:spTgt spid="39939">
                                            <p:txEl>
                                              <p:pRg st="1" end="1"/>
                                            </p:txEl>
                                          </p:spTgt>
                                        </p:tgtEl>
                                        <p:attrNameLst>
                                          <p:attrName>ppt_w</p:attrName>
                                        </p:attrNameLst>
                                      </p:cBhvr>
                                      <p:tavLst>
                                        <p:tav tm="0">
                                          <p:val>
                                            <p:fltVal val="0"/>
                                          </p:val>
                                        </p:tav>
                                        <p:tav tm="100000">
                                          <p:val>
                                            <p:strVal val="#ppt_w"/>
                                          </p:val>
                                        </p:tav>
                                      </p:tavLst>
                                    </p:anim>
                                    <p:anim calcmode="lin" valueType="num">
                                      <p:cBhvr>
                                        <p:cTn id="15" dur="500" fill="hold"/>
                                        <p:tgtEl>
                                          <p:spTgt spid="39939">
                                            <p:txEl>
                                              <p:pRg st="1" end="1"/>
                                            </p:txEl>
                                          </p:spTgt>
                                        </p:tgtEl>
                                        <p:attrNameLst>
                                          <p:attrName>ppt_h</p:attrName>
                                        </p:attrNameLst>
                                      </p:cBhvr>
                                      <p:tavLst>
                                        <p:tav tm="0">
                                          <p:val>
                                            <p:fltVal val="0"/>
                                          </p:val>
                                        </p:tav>
                                        <p:tav tm="100000">
                                          <p:val>
                                            <p:strVal val="#ppt_h"/>
                                          </p:val>
                                        </p:tav>
                                      </p:tavLst>
                                    </p:anim>
                                    <p:animEffect transition="in" filter="fade">
                                      <p:cBhvr>
                                        <p:cTn id="16" dur="500"/>
                                        <p:tgtEl>
                                          <p:spTgt spid="39939">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0" fill="hold" nodeType="clickEffect">
                                  <p:stCondLst>
                                    <p:cond delay="0"/>
                                  </p:stCondLst>
                                  <p:childTnLst>
                                    <p:set>
                                      <p:cBhvr>
                                        <p:cTn id="20" dur="1" fill="hold">
                                          <p:stCondLst>
                                            <p:cond delay="0"/>
                                          </p:stCondLst>
                                        </p:cTn>
                                        <p:tgtEl>
                                          <p:spTgt spid="39939">
                                            <p:txEl>
                                              <p:pRg st="2" end="2"/>
                                            </p:txEl>
                                          </p:spTgt>
                                        </p:tgtEl>
                                        <p:attrNameLst>
                                          <p:attrName>style.visibility</p:attrName>
                                        </p:attrNameLst>
                                      </p:cBhvr>
                                      <p:to>
                                        <p:strVal val="visible"/>
                                      </p:to>
                                    </p:set>
                                    <p:anim calcmode="lin" valueType="num">
                                      <p:cBhvr>
                                        <p:cTn id="21" dur="500" fill="hold"/>
                                        <p:tgtEl>
                                          <p:spTgt spid="39939">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39939">
                                            <p:txEl>
                                              <p:pRg st="2" end="2"/>
                                            </p:txEl>
                                          </p:spTgt>
                                        </p:tgtEl>
                                        <p:attrNameLst>
                                          <p:attrName>ppt_h</p:attrName>
                                        </p:attrNameLst>
                                      </p:cBhvr>
                                      <p:tavLst>
                                        <p:tav tm="0">
                                          <p:val>
                                            <p:fltVal val="0"/>
                                          </p:val>
                                        </p:tav>
                                        <p:tav tm="100000">
                                          <p:val>
                                            <p:strVal val="#ppt_h"/>
                                          </p:val>
                                        </p:tav>
                                      </p:tavLst>
                                    </p:anim>
                                    <p:animEffect transition="in" filter="fade">
                                      <p:cBhvr>
                                        <p:cTn id="23" dur="500"/>
                                        <p:tgtEl>
                                          <p:spTgt spid="39939">
                                            <p:txEl>
                                              <p:pRg st="2" end="2"/>
                                            </p:txEl>
                                          </p:spTgt>
                                        </p:tgtEl>
                                      </p:cBhvr>
                                    </p:animEffect>
                                  </p:childTnLst>
                                </p:cTn>
                              </p:par>
                              <p:par>
                                <p:cTn id="24" presetID="53" presetClass="entr" presetSubtype="0" fill="hold" nodeType="withEffect">
                                  <p:stCondLst>
                                    <p:cond delay="0"/>
                                  </p:stCondLst>
                                  <p:childTnLst>
                                    <p:set>
                                      <p:cBhvr>
                                        <p:cTn id="25" dur="1" fill="hold">
                                          <p:stCondLst>
                                            <p:cond delay="0"/>
                                          </p:stCondLst>
                                        </p:cTn>
                                        <p:tgtEl>
                                          <p:spTgt spid="39939">
                                            <p:txEl>
                                              <p:pRg st="3" end="3"/>
                                            </p:txEl>
                                          </p:spTgt>
                                        </p:tgtEl>
                                        <p:attrNameLst>
                                          <p:attrName>style.visibility</p:attrName>
                                        </p:attrNameLst>
                                      </p:cBhvr>
                                      <p:to>
                                        <p:strVal val="visible"/>
                                      </p:to>
                                    </p:set>
                                    <p:anim calcmode="lin" valueType="num">
                                      <p:cBhvr>
                                        <p:cTn id="26" dur="500" fill="hold"/>
                                        <p:tgtEl>
                                          <p:spTgt spid="39939">
                                            <p:txEl>
                                              <p:pRg st="3" end="3"/>
                                            </p:txEl>
                                          </p:spTgt>
                                        </p:tgtEl>
                                        <p:attrNameLst>
                                          <p:attrName>ppt_w</p:attrName>
                                        </p:attrNameLst>
                                      </p:cBhvr>
                                      <p:tavLst>
                                        <p:tav tm="0">
                                          <p:val>
                                            <p:fltVal val="0"/>
                                          </p:val>
                                        </p:tav>
                                        <p:tav tm="100000">
                                          <p:val>
                                            <p:strVal val="#ppt_w"/>
                                          </p:val>
                                        </p:tav>
                                      </p:tavLst>
                                    </p:anim>
                                    <p:anim calcmode="lin" valueType="num">
                                      <p:cBhvr>
                                        <p:cTn id="27" dur="500" fill="hold"/>
                                        <p:tgtEl>
                                          <p:spTgt spid="39939">
                                            <p:txEl>
                                              <p:pRg st="3" end="3"/>
                                            </p:txEl>
                                          </p:spTgt>
                                        </p:tgtEl>
                                        <p:attrNameLst>
                                          <p:attrName>ppt_h</p:attrName>
                                        </p:attrNameLst>
                                      </p:cBhvr>
                                      <p:tavLst>
                                        <p:tav tm="0">
                                          <p:val>
                                            <p:fltVal val="0"/>
                                          </p:val>
                                        </p:tav>
                                        <p:tav tm="100000">
                                          <p:val>
                                            <p:strVal val="#ppt_h"/>
                                          </p:val>
                                        </p:tav>
                                      </p:tavLst>
                                    </p:anim>
                                    <p:animEffect transition="in" filter="fade">
                                      <p:cBhvr>
                                        <p:cTn id="28" dur="500"/>
                                        <p:tgtEl>
                                          <p:spTgt spid="39939">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53" presetClass="entr" presetSubtype="16" fill="hold" grpId="0" nodeType="clickEffect">
                                  <p:stCondLst>
                                    <p:cond delay="0"/>
                                  </p:stCondLst>
                                  <p:childTnLst>
                                    <p:set>
                                      <p:cBhvr>
                                        <p:cTn id="32" dur="1" fill="hold">
                                          <p:stCondLst>
                                            <p:cond delay="0"/>
                                          </p:stCondLst>
                                        </p:cTn>
                                        <p:tgtEl>
                                          <p:spTgt spid="2"/>
                                        </p:tgtEl>
                                        <p:attrNameLst>
                                          <p:attrName>style.visibility</p:attrName>
                                        </p:attrNameLst>
                                      </p:cBhvr>
                                      <p:to>
                                        <p:strVal val="visible"/>
                                      </p:to>
                                    </p:set>
                                    <p:anim calcmode="lin" valueType="num">
                                      <p:cBhvr>
                                        <p:cTn id="33" dur="500" fill="hold"/>
                                        <p:tgtEl>
                                          <p:spTgt spid="2"/>
                                        </p:tgtEl>
                                        <p:attrNameLst>
                                          <p:attrName>ppt_w</p:attrName>
                                        </p:attrNameLst>
                                      </p:cBhvr>
                                      <p:tavLst>
                                        <p:tav tm="0">
                                          <p:val>
                                            <p:fltVal val="0"/>
                                          </p:val>
                                        </p:tav>
                                        <p:tav tm="100000">
                                          <p:val>
                                            <p:strVal val="#ppt_w"/>
                                          </p:val>
                                        </p:tav>
                                      </p:tavLst>
                                    </p:anim>
                                    <p:anim calcmode="lin" valueType="num">
                                      <p:cBhvr>
                                        <p:cTn id="34" dur="500" fill="hold"/>
                                        <p:tgtEl>
                                          <p:spTgt spid="2"/>
                                        </p:tgtEl>
                                        <p:attrNameLst>
                                          <p:attrName>ppt_h</p:attrName>
                                        </p:attrNameLst>
                                      </p:cBhvr>
                                      <p:tavLst>
                                        <p:tav tm="0">
                                          <p:val>
                                            <p:fltVal val="0"/>
                                          </p:val>
                                        </p:tav>
                                        <p:tav tm="100000">
                                          <p:val>
                                            <p:strVal val="#ppt_h"/>
                                          </p:val>
                                        </p:tav>
                                      </p:tavLst>
                                    </p:anim>
                                    <p:animEffect transition="in" filter="fade">
                                      <p:cBhvr>
                                        <p:cTn id="35" dur="500"/>
                                        <p:tgtEl>
                                          <p:spTgt spid="2"/>
                                        </p:tgtEl>
                                      </p:cBhvr>
                                    </p:animEffect>
                                  </p:childTnLst>
                                </p:cTn>
                              </p:par>
                              <p:par>
                                <p:cTn id="36" presetID="53" presetClass="entr" presetSubtype="16" fill="hold" nodeType="withEffect">
                                  <p:stCondLst>
                                    <p:cond delay="0"/>
                                  </p:stCondLst>
                                  <p:childTnLst>
                                    <p:set>
                                      <p:cBhvr>
                                        <p:cTn id="37" dur="1" fill="hold">
                                          <p:stCondLst>
                                            <p:cond delay="0"/>
                                          </p:stCondLst>
                                        </p:cTn>
                                        <p:tgtEl>
                                          <p:spTgt spid="4"/>
                                        </p:tgtEl>
                                        <p:attrNameLst>
                                          <p:attrName>style.visibility</p:attrName>
                                        </p:attrNameLst>
                                      </p:cBhvr>
                                      <p:to>
                                        <p:strVal val="visible"/>
                                      </p:to>
                                    </p:set>
                                    <p:anim calcmode="lin" valueType="num">
                                      <p:cBhvr>
                                        <p:cTn id="38" dur="500" fill="hold"/>
                                        <p:tgtEl>
                                          <p:spTgt spid="4"/>
                                        </p:tgtEl>
                                        <p:attrNameLst>
                                          <p:attrName>ppt_w</p:attrName>
                                        </p:attrNameLst>
                                      </p:cBhvr>
                                      <p:tavLst>
                                        <p:tav tm="0">
                                          <p:val>
                                            <p:fltVal val="0"/>
                                          </p:val>
                                        </p:tav>
                                        <p:tav tm="100000">
                                          <p:val>
                                            <p:strVal val="#ppt_w"/>
                                          </p:val>
                                        </p:tav>
                                      </p:tavLst>
                                    </p:anim>
                                    <p:anim calcmode="lin" valueType="num">
                                      <p:cBhvr>
                                        <p:cTn id="39" dur="500" fill="hold"/>
                                        <p:tgtEl>
                                          <p:spTgt spid="4"/>
                                        </p:tgtEl>
                                        <p:attrNameLst>
                                          <p:attrName>ppt_h</p:attrName>
                                        </p:attrNameLst>
                                      </p:cBhvr>
                                      <p:tavLst>
                                        <p:tav tm="0">
                                          <p:val>
                                            <p:fltVal val="0"/>
                                          </p:val>
                                        </p:tav>
                                        <p:tav tm="100000">
                                          <p:val>
                                            <p:strVal val="#ppt_h"/>
                                          </p:val>
                                        </p:tav>
                                      </p:tavLst>
                                    </p:anim>
                                    <p:animEffect transition="in" filter="fade">
                                      <p:cBhvr>
                                        <p:cTn id="4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内容占位符 2"/>
          <p:cNvSpPr>
            <a:spLocks noGrp="1"/>
          </p:cNvSpPr>
          <p:nvPr>
            <p:ph idx="1"/>
          </p:nvPr>
        </p:nvSpPr>
        <p:spPr>
          <a:xfrm>
            <a:off x="428626" y="703264"/>
            <a:ext cx="5927725" cy="3225800"/>
          </a:xfrm>
        </p:spPr>
        <p:txBody>
          <a:bodyPr/>
          <a:lstStyle/>
          <a:p>
            <a:pPr eaLnBrk="1" hangingPunct="1">
              <a:buClrTx/>
              <a:buFont typeface="Wingdings" panose="05000000000000000000" pitchFamily="2" charset="2"/>
              <a:buChar char="Ø"/>
            </a:pPr>
            <a:r>
              <a:rPr lang="zh-CN" altLang="en-US" sz="2500" b="1" dirty="0">
                <a:solidFill>
                  <a:schemeClr val="tx1"/>
                </a:solidFill>
                <a:cs typeface="Times New Roman" panose="02020603050405020304" pitchFamily="18" charset="0"/>
              </a:rPr>
              <a:t>（</a:t>
            </a:r>
            <a:r>
              <a:rPr lang="en-US" altLang="zh-CN" sz="2500" b="1" i="1" dirty="0">
                <a:solidFill>
                  <a:schemeClr val="tx1"/>
                </a:solidFill>
                <a:ea typeface="楷体_GB2312" pitchFamily="49" charset="-122"/>
                <a:cs typeface="Times New Roman" panose="02020603050405020304" pitchFamily="18" charset="0"/>
              </a:rPr>
              <a:t>Pascal</a:t>
            </a:r>
            <a:r>
              <a:rPr lang="zh-CN" altLang="en-US" sz="2500" b="1" dirty="0">
                <a:solidFill>
                  <a:schemeClr val="tx1"/>
                </a:solidFill>
                <a:cs typeface="Times New Roman" panose="02020603050405020304" pitchFamily="18" charset="0"/>
              </a:rPr>
              <a:t>语言）</a:t>
            </a:r>
            <a:endParaRPr lang="zh-CN" altLang="en-US" sz="2500" b="1" i="1" dirty="0">
              <a:solidFill>
                <a:schemeClr val="tx1"/>
              </a:solidFill>
              <a:ea typeface="楷体_GB2312" pitchFamily="49" charset="-122"/>
              <a:cs typeface="Times New Roman" panose="02020603050405020304" pitchFamily="18" charset="0"/>
            </a:endParaRPr>
          </a:p>
        </p:txBody>
      </p:sp>
      <p:sp>
        <p:nvSpPr>
          <p:cNvPr id="91139" name="标题 1"/>
          <p:cNvSpPr>
            <a:spLocks noGrp="1"/>
          </p:cNvSpPr>
          <p:nvPr>
            <p:ph type="title"/>
          </p:nvPr>
        </p:nvSpPr>
        <p:spPr>
          <a:xfrm>
            <a:off x="755650" y="268289"/>
            <a:ext cx="7931150" cy="358775"/>
          </a:xfrm>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2" name="矩形 1"/>
          <p:cNvSpPr/>
          <p:nvPr/>
        </p:nvSpPr>
        <p:spPr>
          <a:xfrm>
            <a:off x="785814" y="1143001"/>
            <a:ext cx="7751762" cy="3858236"/>
          </a:xfrm>
          <a:prstGeom prst="rect">
            <a:avLst/>
          </a:prstGeom>
          <a:solidFill>
            <a:schemeClr val="accent2">
              <a:lumMod val="40000"/>
              <a:lumOff val="60000"/>
            </a:schemeClr>
          </a:solidFill>
          <a:ln>
            <a:solidFill>
              <a:schemeClr val="tx1"/>
            </a:solidFill>
          </a:ln>
        </p:spPr>
        <p:txBody>
          <a:bodyPr lIns="68580" tIns="34290" rIns="68580" bIns="34290">
            <a:spAutoFit/>
          </a:bodyPr>
          <a:lstStyle/>
          <a:p>
            <a:pPr marL="257168" indent="-257168" algn="just" defTabSz="914378" eaLnBrk="1" hangingPunct="1">
              <a:lnSpc>
                <a:spcPct val="80000"/>
              </a:lnSpc>
              <a:spcBef>
                <a:spcPct val="12000"/>
              </a:spcBef>
              <a:buClr>
                <a:srgbClr val="3333CC"/>
              </a:buClr>
              <a:buSzPct val="60000"/>
              <a:defRPr/>
            </a:pPr>
            <a:r>
              <a:rPr lang="en-US" altLang="zh-CN" sz="1800" i="1" kern="0" dirty="0">
                <a:solidFill>
                  <a:srgbClr val="000000"/>
                </a:solidFill>
              </a:rPr>
              <a:t>program</a:t>
            </a:r>
            <a:r>
              <a:rPr lang="en-US" altLang="zh-CN" sz="1800" kern="0" dirty="0">
                <a:solidFill>
                  <a:srgbClr val="000000"/>
                </a:solidFill>
              </a:rPr>
              <a:t> </a:t>
            </a:r>
            <a:r>
              <a:rPr lang="en-US" altLang="zh-CN" sz="1800" i="1" kern="0" dirty="0">
                <a:solidFill>
                  <a:srgbClr val="FF0000"/>
                </a:solidFill>
              </a:rPr>
              <a:t>sort </a:t>
            </a:r>
            <a:r>
              <a:rPr lang="en-US" altLang="zh-CN" sz="1800" kern="0" dirty="0">
                <a:solidFill>
                  <a:srgbClr val="000000"/>
                </a:solidFill>
              </a:rPr>
              <a:t>( </a:t>
            </a:r>
            <a:r>
              <a:rPr lang="en-US" altLang="zh-CN" sz="1800" i="1" kern="0" dirty="0">
                <a:solidFill>
                  <a:srgbClr val="000000"/>
                </a:solidFill>
              </a:rPr>
              <a:t>input</a:t>
            </a:r>
            <a:r>
              <a:rPr lang="en-US" altLang="zh-CN" sz="1800" kern="0" dirty="0">
                <a:solidFill>
                  <a:srgbClr val="000000"/>
                </a:solidFill>
              </a:rPr>
              <a:t>, </a:t>
            </a:r>
            <a:r>
              <a:rPr lang="en-US" altLang="zh-CN" sz="1800" i="1" kern="0" dirty="0">
                <a:solidFill>
                  <a:srgbClr val="000000"/>
                </a:solidFill>
              </a:rPr>
              <a:t>output</a:t>
            </a:r>
            <a:r>
              <a:rPr lang="en-US" altLang="zh-CN" sz="1800" kern="0" dirty="0">
                <a:solidFill>
                  <a:srgbClr val="000000"/>
                </a:solidFill>
              </a:rPr>
              <a:t> );</a:t>
            </a:r>
          </a:p>
          <a:p>
            <a:pPr marL="257168" indent="-257168" algn="just" defTabSz="914378" eaLnBrk="1" hangingPunct="1">
              <a:lnSpc>
                <a:spcPct val="80000"/>
              </a:lnSpc>
              <a:spcBef>
                <a:spcPct val="12000"/>
              </a:spcBef>
              <a:buClr>
                <a:srgbClr val="3333CC"/>
              </a:buClr>
              <a:buSzPct val="60000"/>
              <a:defRPr/>
            </a:pPr>
            <a:r>
              <a:rPr lang="en-US" altLang="zh-CN" sz="1800" kern="0" dirty="0">
                <a:solidFill>
                  <a:srgbClr val="000000"/>
                </a:solidFill>
              </a:rPr>
              <a:t>	</a:t>
            </a:r>
            <a:r>
              <a:rPr lang="en-US" altLang="zh-CN" sz="1800" i="1" kern="0" dirty="0" err="1">
                <a:solidFill>
                  <a:srgbClr val="000000"/>
                </a:solidFill>
              </a:rPr>
              <a:t>var</a:t>
            </a:r>
            <a:r>
              <a:rPr lang="en-US" altLang="zh-CN" sz="1800" kern="0" dirty="0">
                <a:solidFill>
                  <a:srgbClr val="000000"/>
                </a:solidFill>
              </a:rPr>
              <a:t> </a:t>
            </a:r>
            <a:r>
              <a:rPr lang="en-US" altLang="zh-CN" sz="1800" i="1" kern="0" dirty="0">
                <a:solidFill>
                  <a:srgbClr val="0000FF"/>
                </a:solidFill>
              </a:rPr>
              <a:t>a</a:t>
            </a:r>
            <a:r>
              <a:rPr lang="en-US" altLang="zh-CN" sz="1800" kern="0" dirty="0">
                <a:solidFill>
                  <a:srgbClr val="000000"/>
                </a:solidFill>
              </a:rPr>
              <a:t>: </a:t>
            </a:r>
            <a:r>
              <a:rPr lang="en-US" altLang="zh-CN" sz="1800" i="1" kern="0" dirty="0">
                <a:solidFill>
                  <a:srgbClr val="000000"/>
                </a:solidFill>
              </a:rPr>
              <a:t>array</a:t>
            </a:r>
            <a:r>
              <a:rPr lang="en-US" altLang="zh-CN" sz="1800" kern="0" dirty="0">
                <a:solidFill>
                  <a:srgbClr val="000000"/>
                </a:solidFill>
              </a:rPr>
              <a:t>[0..10] </a:t>
            </a:r>
            <a:r>
              <a:rPr lang="en-US" altLang="zh-CN" sz="1800" i="1" kern="0" dirty="0">
                <a:solidFill>
                  <a:srgbClr val="000000"/>
                </a:solidFill>
              </a:rPr>
              <a:t>of integer</a:t>
            </a:r>
            <a:r>
              <a:rPr lang="en-US" altLang="zh-CN" sz="1800" kern="0" dirty="0">
                <a:solidFill>
                  <a:srgbClr val="000000"/>
                </a:solidFill>
              </a:rPr>
              <a:t>; </a:t>
            </a:r>
          </a:p>
          <a:p>
            <a:pPr marL="257168" indent="-257168" algn="just" defTabSz="914378" eaLnBrk="1" hangingPunct="1">
              <a:lnSpc>
                <a:spcPct val="80000"/>
              </a:lnSpc>
              <a:spcBef>
                <a:spcPct val="12000"/>
              </a:spcBef>
              <a:buClr>
                <a:srgbClr val="3333CC"/>
              </a:buClr>
              <a:buSzPct val="60000"/>
              <a:defRPr/>
            </a:pPr>
            <a:r>
              <a:rPr lang="en-US" altLang="zh-CN" sz="1800" i="1" kern="0" dirty="0">
                <a:solidFill>
                  <a:srgbClr val="000000"/>
                </a:solidFill>
              </a:rPr>
              <a:t>           </a:t>
            </a:r>
            <a:r>
              <a:rPr lang="en-US" altLang="zh-CN" sz="1800" i="1" kern="0" dirty="0">
                <a:solidFill>
                  <a:srgbClr val="0000FF"/>
                </a:solidFill>
              </a:rPr>
              <a:t>x</a:t>
            </a:r>
            <a:r>
              <a:rPr lang="en-US" altLang="zh-CN" sz="1800" kern="0" dirty="0">
                <a:solidFill>
                  <a:srgbClr val="000000"/>
                </a:solidFill>
              </a:rPr>
              <a:t>: </a:t>
            </a:r>
            <a:r>
              <a:rPr lang="en-US" altLang="zh-CN" sz="1800" i="1" kern="0" dirty="0">
                <a:solidFill>
                  <a:srgbClr val="000000"/>
                </a:solidFill>
              </a:rPr>
              <a:t>integer</a:t>
            </a:r>
            <a:r>
              <a:rPr lang="en-US" altLang="zh-CN" sz="1800" kern="0" dirty="0">
                <a:solidFill>
                  <a:srgbClr val="000000"/>
                </a:solidFill>
              </a:rPr>
              <a:t>;</a:t>
            </a:r>
          </a:p>
          <a:p>
            <a:pPr marL="257168" indent="-257168" algn="just" defTabSz="914378" eaLnBrk="1" hangingPunct="1">
              <a:lnSpc>
                <a:spcPct val="80000"/>
              </a:lnSpc>
              <a:spcBef>
                <a:spcPct val="12000"/>
              </a:spcBef>
              <a:buClr>
                <a:srgbClr val="3333CC"/>
              </a:buClr>
              <a:buSzPct val="60000"/>
              <a:defRPr/>
            </a:pPr>
            <a:r>
              <a:rPr lang="en-US" altLang="zh-CN" sz="1800" kern="0" dirty="0">
                <a:solidFill>
                  <a:srgbClr val="000000"/>
                </a:solidFill>
              </a:rPr>
              <a:t>   	</a:t>
            </a:r>
            <a:r>
              <a:rPr lang="en-US" altLang="zh-CN" sz="1800" i="1" kern="0" dirty="0">
                <a:solidFill>
                  <a:srgbClr val="000000"/>
                </a:solidFill>
              </a:rPr>
              <a:t>procedure</a:t>
            </a:r>
            <a:r>
              <a:rPr lang="en-US" altLang="zh-CN" sz="1800" kern="0" dirty="0">
                <a:solidFill>
                  <a:srgbClr val="000000"/>
                </a:solidFill>
              </a:rPr>
              <a:t> </a:t>
            </a:r>
            <a:r>
              <a:rPr lang="en-US" altLang="zh-CN" sz="1800" i="1" kern="0" dirty="0" err="1">
                <a:solidFill>
                  <a:srgbClr val="FF0000"/>
                </a:solidFill>
              </a:rPr>
              <a:t>readarray</a:t>
            </a:r>
            <a:r>
              <a:rPr lang="en-US" altLang="zh-CN" sz="1800" kern="0" dirty="0">
                <a:solidFill>
                  <a:srgbClr val="000000"/>
                </a:solidFill>
              </a:rPr>
              <a:t>;</a:t>
            </a:r>
          </a:p>
          <a:p>
            <a:pPr marL="257168" indent="-257168" algn="just" defTabSz="914378" eaLnBrk="1" hangingPunct="1">
              <a:lnSpc>
                <a:spcPct val="80000"/>
              </a:lnSpc>
              <a:spcBef>
                <a:spcPct val="12000"/>
              </a:spcBef>
              <a:buClr>
                <a:srgbClr val="3333CC"/>
              </a:buClr>
              <a:buSzPct val="60000"/>
              <a:defRPr/>
            </a:pPr>
            <a:r>
              <a:rPr lang="en-US" altLang="zh-CN" sz="1800" kern="0" dirty="0">
                <a:solidFill>
                  <a:srgbClr val="000000"/>
                </a:solidFill>
              </a:rPr>
              <a:t>		</a:t>
            </a:r>
            <a:r>
              <a:rPr lang="en-US" altLang="zh-CN" sz="1800" i="1" kern="0" dirty="0" err="1">
                <a:solidFill>
                  <a:srgbClr val="000000"/>
                </a:solidFill>
              </a:rPr>
              <a:t>var</a:t>
            </a:r>
            <a:r>
              <a:rPr lang="en-US" altLang="zh-CN" sz="1800" kern="0" dirty="0">
                <a:solidFill>
                  <a:srgbClr val="000000"/>
                </a:solidFill>
              </a:rPr>
              <a:t> </a:t>
            </a:r>
            <a:r>
              <a:rPr lang="en-US" altLang="zh-CN" sz="1800" i="1" kern="0" dirty="0">
                <a:solidFill>
                  <a:srgbClr val="000000"/>
                </a:solidFill>
              </a:rPr>
              <a:t>i</a:t>
            </a:r>
            <a:r>
              <a:rPr lang="en-US" altLang="zh-CN" sz="1800" kern="0" dirty="0">
                <a:solidFill>
                  <a:srgbClr val="000000"/>
                </a:solidFill>
              </a:rPr>
              <a:t>: </a:t>
            </a:r>
            <a:r>
              <a:rPr lang="en-US" altLang="zh-CN" sz="1800" i="1" kern="0" dirty="0">
                <a:solidFill>
                  <a:srgbClr val="000000"/>
                </a:solidFill>
              </a:rPr>
              <a:t>integer</a:t>
            </a:r>
            <a:r>
              <a:rPr lang="en-US" altLang="zh-CN" sz="1800" kern="0" dirty="0">
                <a:solidFill>
                  <a:srgbClr val="000000"/>
                </a:solidFill>
              </a:rPr>
              <a:t>; </a:t>
            </a:r>
          </a:p>
          <a:p>
            <a:pPr marL="257168" indent="-257168" algn="just" defTabSz="914378" eaLnBrk="1" hangingPunct="1">
              <a:lnSpc>
                <a:spcPct val="80000"/>
              </a:lnSpc>
              <a:spcBef>
                <a:spcPct val="12000"/>
              </a:spcBef>
              <a:buClr>
                <a:srgbClr val="3333CC"/>
              </a:buClr>
              <a:buSzPct val="60000"/>
              <a:defRPr/>
            </a:pPr>
            <a:r>
              <a:rPr lang="en-US" altLang="zh-CN" sz="1800" kern="0" dirty="0">
                <a:solidFill>
                  <a:srgbClr val="000000"/>
                </a:solidFill>
              </a:rPr>
              <a:t>		</a:t>
            </a:r>
            <a:r>
              <a:rPr lang="en-US" altLang="zh-CN" sz="1800" i="1" kern="0" dirty="0">
                <a:solidFill>
                  <a:srgbClr val="000000"/>
                </a:solidFill>
              </a:rPr>
              <a:t>begin</a:t>
            </a:r>
            <a:r>
              <a:rPr lang="en-US" altLang="zh-CN" sz="1800" kern="0" dirty="0">
                <a:solidFill>
                  <a:srgbClr val="000000"/>
                </a:solidFill>
              </a:rPr>
              <a:t> … </a:t>
            </a:r>
            <a:r>
              <a:rPr lang="en-US" altLang="zh-CN" sz="1800" i="1" kern="0" dirty="0">
                <a:solidFill>
                  <a:srgbClr val="0000FF"/>
                </a:solidFill>
              </a:rPr>
              <a:t>a</a:t>
            </a:r>
            <a:r>
              <a:rPr lang="en-US" altLang="zh-CN" sz="1800" kern="0" dirty="0">
                <a:solidFill>
                  <a:srgbClr val="000000"/>
                </a:solidFill>
              </a:rPr>
              <a:t> … </a:t>
            </a:r>
            <a:r>
              <a:rPr lang="en-US" altLang="zh-CN" sz="1800" i="1" kern="0" dirty="0">
                <a:solidFill>
                  <a:srgbClr val="000000"/>
                </a:solidFill>
              </a:rPr>
              <a:t>end.</a:t>
            </a:r>
            <a:r>
              <a:rPr lang="en-US" altLang="zh-CN" sz="1800" kern="0" dirty="0">
                <a:solidFill>
                  <a:srgbClr val="000000"/>
                </a:solidFill>
              </a:rPr>
              <a:t> </a:t>
            </a:r>
            <a:r>
              <a:rPr lang="en-US" altLang="zh-CN" sz="1800" kern="0" dirty="0">
                <a:solidFill>
                  <a:schemeClr val="accent3">
                    <a:lumMod val="50000"/>
                  </a:schemeClr>
                </a:solidFill>
              </a:rPr>
              <a:t>{</a:t>
            </a:r>
            <a:r>
              <a:rPr lang="en-US" altLang="zh-CN" sz="1800" i="1" kern="0" dirty="0" err="1">
                <a:solidFill>
                  <a:schemeClr val="accent3">
                    <a:lumMod val="50000"/>
                  </a:schemeClr>
                </a:solidFill>
              </a:rPr>
              <a:t>readarray</a:t>
            </a:r>
            <a:r>
              <a:rPr lang="en-US" altLang="zh-CN" sz="1800" kern="0" dirty="0">
                <a:solidFill>
                  <a:schemeClr val="accent3">
                    <a:lumMod val="50000"/>
                  </a:schemeClr>
                </a:solidFill>
              </a:rPr>
              <a:t>} </a:t>
            </a:r>
            <a:r>
              <a:rPr lang="zh-CN" altLang="en-US" sz="1800" kern="0" dirty="0">
                <a:solidFill>
                  <a:srgbClr val="000000"/>
                </a:solidFill>
              </a:rPr>
              <a:t>；</a:t>
            </a:r>
          </a:p>
          <a:p>
            <a:pPr marL="257168" indent="-257168" algn="just" defTabSz="914378" eaLnBrk="1" hangingPunct="1">
              <a:lnSpc>
                <a:spcPct val="80000"/>
              </a:lnSpc>
              <a:spcBef>
                <a:spcPct val="12000"/>
              </a:spcBef>
              <a:buClr>
                <a:srgbClr val="3333CC"/>
              </a:buClr>
              <a:buSzPct val="60000"/>
              <a:defRPr/>
            </a:pPr>
            <a:r>
              <a:rPr lang="en-US" altLang="zh-CN" sz="1800" kern="0" dirty="0">
                <a:solidFill>
                  <a:srgbClr val="000000"/>
                </a:solidFill>
              </a:rPr>
              <a:t>	</a:t>
            </a:r>
            <a:r>
              <a:rPr lang="en-US" altLang="zh-CN" sz="1800" i="1" kern="0" dirty="0">
                <a:solidFill>
                  <a:srgbClr val="000000"/>
                </a:solidFill>
              </a:rPr>
              <a:t>procedure</a:t>
            </a:r>
            <a:r>
              <a:rPr lang="en-US" altLang="zh-CN" sz="1800" kern="0" dirty="0">
                <a:solidFill>
                  <a:srgbClr val="000000"/>
                </a:solidFill>
              </a:rPr>
              <a:t> </a:t>
            </a:r>
            <a:r>
              <a:rPr lang="en-US" altLang="zh-CN" sz="1800" i="1" kern="0" dirty="0">
                <a:solidFill>
                  <a:srgbClr val="FF0000"/>
                </a:solidFill>
              </a:rPr>
              <a:t>exchang</a:t>
            </a:r>
            <a:r>
              <a:rPr lang="en-US" altLang="zh-CN" sz="1800" kern="0" dirty="0">
                <a:solidFill>
                  <a:srgbClr val="FF0000"/>
                </a:solidFill>
              </a:rPr>
              <a:t>e</a:t>
            </a:r>
            <a:r>
              <a:rPr lang="en-US" altLang="zh-CN" sz="1800" kern="0" dirty="0">
                <a:solidFill>
                  <a:prstClr val="black"/>
                </a:solidFill>
              </a:rPr>
              <a:t>( </a:t>
            </a:r>
            <a:r>
              <a:rPr lang="en-US" altLang="zh-CN" sz="1800" i="1" kern="0" dirty="0" err="1">
                <a:solidFill>
                  <a:prstClr val="black"/>
                </a:solidFill>
              </a:rPr>
              <a:t>i</a:t>
            </a:r>
            <a:r>
              <a:rPr lang="en-US" altLang="zh-CN" sz="1800" kern="0" dirty="0">
                <a:solidFill>
                  <a:prstClr val="black"/>
                </a:solidFill>
              </a:rPr>
              <a:t>,  </a:t>
            </a:r>
            <a:r>
              <a:rPr lang="en-US" altLang="zh-CN" sz="1800" i="1" kern="0" dirty="0">
                <a:solidFill>
                  <a:srgbClr val="000000"/>
                </a:solidFill>
              </a:rPr>
              <a:t>j </a:t>
            </a:r>
            <a:r>
              <a:rPr lang="en-US" altLang="zh-CN" sz="1800" kern="0" dirty="0">
                <a:solidFill>
                  <a:srgbClr val="000000"/>
                </a:solidFill>
              </a:rPr>
              <a:t>: </a:t>
            </a:r>
            <a:r>
              <a:rPr lang="en-US" altLang="zh-CN" sz="1800" i="1" kern="0" dirty="0">
                <a:solidFill>
                  <a:srgbClr val="000000"/>
                </a:solidFill>
              </a:rPr>
              <a:t>integer</a:t>
            </a:r>
            <a:r>
              <a:rPr lang="en-US" altLang="zh-CN" sz="1800" kern="0" dirty="0">
                <a:solidFill>
                  <a:srgbClr val="000000"/>
                </a:solidFill>
              </a:rPr>
              <a:t>);</a:t>
            </a:r>
          </a:p>
          <a:p>
            <a:pPr marL="257168" indent="-257168" algn="just" defTabSz="914378" eaLnBrk="1" hangingPunct="1">
              <a:lnSpc>
                <a:spcPct val="80000"/>
              </a:lnSpc>
              <a:spcBef>
                <a:spcPct val="12000"/>
              </a:spcBef>
              <a:buClr>
                <a:srgbClr val="3333CC"/>
              </a:buClr>
              <a:buSzPct val="60000"/>
              <a:defRPr/>
            </a:pPr>
            <a:r>
              <a:rPr lang="en-US" altLang="zh-CN" sz="1800" kern="0" dirty="0">
                <a:solidFill>
                  <a:srgbClr val="000000"/>
                </a:solidFill>
              </a:rPr>
              <a:t>		</a:t>
            </a:r>
            <a:r>
              <a:rPr lang="en-US" altLang="zh-CN" sz="1800" i="1" kern="0" dirty="0">
                <a:solidFill>
                  <a:srgbClr val="000000"/>
                </a:solidFill>
              </a:rPr>
              <a:t>begin</a:t>
            </a:r>
            <a:r>
              <a:rPr lang="en-US" altLang="zh-CN" sz="1800" kern="0" dirty="0">
                <a:solidFill>
                  <a:srgbClr val="000000"/>
                </a:solidFill>
              </a:rPr>
              <a:t> </a:t>
            </a:r>
            <a:r>
              <a:rPr lang="en-US" altLang="zh-CN" sz="1800" i="1" kern="0" dirty="0">
                <a:solidFill>
                  <a:srgbClr val="0000FF"/>
                </a:solidFill>
              </a:rPr>
              <a:t>x</a:t>
            </a:r>
            <a:r>
              <a:rPr lang="en-US" altLang="zh-CN" sz="1800" kern="0" dirty="0">
                <a:solidFill>
                  <a:srgbClr val="000000"/>
                </a:solidFill>
              </a:rPr>
              <a:t>=</a:t>
            </a:r>
            <a:r>
              <a:rPr lang="en-US" altLang="zh-CN" sz="1800" i="1" kern="0" dirty="0">
                <a:solidFill>
                  <a:srgbClr val="0000FF"/>
                </a:solidFill>
              </a:rPr>
              <a:t>a</a:t>
            </a:r>
            <a:r>
              <a:rPr lang="en-US" altLang="zh-CN" sz="1800" kern="0" dirty="0">
                <a:solidFill>
                  <a:srgbClr val="000000"/>
                </a:solidFill>
              </a:rPr>
              <a:t>[</a:t>
            </a:r>
            <a:r>
              <a:rPr lang="en-US" altLang="zh-CN" sz="1800" i="1" kern="0" dirty="0">
                <a:solidFill>
                  <a:srgbClr val="000000"/>
                </a:solidFill>
              </a:rPr>
              <a:t>i</a:t>
            </a:r>
            <a:r>
              <a:rPr lang="en-US" altLang="zh-CN" sz="1800" kern="0" dirty="0">
                <a:solidFill>
                  <a:srgbClr val="000000"/>
                </a:solidFill>
              </a:rPr>
              <a:t>];</a:t>
            </a:r>
            <a:r>
              <a:rPr lang="en-US" altLang="zh-CN" sz="1800" i="1" kern="0" dirty="0">
                <a:solidFill>
                  <a:srgbClr val="0000FF"/>
                </a:solidFill>
              </a:rPr>
              <a:t>a</a:t>
            </a:r>
            <a:r>
              <a:rPr lang="en-US" altLang="zh-CN" sz="1800" kern="0" dirty="0">
                <a:solidFill>
                  <a:srgbClr val="000000"/>
                </a:solidFill>
              </a:rPr>
              <a:t>[</a:t>
            </a:r>
            <a:r>
              <a:rPr lang="en-US" altLang="zh-CN" sz="1800" i="1" kern="0" dirty="0">
                <a:solidFill>
                  <a:srgbClr val="000000"/>
                </a:solidFill>
              </a:rPr>
              <a:t>i</a:t>
            </a:r>
            <a:r>
              <a:rPr lang="en-US" altLang="zh-CN" sz="1800" kern="0" dirty="0">
                <a:solidFill>
                  <a:srgbClr val="000000"/>
                </a:solidFill>
              </a:rPr>
              <a:t>]=</a:t>
            </a:r>
            <a:r>
              <a:rPr lang="en-US" altLang="zh-CN" sz="1800" i="1" kern="0" dirty="0">
                <a:solidFill>
                  <a:srgbClr val="0000FF"/>
                </a:solidFill>
              </a:rPr>
              <a:t>a</a:t>
            </a:r>
            <a:r>
              <a:rPr lang="en-US" altLang="zh-CN" sz="1800" kern="0" dirty="0">
                <a:solidFill>
                  <a:srgbClr val="000000"/>
                </a:solidFill>
              </a:rPr>
              <a:t>[</a:t>
            </a:r>
            <a:r>
              <a:rPr lang="en-US" altLang="zh-CN" sz="1800" i="1" kern="0" dirty="0">
                <a:solidFill>
                  <a:srgbClr val="000000"/>
                </a:solidFill>
              </a:rPr>
              <a:t>j</a:t>
            </a:r>
            <a:r>
              <a:rPr lang="en-US" altLang="zh-CN" sz="1800" kern="0" dirty="0">
                <a:solidFill>
                  <a:srgbClr val="000000"/>
                </a:solidFill>
              </a:rPr>
              <a:t>];</a:t>
            </a:r>
            <a:r>
              <a:rPr lang="en-US" altLang="zh-CN" sz="1800" i="1" kern="0" dirty="0">
                <a:solidFill>
                  <a:srgbClr val="0000FF"/>
                </a:solidFill>
              </a:rPr>
              <a:t>a</a:t>
            </a:r>
            <a:r>
              <a:rPr lang="en-US" altLang="zh-CN" sz="1800" kern="0" dirty="0">
                <a:solidFill>
                  <a:srgbClr val="000000"/>
                </a:solidFill>
              </a:rPr>
              <a:t>[</a:t>
            </a:r>
            <a:r>
              <a:rPr lang="en-US" altLang="zh-CN" sz="1800" i="1" kern="0" dirty="0">
                <a:solidFill>
                  <a:srgbClr val="000000"/>
                </a:solidFill>
              </a:rPr>
              <a:t>j</a:t>
            </a:r>
            <a:r>
              <a:rPr lang="en-US" altLang="zh-CN" sz="1800" kern="0" dirty="0">
                <a:solidFill>
                  <a:srgbClr val="000000"/>
                </a:solidFill>
              </a:rPr>
              <a:t>]=</a:t>
            </a:r>
            <a:r>
              <a:rPr lang="en-US" altLang="zh-CN" sz="1800" i="1" kern="0" dirty="0">
                <a:solidFill>
                  <a:srgbClr val="0000FF"/>
                </a:solidFill>
              </a:rPr>
              <a:t>x</a:t>
            </a:r>
            <a:r>
              <a:rPr lang="en-US" altLang="zh-CN" sz="1800" kern="0" dirty="0">
                <a:solidFill>
                  <a:srgbClr val="000000"/>
                </a:solidFill>
              </a:rPr>
              <a:t>; </a:t>
            </a:r>
            <a:r>
              <a:rPr lang="en-US" altLang="zh-CN" sz="1800" i="1" kern="0" dirty="0">
                <a:solidFill>
                  <a:srgbClr val="000000"/>
                </a:solidFill>
              </a:rPr>
              <a:t>end.</a:t>
            </a:r>
            <a:r>
              <a:rPr lang="en-US" altLang="zh-CN" sz="1800" kern="0" dirty="0">
                <a:solidFill>
                  <a:srgbClr val="000000"/>
                </a:solidFill>
              </a:rPr>
              <a:t> </a:t>
            </a:r>
            <a:r>
              <a:rPr lang="en-US" altLang="zh-CN" sz="1800" kern="0" dirty="0">
                <a:solidFill>
                  <a:schemeClr val="accent3">
                    <a:lumMod val="50000"/>
                  </a:schemeClr>
                </a:solidFill>
              </a:rPr>
              <a:t>{</a:t>
            </a:r>
            <a:r>
              <a:rPr lang="en-US" altLang="zh-CN" sz="1800" i="1" kern="0" dirty="0">
                <a:solidFill>
                  <a:schemeClr val="accent3">
                    <a:lumMod val="50000"/>
                  </a:schemeClr>
                </a:solidFill>
              </a:rPr>
              <a:t>exchang</a:t>
            </a:r>
            <a:r>
              <a:rPr lang="en-US" altLang="zh-CN" sz="1800" kern="0" dirty="0">
                <a:solidFill>
                  <a:schemeClr val="accent3">
                    <a:lumMod val="50000"/>
                  </a:schemeClr>
                </a:solidFill>
              </a:rPr>
              <a:t>e} </a:t>
            </a:r>
            <a:r>
              <a:rPr lang="zh-CN" altLang="en-US" sz="1800" kern="0" dirty="0">
                <a:solidFill>
                  <a:srgbClr val="000000"/>
                </a:solidFill>
              </a:rPr>
              <a:t>；</a:t>
            </a:r>
          </a:p>
          <a:p>
            <a:pPr marL="257168" indent="-257168" algn="just" defTabSz="914378" eaLnBrk="1" hangingPunct="1">
              <a:lnSpc>
                <a:spcPct val="80000"/>
              </a:lnSpc>
              <a:spcBef>
                <a:spcPct val="12000"/>
              </a:spcBef>
              <a:buClr>
                <a:srgbClr val="3333CC"/>
              </a:buClr>
              <a:buSzPct val="60000"/>
              <a:defRPr/>
            </a:pPr>
            <a:r>
              <a:rPr lang="en-US" altLang="zh-CN" sz="1800" kern="0" dirty="0">
                <a:solidFill>
                  <a:srgbClr val="000000"/>
                </a:solidFill>
              </a:rPr>
              <a:t>	</a:t>
            </a:r>
            <a:r>
              <a:rPr lang="en-US" altLang="zh-CN" sz="1800" i="1" kern="0" dirty="0">
                <a:solidFill>
                  <a:srgbClr val="000000"/>
                </a:solidFill>
              </a:rPr>
              <a:t>procedure</a:t>
            </a:r>
            <a:r>
              <a:rPr lang="en-US" altLang="zh-CN" sz="1800" kern="0" dirty="0">
                <a:solidFill>
                  <a:srgbClr val="000000"/>
                </a:solidFill>
              </a:rPr>
              <a:t> </a:t>
            </a:r>
            <a:r>
              <a:rPr lang="en-US" altLang="zh-CN" sz="1800" i="1" kern="0" dirty="0">
                <a:solidFill>
                  <a:srgbClr val="FF0000"/>
                </a:solidFill>
              </a:rPr>
              <a:t>quicksort</a:t>
            </a:r>
            <a:r>
              <a:rPr lang="en-US" altLang="zh-CN" sz="1800" kern="0" dirty="0">
                <a:solidFill>
                  <a:prstClr val="black"/>
                </a:solidFill>
              </a:rPr>
              <a:t>(</a:t>
            </a:r>
            <a:r>
              <a:rPr lang="en-US" altLang="zh-CN" sz="1800" i="1" kern="0" dirty="0">
                <a:solidFill>
                  <a:prstClr val="black"/>
                </a:solidFill>
              </a:rPr>
              <a:t>m</a:t>
            </a:r>
            <a:r>
              <a:rPr lang="en-US" altLang="zh-CN" sz="1800" kern="0" dirty="0">
                <a:solidFill>
                  <a:srgbClr val="000000"/>
                </a:solidFill>
              </a:rPr>
              <a:t>, </a:t>
            </a:r>
            <a:r>
              <a:rPr lang="en-US" altLang="zh-CN" sz="1800" i="1" kern="0" dirty="0">
                <a:solidFill>
                  <a:srgbClr val="000000"/>
                </a:solidFill>
              </a:rPr>
              <a:t>n</a:t>
            </a:r>
            <a:r>
              <a:rPr lang="en-US" altLang="zh-CN" sz="1800" kern="0" dirty="0">
                <a:solidFill>
                  <a:srgbClr val="000000"/>
                </a:solidFill>
              </a:rPr>
              <a:t>:</a:t>
            </a:r>
            <a:r>
              <a:rPr lang="en-US" altLang="zh-CN" sz="1800" i="1" kern="0" dirty="0">
                <a:solidFill>
                  <a:srgbClr val="000000"/>
                </a:solidFill>
              </a:rPr>
              <a:t>integer</a:t>
            </a:r>
            <a:r>
              <a:rPr lang="en-US" altLang="zh-CN" sz="1800" kern="0" dirty="0">
                <a:solidFill>
                  <a:srgbClr val="000000"/>
                </a:solidFill>
              </a:rPr>
              <a:t>);</a:t>
            </a:r>
          </a:p>
          <a:p>
            <a:pPr marL="257168" indent="-257168" algn="just" defTabSz="914378" eaLnBrk="1" hangingPunct="1">
              <a:lnSpc>
                <a:spcPct val="80000"/>
              </a:lnSpc>
              <a:spcBef>
                <a:spcPct val="12000"/>
              </a:spcBef>
              <a:buClr>
                <a:srgbClr val="3333CC"/>
              </a:buClr>
              <a:buSzPct val="60000"/>
              <a:defRPr/>
            </a:pPr>
            <a:r>
              <a:rPr lang="en-US" altLang="zh-CN" sz="1800" kern="0" dirty="0">
                <a:solidFill>
                  <a:srgbClr val="000000"/>
                </a:solidFill>
              </a:rPr>
              <a:t>		</a:t>
            </a:r>
            <a:r>
              <a:rPr lang="en-US" altLang="zh-CN" sz="1800" i="1" kern="0" dirty="0" err="1">
                <a:solidFill>
                  <a:srgbClr val="000000"/>
                </a:solidFill>
              </a:rPr>
              <a:t>var</a:t>
            </a:r>
            <a:r>
              <a:rPr lang="en-US" altLang="zh-CN" sz="1800" kern="0" dirty="0">
                <a:solidFill>
                  <a:srgbClr val="000000"/>
                </a:solidFill>
              </a:rPr>
              <a:t> </a:t>
            </a:r>
            <a:r>
              <a:rPr lang="en-US" altLang="zh-CN" sz="1800" i="1" kern="0" dirty="0">
                <a:solidFill>
                  <a:srgbClr val="000000"/>
                </a:solidFill>
              </a:rPr>
              <a:t>k</a:t>
            </a:r>
            <a:r>
              <a:rPr lang="en-US" altLang="zh-CN" sz="1800" kern="0" dirty="0">
                <a:solidFill>
                  <a:srgbClr val="000000"/>
                </a:solidFill>
              </a:rPr>
              <a:t>, </a:t>
            </a:r>
            <a:r>
              <a:rPr lang="en-US" altLang="zh-CN" sz="1800" i="1" kern="0" dirty="0">
                <a:solidFill>
                  <a:srgbClr val="0000FF"/>
                </a:solidFill>
              </a:rPr>
              <a:t>v</a:t>
            </a:r>
            <a:r>
              <a:rPr lang="en-US" altLang="zh-CN" sz="1800" i="1" kern="0" dirty="0">
                <a:solidFill>
                  <a:srgbClr val="000000"/>
                </a:solidFill>
              </a:rPr>
              <a:t> </a:t>
            </a:r>
            <a:r>
              <a:rPr lang="en-US" altLang="zh-CN" sz="1800" kern="0" dirty="0">
                <a:solidFill>
                  <a:srgbClr val="000000"/>
                </a:solidFill>
              </a:rPr>
              <a:t>: </a:t>
            </a:r>
            <a:r>
              <a:rPr lang="en-US" altLang="zh-CN" sz="1800" i="1" kern="0" dirty="0">
                <a:solidFill>
                  <a:srgbClr val="000000"/>
                </a:solidFill>
              </a:rPr>
              <a:t>integer</a:t>
            </a:r>
            <a:r>
              <a:rPr lang="en-US" altLang="zh-CN" sz="1800" kern="0" dirty="0">
                <a:solidFill>
                  <a:srgbClr val="000000"/>
                </a:solidFill>
              </a:rPr>
              <a:t>;</a:t>
            </a:r>
          </a:p>
          <a:p>
            <a:pPr marL="257168" indent="-257168" algn="just" defTabSz="914378" eaLnBrk="1" hangingPunct="1">
              <a:lnSpc>
                <a:spcPct val="80000"/>
              </a:lnSpc>
              <a:spcBef>
                <a:spcPct val="12000"/>
              </a:spcBef>
              <a:buClr>
                <a:srgbClr val="3333CC"/>
              </a:buClr>
              <a:buSzPct val="60000"/>
              <a:defRPr/>
            </a:pPr>
            <a:r>
              <a:rPr lang="en-US" altLang="zh-CN" sz="1800" kern="0" dirty="0">
                <a:solidFill>
                  <a:srgbClr val="000000"/>
                </a:solidFill>
              </a:rPr>
              <a:t>		</a:t>
            </a:r>
            <a:r>
              <a:rPr lang="en-US" altLang="zh-CN" sz="1800" i="1" kern="0" dirty="0">
                <a:solidFill>
                  <a:srgbClr val="000000"/>
                </a:solidFill>
              </a:rPr>
              <a:t>function</a:t>
            </a:r>
            <a:r>
              <a:rPr lang="en-US" altLang="zh-CN" sz="1800" kern="0" dirty="0">
                <a:solidFill>
                  <a:srgbClr val="000000"/>
                </a:solidFill>
              </a:rPr>
              <a:t> </a:t>
            </a:r>
            <a:r>
              <a:rPr lang="en-US" altLang="zh-CN" sz="1800" i="1" kern="0" dirty="0">
                <a:solidFill>
                  <a:srgbClr val="FF0000"/>
                </a:solidFill>
              </a:rPr>
              <a:t>partition</a:t>
            </a:r>
            <a:r>
              <a:rPr lang="en-US" altLang="zh-CN" sz="1800" kern="0" dirty="0">
                <a:solidFill>
                  <a:prstClr val="black"/>
                </a:solidFill>
              </a:rPr>
              <a:t>( </a:t>
            </a:r>
            <a:r>
              <a:rPr lang="en-US" altLang="zh-CN" sz="1800" i="1" kern="0" dirty="0">
                <a:solidFill>
                  <a:prstClr val="black"/>
                </a:solidFill>
              </a:rPr>
              <a:t>y</a:t>
            </a:r>
            <a:r>
              <a:rPr lang="en-US" altLang="zh-CN" sz="1800" kern="0" dirty="0">
                <a:solidFill>
                  <a:srgbClr val="000000"/>
                </a:solidFill>
              </a:rPr>
              <a:t>, </a:t>
            </a:r>
            <a:r>
              <a:rPr lang="en-US" altLang="zh-CN" sz="1800" i="1" kern="0" dirty="0">
                <a:solidFill>
                  <a:srgbClr val="000000"/>
                </a:solidFill>
              </a:rPr>
              <a:t>z </a:t>
            </a:r>
            <a:r>
              <a:rPr lang="en-US" altLang="zh-CN" sz="1800" kern="0" dirty="0">
                <a:solidFill>
                  <a:srgbClr val="000000"/>
                </a:solidFill>
              </a:rPr>
              <a:t>: </a:t>
            </a:r>
            <a:r>
              <a:rPr lang="en-US" altLang="zh-CN" sz="1800" i="1" kern="0" dirty="0">
                <a:solidFill>
                  <a:srgbClr val="000000"/>
                </a:solidFill>
              </a:rPr>
              <a:t>integer</a:t>
            </a:r>
            <a:r>
              <a:rPr lang="en-US" altLang="zh-CN" sz="1800" kern="0" dirty="0">
                <a:solidFill>
                  <a:srgbClr val="000000"/>
                </a:solidFill>
              </a:rPr>
              <a:t>):</a:t>
            </a:r>
            <a:r>
              <a:rPr lang="en-US" altLang="zh-CN" sz="1800" i="1" kern="0" dirty="0">
                <a:solidFill>
                  <a:srgbClr val="000000"/>
                </a:solidFill>
              </a:rPr>
              <a:t>intege</a:t>
            </a:r>
            <a:r>
              <a:rPr lang="en-US" altLang="zh-CN" sz="1800" kern="0" dirty="0">
                <a:solidFill>
                  <a:srgbClr val="000000"/>
                </a:solidFill>
              </a:rPr>
              <a:t>r;</a:t>
            </a:r>
          </a:p>
          <a:p>
            <a:pPr marL="257168" indent="-257168" algn="just" defTabSz="914378" eaLnBrk="1" hangingPunct="1">
              <a:lnSpc>
                <a:spcPct val="80000"/>
              </a:lnSpc>
              <a:spcBef>
                <a:spcPct val="12000"/>
              </a:spcBef>
              <a:buClr>
                <a:srgbClr val="3333CC"/>
              </a:buClr>
              <a:buSzPct val="60000"/>
              <a:defRPr/>
            </a:pPr>
            <a:r>
              <a:rPr lang="en-US" altLang="zh-CN" sz="1800" kern="0" dirty="0">
                <a:solidFill>
                  <a:srgbClr val="000000"/>
                </a:solidFill>
              </a:rPr>
              <a:t>			</a:t>
            </a:r>
            <a:r>
              <a:rPr lang="en-US" altLang="zh-CN" sz="1800" i="1" kern="0" dirty="0" err="1">
                <a:solidFill>
                  <a:srgbClr val="000000"/>
                </a:solidFill>
              </a:rPr>
              <a:t>var</a:t>
            </a:r>
            <a:r>
              <a:rPr lang="en-US" altLang="zh-CN" sz="1800" kern="0" dirty="0">
                <a:solidFill>
                  <a:srgbClr val="000000"/>
                </a:solidFill>
              </a:rPr>
              <a:t> </a:t>
            </a:r>
            <a:r>
              <a:rPr lang="en-US" altLang="zh-CN" sz="1800" i="1" kern="0" dirty="0" err="1">
                <a:solidFill>
                  <a:srgbClr val="000000"/>
                </a:solidFill>
              </a:rPr>
              <a:t>i</a:t>
            </a:r>
            <a:r>
              <a:rPr lang="en-US" altLang="zh-CN" sz="1800" kern="0" dirty="0">
                <a:solidFill>
                  <a:srgbClr val="000000"/>
                </a:solidFill>
              </a:rPr>
              <a:t>, </a:t>
            </a:r>
            <a:r>
              <a:rPr lang="en-US" altLang="zh-CN" sz="1800" i="1" kern="0" dirty="0">
                <a:solidFill>
                  <a:srgbClr val="000000"/>
                </a:solidFill>
              </a:rPr>
              <a:t>j </a:t>
            </a:r>
            <a:r>
              <a:rPr lang="en-US" altLang="zh-CN" sz="1800" kern="0" dirty="0">
                <a:solidFill>
                  <a:srgbClr val="000000"/>
                </a:solidFill>
              </a:rPr>
              <a:t>: </a:t>
            </a:r>
            <a:r>
              <a:rPr lang="en-US" altLang="zh-CN" sz="1800" i="1" kern="0" dirty="0">
                <a:solidFill>
                  <a:srgbClr val="000000"/>
                </a:solidFill>
              </a:rPr>
              <a:t>integer</a:t>
            </a:r>
            <a:r>
              <a:rPr lang="en-US" altLang="zh-CN" sz="1800" kern="0" dirty="0">
                <a:solidFill>
                  <a:srgbClr val="000000"/>
                </a:solidFill>
              </a:rPr>
              <a:t>;</a:t>
            </a:r>
          </a:p>
          <a:p>
            <a:pPr marL="257168" indent="-257168" algn="just" defTabSz="914378" eaLnBrk="1" hangingPunct="1">
              <a:lnSpc>
                <a:spcPct val="80000"/>
              </a:lnSpc>
              <a:spcBef>
                <a:spcPct val="12000"/>
              </a:spcBef>
              <a:buClr>
                <a:srgbClr val="3333CC"/>
              </a:buClr>
              <a:buSzPct val="60000"/>
              <a:defRPr/>
            </a:pPr>
            <a:r>
              <a:rPr lang="en-US" altLang="zh-CN" sz="1800" kern="0" dirty="0">
                <a:solidFill>
                  <a:srgbClr val="000000"/>
                </a:solidFill>
              </a:rPr>
              <a:t>			</a:t>
            </a:r>
            <a:r>
              <a:rPr lang="en-US" altLang="zh-CN" sz="1800" i="1" kern="0" dirty="0">
                <a:solidFill>
                  <a:srgbClr val="000000"/>
                </a:solidFill>
              </a:rPr>
              <a:t>begin</a:t>
            </a:r>
            <a:r>
              <a:rPr lang="en-US" altLang="zh-CN" sz="1800" kern="0" dirty="0">
                <a:solidFill>
                  <a:srgbClr val="000000"/>
                </a:solidFill>
              </a:rPr>
              <a:t> … </a:t>
            </a:r>
            <a:r>
              <a:rPr lang="en-US" altLang="zh-CN" sz="1800" i="1" kern="0" dirty="0">
                <a:solidFill>
                  <a:srgbClr val="0000FF"/>
                </a:solidFill>
              </a:rPr>
              <a:t>a</a:t>
            </a:r>
            <a:r>
              <a:rPr lang="en-US" altLang="zh-CN" sz="1800" kern="0" dirty="0">
                <a:solidFill>
                  <a:srgbClr val="000000"/>
                </a:solidFill>
              </a:rPr>
              <a:t> … </a:t>
            </a:r>
            <a:r>
              <a:rPr lang="en-US" altLang="zh-CN" sz="1800" i="1" kern="0" dirty="0">
                <a:solidFill>
                  <a:srgbClr val="0000FF"/>
                </a:solidFill>
              </a:rPr>
              <a:t>v</a:t>
            </a:r>
            <a:r>
              <a:rPr lang="en-US" altLang="zh-CN" sz="1800" kern="0" dirty="0">
                <a:solidFill>
                  <a:srgbClr val="0000FF"/>
                </a:solidFill>
              </a:rPr>
              <a:t> </a:t>
            </a:r>
            <a:r>
              <a:rPr lang="en-US" altLang="zh-CN" sz="1800" kern="0" dirty="0">
                <a:solidFill>
                  <a:srgbClr val="000000"/>
                </a:solidFill>
              </a:rPr>
              <a:t>… </a:t>
            </a:r>
            <a:r>
              <a:rPr lang="en-US" altLang="zh-CN" sz="1800" i="1" kern="0" dirty="0">
                <a:solidFill>
                  <a:srgbClr val="0000FF"/>
                </a:solidFill>
              </a:rPr>
              <a:t>exchange</a:t>
            </a:r>
            <a:r>
              <a:rPr lang="en-US" altLang="zh-CN" sz="1800" kern="0" dirty="0">
                <a:solidFill>
                  <a:srgbClr val="0000FF"/>
                </a:solidFill>
              </a:rPr>
              <a:t>(</a:t>
            </a:r>
            <a:r>
              <a:rPr lang="en-US" altLang="zh-CN" sz="1800" i="1" kern="0" dirty="0" err="1">
                <a:solidFill>
                  <a:srgbClr val="0000FF"/>
                </a:solidFill>
              </a:rPr>
              <a:t>i</a:t>
            </a:r>
            <a:r>
              <a:rPr lang="en-US" altLang="zh-CN" sz="1800" kern="0" dirty="0">
                <a:solidFill>
                  <a:srgbClr val="000000"/>
                </a:solidFill>
              </a:rPr>
              <a:t>, </a:t>
            </a:r>
            <a:r>
              <a:rPr lang="en-US" altLang="zh-CN" sz="1800" i="1" kern="0" dirty="0">
                <a:solidFill>
                  <a:srgbClr val="000000"/>
                </a:solidFill>
              </a:rPr>
              <a:t>j</a:t>
            </a:r>
            <a:r>
              <a:rPr lang="en-US" altLang="zh-CN" sz="1800" kern="0" dirty="0">
                <a:solidFill>
                  <a:srgbClr val="000000"/>
                </a:solidFill>
              </a:rPr>
              <a:t>) … </a:t>
            </a:r>
            <a:r>
              <a:rPr lang="en-US" altLang="zh-CN" sz="1800" i="1" kern="0" dirty="0">
                <a:solidFill>
                  <a:srgbClr val="000000"/>
                </a:solidFill>
              </a:rPr>
              <a:t>end. </a:t>
            </a:r>
            <a:r>
              <a:rPr lang="en-US" altLang="zh-CN" sz="1800" kern="0" dirty="0">
                <a:solidFill>
                  <a:schemeClr val="accent3">
                    <a:lumMod val="50000"/>
                  </a:schemeClr>
                </a:solidFill>
              </a:rPr>
              <a:t>{</a:t>
            </a:r>
            <a:r>
              <a:rPr lang="en-US" altLang="zh-CN" sz="1800" i="1" kern="0" dirty="0">
                <a:solidFill>
                  <a:schemeClr val="accent3">
                    <a:lumMod val="50000"/>
                  </a:schemeClr>
                </a:solidFill>
              </a:rPr>
              <a:t>partition</a:t>
            </a:r>
            <a:r>
              <a:rPr lang="en-US" altLang="zh-CN" sz="1800" kern="0" dirty="0">
                <a:solidFill>
                  <a:schemeClr val="accent3">
                    <a:lumMod val="50000"/>
                  </a:schemeClr>
                </a:solidFill>
              </a:rPr>
              <a:t>}</a:t>
            </a:r>
            <a:r>
              <a:rPr lang="en-US" altLang="zh-CN" sz="1800" kern="0" dirty="0">
                <a:solidFill>
                  <a:srgbClr val="000000"/>
                </a:solidFill>
              </a:rPr>
              <a:t>;</a:t>
            </a:r>
          </a:p>
          <a:p>
            <a:pPr marL="257168" indent="-257168" algn="just" defTabSz="914378" eaLnBrk="1" hangingPunct="1">
              <a:lnSpc>
                <a:spcPct val="80000"/>
              </a:lnSpc>
              <a:spcBef>
                <a:spcPct val="12000"/>
              </a:spcBef>
              <a:buClr>
                <a:srgbClr val="3333CC"/>
              </a:buClr>
              <a:buSzPct val="60000"/>
              <a:defRPr/>
            </a:pPr>
            <a:r>
              <a:rPr lang="en-US" altLang="zh-CN" sz="1800" kern="0" dirty="0">
                <a:solidFill>
                  <a:srgbClr val="000000"/>
                </a:solidFill>
              </a:rPr>
              <a:t>		</a:t>
            </a:r>
            <a:r>
              <a:rPr lang="en-US" altLang="zh-CN" sz="1800" i="1" kern="0" dirty="0">
                <a:solidFill>
                  <a:srgbClr val="000000"/>
                </a:solidFill>
              </a:rPr>
              <a:t>begin</a:t>
            </a:r>
            <a:r>
              <a:rPr lang="en-US" altLang="zh-CN" sz="1800" kern="0" dirty="0">
                <a:solidFill>
                  <a:srgbClr val="000000"/>
                </a:solidFill>
              </a:rPr>
              <a:t> … </a:t>
            </a:r>
            <a:r>
              <a:rPr lang="en-US" altLang="zh-CN" sz="1800" i="1" kern="0" dirty="0">
                <a:solidFill>
                  <a:srgbClr val="0000FF"/>
                </a:solidFill>
              </a:rPr>
              <a:t>a</a:t>
            </a:r>
            <a:r>
              <a:rPr lang="en-US" altLang="zh-CN" sz="1800" kern="0" dirty="0">
                <a:solidFill>
                  <a:srgbClr val="000000"/>
                </a:solidFill>
              </a:rPr>
              <a:t> … </a:t>
            </a:r>
            <a:r>
              <a:rPr lang="en-US" altLang="zh-CN" sz="1800" i="1" kern="0" dirty="0">
                <a:solidFill>
                  <a:srgbClr val="0000FF"/>
                </a:solidFill>
              </a:rPr>
              <a:t>v</a:t>
            </a:r>
            <a:r>
              <a:rPr lang="en-US" altLang="zh-CN" sz="1800" kern="0" dirty="0">
                <a:solidFill>
                  <a:srgbClr val="000000"/>
                </a:solidFill>
              </a:rPr>
              <a:t> … </a:t>
            </a:r>
            <a:r>
              <a:rPr lang="en-US" altLang="zh-CN" sz="1800" i="1" kern="0" dirty="0">
                <a:solidFill>
                  <a:srgbClr val="0000FF"/>
                </a:solidFill>
              </a:rPr>
              <a:t>partition</a:t>
            </a:r>
            <a:r>
              <a:rPr lang="en-US" altLang="zh-CN" sz="1800" kern="0" dirty="0">
                <a:solidFill>
                  <a:srgbClr val="0000FF"/>
                </a:solidFill>
              </a:rPr>
              <a:t> </a:t>
            </a:r>
            <a:r>
              <a:rPr lang="en-US" altLang="zh-CN" sz="1800" kern="0" dirty="0">
                <a:solidFill>
                  <a:srgbClr val="000000"/>
                </a:solidFill>
              </a:rPr>
              <a:t>… </a:t>
            </a:r>
            <a:r>
              <a:rPr lang="en-US" altLang="zh-CN" sz="1800" i="1" kern="0" dirty="0">
                <a:solidFill>
                  <a:srgbClr val="0000FF"/>
                </a:solidFill>
              </a:rPr>
              <a:t>quicksort</a:t>
            </a:r>
            <a:r>
              <a:rPr lang="en-US" altLang="zh-CN" sz="1800" kern="0" dirty="0">
                <a:solidFill>
                  <a:srgbClr val="0000FF"/>
                </a:solidFill>
              </a:rPr>
              <a:t> </a:t>
            </a:r>
            <a:r>
              <a:rPr lang="en-US" altLang="zh-CN" sz="1800" kern="0" dirty="0">
                <a:solidFill>
                  <a:srgbClr val="000000"/>
                </a:solidFill>
              </a:rPr>
              <a:t>… </a:t>
            </a:r>
            <a:r>
              <a:rPr lang="en-US" altLang="zh-CN" sz="1800" i="1" kern="0" dirty="0">
                <a:solidFill>
                  <a:srgbClr val="000000"/>
                </a:solidFill>
              </a:rPr>
              <a:t>end.</a:t>
            </a:r>
            <a:r>
              <a:rPr lang="en-US" altLang="zh-CN" sz="1800" kern="0" dirty="0">
                <a:solidFill>
                  <a:srgbClr val="000000"/>
                </a:solidFill>
              </a:rPr>
              <a:t> </a:t>
            </a:r>
            <a:r>
              <a:rPr lang="en-US" altLang="zh-CN" sz="1800" kern="0" dirty="0">
                <a:solidFill>
                  <a:schemeClr val="accent3">
                    <a:lumMod val="50000"/>
                  </a:schemeClr>
                </a:solidFill>
              </a:rPr>
              <a:t>{</a:t>
            </a:r>
            <a:r>
              <a:rPr lang="en-US" altLang="zh-CN" sz="1800" i="1" kern="0" dirty="0">
                <a:solidFill>
                  <a:schemeClr val="accent3">
                    <a:lumMod val="50000"/>
                  </a:schemeClr>
                </a:solidFill>
              </a:rPr>
              <a:t>quicksort</a:t>
            </a:r>
            <a:r>
              <a:rPr lang="en-US" altLang="zh-CN" sz="1800" kern="0" dirty="0">
                <a:solidFill>
                  <a:schemeClr val="accent3">
                    <a:lumMod val="50000"/>
                  </a:schemeClr>
                </a:solidFill>
              </a:rPr>
              <a:t>} </a:t>
            </a:r>
            <a:r>
              <a:rPr lang="zh-CN" altLang="en-US" sz="1800" kern="0" dirty="0">
                <a:solidFill>
                  <a:srgbClr val="000000"/>
                </a:solidFill>
              </a:rPr>
              <a:t>；</a:t>
            </a:r>
          </a:p>
          <a:p>
            <a:pPr marL="257168" indent="-257168" algn="just" defTabSz="914378" eaLnBrk="1" hangingPunct="1">
              <a:lnSpc>
                <a:spcPct val="80000"/>
              </a:lnSpc>
              <a:spcBef>
                <a:spcPct val="12000"/>
              </a:spcBef>
              <a:buClr>
                <a:srgbClr val="3333CC"/>
              </a:buClr>
              <a:buSzPct val="60000"/>
              <a:defRPr/>
            </a:pPr>
            <a:r>
              <a:rPr lang="en-US" altLang="zh-CN" sz="1800" kern="0" dirty="0">
                <a:solidFill>
                  <a:srgbClr val="000000"/>
                </a:solidFill>
              </a:rPr>
              <a:t>	</a:t>
            </a:r>
            <a:r>
              <a:rPr lang="en-US" altLang="zh-CN" sz="1800" i="1" kern="0" dirty="0">
                <a:solidFill>
                  <a:srgbClr val="000000"/>
                </a:solidFill>
              </a:rPr>
              <a:t>begin</a:t>
            </a:r>
            <a:r>
              <a:rPr lang="en-US" altLang="zh-CN" sz="1800" kern="0" dirty="0">
                <a:solidFill>
                  <a:srgbClr val="000000"/>
                </a:solidFill>
              </a:rPr>
              <a:t> … </a:t>
            </a:r>
            <a:r>
              <a:rPr lang="en-US" altLang="zh-CN" sz="1800" i="1" kern="0" dirty="0">
                <a:solidFill>
                  <a:srgbClr val="0000FF"/>
                </a:solidFill>
              </a:rPr>
              <a:t>a</a:t>
            </a:r>
            <a:r>
              <a:rPr lang="en-US" altLang="zh-CN" sz="1800" kern="0" dirty="0">
                <a:solidFill>
                  <a:srgbClr val="000000"/>
                </a:solidFill>
              </a:rPr>
              <a:t> … </a:t>
            </a:r>
            <a:r>
              <a:rPr lang="en-US" altLang="zh-CN" sz="1800" i="1" kern="0" dirty="0" err="1">
                <a:solidFill>
                  <a:srgbClr val="0000FF"/>
                </a:solidFill>
              </a:rPr>
              <a:t>readarray</a:t>
            </a:r>
            <a:r>
              <a:rPr lang="en-US" altLang="zh-CN" sz="1800" kern="0" dirty="0">
                <a:solidFill>
                  <a:srgbClr val="0000FF"/>
                </a:solidFill>
              </a:rPr>
              <a:t> </a:t>
            </a:r>
            <a:r>
              <a:rPr lang="en-US" altLang="zh-CN" sz="1800" kern="0" dirty="0">
                <a:solidFill>
                  <a:srgbClr val="000000"/>
                </a:solidFill>
              </a:rPr>
              <a:t>… </a:t>
            </a:r>
            <a:r>
              <a:rPr lang="en-US" altLang="zh-CN" sz="1800" i="1" kern="0" dirty="0">
                <a:solidFill>
                  <a:srgbClr val="0000FF"/>
                </a:solidFill>
              </a:rPr>
              <a:t>quicksort</a:t>
            </a:r>
            <a:r>
              <a:rPr lang="en-US" altLang="zh-CN" sz="1800" kern="0" dirty="0">
                <a:solidFill>
                  <a:srgbClr val="0000FF"/>
                </a:solidFill>
              </a:rPr>
              <a:t> </a:t>
            </a:r>
            <a:r>
              <a:rPr lang="en-US" altLang="zh-CN" sz="1800" kern="0" dirty="0">
                <a:solidFill>
                  <a:srgbClr val="000000"/>
                </a:solidFill>
              </a:rPr>
              <a:t>… </a:t>
            </a:r>
            <a:r>
              <a:rPr lang="en-US" altLang="zh-CN" sz="1800" i="1" kern="0" dirty="0">
                <a:solidFill>
                  <a:srgbClr val="000000"/>
                </a:solidFill>
              </a:rPr>
              <a:t>end.</a:t>
            </a:r>
            <a:r>
              <a:rPr lang="en-US" altLang="zh-CN" sz="1800" kern="0" dirty="0">
                <a:solidFill>
                  <a:srgbClr val="000000"/>
                </a:solidFill>
              </a:rPr>
              <a:t> </a:t>
            </a:r>
            <a:r>
              <a:rPr lang="en-US" altLang="zh-CN" sz="1800" kern="0" dirty="0">
                <a:solidFill>
                  <a:schemeClr val="accent3">
                    <a:lumMod val="50000"/>
                  </a:schemeClr>
                </a:solidFill>
              </a:rPr>
              <a:t>{</a:t>
            </a:r>
            <a:r>
              <a:rPr lang="en-US" altLang="zh-CN" sz="1800" i="1" kern="0" dirty="0">
                <a:solidFill>
                  <a:schemeClr val="accent3">
                    <a:lumMod val="50000"/>
                  </a:schemeClr>
                </a:solidFill>
              </a:rPr>
              <a:t>sort</a:t>
            </a:r>
            <a:r>
              <a:rPr lang="en-US" altLang="zh-CN" sz="1800" kern="0" dirty="0">
                <a:solidFill>
                  <a:schemeClr val="accent3">
                    <a:lumMod val="50000"/>
                  </a:schemeClr>
                </a:solidFill>
              </a:rPr>
              <a:t>}</a:t>
            </a:r>
            <a:r>
              <a:rPr lang="zh-CN" altLang="en-US" sz="1800" kern="0" dirty="0">
                <a:solidFill>
                  <a:srgbClr val="000000"/>
                </a:solidFill>
              </a:rPr>
              <a:t>；</a:t>
            </a:r>
            <a:endParaRPr lang="en-US" altLang="zh-CN" sz="1800" kern="0" dirty="0">
              <a:solidFill>
                <a:srgbClr val="000000"/>
              </a:solidFill>
            </a:endParaRPr>
          </a:p>
        </p:txBody>
      </p:sp>
      <p:grpSp>
        <p:nvGrpSpPr>
          <p:cNvPr id="5" name="组合 113">
            <a:extLst>
              <a:ext uri="{FF2B5EF4-FFF2-40B4-BE49-F238E27FC236}">
                <a16:creationId xmlns:a16="http://schemas.microsoft.com/office/drawing/2014/main" id="{E6546706-9576-4E8D-812A-2C964D6C4360}"/>
              </a:ext>
            </a:extLst>
          </p:cNvPr>
          <p:cNvGrpSpPr>
            <a:grpSpLocks/>
          </p:cNvGrpSpPr>
          <p:nvPr/>
        </p:nvGrpSpPr>
        <p:grpSpPr bwMode="auto">
          <a:xfrm>
            <a:off x="5397501" y="1138922"/>
            <a:ext cx="3140075" cy="1728788"/>
            <a:chOff x="5003799" y="500048"/>
            <a:chExt cx="3282977" cy="1803794"/>
          </a:xfrm>
        </p:grpSpPr>
        <p:sp>
          <p:nvSpPr>
            <p:cNvPr id="6" name="Rectangle 4">
              <a:extLst>
                <a:ext uri="{FF2B5EF4-FFF2-40B4-BE49-F238E27FC236}">
                  <a16:creationId xmlns:a16="http://schemas.microsoft.com/office/drawing/2014/main" id="{1D9C5313-0BB7-4EB9-8634-31A04E8D258E}"/>
                </a:ext>
              </a:extLst>
            </p:cNvPr>
            <p:cNvSpPr>
              <a:spLocks noChangeArrowheads="1"/>
            </p:cNvSpPr>
            <p:nvPr/>
          </p:nvSpPr>
          <p:spPr bwMode="auto">
            <a:xfrm>
              <a:off x="5003799" y="500048"/>
              <a:ext cx="3282977" cy="1788886"/>
            </a:xfrm>
            <a:prstGeom prst="rect">
              <a:avLst/>
            </a:prstGeom>
            <a:solidFill>
              <a:schemeClr val="accent5">
                <a:lumMod val="60000"/>
                <a:lumOff val="40000"/>
                <a:alpha val="99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chemeClr val="folHlink"/>
                </a:buClr>
                <a:buSzPct val="60000"/>
                <a:defRPr/>
              </a:pPr>
              <a:r>
                <a:rPr lang="zh-CN" altLang="en-US" sz="1200" dirty="0">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chemeClr val="folHlink"/>
                </a:buClr>
                <a:buSzPct val="60000"/>
                <a:defRPr/>
              </a:pPr>
              <a:r>
                <a:rPr lang="en-US" altLang="zh-CN" sz="1800" i="1" dirty="0">
                  <a:ea typeface="楷体_GB2312"/>
                  <a:cs typeface="Times New Roman" pitchFamily="18" charset="0"/>
                </a:rPr>
                <a:t>sort</a:t>
              </a:r>
              <a:r>
                <a:rPr lang="en-US" altLang="zh-CN" sz="1800" dirty="0">
                  <a:ea typeface="楷体_GB2312"/>
                  <a:cs typeface="Times New Roman" pitchFamily="18" charset="0"/>
                </a:rPr>
                <a:t>		            1</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err="1">
                  <a:ea typeface="楷体_GB2312"/>
                  <a:cs typeface="Times New Roman" pitchFamily="18" charset="0"/>
                </a:rPr>
                <a:t>readarray</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exchange</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quicksort</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partition</a:t>
              </a:r>
              <a:r>
                <a:rPr lang="en-US" altLang="zh-CN" sz="1800" dirty="0">
                  <a:ea typeface="楷体_GB2312"/>
                  <a:cs typeface="Times New Roman" pitchFamily="18" charset="0"/>
                </a:rPr>
                <a:t>	            3</a:t>
              </a:r>
            </a:p>
          </p:txBody>
        </p:sp>
        <p:cxnSp>
          <p:nvCxnSpPr>
            <p:cNvPr id="7" name="直接连接符 6">
              <a:extLst>
                <a:ext uri="{FF2B5EF4-FFF2-40B4-BE49-F238E27FC236}">
                  <a16:creationId xmlns:a16="http://schemas.microsoft.com/office/drawing/2014/main" id="{D27F1660-E71F-4C81-9E2C-CEEC639466A7}"/>
                </a:ext>
              </a:extLst>
            </p:cNvPr>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69AB04FF-5797-43F4-8F28-BBE106445E4E}"/>
                </a:ext>
              </a:extLst>
            </p:cNvPr>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0" name="文本框 9">
            <a:extLst>
              <a:ext uri="{FF2B5EF4-FFF2-40B4-BE49-F238E27FC236}">
                <a16:creationId xmlns:a16="http://schemas.microsoft.com/office/drawing/2014/main" id="{BFAF64DC-3C2A-4293-A894-FB0AA953983A}"/>
              </a:ext>
            </a:extLst>
          </p:cNvPr>
          <p:cNvSpPr txBox="1"/>
          <p:nvPr/>
        </p:nvSpPr>
        <p:spPr>
          <a:xfrm>
            <a:off x="5796143" y="3204145"/>
            <a:ext cx="2744510" cy="646331"/>
          </a:xfrm>
          <a:prstGeom prst="rect">
            <a:avLst/>
          </a:prstGeom>
          <a:solidFill>
            <a:schemeClr val="accent5">
              <a:lumMod val="60000"/>
              <a:lumOff val="40000"/>
            </a:schemeClr>
          </a:solidFill>
          <a:ln>
            <a:solidFill>
              <a:schemeClr val="tx1"/>
            </a:solidFill>
          </a:ln>
        </p:spPr>
        <p:txBody>
          <a:bodyPr wrap="square" rtlCol="0">
            <a:spAutoFit/>
          </a:bodyPr>
          <a:lstStyle/>
          <a:p>
            <a:pPr algn="ctr"/>
            <a:r>
              <a:rPr lang="zh-CN" altLang="en-US" sz="1800" dirty="0">
                <a:solidFill>
                  <a:srgbClr val="0000FF"/>
                </a:solidFill>
                <a:latin typeface="华文楷体" panose="02010600040101010101" pitchFamily="2" charset="-122"/>
                <a:ea typeface="华文楷体" panose="02010600040101010101" pitchFamily="2" charset="-122"/>
              </a:rPr>
              <a:t>名字的嵌套深度</a:t>
            </a:r>
            <a:r>
              <a:rPr lang="zh-CN" altLang="en-US" sz="1800" dirty="0">
                <a:latin typeface="华文楷体" panose="02010600040101010101" pitchFamily="2" charset="-122"/>
                <a:ea typeface="华文楷体" panose="02010600040101010101" pitchFamily="2" charset="-122"/>
              </a:rPr>
              <a:t>等于声明名字的过程的嵌套深度</a:t>
            </a:r>
          </a:p>
        </p:txBody>
      </p:sp>
      <p:sp>
        <p:nvSpPr>
          <p:cNvPr id="11" name="文本框 10">
            <a:extLst>
              <a:ext uri="{FF2B5EF4-FFF2-40B4-BE49-F238E27FC236}">
                <a16:creationId xmlns:a16="http://schemas.microsoft.com/office/drawing/2014/main" id="{B7DFAFC9-E599-48B2-9536-68EF1ECB9ACA}"/>
              </a:ext>
            </a:extLst>
          </p:cNvPr>
          <p:cNvSpPr txBox="1"/>
          <p:nvPr/>
        </p:nvSpPr>
        <p:spPr>
          <a:xfrm>
            <a:off x="3942385" y="1138922"/>
            <a:ext cx="1438619" cy="646331"/>
          </a:xfrm>
          <a:prstGeom prst="rect">
            <a:avLst/>
          </a:prstGeom>
          <a:solidFill>
            <a:schemeClr val="accent5">
              <a:lumMod val="60000"/>
              <a:lumOff val="40000"/>
            </a:schemeClr>
          </a:solidFill>
          <a:ln>
            <a:solidFill>
              <a:schemeClr val="tx1"/>
            </a:solidFill>
          </a:ln>
        </p:spPr>
        <p:txBody>
          <a:bodyPr wrap="square" rtlCol="0">
            <a:spAutoFit/>
          </a:bodyPr>
          <a:lstStyle/>
          <a:p>
            <a:pPr algn="ctr"/>
            <a:r>
              <a:rPr lang="zh-CN" altLang="en-US" sz="1800" dirty="0">
                <a:latin typeface="华文楷体" panose="02010600040101010101" pitchFamily="2" charset="-122"/>
                <a:ea typeface="华文楷体" panose="02010600040101010101" pitchFamily="2" charset="-122"/>
              </a:rPr>
              <a:t>静态作用域</a:t>
            </a:r>
            <a:endParaRPr lang="en-US" altLang="zh-CN" sz="1800" dirty="0">
              <a:latin typeface="华文楷体" panose="02010600040101010101" pitchFamily="2" charset="-122"/>
              <a:ea typeface="华文楷体" panose="02010600040101010101" pitchFamily="2" charset="-122"/>
            </a:endParaRPr>
          </a:p>
          <a:p>
            <a:pPr algn="ctr"/>
            <a:r>
              <a:rPr lang="zh-CN" altLang="en-US" sz="1800" dirty="0">
                <a:latin typeface="华文楷体" panose="02010600040101010101" pitchFamily="2" charset="-122"/>
                <a:ea typeface="华文楷体" panose="02010600040101010101" pitchFamily="2" charset="-122"/>
              </a:rPr>
              <a:t>规则</a:t>
            </a:r>
          </a:p>
        </p:txBody>
      </p:sp>
      <p:grpSp>
        <p:nvGrpSpPr>
          <p:cNvPr id="19" name="组合 18">
            <a:extLst>
              <a:ext uri="{FF2B5EF4-FFF2-40B4-BE49-F238E27FC236}">
                <a16:creationId xmlns:a16="http://schemas.microsoft.com/office/drawing/2014/main" id="{210F3A30-34EA-40BC-866F-C527769ECD52}"/>
              </a:ext>
            </a:extLst>
          </p:cNvPr>
          <p:cNvGrpSpPr/>
          <p:nvPr/>
        </p:nvGrpSpPr>
        <p:grpSpPr>
          <a:xfrm>
            <a:off x="848366" y="1424672"/>
            <a:ext cx="208043" cy="3459379"/>
            <a:chOff x="848366" y="1424672"/>
            <a:chExt cx="208043" cy="3459379"/>
          </a:xfrm>
        </p:grpSpPr>
        <p:cxnSp>
          <p:nvCxnSpPr>
            <p:cNvPr id="4" name="直接连接符 3">
              <a:extLst>
                <a:ext uri="{FF2B5EF4-FFF2-40B4-BE49-F238E27FC236}">
                  <a16:creationId xmlns:a16="http://schemas.microsoft.com/office/drawing/2014/main" id="{884FE3F4-3C45-4269-8420-65A8F63A071E}"/>
                </a:ext>
              </a:extLst>
            </p:cNvPr>
            <p:cNvCxnSpPr/>
            <p:nvPr/>
          </p:nvCxnSpPr>
          <p:spPr>
            <a:xfrm>
              <a:off x="848366" y="1424672"/>
              <a:ext cx="0" cy="345133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C374F111-A3D6-42E1-9E36-4BE48F7F71A4}"/>
                </a:ext>
              </a:extLst>
            </p:cNvPr>
            <p:cNvCxnSpPr>
              <a:cxnSpLocks/>
            </p:cNvCxnSpPr>
            <p:nvPr/>
          </p:nvCxnSpPr>
          <p:spPr>
            <a:xfrm>
              <a:off x="848366" y="1424672"/>
              <a:ext cx="208043"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BAB64455-9BEF-4F58-B46C-FCED829809B2}"/>
                </a:ext>
              </a:extLst>
            </p:cNvPr>
            <p:cNvCxnSpPr>
              <a:cxnSpLocks/>
            </p:cNvCxnSpPr>
            <p:nvPr/>
          </p:nvCxnSpPr>
          <p:spPr>
            <a:xfrm>
              <a:off x="848366" y="4884051"/>
              <a:ext cx="208043"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2" name="组合 21">
            <a:extLst>
              <a:ext uri="{FF2B5EF4-FFF2-40B4-BE49-F238E27FC236}">
                <a16:creationId xmlns:a16="http://schemas.microsoft.com/office/drawing/2014/main" id="{051B8773-9016-4C76-874A-24DC2659B643}"/>
              </a:ext>
            </a:extLst>
          </p:cNvPr>
          <p:cNvGrpSpPr/>
          <p:nvPr/>
        </p:nvGrpSpPr>
        <p:grpSpPr>
          <a:xfrm>
            <a:off x="1135266" y="2139702"/>
            <a:ext cx="208043" cy="576064"/>
            <a:chOff x="1187221" y="2139702"/>
            <a:chExt cx="208043" cy="576064"/>
          </a:xfrm>
        </p:grpSpPr>
        <p:cxnSp>
          <p:nvCxnSpPr>
            <p:cNvPr id="13" name="直接连接符 12">
              <a:extLst>
                <a:ext uri="{FF2B5EF4-FFF2-40B4-BE49-F238E27FC236}">
                  <a16:creationId xmlns:a16="http://schemas.microsoft.com/office/drawing/2014/main" id="{0F5766A3-6E56-4CF5-A49E-E6771E6CE34E}"/>
                </a:ext>
              </a:extLst>
            </p:cNvPr>
            <p:cNvCxnSpPr>
              <a:cxnSpLocks/>
            </p:cNvCxnSpPr>
            <p:nvPr/>
          </p:nvCxnSpPr>
          <p:spPr>
            <a:xfrm>
              <a:off x="1187624" y="2139702"/>
              <a:ext cx="0" cy="57606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871FC6AD-EECD-41FF-AD0E-24F63EE0A14D}"/>
                </a:ext>
              </a:extLst>
            </p:cNvPr>
            <p:cNvCxnSpPr>
              <a:cxnSpLocks/>
            </p:cNvCxnSpPr>
            <p:nvPr/>
          </p:nvCxnSpPr>
          <p:spPr>
            <a:xfrm>
              <a:off x="1187221" y="2147747"/>
              <a:ext cx="208043"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6AB5272-1BA1-4C7A-905D-CA9E13034051}"/>
                </a:ext>
              </a:extLst>
            </p:cNvPr>
            <p:cNvCxnSpPr>
              <a:cxnSpLocks/>
            </p:cNvCxnSpPr>
            <p:nvPr/>
          </p:nvCxnSpPr>
          <p:spPr>
            <a:xfrm>
              <a:off x="1187221" y="2713420"/>
              <a:ext cx="208043"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8" name="组合 27">
            <a:extLst>
              <a:ext uri="{FF2B5EF4-FFF2-40B4-BE49-F238E27FC236}">
                <a16:creationId xmlns:a16="http://schemas.microsoft.com/office/drawing/2014/main" id="{C3047FBC-D3A5-43B6-AB71-A820F01E5253}"/>
              </a:ext>
            </a:extLst>
          </p:cNvPr>
          <p:cNvGrpSpPr/>
          <p:nvPr/>
        </p:nvGrpSpPr>
        <p:grpSpPr>
          <a:xfrm>
            <a:off x="1126007" y="3456633"/>
            <a:ext cx="293686" cy="1203337"/>
            <a:chOff x="1187221" y="2139702"/>
            <a:chExt cx="208043" cy="576064"/>
          </a:xfrm>
        </p:grpSpPr>
        <p:cxnSp>
          <p:nvCxnSpPr>
            <p:cNvPr id="29" name="直接连接符 28">
              <a:extLst>
                <a:ext uri="{FF2B5EF4-FFF2-40B4-BE49-F238E27FC236}">
                  <a16:creationId xmlns:a16="http://schemas.microsoft.com/office/drawing/2014/main" id="{FA07A7B7-C6B5-4CF8-9E34-707BFC8FED47}"/>
                </a:ext>
              </a:extLst>
            </p:cNvPr>
            <p:cNvCxnSpPr>
              <a:cxnSpLocks/>
            </p:cNvCxnSpPr>
            <p:nvPr/>
          </p:nvCxnSpPr>
          <p:spPr>
            <a:xfrm>
              <a:off x="1187624" y="2139702"/>
              <a:ext cx="0" cy="57606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300A7E5E-DD39-4122-9FCD-F3028F13FB88}"/>
                </a:ext>
              </a:extLst>
            </p:cNvPr>
            <p:cNvCxnSpPr>
              <a:cxnSpLocks/>
            </p:cNvCxnSpPr>
            <p:nvPr/>
          </p:nvCxnSpPr>
          <p:spPr>
            <a:xfrm>
              <a:off x="1187221" y="2147747"/>
              <a:ext cx="208043"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82771698-DC58-476F-AB9A-E2A08457CE61}"/>
                </a:ext>
              </a:extLst>
            </p:cNvPr>
            <p:cNvCxnSpPr>
              <a:cxnSpLocks/>
            </p:cNvCxnSpPr>
            <p:nvPr/>
          </p:nvCxnSpPr>
          <p:spPr>
            <a:xfrm>
              <a:off x="1187221" y="2713420"/>
              <a:ext cx="208043"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2" name="组合 31">
            <a:extLst>
              <a:ext uri="{FF2B5EF4-FFF2-40B4-BE49-F238E27FC236}">
                <a16:creationId xmlns:a16="http://schemas.microsoft.com/office/drawing/2014/main" id="{80CA7FC7-939E-44CD-8164-B203CB242362}"/>
              </a:ext>
            </a:extLst>
          </p:cNvPr>
          <p:cNvGrpSpPr/>
          <p:nvPr/>
        </p:nvGrpSpPr>
        <p:grpSpPr>
          <a:xfrm>
            <a:off x="1114887" y="2905420"/>
            <a:ext cx="208017" cy="314402"/>
            <a:chOff x="1187221" y="2139702"/>
            <a:chExt cx="208043" cy="576064"/>
          </a:xfrm>
        </p:grpSpPr>
        <p:cxnSp>
          <p:nvCxnSpPr>
            <p:cNvPr id="33" name="直接连接符 32">
              <a:extLst>
                <a:ext uri="{FF2B5EF4-FFF2-40B4-BE49-F238E27FC236}">
                  <a16:creationId xmlns:a16="http://schemas.microsoft.com/office/drawing/2014/main" id="{1EA7C711-5D63-4F89-BABB-2DE149D32F9C}"/>
                </a:ext>
              </a:extLst>
            </p:cNvPr>
            <p:cNvCxnSpPr>
              <a:cxnSpLocks/>
            </p:cNvCxnSpPr>
            <p:nvPr/>
          </p:nvCxnSpPr>
          <p:spPr>
            <a:xfrm>
              <a:off x="1187624" y="2139702"/>
              <a:ext cx="0" cy="57606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263F5A90-4F2D-4A22-B829-73E9216B4B69}"/>
                </a:ext>
              </a:extLst>
            </p:cNvPr>
            <p:cNvCxnSpPr>
              <a:cxnSpLocks/>
            </p:cNvCxnSpPr>
            <p:nvPr/>
          </p:nvCxnSpPr>
          <p:spPr>
            <a:xfrm>
              <a:off x="1187221" y="2147747"/>
              <a:ext cx="208043"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4FA55AAB-104C-4483-85FD-18B33696E55E}"/>
                </a:ext>
              </a:extLst>
            </p:cNvPr>
            <p:cNvCxnSpPr>
              <a:cxnSpLocks/>
            </p:cNvCxnSpPr>
            <p:nvPr/>
          </p:nvCxnSpPr>
          <p:spPr>
            <a:xfrm>
              <a:off x="1187221" y="2713420"/>
              <a:ext cx="208043"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6" name="组合 35">
            <a:extLst>
              <a:ext uri="{FF2B5EF4-FFF2-40B4-BE49-F238E27FC236}">
                <a16:creationId xmlns:a16="http://schemas.microsoft.com/office/drawing/2014/main" id="{32A8A1BB-5398-460F-9DBB-2403428AF2C1}"/>
              </a:ext>
            </a:extLst>
          </p:cNvPr>
          <p:cNvGrpSpPr/>
          <p:nvPr/>
        </p:nvGrpSpPr>
        <p:grpSpPr>
          <a:xfrm>
            <a:off x="1834958" y="3889086"/>
            <a:ext cx="208043" cy="576064"/>
            <a:chOff x="1187221" y="2139702"/>
            <a:chExt cx="208043" cy="576064"/>
          </a:xfrm>
        </p:grpSpPr>
        <p:cxnSp>
          <p:nvCxnSpPr>
            <p:cNvPr id="37" name="直接连接符 36">
              <a:extLst>
                <a:ext uri="{FF2B5EF4-FFF2-40B4-BE49-F238E27FC236}">
                  <a16:creationId xmlns:a16="http://schemas.microsoft.com/office/drawing/2014/main" id="{8DAAF278-E7A9-4C00-AEA2-C072A0152E15}"/>
                </a:ext>
              </a:extLst>
            </p:cNvPr>
            <p:cNvCxnSpPr>
              <a:cxnSpLocks/>
            </p:cNvCxnSpPr>
            <p:nvPr/>
          </p:nvCxnSpPr>
          <p:spPr>
            <a:xfrm>
              <a:off x="1187624" y="2139702"/>
              <a:ext cx="0" cy="57606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B29D3FEB-599D-4F58-83EC-F392CFE151A8}"/>
                </a:ext>
              </a:extLst>
            </p:cNvPr>
            <p:cNvCxnSpPr>
              <a:cxnSpLocks/>
            </p:cNvCxnSpPr>
            <p:nvPr/>
          </p:nvCxnSpPr>
          <p:spPr>
            <a:xfrm>
              <a:off x="1187221" y="2147747"/>
              <a:ext cx="208043"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C0A7748F-15C2-4C0D-AB46-0090E670AAB2}"/>
                </a:ext>
              </a:extLst>
            </p:cNvPr>
            <p:cNvCxnSpPr>
              <a:cxnSpLocks/>
            </p:cNvCxnSpPr>
            <p:nvPr/>
          </p:nvCxnSpPr>
          <p:spPr>
            <a:xfrm>
              <a:off x="1187221" y="2713420"/>
              <a:ext cx="208043"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文本框 39">
            <a:extLst>
              <a:ext uri="{FF2B5EF4-FFF2-40B4-BE49-F238E27FC236}">
                <a16:creationId xmlns:a16="http://schemas.microsoft.com/office/drawing/2014/main" id="{1522E9C6-07CA-4168-9E14-012118E1D5F8}"/>
              </a:ext>
            </a:extLst>
          </p:cNvPr>
          <p:cNvSpPr txBox="1"/>
          <p:nvPr/>
        </p:nvSpPr>
        <p:spPr>
          <a:xfrm>
            <a:off x="6156176" y="423396"/>
            <a:ext cx="2375050" cy="646331"/>
          </a:xfrm>
          <a:prstGeom prst="rect">
            <a:avLst/>
          </a:prstGeom>
          <a:solidFill>
            <a:schemeClr val="accent5">
              <a:lumMod val="60000"/>
              <a:lumOff val="40000"/>
            </a:schemeClr>
          </a:solidFill>
          <a:ln>
            <a:solidFill>
              <a:schemeClr val="tx1"/>
            </a:solidFill>
          </a:ln>
        </p:spPr>
        <p:txBody>
          <a:bodyPr wrap="square" rtlCol="0">
            <a:spAutoFit/>
          </a:bodyPr>
          <a:lstStyle/>
          <a:p>
            <a:pPr algn="ctr"/>
            <a:r>
              <a:rPr lang="zh-CN" altLang="en-US" sz="1800" dirty="0">
                <a:solidFill>
                  <a:srgbClr val="C00000"/>
                </a:solidFill>
                <a:latin typeface="华文楷体" panose="02010600040101010101" pitchFamily="2" charset="-122"/>
                <a:ea typeface="华文楷体" panose="02010600040101010101" pitchFamily="2" charset="-122"/>
              </a:rPr>
              <a:t>红框</a:t>
            </a:r>
            <a:r>
              <a:rPr lang="zh-CN" altLang="en-US" sz="1800" dirty="0">
                <a:latin typeface="华文楷体" panose="02010600040101010101" pitchFamily="2" charset="-122"/>
                <a:ea typeface="华文楷体" panose="02010600040101010101" pitchFamily="2" charset="-122"/>
              </a:rPr>
              <a:t>表示此过程</a:t>
            </a:r>
            <a:r>
              <a:rPr lang="zh-CN" altLang="en-US" sz="1800" dirty="0">
                <a:solidFill>
                  <a:srgbClr val="C00000"/>
                </a:solidFill>
                <a:latin typeface="华文楷体" panose="02010600040101010101" pitchFamily="2" charset="-122"/>
                <a:ea typeface="华文楷体" panose="02010600040101010101" pitchFamily="2" charset="-122"/>
              </a:rPr>
              <a:t>直接定义</a:t>
            </a:r>
            <a:r>
              <a:rPr lang="zh-CN" altLang="en-US" sz="1800" dirty="0">
                <a:latin typeface="华文楷体" panose="02010600040101010101" pitchFamily="2" charset="-122"/>
                <a:ea typeface="华文楷体" panose="02010600040101010101" pitchFamily="2" charset="-122"/>
              </a:rPr>
              <a:t>的名字的</a:t>
            </a:r>
            <a:r>
              <a:rPr lang="zh-CN" altLang="en-US" sz="1800" dirty="0">
                <a:solidFill>
                  <a:srgbClr val="C00000"/>
                </a:solidFill>
                <a:latin typeface="华文楷体" panose="02010600040101010101" pitchFamily="2" charset="-122"/>
                <a:ea typeface="华文楷体" panose="02010600040101010101" pitchFamily="2" charset="-122"/>
              </a:rPr>
              <a:t>作用域</a:t>
            </a:r>
          </a:p>
        </p:txBody>
      </p:sp>
    </p:spTree>
    <p:extLst>
      <p:ext uri="{BB962C8B-B14F-4D97-AF65-F5344CB8AC3E}">
        <p14:creationId xmlns:p14="http://schemas.microsoft.com/office/powerpoint/2010/main" val="3768080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down)">
                                      <p:cBhvr>
                                        <p:cTn id="7" dur="500"/>
                                        <p:tgtEl>
                                          <p:spTgt spid="22"/>
                                        </p:tgtEl>
                                      </p:cBhvr>
                                    </p:animEffect>
                                  </p:childTnLst>
                                </p:cTn>
                              </p:par>
                              <p:par>
                                <p:cTn id="8" presetID="22" presetClass="entr" presetSubtype="4"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wipe(down)">
                                      <p:cBhvr>
                                        <p:cTn id="10" dur="500"/>
                                        <p:tgtEl>
                                          <p:spTgt spid="32"/>
                                        </p:tgtEl>
                                      </p:cBhvr>
                                    </p:animEffect>
                                  </p:childTnLst>
                                </p:cTn>
                              </p:par>
                              <p:par>
                                <p:cTn id="11" presetID="22" presetClass="entr" presetSubtype="4"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wipe(down)">
                                      <p:cBhvr>
                                        <p:cTn id="13" dur="500"/>
                                        <p:tgtEl>
                                          <p:spTgt spid="19"/>
                                        </p:tgtEl>
                                      </p:cBhvr>
                                    </p:animEffect>
                                  </p:childTnLst>
                                </p:cTn>
                              </p:par>
                              <p:par>
                                <p:cTn id="14" presetID="22" presetClass="entr" presetSubtype="4"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wipe(down)">
                                      <p:cBhvr>
                                        <p:cTn id="16" dur="500"/>
                                        <p:tgtEl>
                                          <p:spTgt spid="28"/>
                                        </p:tgtEl>
                                      </p:cBhvr>
                                    </p:animEffect>
                                  </p:childTnLst>
                                </p:cTn>
                              </p:par>
                              <p:par>
                                <p:cTn id="17" presetID="22" presetClass="entr" presetSubtype="4" fill="hold"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wipe(down)">
                                      <p:cBhvr>
                                        <p:cTn id="19" dur="500"/>
                                        <p:tgtEl>
                                          <p:spTgt spid="36"/>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grpId="0" nodeType="click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wipe(down)">
                                      <p:cBhvr>
                                        <p:cTn id="24" dur="5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grpId="0" nodeType="clickEffect">
                                  <p:stCondLst>
                                    <p:cond delay="0"/>
                                  </p:stCondLst>
                                  <p:childTnLst>
                                    <p:set>
                                      <p:cBhvr>
                                        <p:cTn id="28" dur="1" fill="hold">
                                          <p:stCondLst>
                                            <p:cond delay="0"/>
                                          </p:stCondLst>
                                        </p:cTn>
                                        <p:tgtEl>
                                          <p:spTgt spid="40"/>
                                        </p:tgtEl>
                                        <p:attrNameLst>
                                          <p:attrName>style.visibility</p:attrName>
                                        </p:attrNameLst>
                                      </p:cBhvr>
                                      <p:to>
                                        <p:strVal val="visible"/>
                                      </p:to>
                                    </p:set>
                                    <p:animEffect transition="in" filter="wipe(down)">
                                      <p:cBhvr>
                                        <p:cTn id="29" dur="500"/>
                                        <p:tgtEl>
                                          <p:spTgt spid="4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nodeType="click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wipe(down)">
                                      <p:cBhvr>
                                        <p:cTn id="34" dur="500"/>
                                        <p:tgtEl>
                                          <p:spTgt spid="5"/>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4"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down)">
                                      <p:cBhvr>
                                        <p:cTn id="3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40"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9" name="内容占位符 2"/>
          <p:cNvSpPr>
            <a:spLocks noGrp="1"/>
          </p:cNvSpPr>
          <p:nvPr>
            <p:ph idx="1"/>
          </p:nvPr>
        </p:nvSpPr>
        <p:spPr>
          <a:xfrm>
            <a:off x="428625" y="839788"/>
            <a:ext cx="8286750" cy="4089400"/>
          </a:xfrm>
        </p:spPr>
        <p:txBody>
          <a:bodyPr/>
          <a:lstStyle/>
          <a:p>
            <a:pPr eaLnBrk="1" hangingPunct="1">
              <a:lnSpc>
                <a:spcPts val="2600"/>
              </a:lnSpc>
              <a:buClrTx/>
              <a:buFont typeface="Wingdings" pitchFamily="2" charset="2"/>
              <a:buChar char="Ø"/>
              <a:defRPr/>
            </a:pPr>
            <a:r>
              <a:rPr lang="zh-CN" altLang="en-US" b="1" dirty="0">
                <a:solidFill>
                  <a:schemeClr val="tx1"/>
                </a:solidFill>
                <a:latin typeface="楷体" pitchFamily="49" charset="-122"/>
              </a:rPr>
              <a:t>一个过程除了可以使用</a:t>
            </a:r>
            <a:r>
              <a:rPr lang="zh-CN" altLang="en-US" b="1" dirty="0">
                <a:solidFill>
                  <a:schemeClr val="tx2">
                    <a:lumMod val="60000"/>
                    <a:lumOff val="40000"/>
                  </a:schemeClr>
                </a:solidFill>
                <a:latin typeface="楷体" pitchFamily="49" charset="-122"/>
              </a:rPr>
              <a:t>过程自身</a:t>
            </a:r>
            <a:r>
              <a:rPr lang="zh-CN" altLang="en-US" b="1" dirty="0">
                <a:solidFill>
                  <a:schemeClr val="tx1"/>
                </a:solidFill>
                <a:latin typeface="楷体" pitchFamily="49" charset="-122"/>
              </a:rPr>
              <a:t>声明的</a:t>
            </a:r>
            <a:r>
              <a:rPr lang="zh-CN" altLang="en-US" b="1" dirty="0">
                <a:solidFill>
                  <a:schemeClr val="tx2">
                    <a:lumMod val="60000"/>
                    <a:lumOff val="40000"/>
                  </a:schemeClr>
                </a:solidFill>
                <a:latin typeface="楷体" pitchFamily="49" charset="-122"/>
              </a:rPr>
              <a:t>局部数据</a:t>
            </a:r>
            <a:r>
              <a:rPr lang="zh-CN" altLang="en-US" b="1" dirty="0">
                <a:solidFill>
                  <a:schemeClr val="tx1"/>
                </a:solidFill>
                <a:latin typeface="楷体" pitchFamily="49" charset="-122"/>
              </a:rPr>
              <a:t>以外，还可以使用</a:t>
            </a:r>
            <a:r>
              <a:rPr lang="zh-CN" altLang="en-US" b="1" dirty="0">
                <a:solidFill>
                  <a:schemeClr val="tx2">
                    <a:lumMod val="60000"/>
                    <a:lumOff val="40000"/>
                  </a:schemeClr>
                </a:solidFill>
                <a:latin typeface="楷体" pitchFamily="49" charset="-122"/>
              </a:rPr>
              <a:t>过程外</a:t>
            </a:r>
            <a:r>
              <a:rPr lang="zh-CN" altLang="en-US" b="1" dirty="0">
                <a:solidFill>
                  <a:schemeClr val="tx1"/>
                </a:solidFill>
                <a:latin typeface="楷体" pitchFamily="49" charset="-122"/>
              </a:rPr>
              <a:t>声明的</a:t>
            </a:r>
            <a:r>
              <a:rPr lang="zh-CN" altLang="en-US" b="1" dirty="0">
                <a:solidFill>
                  <a:schemeClr val="tx2">
                    <a:lumMod val="60000"/>
                    <a:lumOff val="40000"/>
                  </a:schemeClr>
                </a:solidFill>
                <a:latin typeface="楷体" pitchFamily="49" charset="-122"/>
              </a:rPr>
              <a:t>非局部数据</a:t>
            </a:r>
            <a:endParaRPr lang="en-US" altLang="zh-CN" b="1" dirty="0">
              <a:solidFill>
                <a:schemeClr val="tx1"/>
              </a:solidFill>
              <a:latin typeface="楷体" pitchFamily="49" charset="-122"/>
            </a:endParaRPr>
          </a:p>
          <a:p>
            <a:pPr lvl="1" eaLnBrk="1" hangingPunct="1">
              <a:lnSpc>
                <a:spcPts val="2400"/>
              </a:lnSpc>
              <a:buClrTx/>
              <a:buFont typeface="Wingdings" pitchFamily="2" charset="2"/>
              <a:buChar char="Ø"/>
              <a:defRPr/>
            </a:pPr>
            <a:r>
              <a:rPr lang="zh-CN" altLang="en-US" sz="2000" b="1" dirty="0">
                <a:solidFill>
                  <a:schemeClr val="tx1"/>
                </a:solidFill>
                <a:cs typeface="Times New Roman" pitchFamily="18" charset="0"/>
              </a:rPr>
              <a:t>全局数据</a:t>
            </a:r>
          </a:p>
          <a:p>
            <a:pPr lvl="1" eaLnBrk="1" hangingPunct="1">
              <a:lnSpc>
                <a:spcPts val="2400"/>
              </a:lnSpc>
              <a:buClrTx/>
              <a:buFont typeface="Wingdings" pitchFamily="2" charset="2"/>
              <a:buChar char="Ø"/>
              <a:defRPr/>
            </a:pPr>
            <a:r>
              <a:rPr lang="zh-CN" altLang="en-US" sz="2000" b="1" dirty="0">
                <a:solidFill>
                  <a:schemeClr val="tx1"/>
                </a:solidFill>
                <a:cs typeface="Times New Roman" pitchFamily="18" charset="0"/>
              </a:rPr>
              <a:t>外围过程定义的数据</a:t>
            </a:r>
            <a:r>
              <a:rPr lang="zh-CN" altLang="en-US" sz="2000" b="1" dirty="0">
                <a:solidFill>
                  <a:prstClr val="black"/>
                </a:solidFill>
                <a:cs typeface="Times New Roman" pitchFamily="18" charset="0"/>
              </a:rPr>
              <a:t>（支持过程嵌套声明的语言）</a:t>
            </a:r>
            <a:endParaRPr lang="en-US" altLang="zh-CN" sz="2000" b="1" dirty="0">
              <a:solidFill>
                <a:prstClr val="black"/>
              </a:solidFill>
              <a:cs typeface="Times New Roman" pitchFamily="18" charset="0"/>
            </a:endParaRPr>
          </a:p>
          <a:p>
            <a:pPr lvl="2" eaLnBrk="1" hangingPunct="1">
              <a:lnSpc>
                <a:spcPts val="2400"/>
              </a:lnSpc>
              <a:buClrTx/>
              <a:buFont typeface="Wingdings" pitchFamily="2" charset="2"/>
              <a:buChar char="Ø"/>
              <a:defRPr/>
            </a:pPr>
            <a:r>
              <a:rPr lang="zh-CN" altLang="en-US" sz="1800" b="1" dirty="0">
                <a:solidFill>
                  <a:prstClr val="black"/>
                </a:solidFill>
                <a:cs typeface="Times New Roman" panose="02020603050405020304" pitchFamily="18" charset="0"/>
              </a:rPr>
              <a:t>例： </a:t>
            </a:r>
            <a:r>
              <a:rPr lang="en-US" altLang="zh-CN" sz="1800" b="1" i="1" dirty="0">
                <a:solidFill>
                  <a:schemeClr val="tx1"/>
                </a:solidFill>
                <a:ea typeface="楷体_GB2312" pitchFamily="49" charset="-122"/>
                <a:cs typeface="Times New Roman" panose="02020603050405020304" pitchFamily="18" charset="0"/>
              </a:rPr>
              <a:t>Pascal</a:t>
            </a:r>
            <a:r>
              <a:rPr lang="zh-CN" altLang="en-US" sz="1800" b="1" dirty="0">
                <a:solidFill>
                  <a:schemeClr val="tx1"/>
                </a:solidFill>
                <a:cs typeface="Times New Roman" panose="02020603050405020304" pitchFamily="18" charset="0"/>
              </a:rPr>
              <a:t>语言</a:t>
            </a:r>
            <a:endParaRPr lang="en-US" altLang="zh-CN" sz="2000" b="1" dirty="0">
              <a:solidFill>
                <a:schemeClr val="tx1"/>
              </a:solidFill>
              <a:cs typeface="Times New Roman" pitchFamily="18" charset="0"/>
            </a:endParaRPr>
          </a:p>
          <a:p>
            <a:pPr marL="271463" lvl="2" indent="-271463" eaLnBrk="1" hangingPunct="1">
              <a:lnSpc>
                <a:spcPts val="2600"/>
              </a:lnSpc>
              <a:buClrTx/>
              <a:buFont typeface="Wingdings" pitchFamily="2" charset="2"/>
              <a:buChar char="Ø"/>
              <a:defRPr/>
            </a:pPr>
            <a:r>
              <a:rPr lang="zh-CN" altLang="en-US" sz="2400" b="1" dirty="0">
                <a:solidFill>
                  <a:prstClr val="black"/>
                </a:solidFill>
                <a:latin typeface="楷体" pitchFamily="49" charset="-122"/>
              </a:rPr>
              <a:t>如何访问非局部数据？</a:t>
            </a:r>
            <a:endParaRPr lang="en-US" altLang="zh-CN" sz="2400" b="1" dirty="0">
              <a:solidFill>
                <a:prstClr val="black"/>
              </a:solidFill>
              <a:latin typeface="楷体" pitchFamily="49" charset="-122"/>
            </a:endParaRPr>
          </a:p>
          <a:p>
            <a:pPr lvl="1" eaLnBrk="1" hangingPunct="1">
              <a:lnSpc>
                <a:spcPts val="2400"/>
              </a:lnSpc>
              <a:buClrTx/>
              <a:buFont typeface="Wingdings" pitchFamily="2" charset="2"/>
              <a:buChar char="Ø"/>
              <a:defRPr/>
            </a:pPr>
            <a:r>
              <a:rPr lang="zh-CN" altLang="en-US" sz="2000" b="1" dirty="0">
                <a:solidFill>
                  <a:srgbClr val="FF0000"/>
                </a:solidFill>
                <a:cs typeface="Times New Roman" pitchFamily="18" charset="0"/>
              </a:rPr>
              <a:t>核心问题</a:t>
            </a:r>
            <a:r>
              <a:rPr lang="zh-CN" altLang="en-US" sz="2000" b="1" dirty="0">
                <a:solidFill>
                  <a:schemeClr val="tx1"/>
                </a:solidFill>
                <a:cs typeface="Times New Roman" pitchFamily="18" charset="0"/>
              </a:rPr>
              <a:t>：如何找到被访问的</a:t>
            </a:r>
            <a:r>
              <a:rPr lang="zh-CN" altLang="en-US" sz="2000" b="1" dirty="0">
                <a:solidFill>
                  <a:schemeClr val="accent2"/>
                </a:solidFill>
                <a:cs typeface="Times New Roman" pitchFamily="18" charset="0"/>
              </a:rPr>
              <a:t>非局部数据</a:t>
            </a:r>
            <a:r>
              <a:rPr lang="zh-CN" altLang="en-US" sz="2000" b="1" dirty="0">
                <a:solidFill>
                  <a:schemeClr val="tx1"/>
                </a:solidFill>
                <a:cs typeface="Times New Roman" pitchFamily="18" charset="0"/>
              </a:rPr>
              <a:t>所在的</a:t>
            </a:r>
            <a:r>
              <a:rPr lang="zh-CN" altLang="en-US" sz="2000" b="1" dirty="0">
                <a:solidFill>
                  <a:schemeClr val="accent2"/>
                </a:solidFill>
                <a:cs typeface="Times New Roman" pitchFamily="18" charset="0"/>
              </a:rPr>
              <a:t>活动记录</a:t>
            </a:r>
            <a:endParaRPr lang="en-US" altLang="zh-CN" sz="2000" b="1" dirty="0">
              <a:solidFill>
                <a:schemeClr val="accent2"/>
              </a:solidFill>
              <a:cs typeface="Times New Roman" pitchFamily="18" charset="0"/>
            </a:endParaRPr>
          </a:p>
          <a:p>
            <a:pPr lvl="1" eaLnBrk="1" hangingPunct="1">
              <a:lnSpc>
                <a:spcPts val="2400"/>
              </a:lnSpc>
              <a:buClrTx/>
              <a:buFont typeface="Wingdings" pitchFamily="2" charset="2"/>
              <a:buChar char="Ø"/>
              <a:defRPr/>
            </a:pPr>
            <a:r>
              <a:rPr lang="zh-CN" altLang="en-US" sz="2000" b="1" dirty="0">
                <a:solidFill>
                  <a:schemeClr val="tx1"/>
                </a:solidFill>
                <a:cs typeface="Times New Roman" pitchFamily="18" charset="0"/>
              </a:rPr>
              <a:t>方法</a:t>
            </a:r>
            <a:endParaRPr lang="en-US" altLang="zh-CN" sz="2000" b="1" dirty="0">
              <a:solidFill>
                <a:schemeClr val="tx1"/>
              </a:solidFill>
              <a:cs typeface="Times New Roman" pitchFamily="18" charset="0"/>
            </a:endParaRPr>
          </a:p>
          <a:p>
            <a:pPr lvl="2" eaLnBrk="1" hangingPunct="1">
              <a:lnSpc>
                <a:spcPts val="2400"/>
              </a:lnSpc>
              <a:buClrTx/>
              <a:buFont typeface="Wingdings" pitchFamily="2" charset="2"/>
              <a:buChar char="Ø"/>
              <a:defRPr/>
            </a:pPr>
            <a:r>
              <a:rPr lang="zh-CN" altLang="en-US" b="1" dirty="0">
                <a:solidFill>
                  <a:schemeClr val="tx1"/>
                </a:solidFill>
                <a:cs typeface="Times New Roman" pitchFamily="18" charset="0"/>
              </a:rPr>
              <a:t>访问链（静态链）</a:t>
            </a:r>
          </a:p>
          <a:p>
            <a:pPr lvl="2" eaLnBrk="1" hangingPunct="1">
              <a:lnSpc>
                <a:spcPts val="2400"/>
              </a:lnSpc>
              <a:buClrTx/>
              <a:buFont typeface="Wingdings" pitchFamily="2" charset="2"/>
              <a:buChar char="Ø"/>
              <a:defRPr/>
            </a:pPr>
            <a:r>
              <a:rPr lang="en-US" altLang="zh-CN" b="1" dirty="0">
                <a:solidFill>
                  <a:schemeClr val="tx1"/>
                </a:solidFill>
                <a:cs typeface="Times New Roman" pitchFamily="18" charset="0"/>
              </a:rPr>
              <a:t>display</a:t>
            </a:r>
            <a:r>
              <a:rPr lang="zh-CN" altLang="en-US" b="1" dirty="0">
                <a:solidFill>
                  <a:schemeClr val="tx1"/>
                </a:solidFill>
                <a:cs typeface="Times New Roman" pitchFamily="18" charset="0"/>
              </a:rPr>
              <a:t>表（嵌套层次显示表）</a:t>
            </a:r>
            <a:endParaRPr lang="en-US" altLang="zh-CN" sz="1800" b="1" dirty="0">
              <a:solidFill>
                <a:schemeClr val="tx1"/>
              </a:solidFill>
              <a:cs typeface="Times New Roman" pitchFamily="18" charset="0"/>
            </a:endParaRPr>
          </a:p>
        </p:txBody>
      </p:sp>
      <p:sp>
        <p:nvSpPr>
          <p:cNvPr id="89091" name="标题 1"/>
          <p:cNvSpPr>
            <a:spLocks noGrp="1"/>
          </p:cNvSpPr>
          <p:nvPr>
            <p:ph type="title"/>
          </p:nvPr>
        </p:nvSpPr>
        <p:spPr>
          <a:xfrm>
            <a:off x="755650" y="268288"/>
            <a:ext cx="7931150" cy="358775"/>
          </a:xfrm>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非局部数据的访问</a:t>
            </a:r>
          </a:p>
        </p:txBody>
      </p:sp>
      <p:grpSp>
        <p:nvGrpSpPr>
          <p:cNvPr id="6" name="组合 5">
            <a:extLst>
              <a:ext uri="{FF2B5EF4-FFF2-40B4-BE49-F238E27FC236}">
                <a16:creationId xmlns:a16="http://schemas.microsoft.com/office/drawing/2014/main" id="{3AA1D74A-109F-4FEC-8E71-1ACAD7303695}"/>
              </a:ext>
            </a:extLst>
          </p:cNvPr>
          <p:cNvGrpSpPr/>
          <p:nvPr/>
        </p:nvGrpSpPr>
        <p:grpSpPr>
          <a:xfrm>
            <a:off x="4206075" y="2283718"/>
            <a:ext cx="1955985" cy="382003"/>
            <a:chOff x="4206075" y="2283718"/>
            <a:chExt cx="1955985" cy="382003"/>
          </a:xfrm>
        </p:grpSpPr>
        <p:cxnSp>
          <p:nvCxnSpPr>
            <p:cNvPr id="3" name="直接连接符 2">
              <a:extLst>
                <a:ext uri="{FF2B5EF4-FFF2-40B4-BE49-F238E27FC236}">
                  <a16:creationId xmlns:a16="http://schemas.microsoft.com/office/drawing/2014/main" id="{2CEB1CB8-215F-4BDE-8E28-3480193D715C}"/>
                </a:ext>
              </a:extLst>
            </p:cNvPr>
            <p:cNvCxnSpPr>
              <a:cxnSpLocks/>
            </p:cNvCxnSpPr>
            <p:nvPr/>
          </p:nvCxnSpPr>
          <p:spPr>
            <a:xfrm>
              <a:off x="4644008" y="2283718"/>
              <a:ext cx="1080120" cy="0"/>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8DA1FF1A-E631-42AC-92E6-5F1F83639773}"/>
                </a:ext>
              </a:extLst>
            </p:cNvPr>
            <p:cNvSpPr/>
            <p:nvPr/>
          </p:nvSpPr>
          <p:spPr>
            <a:xfrm>
              <a:off x="4206075" y="2327167"/>
              <a:ext cx="1955985" cy="338554"/>
            </a:xfrm>
            <a:prstGeom prst="rect">
              <a:avLst/>
            </a:prstGeom>
          </p:spPr>
          <p:txBody>
            <a:bodyPr wrap="none">
              <a:spAutoFit/>
            </a:bodyPr>
            <a:lstStyle/>
            <a:p>
              <a:r>
                <a:rPr lang="en-US" altLang="zh-CN" sz="1600" i="1" dirty="0">
                  <a:solidFill>
                    <a:srgbClr val="FF0000"/>
                  </a:solidFill>
                  <a:ea typeface="+mn-ea"/>
                  <a:cs typeface="Times New Roman" panose="02020603050405020304" pitchFamily="18" charset="0"/>
                </a:rPr>
                <a:t>C</a:t>
              </a:r>
              <a:r>
                <a:rPr lang="zh-CN" altLang="en-US" sz="1600" dirty="0">
                  <a:solidFill>
                    <a:srgbClr val="FF0000"/>
                  </a:solidFill>
                  <a:latin typeface="+mn-ea"/>
                  <a:ea typeface="+mn-ea"/>
                </a:rPr>
                <a:t>语言的程序块机制</a:t>
              </a:r>
            </a:p>
          </p:txBody>
        </p:sp>
      </p:grpSp>
    </p:spTree>
    <p:extLst>
      <p:ext uri="{BB962C8B-B14F-4D97-AF65-F5344CB8AC3E}">
        <p14:creationId xmlns:p14="http://schemas.microsoft.com/office/powerpoint/2010/main" val="3970809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500" fill="hold"/>
                                        <p:tgtEl>
                                          <p:spTgt spid="6"/>
                                        </p:tgtEl>
                                        <p:attrNameLst>
                                          <p:attrName>ppt_w</p:attrName>
                                        </p:attrNameLst>
                                      </p:cBhvr>
                                      <p:tavLst>
                                        <p:tav tm="0">
                                          <p:val>
                                            <p:fltVal val="0"/>
                                          </p:val>
                                        </p:tav>
                                        <p:tav tm="100000">
                                          <p:val>
                                            <p:strVal val="#ppt_w"/>
                                          </p:val>
                                        </p:tav>
                                      </p:tavLst>
                                    </p:anim>
                                    <p:anim calcmode="lin" valueType="num">
                                      <p:cBhvr>
                                        <p:cTn id="8" dur="500" fill="hold"/>
                                        <p:tgtEl>
                                          <p:spTgt spid="6"/>
                                        </p:tgtEl>
                                        <p:attrNameLst>
                                          <p:attrName>ppt_h</p:attrName>
                                        </p:attrNameLst>
                                      </p:cBhvr>
                                      <p:tavLst>
                                        <p:tav tm="0">
                                          <p:val>
                                            <p:fltVal val="0"/>
                                          </p:val>
                                        </p:tav>
                                        <p:tav tm="100000">
                                          <p:val>
                                            <p:strVal val="#ppt_h"/>
                                          </p:val>
                                        </p:tav>
                                      </p:tavLst>
                                    </p:anim>
                                    <p:animEffect transition="in" filter="fade">
                                      <p:cBhvr>
                                        <p:cTn id="9" dur="500"/>
                                        <p:tgtEl>
                                          <p:spTgt spid="6"/>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39939">
                                            <p:txEl>
                                              <p:pRg st="4" end="4"/>
                                            </p:txEl>
                                          </p:spTgt>
                                        </p:tgtEl>
                                        <p:attrNameLst>
                                          <p:attrName>style.visibility</p:attrName>
                                        </p:attrNameLst>
                                      </p:cBhvr>
                                      <p:to>
                                        <p:strVal val="visible"/>
                                      </p:to>
                                    </p:set>
                                    <p:anim calcmode="lin" valueType="num">
                                      <p:cBhvr>
                                        <p:cTn id="14" dur="500" fill="hold"/>
                                        <p:tgtEl>
                                          <p:spTgt spid="39939">
                                            <p:txEl>
                                              <p:pRg st="4" end="4"/>
                                            </p:txEl>
                                          </p:spTgt>
                                        </p:tgtEl>
                                        <p:attrNameLst>
                                          <p:attrName>ppt_w</p:attrName>
                                        </p:attrNameLst>
                                      </p:cBhvr>
                                      <p:tavLst>
                                        <p:tav tm="0">
                                          <p:val>
                                            <p:fltVal val="0"/>
                                          </p:val>
                                        </p:tav>
                                        <p:tav tm="100000">
                                          <p:val>
                                            <p:strVal val="#ppt_w"/>
                                          </p:val>
                                        </p:tav>
                                      </p:tavLst>
                                    </p:anim>
                                    <p:anim calcmode="lin" valueType="num">
                                      <p:cBhvr>
                                        <p:cTn id="15" dur="500" fill="hold"/>
                                        <p:tgtEl>
                                          <p:spTgt spid="39939">
                                            <p:txEl>
                                              <p:pRg st="4" end="4"/>
                                            </p:txEl>
                                          </p:spTgt>
                                        </p:tgtEl>
                                        <p:attrNameLst>
                                          <p:attrName>ppt_h</p:attrName>
                                        </p:attrNameLst>
                                      </p:cBhvr>
                                      <p:tavLst>
                                        <p:tav tm="0">
                                          <p:val>
                                            <p:fltVal val="0"/>
                                          </p:val>
                                        </p:tav>
                                        <p:tav tm="100000">
                                          <p:val>
                                            <p:strVal val="#ppt_h"/>
                                          </p:val>
                                        </p:tav>
                                      </p:tavLst>
                                    </p:anim>
                                    <p:animEffect transition="in" filter="fade">
                                      <p:cBhvr>
                                        <p:cTn id="16" dur="500"/>
                                        <p:tgtEl>
                                          <p:spTgt spid="39939">
                                            <p:txEl>
                                              <p:pRg st="4" end="4"/>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nodeType="clickEffect">
                                  <p:stCondLst>
                                    <p:cond delay="0"/>
                                  </p:stCondLst>
                                  <p:childTnLst>
                                    <p:set>
                                      <p:cBhvr>
                                        <p:cTn id="20" dur="1" fill="hold">
                                          <p:stCondLst>
                                            <p:cond delay="0"/>
                                          </p:stCondLst>
                                        </p:cTn>
                                        <p:tgtEl>
                                          <p:spTgt spid="39939">
                                            <p:txEl>
                                              <p:pRg st="5" end="5"/>
                                            </p:txEl>
                                          </p:spTgt>
                                        </p:tgtEl>
                                        <p:attrNameLst>
                                          <p:attrName>style.visibility</p:attrName>
                                        </p:attrNameLst>
                                      </p:cBhvr>
                                      <p:to>
                                        <p:strVal val="visible"/>
                                      </p:to>
                                    </p:set>
                                    <p:anim calcmode="lin" valueType="num">
                                      <p:cBhvr>
                                        <p:cTn id="21" dur="500" fill="hold"/>
                                        <p:tgtEl>
                                          <p:spTgt spid="39939">
                                            <p:txEl>
                                              <p:pRg st="5" end="5"/>
                                            </p:txEl>
                                          </p:spTgt>
                                        </p:tgtEl>
                                        <p:attrNameLst>
                                          <p:attrName>ppt_w</p:attrName>
                                        </p:attrNameLst>
                                      </p:cBhvr>
                                      <p:tavLst>
                                        <p:tav tm="0">
                                          <p:val>
                                            <p:fltVal val="0"/>
                                          </p:val>
                                        </p:tav>
                                        <p:tav tm="100000">
                                          <p:val>
                                            <p:strVal val="#ppt_w"/>
                                          </p:val>
                                        </p:tav>
                                      </p:tavLst>
                                    </p:anim>
                                    <p:anim calcmode="lin" valueType="num">
                                      <p:cBhvr>
                                        <p:cTn id="22" dur="500" fill="hold"/>
                                        <p:tgtEl>
                                          <p:spTgt spid="39939">
                                            <p:txEl>
                                              <p:pRg st="5" end="5"/>
                                            </p:txEl>
                                          </p:spTgt>
                                        </p:tgtEl>
                                        <p:attrNameLst>
                                          <p:attrName>ppt_h</p:attrName>
                                        </p:attrNameLst>
                                      </p:cBhvr>
                                      <p:tavLst>
                                        <p:tav tm="0">
                                          <p:val>
                                            <p:fltVal val="0"/>
                                          </p:val>
                                        </p:tav>
                                        <p:tav tm="100000">
                                          <p:val>
                                            <p:strVal val="#ppt_h"/>
                                          </p:val>
                                        </p:tav>
                                      </p:tavLst>
                                    </p:anim>
                                    <p:animEffect transition="in" filter="fade">
                                      <p:cBhvr>
                                        <p:cTn id="23" dur="500"/>
                                        <p:tgtEl>
                                          <p:spTgt spid="39939">
                                            <p:txEl>
                                              <p:pRg st="5" end="5"/>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39939">
                                            <p:txEl>
                                              <p:pRg st="6" end="6"/>
                                            </p:txEl>
                                          </p:spTgt>
                                        </p:tgtEl>
                                        <p:attrNameLst>
                                          <p:attrName>style.visibility</p:attrName>
                                        </p:attrNameLst>
                                      </p:cBhvr>
                                      <p:to>
                                        <p:strVal val="visible"/>
                                      </p:to>
                                    </p:set>
                                    <p:anim calcmode="lin" valueType="num">
                                      <p:cBhvr>
                                        <p:cTn id="28" dur="500" fill="hold"/>
                                        <p:tgtEl>
                                          <p:spTgt spid="39939">
                                            <p:txEl>
                                              <p:pRg st="6" end="6"/>
                                            </p:txEl>
                                          </p:spTgt>
                                        </p:tgtEl>
                                        <p:attrNameLst>
                                          <p:attrName>ppt_w</p:attrName>
                                        </p:attrNameLst>
                                      </p:cBhvr>
                                      <p:tavLst>
                                        <p:tav tm="0">
                                          <p:val>
                                            <p:fltVal val="0"/>
                                          </p:val>
                                        </p:tav>
                                        <p:tav tm="100000">
                                          <p:val>
                                            <p:strVal val="#ppt_w"/>
                                          </p:val>
                                        </p:tav>
                                      </p:tavLst>
                                    </p:anim>
                                    <p:anim calcmode="lin" valueType="num">
                                      <p:cBhvr>
                                        <p:cTn id="29" dur="500" fill="hold"/>
                                        <p:tgtEl>
                                          <p:spTgt spid="39939">
                                            <p:txEl>
                                              <p:pRg st="6" end="6"/>
                                            </p:txEl>
                                          </p:spTgt>
                                        </p:tgtEl>
                                        <p:attrNameLst>
                                          <p:attrName>ppt_h</p:attrName>
                                        </p:attrNameLst>
                                      </p:cBhvr>
                                      <p:tavLst>
                                        <p:tav tm="0">
                                          <p:val>
                                            <p:fltVal val="0"/>
                                          </p:val>
                                        </p:tav>
                                        <p:tav tm="100000">
                                          <p:val>
                                            <p:strVal val="#ppt_h"/>
                                          </p:val>
                                        </p:tav>
                                      </p:tavLst>
                                    </p:anim>
                                    <p:animEffect transition="in" filter="fade">
                                      <p:cBhvr>
                                        <p:cTn id="30" dur="500"/>
                                        <p:tgtEl>
                                          <p:spTgt spid="39939">
                                            <p:txEl>
                                              <p:pRg st="6" end="6"/>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53" presetClass="entr" presetSubtype="16" fill="hold" nodeType="clickEffect">
                                  <p:stCondLst>
                                    <p:cond delay="0"/>
                                  </p:stCondLst>
                                  <p:childTnLst>
                                    <p:set>
                                      <p:cBhvr>
                                        <p:cTn id="34" dur="1" fill="hold">
                                          <p:stCondLst>
                                            <p:cond delay="0"/>
                                          </p:stCondLst>
                                        </p:cTn>
                                        <p:tgtEl>
                                          <p:spTgt spid="39939">
                                            <p:txEl>
                                              <p:pRg st="7" end="7"/>
                                            </p:txEl>
                                          </p:spTgt>
                                        </p:tgtEl>
                                        <p:attrNameLst>
                                          <p:attrName>style.visibility</p:attrName>
                                        </p:attrNameLst>
                                      </p:cBhvr>
                                      <p:to>
                                        <p:strVal val="visible"/>
                                      </p:to>
                                    </p:set>
                                    <p:anim calcmode="lin" valueType="num">
                                      <p:cBhvr>
                                        <p:cTn id="35" dur="500" fill="hold"/>
                                        <p:tgtEl>
                                          <p:spTgt spid="39939">
                                            <p:txEl>
                                              <p:pRg st="7" end="7"/>
                                            </p:txEl>
                                          </p:spTgt>
                                        </p:tgtEl>
                                        <p:attrNameLst>
                                          <p:attrName>ppt_w</p:attrName>
                                        </p:attrNameLst>
                                      </p:cBhvr>
                                      <p:tavLst>
                                        <p:tav tm="0">
                                          <p:val>
                                            <p:fltVal val="0"/>
                                          </p:val>
                                        </p:tav>
                                        <p:tav tm="100000">
                                          <p:val>
                                            <p:strVal val="#ppt_w"/>
                                          </p:val>
                                        </p:tav>
                                      </p:tavLst>
                                    </p:anim>
                                    <p:anim calcmode="lin" valueType="num">
                                      <p:cBhvr>
                                        <p:cTn id="36" dur="500" fill="hold"/>
                                        <p:tgtEl>
                                          <p:spTgt spid="39939">
                                            <p:txEl>
                                              <p:pRg st="7" end="7"/>
                                            </p:txEl>
                                          </p:spTgt>
                                        </p:tgtEl>
                                        <p:attrNameLst>
                                          <p:attrName>ppt_h</p:attrName>
                                        </p:attrNameLst>
                                      </p:cBhvr>
                                      <p:tavLst>
                                        <p:tav tm="0">
                                          <p:val>
                                            <p:fltVal val="0"/>
                                          </p:val>
                                        </p:tav>
                                        <p:tav tm="100000">
                                          <p:val>
                                            <p:strVal val="#ppt_h"/>
                                          </p:val>
                                        </p:tav>
                                      </p:tavLst>
                                    </p:anim>
                                    <p:animEffect transition="in" filter="fade">
                                      <p:cBhvr>
                                        <p:cTn id="37" dur="500"/>
                                        <p:tgtEl>
                                          <p:spTgt spid="39939">
                                            <p:txEl>
                                              <p:pRg st="7" end="7"/>
                                            </p:txEl>
                                          </p:spTgt>
                                        </p:tgtEl>
                                      </p:cBhvr>
                                    </p:animEffect>
                                  </p:childTnLst>
                                </p:cTn>
                              </p:par>
                              <p:par>
                                <p:cTn id="38" presetID="53" presetClass="entr" presetSubtype="16" fill="hold" nodeType="withEffect">
                                  <p:stCondLst>
                                    <p:cond delay="0"/>
                                  </p:stCondLst>
                                  <p:childTnLst>
                                    <p:set>
                                      <p:cBhvr>
                                        <p:cTn id="39" dur="1" fill="hold">
                                          <p:stCondLst>
                                            <p:cond delay="0"/>
                                          </p:stCondLst>
                                        </p:cTn>
                                        <p:tgtEl>
                                          <p:spTgt spid="39939">
                                            <p:txEl>
                                              <p:pRg st="8" end="8"/>
                                            </p:txEl>
                                          </p:spTgt>
                                        </p:tgtEl>
                                        <p:attrNameLst>
                                          <p:attrName>style.visibility</p:attrName>
                                        </p:attrNameLst>
                                      </p:cBhvr>
                                      <p:to>
                                        <p:strVal val="visible"/>
                                      </p:to>
                                    </p:set>
                                    <p:anim calcmode="lin" valueType="num">
                                      <p:cBhvr>
                                        <p:cTn id="40" dur="500" fill="hold"/>
                                        <p:tgtEl>
                                          <p:spTgt spid="39939">
                                            <p:txEl>
                                              <p:pRg st="8" end="8"/>
                                            </p:txEl>
                                          </p:spTgt>
                                        </p:tgtEl>
                                        <p:attrNameLst>
                                          <p:attrName>ppt_w</p:attrName>
                                        </p:attrNameLst>
                                      </p:cBhvr>
                                      <p:tavLst>
                                        <p:tav tm="0">
                                          <p:val>
                                            <p:fltVal val="0"/>
                                          </p:val>
                                        </p:tav>
                                        <p:tav tm="100000">
                                          <p:val>
                                            <p:strVal val="#ppt_w"/>
                                          </p:val>
                                        </p:tav>
                                      </p:tavLst>
                                    </p:anim>
                                    <p:anim calcmode="lin" valueType="num">
                                      <p:cBhvr>
                                        <p:cTn id="41" dur="500" fill="hold"/>
                                        <p:tgtEl>
                                          <p:spTgt spid="39939">
                                            <p:txEl>
                                              <p:pRg st="8" end="8"/>
                                            </p:txEl>
                                          </p:spTgt>
                                        </p:tgtEl>
                                        <p:attrNameLst>
                                          <p:attrName>ppt_h</p:attrName>
                                        </p:attrNameLst>
                                      </p:cBhvr>
                                      <p:tavLst>
                                        <p:tav tm="0">
                                          <p:val>
                                            <p:fltVal val="0"/>
                                          </p:val>
                                        </p:tav>
                                        <p:tav tm="100000">
                                          <p:val>
                                            <p:strVal val="#ppt_h"/>
                                          </p:val>
                                        </p:tav>
                                      </p:tavLst>
                                    </p:anim>
                                    <p:animEffect transition="in" filter="fade">
                                      <p:cBhvr>
                                        <p:cTn id="42" dur="500"/>
                                        <p:tgtEl>
                                          <p:spTgt spid="3993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3"/>
          <p:cNvSpPr>
            <a:spLocks noGrp="1" noChangeArrowheads="1"/>
          </p:cNvSpPr>
          <p:nvPr>
            <p:ph idx="1"/>
          </p:nvPr>
        </p:nvSpPr>
        <p:spPr>
          <a:xfrm>
            <a:off x="428625" y="785813"/>
            <a:ext cx="8391525" cy="4089399"/>
          </a:xfrm>
        </p:spPr>
        <p:txBody>
          <a:bodyPr/>
          <a:lstStyle/>
          <a:p>
            <a:pPr algn="just">
              <a:lnSpc>
                <a:spcPts val="3800"/>
              </a:lnSpc>
              <a:buClrTx/>
              <a:buFont typeface="Wingdings" pitchFamily="2" charset="2"/>
              <a:buChar char="Ø"/>
              <a:defRPr/>
            </a:pPr>
            <a:r>
              <a:rPr lang="zh-CN" altLang="en-US" b="1" dirty="0">
                <a:solidFill>
                  <a:srgbClr val="FF0000"/>
                </a:solidFill>
                <a:cs typeface="Times New Roman" pitchFamily="18" charset="0"/>
              </a:rPr>
              <a:t>静态作用域规则</a:t>
            </a:r>
            <a:r>
              <a:rPr lang="zh-CN" altLang="en-US" b="1" dirty="0">
                <a:solidFill>
                  <a:schemeClr val="tx1"/>
                </a:solidFill>
                <a:cs typeface="Times New Roman" pitchFamily="18" charset="0"/>
              </a:rPr>
              <a:t>：只要过程</a:t>
            </a:r>
            <a:r>
              <a:rPr lang="en-US" altLang="zh-CN" b="1" i="1" dirty="0">
                <a:solidFill>
                  <a:schemeClr val="tx1"/>
                </a:solidFill>
                <a:cs typeface="Times New Roman" pitchFamily="18" charset="0"/>
              </a:rPr>
              <a:t>b</a:t>
            </a:r>
            <a:r>
              <a:rPr lang="zh-CN" altLang="en-US" b="1" dirty="0">
                <a:solidFill>
                  <a:schemeClr val="tx1"/>
                </a:solidFill>
                <a:cs typeface="Times New Roman" pitchFamily="18" charset="0"/>
              </a:rPr>
              <a:t>的声明嵌套在过程</a:t>
            </a:r>
            <a:r>
              <a:rPr lang="en-US" altLang="zh-CN" b="1" i="1" dirty="0">
                <a:solidFill>
                  <a:schemeClr val="tx1"/>
                </a:solidFill>
                <a:cs typeface="Times New Roman" pitchFamily="18" charset="0"/>
              </a:rPr>
              <a:t>a</a:t>
            </a:r>
            <a:r>
              <a:rPr lang="zh-CN" altLang="en-US" b="1" dirty="0">
                <a:solidFill>
                  <a:schemeClr val="tx1"/>
                </a:solidFill>
                <a:cs typeface="Times New Roman" pitchFamily="18" charset="0"/>
              </a:rPr>
              <a:t>的声明中，过程</a:t>
            </a:r>
            <a:r>
              <a:rPr lang="en-US" altLang="zh-CN" b="1" i="1" dirty="0">
                <a:solidFill>
                  <a:schemeClr val="tx1"/>
                </a:solidFill>
                <a:cs typeface="Times New Roman" pitchFamily="18" charset="0"/>
              </a:rPr>
              <a:t>b</a:t>
            </a:r>
            <a:r>
              <a:rPr lang="zh-CN" altLang="en-US" b="1" dirty="0">
                <a:solidFill>
                  <a:schemeClr val="tx1"/>
                </a:solidFill>
                <a:cs typeface="Times New Roman" pitchFamily="18" charset="0"/>
              </a:rPr>
              <a:t>就可以访问过程</a:t>
            </a:r>
            <a:r>
              <a:rPr lang="en-US" altLang="zh-CN" b="1" i="1" dirty="0">
                <a:solidFill>
                  <a:schemeClr val="tx1"/>
                </a:solidFill>
                <a:cs typeface="Times New Roman" pitchFamily="18" charset="0"/>
              </a:rPr>
              <a:t>a</a:t>
            </a:r>
            <a:r>
              <a:rPr lang="zh-CN" altLang="en-US" b="1" dirty="0">
                <a:solidFill>
                  <a:schemeClr val="tx1"/>
                </a:solidFill>
                <a:cs typeface="Times New Roman" pitchFamily="18" charset="0"/>
              </a:rPr>
              <a:t>中声明的对象</a:t>
            </a:r>
            <a:endParaRPr lang="en-US" altLang="zh-CN" b="1" dirty="0">
              <a:solidFill>
                <a:schemeClr val="tx1"/>
              </a:solidFill>
              <a:cs typeface="Times New Roman" pitchFamily="18" charset="0"/>
            </a:endParaRPr>
          </a:p>
          <a:p>
            <a:pPr algn="just">
              <a:lnSpc>
                <a:spcPts val="3800"/>
              </a:lnSpc>
              <a:buClrTx/>
              <a:buFont typeface="Wingdings" pitchFamily="2" charset="2"/>
              <a:buChar char="Ø"/>
              <a:defRPr/>
            </a:pPr>
            <a:r>
              <a:rPr lang="zh-CN" altLang="en-US" b="1" dirty="0">
                <a:solidFill>
                  <a:srgbClr val="FF0000"/>
                </a:solidFill>
                <a:cs typeface="Times New Roman" pitchFamily="18" charset="0"/>
              </a:rPr>
              <a:t>访问链</a:t>
            </a:r>
            <a:r>
              <a:rPr lang="zh-CN" altLang="en-US" b="1" dirty="0">
                <a:solidFill>
                  <a:schemeClr val="tx1"/>
                </a:solidFill>
                <a:cs typeface="Times New Roman" pitchFamily="18" charset="0"/>
              </a:rPr>
              <a:t>：可以在相互嵌套的过程的</a:t>
            </a:r>
            <a:r>
              <a:rPr lang="zh-CN" altLang="en-US" b="1" dirty="0">
                <a:solidFill>
                  <a:srgbClr val="0070C0"/>
                </a:solidFill>
                <a:cs typeface="Times New Roman" pitchFamily="18" charset="0"/>
              </a:rPr>
              <a:t>活动记录之间</a:t>
            </a:r>
            <a:r>
              <a:rPr lang="zh-CN" altLang="en-US" b="1" dirty="0">
                <a:solidFill>
                  <a:schemeClr val="tx1"/>
                </a:solidFill>
                <a:cs typeface="Times New Roman" pitchFamily="18" charset="0"/>
              </a:rPr>
              <a:t>建立一种称为</a:t>
            </a:r>
            <a:r>
              <a:rPr lang="zh-CN" altLang="en-US" b="1" dirty="0">
                <a:solidFill>
                  <a:srgbClr val="FF0000"/>
                </a:solidFill>
                <a:cs typeface="Times New Roman" pitchFamily="18" charset="0"/>
              </a:rPr>
              <a:t>访问链</a:t>
            </a:r>
            <a:r>
              <a:rPr lang="en-US" altLang="zh-CN" b="1" dirty="0">
                <a:solidFill>
                  <a:prstClr val="black"/>
                </a:solidFill>
                <a:cs typeface="Times New Roman" pitchFamily="18" charset="0"/>
              </a:rPr>
              <a:t>(</a:t>
            </a:r>
            <a:r>
              <a:rPr lang="en-US" altLang="zh-CN" b="1" i="1" dirty="0">
                <a:solidFill>
                  <a:prstClr val="black"/>
                </a:solidFill>
                <a:cs typeface="Times New Roman" pitchFamily="18" charset="0"/>
              </a:rPr>
              <a:t>Access link</a:t>
            </a:r>
            <a:r>
              <a:rPr lang="en-US" altLang="zh-CN" b="1" dirty="0">
                <a:solidFill>
                  <a:prstClr val="black"/>
                </a:solidFill>
                <a:ea typeface="楷体_GB2312"/>
                <a:cs typeface="Times New Roman" pitchFamily="18" charset="0"/>
              </a:rPr>
              <a:t>)</a:t>
            </a:r>
            <a:r>
              <a:rPr lang="zh-CN" altLang="en-US" b="1" dirty="0">
                <a:solidFill>
                  <a:schemeClr val="tx1"/>
                </a:solidFill>
                <a:cs typeface="Times New Roman" pitchFamily="18" charset="0"/>
              </a:rPr>
              <a:t>的指针，使得</a:t>
            </a:r>
            <a:r>
              <a:rPr lang="zh-CN" altLang="en-US" b="1" dirty="0">
                <a:solidFill>
                  <a:srgbClr val="0070C0"/>
                </a:solidFill>
                <a:cs typeface="Times New Roman" pitchFamily="18" charset="0"/>
              </a:rPr>
              <a:t>内嵌</a:t>
            </a:r>
            <a:r>
              <a:rPr lang="zh-CN" altLang="en-US" b="1" dirty="0">
                <a:solidFill>
                  <a:schemeClr val="tx1"/>
                </a:solidFill>
                <a:cs typeface="Times New Roman" pitchFamily="18" charset="0"/>
              </a:rPr>
              <a:t>的过程可以</a:t>
            </a:r>
            <a:r>
              <a:rPr lang="zh-CN" altLang="en-US" b="1" dirty="0">
                <a:solidFill>
                  <a:srgbClr val="0070C0"/>
                </a:solidFill>
                <a:cs typeface="Times New Roman" pitchFamily="18" charset="0"/>
              </a:rPr>
              <a:t>通过访问链</a:t>
            </a:r>
            <a:r>
              <a:rPr lang="zh-CN" altLang="en-US" b="1" dirty="0">
                <a:solidFill>
                  <a:schemeClr val="tx1"/>
                </a:solidFill>
                <a:cs typeface="Times New Roman" pitchFamily="18" charset="0"/>
              </a:rPr>
              <a:t>访问</a:t>
            </a:r>
            <a:r>
              <a:rPr lang="zh-CN" altLang="en-US" b="1" dirty="0">
                <a:solidFill>
                  <a:schemeClr val="tx2">
                    <a:lumMod val="60000"/>
                    <a:lumOff val="40000"/>
                  </a:schemeClr>
                </a:solidFill>
                <a:cs typeface="Times New Roman" pitchFamily="18" charset="0"/>
              </a:rPr>
              <a:t>外层</a:t>
            </a:r>
            <a:r>
              <a:rPr lang="zh-CN" altLang="en-US" b="1" dirty="0">
                <a:solidFill>
                  <a:schemeClr val="tx1"/>
                </a:solidFill>
                <a:cs typeface="Times New Roman" pitchFamily="18" charset="0"/>
              </a:rPr>
              <a:t>过程中声明的对象</a:t>
            </a:r>
            <a:endParaRPr lang="en-US" altLang="zh-CN" b="1" dirty="0">
              <a:solidFill>
                <a:schemeClr val="tx1"/>
              </a:solidFill>
              <a:cs typeface="Times New Roman" pitchFamily="18" charset="0"/>
            </a:endParaRPr>
          </a:p>
          <a:p>
            <a:pPr algn="just">
              <a:lnSpc>
                <a:spcPts val="3800"/>
              </a:lnSpc>
              <a:buClrTx/>
              <a:buFont typeface="Wingdings" pitchFamily="2" charset="2"/>
              <a:buChar char="Ø"/>
              <a:defRPr/>
            </a:pPr>
            <a:r>
              <a:rPr lang="zh-CN" altLang="en-US" b="1" dirty="0">
                <a:solidFill>
                  <a:srgbClr val="FF0000"/>
                </a:solidFill>
                <a:cs typeface="Times New Roman" pitchFamily="18" charset="0"/>
              </a:rPr>
              <a:t>访问链的指向</a:t>
            </a:r>
            <a:r>
              <a:rPr lang="zh-CN" altLang="en-US" b="1" dirty="0">
                <a:solidFill>
                  <a:schemeClr val="tx1"/>
                </a:solidFill>
                <a:cs typeface="Times New Roman" pitchFamily="18" charset="0"/>
              </a:rPr>
              <a:t>：如果过程</a:t>
            </a:r>
            <a:r>
              <a:rPr lang="en-US" altLang="zh-CN" b="1" i="1" dirty="0">
                <a:solidFill>
                  <a:srgbClr val="0070C0"/>
                </a:solidFill>
                <a:cs typeface="Times New Roman" pitchFamily="18" charset="0"/>
              </a:rPr>
              <a:t>b</a:t>
            </a:r>
            <a:r>
              <a:rPr lang="zh-CN" altLang="en-US" b="1" dirty="0">
                <a:solidFill>
                  <a:schemeClr val="tx1"/>
                </a:solidFill>
                <a:cs typeface="Times New Roman" pitchFamily="18" charset="0"/>
              </a:rPr>
              <a:t>在源代码中</a:t>
            </a:r>
            <a:r>
              <a:rPr lang="zh-CN" altLang="en-US" b="1" dirty="0">
                <a:solidFill>
                  <a:srgbClr val="0070C0"/>
                </a:solidFill>
                <a:cs typeface="Times New Roman" pitchFamily="18" charset="0"/>
              </a:rPr>
              <a:t>直接嵌套</a:t>
            </a:r>
            <a:r>
              <a:rPr lang="zh-CN" altLang="en-US" b="1" dirty="0">
                <a:solidFill>
                  <a:schemeClr val="tx1"/>
                </a:solidFill>
                <a:cs typeface="Times New Roman" pitchFamily="18" charset="0"/>
              </a:rPr>
              <a:t>在过程</a:t>
            </a:r>
            <a:r>
              <a:rPr lang="en-US" altLang="zh-CN" b="1" i="1" dirty="0">
                <a:solidFill>
                  <a:srgbClr val="0070C0"/>
                </a:solidFill>
                <a:cs typeface="Times New Roman" pitchFamily="18" charset="0"/>
              </a:rPr>
              <a:t>a</a:t>
            </a:r>
            <a:r>
              <a:rPr lang="zh-CN" altLang="en-US" b="1" dirty="0">
                <a:solidFill>
                  <a:schemeClr val="tx1"/>
                </a:solidFill>
                <a:cs typeface="Times New Roman" pitchFamily="18" charset="0"/>
              </a:rPr>
              <a:t>中</a:t>
            </a:r>
            <a:r>
              <a:rPr lang="en-US" altLang="zh-CN" b="1" dirty="0">
                <a:solidFill>
                  <a:schemeClr val="tx1"/>
                </a:solidFill>
                <a:cs typeface="Times New Roman" pitchFamily="18" charset="0"/>
              </a:rPr>
              <a:t>(</a:t>
            </a:r>
            <a:r>
              <a:rPr lang="zh-CN" altLang="en-US" b="1" dirty="0">
                <a:solidFill>
                  <a:schemeClr val="tx1"/>
                </a:solidFill>
                <a:cs typeface="Times New Roman" pitchFamily="18" charset="0"/>
              </a:rPr>
              <a:t>即</a:t>
            </a:r>
            <a:r>
              <a:rPr lang="en-US" altLang="zh-CN" b="1" i="1" dirty="0">
                <a:solidFill>
                  <a:schemeClr val="tx1"/>
                </a:solidFill>
                <a:cs typeface="Times New Roman" pitchFamily="18" charset="0"/>
              </a:rPr>
              <a:t>b</a:t>
            </a:r>
            <a:r>
              <a:rPr lang="zh-CN" altLang="en-US" b="1" dirty="0">
                <a:solidFill>
                  <a:schemeClr val="tx1"/>
                </a:solidFill>
                <a:cs typeface="Times New Roman" pitchFamily="18" charset="0"/>
              </a:rPr>
              <a:t>的嵌套深度</a:t>
            </a:r>
            <a:r>
              <a:rPr lang="en-US" altLang="zh-CN" b="1" dirty="0">
                <a:solidFill>
                  <a:schemeClr val="tx1"/>
                </a:solidFill>
                <a:cs typeface="Times New Roman" pitchFamily="18" charset="0"/>
              </a:rPr>
              <a:t>=</a:t>
            </a:r>
            <a:r>
              <a:rPr lang="en-US" altLang="zh-CN" b="1" i="1" dirty="0">
                <a:solidFill>
                  <a:schemeClr val="tx1"/>
                </a:solidFill>
                <a:cs typeface="Times New Roman" pitchFamily="18" charset="0"/>
              </a:rPr>
              <a:t>a</a:t>
            </a:r>
            <a:r>
              <a:rPr lang="zh-CN" altLang="en-US" b="1" dirty="0">
                <a:solidFill>
                  <a:schemeClr val="tx1"/>
                </a:solidFill>
                <a:cs typeface="Times New Roman" pitchFamily="18" charset="0"/>
              </a:rPr>
              <a:t>的嵌套深度</a:t>
            </a:r>
            <a:r>
              <a:rPr lang="en-US" altLang="zh-CN" b="1" dirty="0">
                <a:solidFill>
                  <a:schemeClr val="tx1"/>
                </a:solidFill>
                <a:cs typeface="Times New Roman" pitchFamily="18" charset="0"/>
              </a:rPr>
              <a:t>+1)</a:t>
            </a:r>
            <a:r>
              <a:rPr lang="zh-CN" altLang="en-US" b="1" dirty="0">
                <a:solidFill>
                  <a:schemeClr val="tx1"/>
                </a:solidFill>
                <a:cs typeface="Times New Roman" pitchFamily="18" charset="0"/>
              </a:rPr>
              <a:t>，那么</a:t>
            </a:r>
            <a:r>
              <a:rPr lang="en-US" altLang="zh-CN" b="1" i="1" dirty="0">
                <a:solidFill>
                  <a:srgbClr val="0070C0"/>
                </a:solidFill>
                <a:cs typeface="Times New Roman" pitchFamily="18" charset="0"/>
              </a:rPr>
              <a:t>b</a:t>
            </a:r>
            <a:r>
              <a:rPr lang="zh-CN" altLang="en-US" b="1" dirty="0">
                <a:solidFill>
                  <a:schemeClr val="tx1"/>
                </a:solidFill>
                <a:cs typeface="Times New Roman" pitchFamily="18" charset="0"/>
              </a:rPr>
              <a:t>的任何活动中的</a:t>
            </a:r>
            <a:r>
              <a:rPr lang="zh-CN" altLang="en-US" b="1" dirty="0">
                <a:solidFill>
                  <a:srgbClr val="0070C0"/>
                </a:solidFill>
                <a:cs typeface="Times New Roman" pitchFamily="18" charset="0"/>
              </a:rPr>
              <a:t>访问链</a:t>
            </a:r>
            <a:r>
              <a:rPr lang="zh-CN" altLang="en-US" b="1" dirty="0">
                <a:solidFill>
                  <a:schemeClr val="tx1"/>
                </a:solidFill>
                <a:cs typeface="Times New Roman" pitchFamily="18" charset="0"/>
              </a:rPr>
              <a:t>都</a:t>
            </a:r>
            <a:r>
              <a:rPr lang="zh-CN" altLang="en-US" b="1" dirty="0">
                <a:solidFill>
                  <a:srgbClr val="0070C0"/>
                </a:solidFill>
                <a:cs typeface="Times New Roman" pitchFamily="18" charset="0"/>
              </a:rPr>
              <a:t>指向最近的</a:t>
            </a:r>
            <a:r>
              <a:rPr lang="en-US" altLang="zh-CN" b="1" i="1" dirty="0">
                <a:solidFill>
                  <a:srgbClr val="0070C0"/>
                </a:solidFill>
                <a:cs typeface="Times New Roman" pitchFamily="18" charset="0"/>
              </a:rPr>
              <a:t>a</a:t>
            </a:r>
            <a:r>
              <a:rPr lang="zh-CN" altLang="en-US" b="1" dirty="0">
                <a:solidFill>
                  <a:schemeClr val="tx1"/>
                </a:solidFill>
                <a:cs typeface="Times New Roman" pitchFamily="18" charset="0"/>
              </a:rPr>
              <a:t>的</a:t>
            </a:r>
            <a:r>
              <a:rPr lang="zh-CN" altLang="en-US" b="1" u="sng" dirty="0">
                <a:solidFill>
                  <a:srgbClr val="0070C0"/>
                </a:solidFill>
                <a:cs typeface="Times New Roman" pitchFamily="18" charset="0"/>
              </a:rPr>
              <a:t>活动记录</a:t>
            </a:r>
            <a:endParaRPr lang="en-US" altLang="zh-CN" b="1" u="sng" dirty="0">
              <a:solidFill>
                <a:srgbClr val="0070C0"/>
              </a:solidFill>
              <a:cs typeface="Times New Roman" pitchFamily="18" charset="0"/>
            </a:endParaRPr>
          </a:p>
        </p:txBody>
      </p:sp>
      <p:sp>
        <p:nvSpPr>
          <p:cNvPr id="101379"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访问链</a:t>
            </a:r>
            <a:r>
              <a:rPr lang="en-US" altLang="zh-CN"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 </a:t>
            </a:r>
            <a:r>
              <a:rPr lang="en-US" altLang="zh-CN" sz="2500">
                <a:solidFill>
                  <a:schemeClr val="tx1"/>
                </a:solidFill>
                <a:ea typeface="微软雅黑" panose="020B0503020204020204" pitchFamily="34" charset="-122"/>
                <a:cs typeface="Times New Roman" panose="02020603050405020304" pitchFamily="18" charset="0"/>
              </a:rPr>
              <a:t>(</a:t>
            </a:r>
            <a:r>
              <a:rPr lang="en-US" altLang="zh-CN" sz="2500" i="1">
                <a:solidFill>
                  <a:schemeClr val="tx1"/>
                </a:solidFill>
                <a:ea typeface="微软雅黑" panose="020B0503020204020204" pitchFamily="34" charset="-122"/>
                <a:cs typeface="Times New Roman" panose="02020603050405020304" pitchFamily="18" charset="0"/>
              </a:rPr>
              <a:t>Access Links</a:t>
            </a:r>
            <a:r>
              <a:rPr lang="en-US" altLang="zh-CN" sz="2500">
                <a:solidFill>
                  <a:schemeClr val="tx1"/>
                </a:solidFill>
                <a:ea typeface="楷体_GB2312" pitchFamily="49" charset="-122"/>
                <a:cs typeface="Times New Roman" panose="02020603050405020304" pitchFamily="18" charset="0"/>
              </a:rPr>
              <a:t>)</a:t>
            </a:r>
            <a:endParaRPr lang="zh-CN" altLang="en-US" sz="2500">
              <a:solidFill>
                <a:schemeClr val="tx1"/>
              </a:solidFill>
              <a:ea typeface="楷体_GB2312" pitchFamily="49" charset="-122"/>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16" fill="hold" nodeType="clickEffect">
                                  <p:stCondLst>
                                    <p:cond delay="0"/>
                                  </p:stCondLst>
                                  <p:childTnLst>
                                    <p:set>
                                      <p:cBhvr>
                                        <p:cTn id="6" dur="1" fill="hold">
                                          <p:stCondLst>
                                            <p:cond delay="0"/>
                                          </p:stCondLst>
                                        </p:cTn>
                                        <p:tgtEl>
                                          <p:spTgt spid="45059">
                                            <p:txEl>
                                              <p:pRg st="1" end="1"/>
                                            </p:txEl>
                                          </p:spTgt>
                                        </p:tgtEl>
                                        <p:attrNameLst>
                                          <p:attrName>style.visibility</p:attrName>
                                        </p:attrNameLst>
                                      </p:cBhvr>
                                      <p:to>
                                        <p:strVal val="visible"/>
                                      </p:to>
                                    </p:set>
                                    <p:anim calcmode="lin" valueType="num">
                                      <p:cBhvr>
                                        <p:cTn id="7" dur="500" fill="hold"/>
                                        <p:tgtEl>
                                          <p:spTgt spid="45059">
                                            <p:txEl>
                                              <p:pRg st="1" end="1"/>
                                            </p:txEl>
                                          </p:spTgt>
                                        </p:tgtEl>
                                        <p:attrNameLst>
                                          <p:attrName>ppt_w</p:attrName>
                                        </p:attrNameLst>
                                      </p:cBhvr>
                                      <p:tavLst>
                                        <p:tav tm="0">
                                          <p:val>
                                            <p:fltVal val="0"/>
                                          </p:val>
                                        </p:tav>
                                        <p:tav tm="100000">
                                          <p:val>
                                            <p:strVal val="#ppt_w"/>
                                          </p:val>
                                        </p:tav>
                                      </p:tavLst>
                                    </p:anim>
                                    <p:anim calcmode="lin" valueType="num">
                                      <p:cBhvr>
                                        <p:cTn id="8" dur="500" fill="hold"/>
                                        <p:tgtEl>
                                          <p:spTgt spid="45059">
                                            <p:txEl>
                                              <p:pRg st="1" end="1"/>
                                            </p:txEl>
                                          </p:spTgt>
                                        </p:tgtEl>
                                        <p:attrNameLst>
                                          <p:attrName>ppt_h</p:attrName>
                                        </p:attrNameLst>
                                      </p:cBhvr>
                                      <p:tavLst>
                                        <p:tav tm="0">
                                          <p:val>
                                            <p:fltVal val="0"/>
                                          </p:val>
                                        </p:tav>
                                        <p:tav tm="100000">
                                          <p:val>
                                            <p:strVal val="#ppt_h"/>
                                          </p:val>
                                        </p:tav>
                                      </p:tavLst>
                                    </p:anim>
                                    <p:animEffect transition="in" filter="fade">
                                      <p:cBhvr>
                                        <p:cTn id="9" dur="500"/>
                                        <p:tgtEl>
                                          <p:spTgt spid="45059">
                                            <p:txEl>
                                              <p:pRg st="1" end="1"/>
                                            </p:txEl>
                                          </p:spTgt>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0" fill="hold" nodeType="clickEffect">
                                  <p:stCondLst>
                                    <p:cond delay="0"/>
                                  </p:stCondLst>
                                  <p:childTnLst>
                                    <p:set>
                                      <p:cBhvr>
                                        <p:cTn id="13" dur="1" fill="hold">
                                          <p:stCondLst>
                                            <p:cond delay="0"/>
                                          </p:stCondLst>
                                        </p:cTn>
                                        <p:tgtEl>
                                          <p:spTgt spid="45059">
                                            <p:txEl>
                                              <p:pRg st="2" end="2"/>
                                            </p:txEl>
                                          </p:spTgt>
                                        </p:tgtEl>
                                        <p:attrNameLst>
                                          <p:attrName>style.visibility</p:attrName>
                                        </p:attrNameLst>
                                      </p:cBhvr>
                                      <p:to>
                                        <p:strVal val="visible"/>
                                      </p:to>
                                    </p:set>
                                    <p:anim calcmode="lin" valueType="num">
                                      <p:cBhvr>
                                        <p:cTn id="14" dur="500" fill="hold"/>
                                        <p:tgtEl>
                                          <p:spTgt spid="45059">
                                            <p:txEl>
                                              <p:pRg st="2" end="2"/>
                                            </p:txEl>
                                          </p:spTgt>
                                        </p:tgtEl>
                                        <p:attrNameLst>
                                          <p:attrName>ppt_w</p:attrName>
                                        </p:attrNameLst>
                                      </p:cBhvr>
                                      <p:tavLst>
                                        <p:tav tm="0">
                                          <p:val>
                                            <p:fltVal val="0"/>
                                          </p:val>
                                        </p:tav>
                                        <p:tav tm="100000">
                                          <p:val>
                                            <p:strVal val="#ppt_w"/>
                                          </p:val>
                                        </p:tav>
                                      </p:tavLst>
                                    </p:anim>
                                    <p:anim calcmode="lin" valueType="num">
                                      <p:cBhvr>
                                        <p:cTn id="15" dur="500" fill="hold"/>
                                        <p:tgtEl>
                                          <p:spTgt spid="45059">
                                            <p:txEl>
                                              <p:pRg st="2" end="2"/>
                                            </p:txEl>
                                          </p:spTgt>
                                        </p:tgtEl>
                                        <p:attrNameLst>
                                          <p:attrName>ppt_h</p:attrName>
                                        </p:attrNameLst>
                                      </p:cBhvr>
                                      <p:tavLst>
                                        <p:tav tm="0">
                                          <p:val>
                                            <p:fltVal val="0"/>
                                          </p:val>
                                        </p:tav>
                                        <p:tav tm="100000">
                                          <p:val>
                                            <p:strVal val="#ppt_h"/>
                                          </p:val>
                                        </p:tav>
                                      </p:tavLst>
                                    </p:anim>
                                    <p:animEffect transition="in" filter="fade">
                                      <p:cBhvr>
                                        <p:cTn id="16" dur="500"/>
                                        <p:tgtEl>
                                          <p:spTgt spid="4505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矩形 29"/>
          <p:cNvSpPr/>
          <p:nvPr/>
        </p:nvSpPr>
        <p:spPr>
          <a:xfrm>
            <a:off x="155575" y="828675"/>
            <a:ext cx="8177213" cy="4279900"/>
          </a:xfrm>
          <a:prstGeom prst="rect">
            <a:avLst/>
          </a:prstGeom>
          <a:noFill/>
          <a:ln>
            <a:noFill/>
          </a:ln>
        </p:spPr>
        <p:txBody>
          <a:bodyPr lIns="68580" tIns="34290" rIns="68580" bIns="34290">
            <a:spAutoFit/>
          </a:bodyPr>
          <a:lstStyle/>
          <a:p>
            <a:pPr marL="257175" indent="-257175" algn="just" eaLnBrk="1" hangingPunct="1">
              <a:lnSpc>
                <a:spcPct val="80000"/>
              </a:lnSpc>
              <a:spcBef>
                <a:spcPct val="12000"/>
              </a:spcBef>
              <a:buClr>
                <a:srgbClr val="3333CC"/>
              </a:buClr>
              <a:buSzPct val="60000"/>
              <a:defRPr/>
            </a:pPr>
            <a:r>
              <a:rPr lang="en-US" altLang="zh-CN" sz="2000" i="1" kern="0" dirty="0">
                <a:solidFill>
                  <a:srgbClr val="000000"/>
                </a:solidFill>
              </a:rPr>
              <a:t>program</a:t>
            </a:r>
            <a:r>
              <a:rPr lang="en-US" altLang="zh-CN" sz="2000" kern="0" dirty="0">
                <a:solidFill>
                  <a:srgbClr val="000000"/>
                </a:solidFill>
              </a:rPr>
              <a:t> </a:t>
            </a:r>
            <a:r>
              <a:rPr lang="en-US" altLang="zh-CN" sz="2000" i="1" kern="0" dirty="0">
                <a:solidFill>
                  <a:srgbClr val="FF0000"/>
                </a:solidFill>
              </a:rPr>
              <a:t>sort </a:t>
            </a:r>
            <a:r>
              <a:rPr lang="en-US" altLang="zh-CN" sz="2000" kern="0" dirty="0">
                <a:solidFill>
                  <a:srgbClr val="000000"/>
                </a:solidFill>
              </a:rPr>
              <a:t>( </a:t>
            </a:r>
            <a:r>
              <a:rPr lang="en-US" altLang="zh-CN" sz="2000" i="1" kern="0" dirty="0">
                <a:solidFill>
                  <a:srgbClr val="000000"/>
                </a:solidFill>
              </a:rPr>
              <a:t>input</a:t>
            </a:r>
            <a:r>
              <a:rPr lang="en-US" altLang="zh-CN" sz="2000" kern="0" dirty="0">
                <a:solidFill>
                  <a:srgbClr val="000000"/>
                </a:solidFill>
              </a:rPr>
              <a:t>, </a:t>
            </a:r>
            <a:r>
              <a:rPr lang="en-US" altLang="zh-CN" sz="2000" i="1" kern="0" dirty="0">
                <a:solidFill>
                  <a:srgbClr val="000000"/>
                </a:solidFill>
              </a:rPr>
              <a:t>output</a:t>
            </a:r>
            <a:r>
              <a:rPr lang="en-US" altLang="zh-CN" sz="2000" kern="0" dirty="0">
                <a:solidFill>
                  <a:srgbClr val="000000"/>
                </a:solidFill>
              </a:rPr>
              <a:t> );</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a:solidFill>
                  <a:srgbClr val="000000"/>
                </a:solidFill>
              </a:rPr>
              <a:t>a</a:t>
            </a:r>
            <a:r>
              <a:rPr lang="en-US" altLang="zh-CN" sz="2000" kern="0" dirty="0">
                <a:solidFill>
                  <a:srgbClr val="000000"/>
                </a:solidFill>
              </a:rPr>
              <a:t>: </a:t>
            </a:r>
            <a:r>
              <a:rPr lang="en-US" altLang="zh-CN" sz="2000" i="1" kern="0" dirty="0">
                <a:solidFill>
                  <a:srgbClr val="000000"/>
                </a:solidFill>
              </a:rPr>
              <a:t>array</a:t>
            </a:r>
            <a:r>
              <a:rPr lang="en-US" altLang="zh-CN" sz="2000" kern="0" dirty="0">
                <a:solidFill>
                  <a:srgbClr val="000000"/>
                </a:solidFill>
              </a:rPr>
              <a:t>[0..10] </a:t>
            </a:r>
            <a:r>
              <a:rPr lang="en-US" altLang="zh-CN" sz="2000" i="1" kern="0" dirty="0">
                <a:solidFill>
                  <a:srgbClr val="000000"/>
                </a:solidFill>
              </a:rPr>
              <a:t>of integer</a:t>
            </a:r>
            <a:r>
              <a:rPr lang="en-US" altLang="zh-CN" sz="2000" kern="0" dirty="0">
                <a:solidFill>
                  <a:srgbClr val="000000"/>
                </a:solidFill>
              </a:rPr>
              <a:t>; </a:t>
            </a:r>
          </a:p>
          <a:p>
            <a:pPr marL="257175" indent="-257175" algn="just" eaLnBrk="1" hangingPunct="1">
              <a:lnSpc>
                <a:spcPct val="80000"/>
              </a:lnSpc>
              <a:spcBef>
                <a:spcPct val="12000"/>
              </a:spcBef>
              <a:buClr>
                <a:srgbClr val="3333CC"/>
              </a:buClr>
              <a:buSzPct val="60000"/>
              <a:defRPr/>
            </a:pPr>
            <a:r>
              <a:rPr lang="en-US" altLang="zh-CN" sz="2000" i="1" kern="0" dirty="0">
                <a:solidFill>
                  <a:srgbClr val="000000"/>
                </a:solidFill>
              </a:rPr>
              <a:t>           x</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procedure</a:t>
            </a:r>
            <a:r>
              <a:rPr lang="en-US" altLang="zh-CN" sz="2000" kern="0" dirty="0">
                <a:solidFill>
                  <a:srgbClr val="000000"/>
                </a:solidFill>
              </a:rPr>
              <a:t> </a:t>
            </a:r>
            <a:r>
              <a:rPr lang="en-US" altLang="zh-CN" sz="2000" i="1" kern="0" dirty="0" err="1">
                <a:solidFill>
                  <a:srgbClr val="FF0000"/>
                </a:solidFill>
              </a:rPr>
              <a:t>readarray</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a:solidFill>
                  <a:srgbClr val="000000"/>
                </a:solidFill>
              </a:rPr>
              <a:t>i</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 </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FF"/>
                </a:solidFill>
              </a:rPr>
              <a:t>a</a:t>
            </a:r>
            <a:r>
              <a:rPr lang="en-US" altLang="zh-CN" sz="2000" kern="0" dirty="0">
                <a:solidFill>
                  <a:srgbClr val="000000"/>
                </a:solidFill>
              </a:rPr>
              <a:t> … </a:t>
            </a:r>
            <a:r>
              <a:rPr lang="en-US" altLang="zh-CN" sz="2000" i="1" kern="0" dirty="0">
                <a:solidFill>
                  <a:srgbClr val="000000"/>
                </a:solidFill>
              </a:rPr>
              <a:t>end</a:t>
            </a:r>
            <a:r>
              <a:rPr lang="en-US" altLang="zh-CN" sz="2000" kern="0" dirty="0">
                <a:solidFill>
                  <a:srgbClr val="000000"/>
                </a:solidFill>
              </a:rPr>
              <a:t> </a:t>
            </a:r>
            <a:r>
              <a:rPr lang="en-US" altLang="zh-CN" sz="2000" kern="0" dirty="0">
                <a:solidFill>
                  <a:schemeClr val="accent3">
                    <a:lumMod val="50000"/>
                  </a:schemeClr>
                </a:solidFill>
              </a:rPr>
              <a:t>{ </a:t>
            </a:r>
            <a:r>
              <a:rPr lang="en-US" altLang="zh-CN" sz="2000" i="1" kern="0" dirty="0" err="1">
                <a:solidFill>
                  <a:schemeClr val="accent3">
                    <a:lumMod val="50000"/>
                  </a:schemeClr>
                </a:solidFill>
              </a:rPr>
              <a:t>readarray</a:t>
            </a:r>
            <a:r>
              <a:rPr lang="en-US" altLang="zh-CN" sz="2000" i="1" kern="0" dirty="0">
                <a:solidFill>
                  <a:schemeClr val="accent3">
                    <a:lumMod val="50000"/>
                  </a:schemeClr>
                </a:solidFill>
              </a:rPr>
              <a:t> </a:t>
            </a:r>
            <a:r>
              <a:rPr lang="en-US" altLang="zh-CN" sz="2000" kern="0" dirty="0">
                <a:solidFill>
                  <a:schemeClr val="accent3">
                    <a:lumMod val="50000"/>
                  </a:schemeClr>
                </a:solidFill>
              </a:rPr>
              <a:t>} </a:t>
            </a:r>
            <a:r>
              <a:rPr lang="zh-CN" altLang="en-US"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procedure</a:t>
            </a:r>
            <a:r>
              <a:rPr lang="en-US" altLang="zh-CN" sz="2000" kern="0" dirty="0">
                <a:solidFill>
                  <a:srgbClr val="000000"/>
                </a:solidFill>
              </a:rPr>
              <a:t> </a:t>
            </a:r>
            <a:r>
              <a:rPr lang="en-US" altLang="zh-CN" sz="2000" i="1" kern="0" dirty="0">
                <a:solidFill>
                  <a:srgbClr val="FF0000"/>
                </a:solidFill>
              </a:rPr>
              <a:t>exchang</a:t>
            </a:r>
            <a:r>
              <a:rPr lang="en-US" altLang="zh-CN" sz="2000" kern="0" dirty="0">
                <a:solidFill>
                  <a:srgbClr val="FF0000"/>
                </a:solidFill>
              </a:rPr>
              <a:t>e</a:t>
            </a:r>
            <a:r>
              <a:rPr lang="en-US" altLang="zh-CN" sz="2000" kern="0" dirty="0"/>
              <a:t>( </a:t>
            </a:r>
            <a:r>
              <a:rPr lang="en-US" altLang="zh-CN" sz="2000" i="1" kern="0" dirty="0" err="1"/>
              <a:t>i</a:t>
            </a:r>
            <a:r>
              <a:rPr lang="en-US" altLang="zh-CN" sz="2000" kern="0" dirty="0"/>
              <a:t>,  </a:t>
            </a:r>
            <a:r>
              <a:rPr lang="en-US" altLang="zh-CN" sz="2000" i="1" kern="0" dirty="0">
                <a:solidFill>
                  <a:srgbClr val="000000"/>
                </a:solidFill>
              </a:rPr>
              <a:t>j</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a:t>
            </a:r>
            <a:r>
              <a:rPr lang="en-US" altLang="zh-CN" sz="2000" i="1" kern="0" dirty="0">
                <a:solidFill>
                  <a:srgbClr val="0000FF"/>
                </a:solidFill>
              </a:rPr>
              <a:t>x</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i</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i</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j</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j</a:t>
            </a:r>
            <a:r>
              <a:rPr lang="en-US" altLang="zh-CN" sz="2000" kern="0" dirty="0">
                <a:solidFill>
                  <a:srgbClr val="000000"/>
                </a:solidFill>
              </a:rPr>
              <a:t>]=</a:t>
            </a:r>
            <a:r>
              <a:rPr lang="en-US" altLang="zh-CN" sz="2000" i="1" kern="0" dirty="0">
                <a:solidFill>
                  <a:srgbClr val="000000"/>
                </a:solidFill>
              </a:rPr>
              <a:t>x</a:t>
            </a:r>
            <a:r>
              <a:rPr lang="en-US" altLang="zh-CN" sz="2000" kern="0" dirty="0">
                <a:solidFill>
                  <a:srgbClr val="000000"/>
                </a:solidFill>
              </a:rPr>
              <a:t>; </a:t>
            </a:r>
            <a:r>
              <a:rPr lang="en-US" altLang="zh-CN" sz="2000" i="1" kern="0" dirty="0">
                <a:solidFill>
                  <a:srgbClr val="000000"/>
                </a:solidFill>
              </a:rPr>
              <a:t>end</a:t>
            </a:r>
            <a:r>
              <a:rPr lang="en-US" altLang="zh-CN" sz="2000" kern="0" dirty="0">
                <a:solidFill>
                  <a:srgbClr val="000000"/>
                </a:solidFill>
              </a:rPr>
              <a:t> </a:t>
            </a:r>
            <a:r>
              <a:rPr lang="en-US" altLang="zh-CN" sz="2000" kern="0" dirty="0">
                <a:solidFill>
                  <a:schemeClr val="accent3">
                    <a:lumMod val="50000"/>
                  </a:schemeClr>
                </a:solidFill>
              </a:rPr>
              <a:t>{ </a:t>
            </a:r>
            <a:r>
              <a:rPr lang="en-US" altLang="zh-CN" sz="2000" i="1" kern="0" dirty="0">
                <a:solidFill>
                  <a:schemeClr val="accent3">
                    <a:lumMod val="50000"/>
                  </a:schemeClr>
                </a:solidFill>
              </a:rPr>
              <a:t>exchang</a:t>
            </a:r>
            <a:r>
              <a:rPr lang="en-US" altLang="zh-CN" sz="2000" kern="0" dirty="0">
                <a:solidFill>
                  <a:schemeClr val="accent3">
                    <a:lumMod val="50000"/>
                  </a:schemeClr>
                </a:solidFill>
              </a:rPr>
              <a:t>e } </a:t>
            </a:r>
            <a:r>
              <a:rPr lang="zh-CN" altLang="en-US"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procedure</a:t>
            </a:r>
            <a:r>
              <a:rPr lang="en-US" altLang="zh-CN" sz="2000" kern="0" dirty="0">
                <a:solidFill>
                  <a:srgbClr val="000000"/>
                </a:solidFill>
              </a:rPr>
              <a:t> </a:t>
            </a:r>
            <a:r>
              <a:rPr lang="en-US" altLang="zh-CN" sz="2000" i="1" kern="0" dirty="0">
                <a:solidFill>
                  <a:srgbClr val="FF0000"/>
                </a:solidFill>
              </a:rPr>
              <a:t>quicksort</a:t>
            </a:r>
            <a:r>
              <a:rPr lang="en-US" altLang="zh-CN" sz="2000" kern="0" dirty="0"/>
              <a:t>( </a:t>
            </a:r>
            <a:r>
              <a:rPr lang="en-US" altLang="zh-CN" sz="2000" i="1" kern="0" dirty="0"/>
              <a:t>m</a:t>
            </a:r>
            <a:r>
              <a:rPr lang="en-US" altLang="zh-CN" sz="2000" kern="0" dirty="0">
                <a:solidFill>
                  <a:srgbClr val="000000"/>
                </a:solidFill>
              </a:rPr>
              <a:t>,  </a:t>
            </a:r>
            <a:r>
              <a:rPr lang="en-US" altLang="zh-CN" sz="2000" i="1" kern="0" dirty="0">
                <a:solidFill>
                  <a:srgbClr val="000000"/>
                </a:solidFill>
              </a:rPr>
              <a:t>n</a:t>
            </a:r>
            <a:r>
              <a:rPr lang="en-US" altLang="zh-CN" sz="2000" kern="0" dirty="0">
                <a:solidFill>
                  <a:srgbClr val="000000"/>
                </a:solidFill>
              </a:rPr>
              <a:t>: </a:t>
            </a:r>
            <a:r>
              <a:rPr lang="en-US" altLang="zh-CN" sz="2000" i="1" kern="0" dirty="0">
                <a:solidFill>
                  <a:srgbClr val="000000"/>
                </a:solidFill>
              </a:rPr>
              <a:t>integer </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a:solidFill>
                  <a:srgbClr val="000000"/>
                </a:solidFill>
              </a:rPr>
              <a:t>k</a:t>
            </a:r>
            <a:r>
              <a:rPr lang="en-US" altLang="zh-CN" sz="2000" kern="0" dirty="0">
                <a:solidFill>
                  <a:srgbClr val="000000"/>
                </a:solidFill>
              </a:rPr>
              <a:t>, </a:t>
            </a:r>
            <a:r>
              <a:rPr lang="en-US" altLang="zh-CN" sz="2000" i="1" kern="0" dirty="0">
                <a:solidFill>
                  <a:srgbClr val="000000"/>
                </a:solidFill>
              </a:rPr>
              <a:t>v </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function</a:t>
            </a:r>
            <a:r>
              <a:rPr lang="en-US" altLang="zh-CN" sz="2000" kern="0" dirty="0">
                <a:solidFill>
                  <a:srgbClr val="000000"/>
                </a:solidFill>
              </a:rPr>
              <a:t> </a:t>
            </a:r>
            <a:r>
              <a:rPr lang="en-US" altLang="zh-CN" sz="2000" i="1" kern="0" dirty="0">
                <a:solidFill>
                  <a:srgbClr val="FF0000"/>
                </a:solidFill>
              </a:rPr>
              <a:t>partition</a:t>
            </a:r>
            <a:r>
              <a:rPr lang="en-US" altLang="zh-CN" sz="2000" kern="0" dirty="0"/>
              <a:t>( </a:t>
            </a:r>
            <a:r>
              <a:rPr lang="en-US" altLang="zh-CN" sz="2000" i="1" kern="0" dirty="0"/>
              <a:t>y</a:t>
            </a:r>
            <a:r>
              <a:rPr lang="en-US" altLang="zh-CN" sz="2000" kern="0" dirty="0">
                <a:solidFill>
                  <a:srgbClr val="000000"/>
                </a:solidFill>
              </a:rPr>
              <a:t>,  </a:t>
            </a:r>
            <a:r>
              <a:rPr lang="en-US" altLang="zh-CN" sz="2000" i="1" kern="0" dirty="0">
                <a:solidFill>
                  <a:srgbClr val="000000"/>
                </a:solidFill>
              </a:rPr>
              <a:t>z</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 </a:t>
            </a:r>
            <a:r>
              <a:rPr lang="en-US" altLang="zh-CN" sz="2000" i="1" kern="0" dirty="0">
                <a:solidFill>
                  <a:srgbClr val="000000"/>
                </a:solidFill>
              </a:rPr>
              <a:t>intege</a:t>
            </a:r>
            <a:r>
              <a:rPr lang="en-US" altLang="zh-CN" sz="2000" kern="0" dirty="0">
                <a:solidFill>
                  <a:srgbClr val="000000"/>
                </a:solidFill>
              </a:rPr>
              <a:t>r;</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err="1">
                <a:solidFill>
                  <a:srgbClr val="000000"/>
                </a:solidFill>
              </a:rPr>
              <a:t>i</a:t>
            </a:r>
            <a:r>
              <a:rPr lang="en-US" altLang="zh-CN" sz="2000" kern="0" dirty="0">
                <a:solidFill>
                  <a:srgbClr val="000000"/>
                </a:solidFill>
              </a:rPr>
              <a:t>, </a:t>
            </a:r>
            <a:r>
              <a:rPr lang="en-US" altLang="zh-CN" sz="2000" i="1" kern="0" dirty="0">
                <a:solidFill>
                  <a:srgbClr val="000000"/>
                </a:solidFill>
              </a:rPr>
              <a:t>j </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FF"/>
                </a:solidFill>
              </a:rPr>
              <a:t>a</a:t>
            </a:r>
            <a:r>
              <a:rPr lang="en-US" altLang="zh-CN" sz="2000" kern="0" dirty="0">
                <a:solidFill>
                  <a:srgbClr val="000000"/>
                </a:solidFill>
              </a:rPr>
              <a:t> … </a:t>
            </a:r>
            <a:r>
              <a:rPr lang="en-US" altLang="zh-CN" sz="2000" i="1" kern="0" dirty="0">
                <a:solidFill>
                  <a:srgbClr val="0000FF"/>
                </a:solidFill>
              </a:rPr>
              <a:t>v</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FF"/>
                </a:solidFill>
              </a:rPr>
              <a:t>exchange</a:t>
            </a:r>
            <a:r>
              <a:rPr lang="en-US" altLang="zh-CN" sz="2000" kern="0" dirty="0"/>
              <a:t>(</a:t>
            </a:r>
            <a:r>
              <a:rPr lang="en-US" altLang="zh-CN" sz="2000" i="1" kern="0" dirty="0" err="1"/>
              <a:t>i</a:t>
            </a:r>
            <a:r>
              <a:rPr lang="en-US" altLang="zh-CN" sz="2000" kern="0" dirty="0"/>
              <a:t>, </a:t>
            </a:r>
            <a:r>
              <a:rPr lang="en-US" altLang="zh-CN" sz="2000" i="1" kern="0" dirty="0">
                <a:solidFill>
                  <a:srgbClr val="000000"/>
                </a:solidFill>
              </a:rPr>
              <a:t>j</a:t>
            </a:r>
            <a:r>
              <a:rPr lang="en-US" altLang="zh-CN" sz="2000" kern="0" dirty="0">
                <a:solidFill>
                  <a:srgbClr val="000000"/>
                </a:solidFill>
              </a:rPr>
              <a:t>) … </a:t>
            </a:r>
            <a:r>
              <a:rPr lang="en-US" altLang="zh-CN" sz="2000" i="1" kern="0" dirty="0">
                <a:solidFill>
                  <a:srgbClr val="000000"/>
                </a:solidFill>
              </a:rPr>
              <a:t>end </a:t>
            </a:r>
            <a:r>
              <a:rPr lang="en-US" altLang="zh-CN" sz="2000" kern="0" dirty="0">
                <a:solidFill>
                  <a:schemeClr val="accent3">
                    <a:lumMod val="50000"/>
                  </a:schemeClr>
                </a:solidFill>
              </a:rPr>
              <a:t>{ </a:t>
            </a:r>
            <a:r>
              <a:rPr lang="en-US" altLang="zh-CN" sz="2000" i="1" kern="0" dirty="0">
                <a:solidFill>
                  <a:schemeClr val="accent3">
                    <a:lumMod val="50000"/>
                  </a:schemeClr>
                </a:solidFill>
              </a:rPr>
              <a:t>partition </a:t>
            </a:r>
            <a:r>
              <a:rPr lang="en-US" altLang="zh-CN" sz="2000" kern="0" dirty="0">
                <a:solidFill>
                  <a:schemeClr val="accent3">
                    <a:lumMod val="50000"/>
                  </a:schemeClr>
                </a:solidFill>
              </a:rPr>
              <a:t>}</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FF"/>
                </a:solidFill>
              </a:rPr>
              <a:t>a</a:t>
            </a:r>
            <a:r>
              <a:rPr lang="en-US" altLang="zh-CN" sz="2000" kern="0" dirty="0">
                <a:solidFill>
                  <a:srgbClr val="000000"/>
                </a:solidFill>
              </a:rPr>
              <a:t> … </a:t>
            </a:r>
            <a:r>
              <a:rPr lang="en-US" altLang="zh-CN" sz="2000" i="1" kern="0" dirty="0">
                <a:solidFill>
                  <a:srgbClr val="0000FF"/>
                </a:solidFill>
              </a:rPr>
              <a:t>v</a:t>
            </a:r>
            <a:r>
              <a:rPr lang="en-US" altLang="zh-CN" sz="2000" kern="0" dirty="0">
                <a:solidFill>
                  <a:srgbClr val="000000"/>
                </a:solidFill>
              </a:rPr>
              <a:t> … </a:t>
            </a:r>
            <a:r>
              <a:rPr lang="en-US" altLang="zh-CN" sz="2000" i="1" kern="0" dirty="0">
                <a:solidFill>
                  <a:srgbClr val="0000FF"/>
                </a:solidFill>
              </a:rPr>
              <a:t>partition</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FF"/>
                </a:solidFill>
              </a:rPr>
              <a:t>quicksort</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00"/>
                </a:solidFill>
              </a:rPr>
              <a:t>end</a:t>
            </a:r>
            <a:r>
              <a:rPr lang="en-US" altLang="zh-CN" sz="2000" kern="0" dirty="0">
                <a:solidFill>
                  <a:srgbClr val="000000"/>
                </a:solidFill>
              </a:rPr>
              <a:t> </a:t>
            </a:r>
            <a:r>
              <a:rPr lang="en-US" altLang="zh-CN" sz="2000" kern="0" dirty="0">
                <a:solidFill>
                  <a:schemeClr val="accent3">
                    <a:lumMod val="50000"/>
                  </a:schemeClr>
                </a:solidFill>
              </a:rPr>
              <a:t>{ </a:t>
            </a:r>
            <a:r>
              <a:rPr lang="en-US" altLang="zh-CN" sz="2000" i="1" kern="0" dirty="0">
                <a:solidFill>
                  <a:schemeClr val="accent3">
                    <a:lumMod val="50000"/>
                  </a:schemeClr>
                </a:solidFill>
              </a:rPr>
              <a:t>quicksort </a:t>
            </a:r>
            <a:r>
              <a:rPr lang="en-US" altLang="zh-CN" sz="2000" kern="0" dirty="0">
                <a:solidFill>
                  <a:schemeClr val="accent3">
                    <a:lumMod val="50000"/>
                  </a:schemeClr>
                </a:solidFill>
              </a:rPr>
              <a:t>} </a:t>
            </a:r>
            <a:r>
              <a:rPr lang="zh-CN" altLang="en-US"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00"/>
                </a:solidFill>
              </a:rPr>
              <a:t>a</a:t>
            </a:r>
            <a:r>
              <a:rPr lang="en-US" altLang="zh-CN" sz="2000" kern="0" dirty="0">
                <a:solidFill>
                  <a:srgbClr val="000000"/>
                </a:solidFill>
              </a:rPr>
              <a:t> … </a:t>
            </a:r>
            <a:r>
              <a:rPr lang="en-US" altLang="zh-CN" sz="2000" i="1" kern="0" dirty="0" err="1">
                <a:solidFill>
                  <a:srgbClr val="0000FF"/>
                </a:solidFill>
              </a:rPr>
              <a:t>readarray</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FF"/>
                </a:solidFill>
              </a:rPr>
              <a:t>quicksort</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00"/>
                </a:solidFill>
              </a:rPr>
              <a:t>end</a:t>
            </a:r>
            <a:r>
              <a:rPr lang="en-US" altLang="zh-CN" sz="2000" kern="0" dirty="0">
                <a:solidFill>
                  <a:srgbClr val="000000"/>
                </a:solidFill>
              </a:rPr>
              <a:t> </a:t>
            </a:r>
            <a:r>
              <a:rPr lang="en-US" altLang="zh-CN" sz="2000" kern="0" dirty="0">
                <a:solidFill>
                  <a:schemeClr val="accent3">
                    <a:lumMod val="50000"/>
                  </a:schemeClr>
                </a:solidFill>
              </a:rPr>
              <a:t>{ </a:t>
            </a:r>
            <a:r>
              <a:rPr lang="en-US" altLang="zh-CN" sz="2000" i="1" kern="0" dirty="0">
                <a:solidFill>
                  <a:schemeClr val="accent3">
                    <a:lumMod val="50000"/>
                  </a:schemeClr>
                </a:solidFill>
              </a:rPr>
              <a:t>sort </a:t>
            </a:r>
            <a:r>
              <a:rPr lang="en-US" altLang="zh-CN" sz="2000" kern="0" dirty="0">
                <a:solidFill>
                  <a:schemeClr val="accent3">
                    <a:lumMod val="50000"/>
                  </a:schemeClr>
                </a:solidFill>
              </a:rPr>
              <a:t>}</a:t>
            </a:r>
            <a:r>
              <a:rPr lang="zh-CN" altLang="en-US" sz="2000" kern="0" dirty="0">
                <a:solidFill>
                  <a:srgbClr val="000000"/>
                </a:solidFill>
              </a:rPr>
              <a:t>；</a:t>
            </a:r>
            <a:endParaRPr lang="en-US" altLang="zh-CN" sz="2000" kern="0" dirty="0">
              <a:solidFill>
                <a:srgbClr val="000000"/>
              </a:solidFill>
            </a:endParaRPr>
          </a:p>
        </p:txBody>
      </p:sp>
      <p:sp>
        <p:nvSpPr>
          <p:cNvPr id="103426"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例：基于访问链的非局部数据访问</a:t>
            </a:r>
            <a:endParaRPr lang="en-US" altLang="zh-CN"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endParaRPr>
          </a:p>
        </p:txBody>
      </p:sp>
      <p:grpSp>
        <p:nvGrpSpPr>
          <p:cNvPr id="2" name="组合 1"/>
          <p:cNvGrpSpPr>
            <a:grpSpLocks/>
          </p:cNvGrpSpPr>
          <p:nvPr/>
        </p:nvGrpSpPr>
        <p:grpSpPr bwMode="auto">
          <a:xfrm>
            <a:off x="5219700" y="197991"/>
            <a:ext cx="3582988" cy="2517775"/>
            <a:chOff x="4667922" y="165101"/>
            <a:chExt cx="4777897" cy="3357562"/>
          </a:xfrm>
        </p:grpSpPr>
        <p:sp>
          <p:nvSpPr>
            <p:cNvPr id="103429" name="Rectangle 4"/>
            <p:cNvSpPr>
              <a:spLocks noChangeArrowheads="1"/>
            </p:cNvSpPr>
            <p:nvPr/>
          </p:nvSpPr>
          <p:spPr bwMode="auto">
            <a:xfrm>
              <a:off x="6712870" y="165101"/>
              <a:ext cx="378930" cy="3323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solidFill>
                    <a:srgbClr val="2D83F4"/>
                  </a:solidFill>
                  <a:ea typeface="宋体" panose="02010600030101010101" pitchFamily="2" charset="-122"/>
                </a:rPr>
                <a:t>s</a:t>
              </a:r>
            </a:p>
          </p:txBody>
        </p:sp>
        <p:sp>
          <p:nvSpPr>
            <p:cNvPr id="75783" name="Rectangle 5"/>
            <p:cNvSpPr>
              <a:spLocks noChangeArrowheads="1"/>
            </p:cNvSpPr>
            <p:nvPr/>
          </p:nvSpPr>
          <p:spPr bwMode="auto">
            <a:xfrm>
              <a:off x="6285252" y="823489"/>
              <a:ext cx="1062696" cy="414932"/>
            </a:xfrm>
            <a:prstGeom prst="rect">
              <a:avLst/>
            </a:prstGeom>
            <a:noFill/>
            <a:ln w="9525">
              <a:noFill/>
              <a:miter lim="800000"/>
              <a:headEnd/>
              <a:tailEnd/>
            </a:ln>
          </p:spPr>
          <p:txBody>
            <a:bodyPr/>
            <a:lstStyle/>
            <a:p>
              <a:pPr algn="just">
                <a:defRPr/>
              </a:pPr>
              <a:r>
                <a:rPr lang="en-US" altLang="zh-CN" sz="2000" i="1" dirty="0">
                  <a:solidFill>
                    <a:schemeClr val="tx2">
                      <a:lumMod val="60000"/>
                      <a:lumOff val="40000"/>
                    </a:schemeClr>
                  </a:solidFill>
                  <a:ea typeface="宋体" pitchFamily="2" charset="-122"/>
                </a:rPr>
                <a:t>q</a:t>
              </a:r>
              <a:r>
                <a:rPr lang="en-US" altLang="zh-CN" sz="2000" dirty="0">
                  <a:solidFill>
                    <a:schemeClr val="tx2">
                      <a:lumMod val="60000"/>
                      <a:lumOff val="40000"/>
                    </a:schemeClr>
                  </a:solidFill>
                  <a:ea typeface="宋体" pitchFamily="2" charset="-122"/>
                </a:rPr>
                <a:t>(1,9)</a:t>
              </a:r>
            </a:p>
          </p:txBody>
        </p:sp>
        <p:sp>
          <p:nvSpPr>
            <p:cNvPr id="103431" name="Rectangle 6"/>
            <p:cNvSpPr>
              <a:spLocks noChangeArrowheads="1"/>
            </p:cNvSpPr>
            <p:nvPr/>
          </p:nvSpPr>
          <p:spPr bwMode="auto">
            <a:xfrm>
              <a:off x="5662355" y="850301"/>
              <a:ext cx="421266" cy="444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dirty="0">
                  <a:solidFill>
                    <a:srgbClr val="2D83F4"/>
                  </a:solidFill>
                  <a:ea typeface="宋体" panose="02010600030101010101" pitchFamily="2" charset="-122"/>
                </a:rPr>
                <a:t>r</a:t>
              </a:r>
            </a:p>
          </p:txBody>
        </p:sp>
        <p:sp>
          <p:nvSpPr>
            <p:cNvPr id="103432" name="Line 7"/>
            <p:cNvSpPr>
              <a:spLocks noChangeShapeType="1"/>
            </p:cNvSpPr>
            <p:nvPr/>
          </p:nvSpPr>
          <p:spPr bwMode="auto">
            <a:xfrm flipH="1">
              <a:off x="6894114" y="631826"/>
              <a:ext cx="1" cy="3302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3433" name="Line 8"/>
            <p:cNvSpPr>
              <a:spLocks noChangeShapeType="1"/>
            </p:cNvSpPr>
            <p:nvPr/>
          </p:nvSpPr>
          <p:spPr bwMode="auto">
            <a:xfrm flipH="1">
              <a:off x="5895578" y="640589"/>
              <a:ext cx="1009128" cy="37524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3434" name="Line 9"/>
            <p:cNvSpPr>
              <a:spLocks noChangeShapeType="1"/>
            </p:cNvSpPr>
            <p:nvPr/>
          </p:nvSpPr>
          <p:spPr bwMode="auto">
            <a:xfrm flipH="1">
              <a:off x="5219303" y="1292226"/>
              <a:ext cx="1728788" cy="50323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3435" name="Line 10"/>
            <p:cNvSpPr>
              <a:spLocks noChangeShapeType="1"/>
            </p:cNvSpPr>
            <p:nvPr/>
          </p:nvSpPr>
          <p:spPr bwMode="auto">
            <a:xfrm flipH="1">
              <a:off x="6894116" y="1322388"/>
              <a:ext cx="0" cy="36036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5789" name="Rectangle 11"/>
            <p:cNvSpPr>
              <a:spLocks noChangeArrowheads="1"/>
            </p:cNvSpPr>
            <p:nvPr/>
          </p:nvSpPr>
          <p:spPr bwMode="auto">
            <a:xfrm>
              <a:off x="4667922" y="1714745"/>
              <a:ext cx="1141022" cy="694376"/>
            </a:xfrm>
            <a:prstGeom prst="rect">
              <a:avLst/>
            </a:prstGeom>
            <a:noFill/>
            <a:ln w="9525">
              <a:noFill/>
              <a:miter lim="800000"/>
              <a:headEnd/>
              <a:tailEnd/>
            </a:ln>
          </p:spPr>
          <p:txBody>
            <a:bodyPr/>
            <a:lstStyle/>
            <a:p>
              <a:pPr algn="just">
                <a:defRPr/>
              </a:pPr>
              <a:r>
                <a:rPr lang="en-US" altLang="zh-CN" sz="2000" i="1" dirty="0">
                  <a:solidFill>
                    <a:schemeClr val="tx2">
                      <a:lumMod val="60000"/>
                      <a:lumOff val="40000"/>
                    </a:schemeClr>
                  </a:solidFill>
                  <a:ea typeface="宋体" pitchFamily="2" charset="-122"/>
                </a:rPr>
                <a:t>p</a:t>
              </a:r>
              <a:r>
                <a:rPr lang="en-US" altLang="zh-CN" sz="2000" dirty="0">
                  <a:solidFill>
                    <a:schemeClr val="tx2">
                      <a:lumMod val="60000"/>
                      <a:lumOff val="40000"/>
                    </a:schemeClr>
                  </a:solidFill>
                  <a:ea typeface="宋体" pitchFamily="2" charset="-122"/>
                </a:rPr>
                <a:t>(1,9)</a:t>
              </a:r>
            </a:p>
          </p:txBody>
        </p:sp>
        <p:sp>
          <p:nvSpPr>
            <p:cNvPr id="75790" name="Rectangle 13"/>
            <p:cNvSpPr>
              <a:spLocks noChangeArrowheads="1"/>
            </p:cNvSpPr>
            <p:nvPr/>
          </p:nvSpPr>
          <p:spPr bwMode="auto">
            <a:xfrm>
              <a:off x="6285252" y="1619481"/>
              <a:ext cx="1253219" cy="359890"/>
            </a:xfrm>
            <a:prstGeom prst="rect">
              <a:avLst/>
            </a:prstGeom>
            <a:noFill/>
            <a:ln w="9525">
              <a:noFill/>
              <a:miter lim="800000"/>
              <a:headEnd/>
              <a:tailEnd/>
            </a:ln>
          </p:spPr>
          <p:txBody>
            <a:bodyPr/>
            <a:lstStyle/>
            <a:p>
              <a:pPr algn="just">
                <a:defRPr/>
              </a:pPr>
              <a:r>
                <a:rPr lang="en-US" altLang="zh-CN" sz="2000" i="1" dirty="0">
                  <a:solidFill>
                    <a:schemeClr val="tx2">
                      <a:lumMod val="60000"/>
                      <a:lumOff val="40000"/>
                    </a:schemeClr>
                  </a:solidFill>
                  <a:ea typeface="宋体" pitchFamily="2" charset="-122"/>
                </a:rPr>
                <a:t>q</a:t>
              </a:r>
              <a:r>
                <a:rPr lang="en-US" altLang="zh-CN" sz="2000" dirty="0">
                  <a:solidFill>
                    <a:schemeClr val="tx2">
                      <a:lumMod val="60000"/>
                      <a:lumOff val="40000"/>
                    </a:schemeClr>
                  </a:solidFill>
                  <a:ea typeface="宋体" pitchFamily="2" charset="-122"/>
                </a:rPr>
                <a:t>(1,3)</a:t>
              </a:r>
            </a:p>
          </p:txBody>
        </p:sp>
        <p:sp>
          <p:nvSpPr>
            <p:cNvPr id="103438" name="Line 14"/>
            <p:cNvSpPr>
              <a:spLocks noChangeShapeType="1"/>
            </p:cNvSpPr>
            <p:nvPr/>
          </p:nvSpPr>
          <p:spPr bwMode="auto">
            <a:xfrm flipH="1">
              <a:off x="6894116" y="2114551"/>
              <a:ext cx="0" cy="28733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5792" name="Rectangle 15"/>
            <p:cNvSpPr>
              <a:spLocks noChangeArrowheads="1"/>
            </p:cNvSpPr>
            <p:nvPr/>
          </p:nvSpPr>
          <p:spPr bwMode="auto">
            <a:xfrm>
              <a:off x="6367812" y="2330793"/>
              <a:ext cx="1170658" cy="414932"/>
            </a:xfrm>
            <a:prstGeom prst="rect">
              <a:avLst/>
            </a:prstGeom>
            <a:noFill/>
            <a:ln w="9525">
              <a:noFill/>
              <a:miter lim="800000"/>
              <a:headEnd/>
              <a:tailEnd/>
            </a:ln>
          </p:spPr>
          <p:txBody>
            <a:bodyPr/>
            <a:lstStyle/>
            <a:p>
              <a:pPr algn="just">
                <a:defRPr/>
              </a:pPr>
              <a:r>
                <a:rPr lang="en-US" altLang="zh-CN" sz="2000" i="1" dirty="0">
                  <a:solidFill>
                    <a:schemeClr val="tx2">
                      <a:lumMod val="60000"/>
                      <a:lumOff val="40000"/>
                    </a:schemeClr>
                  </a:solidFill>
                  <a:ea typeface="宋体" pitchFamily="2" charset="-122"/>
                </a:rPr>
                <a:t>q</a:t>
              </a:r>
              <a:r>
                <a:rPr lang="en-US" altLang="zh-CN" sz="2000" dirty="0">
                  <a:solidFill>
                    <a:schemeClr val="tx2">
                      <a:lumMod val="60000"/>
                      <a:lumOff val="40000"/>
                    </a:schemeClr>
                  </a:solidFill>
                  <a:ea typeface="宋体" pitchFamily="2" charset="-122"/>
                </a:rPr>
                <a:t>(1,0)</a:t>
              </a:r>
            </a:p>
          </p:txBody>
        </p:sp>
        <p:sp>
          <p:nvSpPr>
            <p:cNvPr id="75793" name="Rectangle 16"/>
            <p:cNvSpPr>
              <a:spLocks noChangeArrowheads="1"/>
            </p:cNvSpPr>
            <p:nvPr/>
          </p:nvSpPr>
          <p:spPr bwMode="auto">
            <a:xfrm>
              <a:off x="5434248" y="2351963"/>
              <a:ext cx="1136789" cy="410698"/>
            </a:xfrm>
            <a:prstGeom prst="rect">
              <a:avLst/>
            </a:prstGeom>
            <a:noFill/>
            <a:ln w="9525">
              <a:noFill/>
              <a:miter lim="800000"/>
              <a:headEnd/>
              <a:tailEnd/>
            </a:ln>
          </p:spPr>
          <p:txBody>
            <a:bodyPr/>
            <a:lstStyle/>
            <a:p>
              <a:pPr algn="just">
                <a:defRPr/>
              </a:pPr>
              <a:r>
                <a:rPr lang="en-US" altLang="zh-CN" sz="2000" i="1" dirty="0">
                  <a:solidFill>
                    <a:schemeClr val="tx2">
                      <a:lumMod val="60000"/>
                      <a:lumOff val="40000"/>
                    </a:schemeClr>
                  </a:solidFill>
                  <a:ea typeface="宋体" pitchFamily="2" charset="-122"/>
                </a:rPr>
                <a:t>p</a:t>
              </a:r>
              <a:r>
                <a:rPr lang="en-US" altLang="zh-CN" sz="2000" dirty="0">
                  <a:solidFill>
                    <a:schemeClr val="tx2">
                      <a:lumMod val="60000"/>
                      <a:lumOff val="40000"/>
                    </a:schemeClr>
                  </a:solidFill>
                  <a:ea typeface="宋体" pitchFamily="2" charset="-122"/>
                </a:rPr>
                <a:t>(1,3)</a:t>
              </a:r>
            </a:p>
          </p:txBody>
        </p:sp>
        <p:sp>
          <p:nvSpPr>
            <p:cNvPr id="103441" name="Line 17"/>
            <p:cNvSpPr>
              <a:spLocks noChangeShapeType="1"/>
            </p:cNvSpPr>
            <p:nvPr/>
          </p:nvSpPr>
          <p:spPr bwMode="auto">
            <a:xfrm flipH="1">
              <a:off x="6190335" y="2095796"/>
              <a:ext cx="712787" cy="36036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5795" name="Rectangle 18"/>
            <p:cNvSpPr>
              <a:spLocks noChangeArrowheads="1"/>
            </p:cNvSpPr>
            <p:nvPr/>
          </p:nvSpPr>
          <p:spPr bwMode="auto">
            <a:xfrm>
              <a:off x="7428390" y="2286335"/>
              <a:ext cx="1143139" cy="357774"/>
            </a:xfrm>
            <a:prstGeom prst="rect">
              <a:avLst/>
            </a:prstGeom>
            <a:noFill/>
            <a:ln w="9525">
              <a:noFill/>
              <a:miter lim="800000"/>
              <a:headEnd/>
              <a:tailEnd/>
            </a:ln>
          </p:spPr>
          <p:txBody>
            <a:bodyPr/>
            <a:lstStyle/>
            <a:p>
              <a:pPr algn="just">
                <a:defRPr/>
              </a:pPr>
              <a:r>
                <a:rPr lang="en-US" altLang="zh-CN" sz="2000" i="1" dirty="0">
                  <a:solidFill>
                    <a:schemeClr val="tx2">
                      <a:lumMod val="60000"/>
                      <a:lumOff val="40000"/>
                    </a:schemeClr>
                  </a:solidFill>
                  <a:ea typeface="宋体" pitchFamily="2" charset="-122"/>
                </a:rPr>
                <a:t>q</a:t>
              </a:r>
              <a:r>
                <a:rPr lang="en-US" altLang="zh-CN" sz="2000" dirty="0">
                  <a:solidFill>
                    <a:schemeClr val="tx2">
                      <a:lumMod val="60000"/>
                      <a:lumOff val="40000"/>
                    </a:schemeClr>
                  </a:solidFill>
                  <a:ea typeface="宋体" pitchFamily="2" charset="-122"/>
                </a:rPr>
                <a:t>(2,3)</a:t>
              </a:r>
            </a:p>
          </p:txBody>
        </p:sp>
        <p:sp>
          <p:nvSpPr>
            <p:cNvPr id="103443" name="Line 19"/>
            <p:cNvSpPr>
              <a:spLocks noChangeShapeType="1"/>
            </p:cNvSpPr>
            <p:nvPr/>
          </p:nvSpPr>
          <p:spPr bwMode="auto">
            <a:xfrm>
              <a:off x="6899903" y="2095796"/>
              <a:ext cx="731839" cy="32067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75797" name="Rectangle 26"/>
            <p:cNvSpPr>
              <a:spLocks noChangeArrowheads="1"/>
            </p:cNvSpPr>
            <p:nvPr/>
          </p:nvSpPr>
          <p:spPr bwMode="auto">
            <a:xfrm>
              <a:off x="8285745" y="1714745"/>
              <a:ext cx="1160074" cy="395880"/>
            </a:xfrm>
            <a:prstGeom prst="rect">
              <a:avLst/>
            </a:prstGeom>
            <a:noFill/>
            <a:ln w="9525">
              <a:noFill/>
              <a:miter lim="800000"/>
              <a:headEnd/>
              <a:tailEnd/>
            </a:ln>
          </p:spPr>
          <p:txBody>
            <a:bodyPr/>
            <a:lstStyle/>
            <a:p>
              <a:pPr algn="just">
                <a:defRPr/>
              </a:pPr>
              <a:r>
                <a:rPr lang="en-US" altLang="zh-CN" sz="2000" i="1" dirty="0">
                  <a:solidFill>
                    <a:schemeClr val="tx2">
                      <a:lumMod val="60000"/>
                      <a:lumOff val="40000"/>
                    </a:schemeClr>
                  </a:solidFill>
                  <a:ea typeface="宋体" pitchFamily="2" charset="-122"/>
                </a:rPr>
                <a:t>q</a:t>
              </a:r>
              <a:r>
                <a:rPr lang="en-US" altLang="zh-CN" sz="2000" dirty="0">
                  <a:solidFill>
                    <a:schemeClr val="tx2">
                      <a:lumMod val="60000"/>
                      <a:lumOff val="40000"/>
                    </a:schemeClr>
                  </a:solidFill>
                  <a:ea typeface="宋体" pitchFamily="2" charset="-122"/>
                </a:rPr>
                <a:t>(5,9)</a:t>
              </a:r>
            </a:p>
          </p:txBody>
        </p:sp>
        <p:sp>
          <p:nvSpPr>
            <p:cNvPr id="103445" name="Line 38"/>
            <p:cNvSpPr>
              <a:spLocks noChangeShapeType="1"/>
            </p:cNvSpPr>
            <p:nvPr/>
          </p:nvSpPr>
          <p:spPr bwMode="auto">
            <a:xfrm>
              <a:off x="6875066" y="1292226"/>
              <a:ext cx="1944687" cy="50323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3446" name="Line 12"/>
            <p:cNvSpPr>
              <a:spLocks noChangeShapeType="1"/>
            </p:cNvSpPr>
            <p:nvPr/>
          </p:nvSpPr>
          <p:spPr bwMode="auto">
            <a:xfrm flipH="1">
              <a:off x="5265341" y="2204864"/>
              <a:ext cx="0" cy="39211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3447" name="Rectangle 22"/>
            <p:cNvSpPr>
              <a:spLocks noChangeArrowheads="1"/>
            </p:cNvSpPr>
            <p:nvPr/>
          </p:nvSpPr>
          <p:spPr bwMode="auto">
            <a:xfrm>
              <a:off x="5046852" y="2404887"/>
              <a:ext cx="359877" cy="357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solidFill>
                    <a:srgbClr val="2D83F4"/>
                  </a:solidFill>
                  <a:ea typeface="宋体" panose="02010600030101010101" pitchFamily="2" charset="-122"/>
                </a:rPr>
                <a:t>e</a:t>
              </a:r>
            </a:p>
          </p:txBody>
        </p:sp>
        <p:sp>
          <p:nvSpPr>
            <p:cNvPr id="103448" name="Line 12"/>
            <p:cNvSpPr>
              <a:spLocks noChangeShapeType="1"/>
            </p:cNvSpPr>
            <p:nvPr/>
          </p:nvSpPr>
          <p:spPr bwMode="auto">
            <a:xfrm flipH="1">
              <a:off x="5895578" y="2841626"/>
              <a:ext cx="0" cy="39211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3449" name="Rectangle 22"/>
            <p:cNvSpPr>
              <a:spLocks noChangeArrowheads="1"/>
            </p:cNvSpPr>
            <p:nvPr/>
          </p:nvSpPr>
          <p:spPr bwMode="auto">
            <a:xfrm>
              <a:off x="5724267" y="3164891"/>
              <a:ext cx="359877" cy="3577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solidFill>
                    <a:srgbClr val="2D83F4"/>
                  </a:solidFill>
                  <a:ea typeface="宋体" panose="02010600030101010101" pitchFamily="2" charset="-122"/>
                </a:rPr>
                <a:t>e</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rPr>
              <a:t>s</a:t>
            </a:r>
          </a:p>
        </p:txBody>
      </p:sp>
      <p:sp>
        <p:nvSpPr>
          <p:cNvPr id="105475"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05476" name="Group 99"/>
          <p:cNvGrpSpPr>
            <a:grpSpLocks/>
          </p:cNvGrpSpPr>
          <p:nvPr/>
        </p:nvGrpSpPr>
        <p:grpSpPr bwMode="auto">
          <a:xfrm>
            <a:off x="3898900" y="444500"/>
            <a:ext cx="923925" cy="647700"/>
            <a:chOff x="975" y="2750"/>
            <a:chExt cx="776" cy="544"/>
          </a:xfrm>
        </p:grpSpPr>
        <p:sp>
          <p:nvSpPr>
            <p:cNvPr id="18"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5483"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s</a:t>
              </a:r>
            </a:p>
          </p:txBody>
        </p:sp>
        <p:sp>
          <p:nvSpPr>
            <p:cNvPr id="105484"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a</a:t>
              </a:r>
            </a:p>
          </p:txBody>
        </p:sp>
        <p:sp>
          <p:nvSpPr>
            <p:cNvPr id="105485"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22"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23"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105477"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05478" name="组合 113"/>
          <p:cNvGrpSpPr>
            <a:grpSpLocks/>
          </p:cNvGrpSpPr>
          <p:nvPr/>
        </p:nvGrpSpPr>
        <p:grpSpPr bwMode="auto">
          <a:xfrm>
            <a:off x="179388" y="2787650"/>
            <a:ext cx="3140075" cy="1728788"/>
            <a:chOff x="5003799" y="500048"/>
            <a:chExt cx="3282977" cy="1803794"/>
          </a:xfrm>
        </p:grpSpPr>
        <p:sp>
          <p:nvSpPr>
            <p:cNvPr id="26" name="Rectangle 4"/>
            <p:cNvSpPr>
              <a:spLocks noChangeArrowheads="1"/>
            </p:cNvSpPr>
            <p:nvPr/>
          </p:nvSpPr>
          <p:spPr bwMode="auto">
            <a:xfrm>
              <a:off x="5003799" y="500048"/>
              <a:ext cx="3282977" cy="1788886"/>
            </a:xfrm>
            <a:prstGeom prst="rect">
              <a:avLst/>
            </a:prstGeom>
            <a:solidFill>
              <a:schemeClr val="accent5">
                <a:lumMod val="60000"/>
                <a:lumOff val="40000"/>
                <a:alpha val="99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chemeClr val="folHlink"/>
                </a:buClr>
                <a:buSzPct val="60000"/>
                <a:defRPr/>
              </a:pPr>
              <a:r>
                <a:rPr lang="zh-CN" altLang="en-US" sz="1200" dirty="0">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chemeClr val="folHlink"/>
                </a:buClr>
                <a:buSzPct val="60000"/>
                <a:defRPr/>
              </a:pPr>
              <a:r>
                <a:rPr lang="en-US" altLang="zh-CN" sz="1800" i="1" dirty="0">
                  <a:ea typeface="楷体_GB2312"/>
                  <a:cs typeface="Times New Roman" pitchFamily="18" charset="0"/>
                </a:rPr>
                <a:t>sort</a:t>
              </a:r>
              <a:r>
                <a:rPr lang="en-US" altLang="zh-CN" sz="1800" dirty="0">
                  <a:ea typeface="楷体_GB2312"/>
                  <a:cs typeface="Times New Roman" pitchFamily="18" charset="0"/>
                </a:rPr>
                <a:t>		            1</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err="1">
                  <a:ea typeface="楷体_GB2312"/>
                  <a:cs typeface="Times New Roman" pitchFamily="18" charset="0"/>
                </a:rPr>
                <a:t>readarray</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exchange</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quicksort</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partition</a:t>
              </a:r>
              <a:r>
                <a:rPr lang="en-US" altLang="zh-CN" sz="1800" dirty="0">
                  <a:ea typeface="楷体_GB2312"/>
                  <a:cs typeface="Times New Roman" pitchFamily="18" charset="0"/>
                </a:rPr>
                <a:t>	            3</a:t>
              </a:r>
            </a:p>
          </p:txBody>
        </p:sp>
        <p:cxnSp>
          <p:nvCxnSpPr>
            <p:cNvPr id="27" name="直接连接符 26"/>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71F64CFF-4B34-42C1-AEDC-4BDC4DBFDAAE}"/>
              </a:ext>
            </a:extLst>
          </p:cNvPr>
          <p:cNvSpPr>
            <a:spLocks noGrp="1"/>
          </p:cNvSpPr>
          <p:nvPr>
            <p:ph type="title"/>
          </p:nvPr>
        </p:nvSpPr>
        <p:spPr>
          <a:xfrm>
            <a:off x="755577" y="267495"/>
            <a:ext cx="2950442" cy="360040"/>
          </a:xfrm>
        </p:spPr>
        <p:txBody>
          <a:bodyPr/>
          <a:lstStyle/>
          <a:p>
            <a:r>
              <a:rPr lang="zh-CN" altLang="en-US" sz="2400" dirty="0">
                <a:latin typeface="微软雅黑" panose="020B0503020204020204" pitchFamily="34" charset="-122"/>
                <a:ea typeface="微软雅黑" panose="020B0503020204020204" pitchFamily="34" charset="-122"/>
                <a:cs typeface="Times New Roman" panose="02020603050405020304" pitchFamily="18" charset="0"/>
              </a:rPr>
              <a:t>基于访问链的</a:t>
            </a:r>
            <a:br>
              <a:rPr lang="en-US" altLang="zh-CN" sz="2400" dirty="0">
                <a:latin typeface="微软雅黑" panose="020B0503020204020204" pitchFamily="34" charset="-122"/>
                <a:ea typeface="微软雅黑" panose="020B0503020204020204" pitchFamily="34" charset="-122"/>
                <a:cs typeface="Times New Roman" panose="02020603050405020304" pitchFamily="18" charset="0"/>
              </a:rPr>
            </a:br>
            <a:r>
              <a:rPr lang="zh-CN" altLang="en-US" sz="2400" dirty="0">
                <a:latin typeface="微软雅黑" panose="020B0503020204020204" pitchFamily="34" charset="-122"/>
                <a:ea typeface="微软雅黑" panose="020B0503020204020204" pitchFamily="34" charset="-122"/>
                <a:cs typeface="Times New Roman" panose="02020603050405020304" pitchFamily="18" charset="0"/>
              </a:rPr>
              <a:t>非局部数据访问</a:t>
            </a:r>
            <a:endParaRPr lang="zh-CN" altLang="en-US" sz="2400" dirty="0"/>
          </a:p>
        </p:txBody>
      </p:sp>
    </p:spTree>
    <p:extLst>
      <p:ext uri="{BB962C8B-B14F-4D97-AF65-F5344CB8AC3E}">
        <p14:creationId xmlns:p14="http://schemas.microsoft.com/office/powerpoint/2010/main" val="39493432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234500"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234502" name="Line 21"/>
          <p:cNvSpPr>
            <a:spLocks noChangeShapeType="1"/>
          </p:cNvSpPr>
          <p:nvPr/>
        </p:nvSpPr>
        <p:spPr bwMode="auto">
          <a:xfrm flipH="1">
            <a:off x="5684838" y="1735138"/>
            <a:ext cx="933450" cy="3905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07525"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sp>
        <p:nvSpPr>
          <p:cNvPr id="107526"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07527" name="组合 113"/>
          <p:cNvGrpSpPr>
            <a:grpSpLocks/>
          </p:cNvGrpSpPr>
          <p:nvPr/>
        </p:nvGrpSpPr>
        <p:grpSpPr bwMode="auto">
          <a:xfrm>
            <a:off x="179388" y="2787650"/>
            <a:ext cx="3140075" cy="1728788"/>
            <a:chOff x="5003799" y="500048"/>
            <a:chExt cx="3282977" cy="1803794"/>
          </a:xfrm>
        </p:grpSpPr>
        <p:sp>
          <p:nvSpPr>
            <p:cNvPr id="12"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chemeClr val="folHlink"/>
                </a:buClr>
                <a:buSzPct val="60000"/>
                <a:defRPr/>
              </a:pPr>
              <a:r>
                <a:rPr lang="zh-CN" altLang="en-US" sz="1200" dirty="0">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chemeClr val="folHlink"/>
                </a:buClr>
                <a:buSzPct val="60000"/>
                <a:defRPr/>
              </a:pPr>
              <a:r>
                <a:rPr lang="en-US" altLang="zh-CN" sz="1800" i="1" dirty="0">
                  <a:ea typeface="楷体_GB2312"/>
                  <a:cs typeface="Times New Roman" pitchFamily="18" charset="0"/>
                </a:rPr>
                <a:t>sort</a:t>
              </a:r>
              <a:r>
                <a:rPr lang="en-US" altLang="zh-CN" sz="1800" dirty="0">
                  <a:ea typeface="楷体_GB2312"/>
                  <a:cs typeface="Times New Roman" pitchFamily="18" charset="0"/>
                </a:rPr>
                <a:t>		            1</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err="1">
                  <a:ea typeface="楷体_GB2312"/>
                  <a:cs typeface="Times New Roman" pitchFamily="18" charset="0"/>
                </a:rPr>
                <a:t>readarray</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exchange</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quicksort</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partition</a:t>
              </a:r>
              <a:r>
                <a:rPr lang="en-US" altLang="zh-CN" sz="1800" dirty="0">
                  <a:ea typeface="楷体_GB2312"/>
                  <a:cs typeface="Times New Roman" pitchFamily="18" charset="0"/>
                </a:rPr>
                <a:t>	            3</a:t>
              </a:r>
            </a:p>
          </p:txBody>
        </p:sp>
        <p:cxnSp>
          <p:nvCxnSpPr>
            <p:cNvPr id="13" name="直接连接符 12"/>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7528" name="Group 99"/>
          <p:cNvGrpSpPr>
            <a:grpSpLocks/>
          </p:cNvGrpSpPr>
          <p:nvPr/>
        </p:nvGrpSpPr>
        <p:grpSpPr bwMode="auto">
          <a:xfrm>
            <a:off x="3898900" y="444500"/>
            <a:ext cx="923925" cy="647700"/>
            <a:chOff x="975" y="2750"/>
            <a:chExt cx="776" cy="544"/>
          </a:xfrm>
        </p:grpSpPr>
        <p:sp>
          <p:nvSpPr>
            <p:cNvPr id="26"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7539"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s</a:t>
              </a:r>
            </a:p>
          </p:txBody>
        </p:sp>
        <p:sp>
          <p:nvSpPr>
            <p:cNvPr id="107540"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a</a:t>
              </a:r>
            </a:p>
          </p:txBody>
        </p:sp>
        <p:sp>
          <p:nvSpPr>
            <p:cNvPr id="107541"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30"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31"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grpSp>
        <p:nvGrpSpPr>
          <p:cNvPr id="4" name="Group 99"/>
          <p:cNvGrpSpPr>
            <a:grpSpLocks/>
          </p:cNvGrpSpPr>
          <p:nvPr/>
        </p:nvGrpSpPr>
        <p:grpSpPr bwMode="auto">
          <a:xfrm>
            <a:off x="3898900" y="1079645"/>
            <a:ext cx="923925" cy="647700"/>
            <a:chOff x="975" y="2750"/>
            <a:chExt cx="776" cy="544"/>
          </a:xfrm>
        </p:grpSpPr>
        <p:sp>
          <p:nvSpPr>
            <p:cNvPr id="33"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7533"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r</a:t>
              </a:r>
            </a:p>
          </p:txBody>
        </p:sp>
        <p:sp>
          <p:nvSpPr>
            <p:cNvPr id="107534"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i</a:t>
              </a:r>
            </a:p>
          </p:txBody>
        </p:sp>
        <p:sp>
          <p:nvSpPr>
            <p:cNvPr id="107535"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37"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38"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41" name="Freeform 56"/>
          <p:cNvSpPr>
            <a:spLocks/>
          </p:cNvSpPr>
          <p:nvPr/>
        </p:nvSpPr>
        <p:spPr bwMode="auto">
          <a:xfrm rot="-511685">
            <a:off x="4804454" y="869173"/>
            <a:ext cx="237456" cy="496888"/>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sp>
        <p:nvSpPr>
          <p:cNvPr id="28"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lIns="68580" tIns="34290" rIns="68580" bIns="34290"/>
          <a:lstStyle/>
          <a:p>
            <a:pPr>
              <a:defRPr/>
            </a:pPr>
            <a:endParaRPr lang="zh-CN" altLang="en-US"/>
          </a:p>
        </p:txBody>
      </p:sp>
      <p:sp>
        <p:nvSpPr>
          <p:cNvPr id="29" name="文本框 28">
            <a:extLst>
              <a:ext uri="{FF2B5EF4-FFF2-40B4-BE49-F238E27FC236}">
                <a16:creationId xmlns:a16="http://schemas.microsoft.com/office/drawing/2014/main" id="{1BCD89B5-9A08-46DD-A355-536C62E09537}"/>
              </a:ext>
            </a:extLst>
          </p:cNvPr>
          <p:cNvSpPr txBox="1"/>
          <p:nvPr/>
        </p:nvSpPr>
        <p:spPr>
          <a:xfrm>
            <a:off x="179388" y="1026537"/>
            <a:ext cx="3497949" cy="1554272"/>
          </a:xfrm>
          <a:prstGeom prst="rect">
            <a:avLst/>
          </a:prstGeom>
          <a:solidFill>
            <a:schemeClr val="accent5">
              <a:lumMod val="20000"/>
              <a:lumOff val="80000"/>
            </a:schemeClr>
          </a:solidFill>
          <a:ln>
            <a:solidFill>
              <a:schemeClr val="tx1"/>
            </a:solidFill>
          </a:ln>
        </p:spPr>
        <p:txBody>
          <a:bodyPr wrap="square" rtlCol="0">
            <a:spAutoFit/>
          </a:bodyPr>
          <a:lstStyle/>
          <a:p>
            <a:pPr>
              <a:spcBef>
                <a:spcPts val="600"/>
              </a:spcBef>
            </a:pPr>
            <a:r>
              <a:rPr lang="en-US" altLang="zh-CN" sz="1800" i="1" dirty="0">
                <a:solidFill>
                  <a:srgbClr val="0000FF"/>
                </a:solidFill>
                <a:ea typeface="华文楷体" panose="02010600040101010101" pitchFamily="2" charset="-122"/>
                <a:cs typeface="Times New Roman" panose="02020603050405020304" pitchFamily="18" charset="0"/>
              </a:rPr>
              <a:t>r</a:t>
            </a:r>
            <a:r>
              <a:rPr lang="zh-CN" altLang="en-US" sz="1800" dirty="0">
                <a:solidFill>
                  <a:srgbClr val="0000FF"/>
                </a:solidFill>
                <a:ea typeface="华文楷体" panose="02010600040101010101" pitchFamily="2" charset="-122"/>
                <a:cs typeface="Times New Roman" panose="02020603050405020304" pitchFamily="18" charset="0"/>
              </a:rPr>
              <a:t>中非局部数据</a:t>
            </a:r>
            <a:r>
              <a:rPr lang="en-US" altLang="zh-CN" sz="1800" i="1" dirty="0">
                <a:solidFill>
                  <a:srgbClr val="0000FF"/>
                </a:solidFill>
                <a:ea typeface="华文楷体" panose="02010600040101010101" pitchFamily="2" charset="-122"/>
                <a:cs typeface="Times New Roman" panose="02020603050405020304" pitchFamily="18" charset="0"/>
              </a:rPr>
              <a:t>a</a:t>
            </a:r>
            <a:r>
              <a:rPr lang="zh-CN" altLang="en-US" sz="1800" dirty="0">
                <a:solidFill>
                  <a:srgbClr val="0000FF"/>
                </a:solidFill>
                <a:ea typeface="华文楷体" panose="02010600040101010101" pitchFamily="2" charset="-122"/>
                <a:cs typeface="Times New Roman" panose="02020603050405020304" pitchFamily="18" charset="0"/>
              </a:rPr>
              <a:t>的地址表示</a:t>
            </a:r>
            <a:r>
              <a:rPr lang="zh-CN" altLang="en-US" sz="1800" dirty="0">
                <a:solidFill>
                  <a:srgbClr val="0000FF"/>
                </a:solidFill>
                <a:ea typeface="华文楷体" panose="02010600040101010101" pitchFamily="2" charset="-122"/>
                <a:cs typeface="Times New Roman" panose="02020603050405020304" pitchFamily="18" charset="0"/>
                <a:sym typeface="Wingdings" panose="05000000000000000000" pitchFamily="2" charset="2"/>
              </a:rPr>
              <a:t>：</a:t>
            </a:r>
            <a:endParaRPr lang="en-US" altLang="zh-CN" sz="1800" dirty="0">
              <a:solidFill>
                <a:srgbClr val="0000FF"/>
              </a:solidFill>
              <a:ea typeface="华文楷体" panose="02010600040101010101" pitchFamily="2" charset="-122"/>
              <a:cs typeface="Times New Roman" panose="02020603050405020304" pitchFamily="18" charset="0"/>
              <a:sym typeface="Wingdings" panose="05000000000000000000" pitchFamily="2" charset="2"/>
            </a:endParaRPr>
          </a:p>
          <a:p>
            <a:pPr algn="ctr">
              <a:spcBef>
                <a:spcPts val="0"/>
              </a:spcBef>
            </a:pPr>
            <a:r>
              <a:rPr lang="en-US" altLang="zh-CN" sz="1800"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a:t>
            </a:r>
            <a:r>
              <a:rPr lang="en-US" altLang="zh-CN" sz="1800" i="1" dirty="0">
                <a:solidFill>
                  <a:srgbClr val="0070C0"/>
                </a:solidFill>
                <a:ea typeface="华文楷体" panose="02010600040101010101" pitchFamily="2" charset="-122"/>
                <a:cs typeface="Times New Roman" panose="02020603050405020304" pitchFamily="18" charset="0"/>
              </a:rPr>
              <a:t>n</a:t>
            </a:r>
            <a:r>
              <a:rPr lang="en-US" altLang="zh-CN" sz="1800" i="1" baseline="-25000" dirty="0">
                <a:solidFill>
                  <a:srgbClr val="0070C0"/>
                </a:solidFill>
                <a:ea typeface="华文楷体" panose="02010600040101010101" pitchFamily="2" charset="-122"/>
                <a:cs typeface="Times New Roman" panose="02020603050405020304" pitchFamily="18" charset="0"/>
              </a:rPr>
              <a:t>r</a:t>
            </a:r>
            <a:r>
              <a:rPr lang="en-US" altLang="zh-CN" sz="1800" baseline="-25000" dirty="0">
                <a:solidFill>
                  <a:srgbClr val="0070C0"/>
                </a:solidFill>
                <a:ea typeface="华文楷体" panose="02010600040101010101" pitchFamily="2" charset="-122"/>
                <a:cs typeface="Times New Roman" panose="02020603050405020304" pitchFamily="18" charset="0"/>
              </a:rPr>
              <a:t> </a:t>
            </a:r>
            <a:r>
              <a:rPr lang="en-US" altLang="zh-CN" sz="1800" dirty="0">
                <a:solidFill>
                  <a:srgbClr val="0070C0"/>
                </a:solidFill>
                <a:ea typeface="华文楷体" panose="02010600040101010101" pitchFamily="2" charset="-122"/>
                <a:cs typeface="Times New Roman" panose="02020603050405020304" pitchFamily="18" charset="0"/>
              </a:rPr>
              <a:t>-</a:t>
            </a:r>
            <a:r>
              <a:rPr lang="en-US" altLang="zh-CN" sz="1800" i="1" dirty="0" err="1">
                <a:solidFill>
                  <a:srgbClr val="0070C0"/>
                </a:solidFill>
                <a:ea typeface="华文楷体" panose="02010600040101010101" pitchFamily="2" charset="-122"/>
                <a:cs typeface="Times New Roman" panose="02020603050405020304" pitchFamily="18" charset="0"/>
              </a:rPr>
              <a:t>n</a:t>
            </a:r>
            <a:r>
              <a:rPr lang="en-US" altLang="zh-CN" sz="1800" i="1" baseline="-25000" dirty="0" err="1">
                <a:solidFill>
                  <a:srgbClr val="0070C0"/>
                </a:solidFill>
                <a:ea typeface="华文楷体" panose="02010600040101010101" pitchFamily="2" charset="-122"/>
                <a:cs typeface="Times New Roman" panose="02020603050405020304" pitchFamily="18" charset="0"/>
              </a:rPr>
              <a:t>a</a:t>
            </a:r>
            <a:r>
              <a:rPr lang="en-US" altLang="zh-CN" sz="1800" baseline="-25000" dirty="0">
                <a:solidFill>
                  <a:srgbClr val="0070C0"/>
                </a:solidFill>
                <a:ea typeface="华文楷体" panose="02010600040101010101" pitchFamily="2" charset="-122"/>
                <a:cs typeface="Times New Roman" panose="02020603050405020304" pitchFamily="18" charset="0"/>
              </a:rPr>
              <a:t> </a:t>
            </a:r>
            <a:r>
              <a:rPr lang="en-US" altLang="zh-CN" sz="1800"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 </a:t>
            </a:r>
            <a:r>
              <a:rPr lang="en-US" altLang="zh-CN" sz="1800" i="1"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a</a:t>
            </a:r>
            <a:r>
              <a:rPr lang="zh-CN" altLang="en-US" sz="1800"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在活动记录中的偏移量</a:t>
            </a:r>
            <a:r>
              <a:rPr lang="en-US" altLang="zh-CN" sz="1800"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a:t>
            </a:r>
            <a:endParaRPr lang="en-US" altLang="zh-CN" sz="1800" i="1" dirty="0">
              <a:solidFill>
                <a:srgbClr val="0070C0"/>
              </a:solidFill>
              <a:ea typeface="华文楷体" panose="02010600040101010101" pitchFamily="2" charset="-122"/>
              <a:cs typeface="Times New Roman" panose="02020603050405020304" pitchFamily="18" charset="0"/>
            </a:endParaRPr>
          </a:p>
          <a:p>
            <a:pPr>
              <a:spcBef>
                <a:spcPts val="600"/>
              </a:spcBef>
            </a:pPr>
            <a:r>
              <a:rPr lang="en-US" altLang="zh-CN" sz="1800" i="1" dirty="0">
                <a:solidFill>
                  <a:srgbClr val="0000FF"/>
                </a:solidFill>
                <a:ea typeface="华文楷体" panose="02010600040101010101" pitchFamily="2" charset="-122"/>
                <a:cs typeface="Times New Roman" panose="02020603050405020304" pitchFamily="18" charset="0"/>
              </a:rPr>
              <a:t>r</a:t>
            </a:r>
            <a:r>
              <a:rPr lang="zh-CN" altLang="en-US" sz="1800" dirty="0">
                <a:solidFill>
                  <a:srgbClr val="0000FF"/>
                </a:solidFill>
                <a:ea typeface="华文楷体" panose="02010600040101010101" pitchFamily="2" charset="-122"/>
                <a:cs typeface="Times New Roman" panose="02020603050405020304" pitchFamily="18" charset="0"/>
              </a:rPr>
              <a:t>访问非局部数据</a:t>
            </a:r>
            <a:r>
              <a:rPr lang="en-US" altLang="zh-CN" sz="1800" i="1" dirty="0">
                <a:solidFill>
                  <a:srgbClr val="0000FF"/>
                </a:solidFill>
                <a:ea typeface="华文楷体" panose="02010600040101010101" pitchFamily="2" charset="-122"/>
                <a:cs typeface="Times New Roman" panose="02020603050405020304" pitchFamily="18" charset="0"/>
              </a:rPr>
              <a:t>a</a:t>
            </a:r>
            <a:r>
              <a:rPr lang="zh-CN" altLang="en-US" sz="1800" dirty="0">
                <a:solidFill>
                  <a:srgbClr val="0000FF"/>
                </a:solidFill>
                <a:ea typeface="华文楷体" panose="02010600040101010101" pitchFamily="2" charset="-122"/>
                <a:cs typeface="Times New Roman" panose="02020603050405020304" pitchFamily="18" charset="0"/>
              </a:rPr>
              <a:t>：</a:t>
            </a:r>
            <a:endParaRPr lang="en-US" altLang="zh-CN" sz="1800" dirty="0">
              <a:solidFill>
                <a:srgbClr val="0000FF"/>
              </a:solidFill>
              <a:ea typeface="华文楷体" panose="02010600040101010101" pitchFamily="2" charset="-122"/>
              <a:cs typeface="Times New Roman" panose="02020603050405020304" pitchFamily="18" charset="0"/>
            </a:endParaRPr>
          </a:p>
          <a:p>
            <a:pPr>
              <a:spcBef>
                <a:spcPts val="0"/>
              </a:spcBef>
            </a:pPr>
            <a:r>
              <a:rPr lang="zh-CN" altLang="en-US" sz="1800" dirty="0">
                <a:ea typeface="华文楷体" panose="02010600040101010101" pitchFamily="2" charset="-122"/>
                <a:cs typeface="Times New Roman" panose="02020603050405020304" pitchFamily="18" charset="0"/>
              </a:rPr>
              <a:t>沿</a:t>
            </a:r>
            <a:r>
              <a:rPr lang="en-US" altLang="zh-CN" sz="1800" i="1" dirty="0">
                <a:ea typeface="华文楷体" panose="02010600040101010101" pitchFamily="2" charset="-122"/>
                <a:cs typeface="Times New Roman" panose="02020603050405020304" pitchFamily="18" charset="0"/>
              </a:rPr>
              <a:t>r</a:t>
            </a:r>
            <a:r>
              <a:rPr lang="zh-CN" altLang="en-US" sz="1800" dirty="0">
                <a:ea typeface="华文楷体" panose="02010600040101010101" pitchFamily="2" charset="-122"/>
                <a:cs typeface="Times New Roman" panose="02020603050405020304" pitchFamily="18" charset="0"/>
              </a:rPr>
              <a:t>访问链经过</a:t>
            </a:r>
            <a:r>
              <a:rPr lang="en-US" altLang="zh-CN" sz="1800" i="1" dirty="0">
                <a:solidFill>
                  <a:srgbClr val="0070C0"/>
                </a:solidFill>
                <a:ea typeface="华文楷体" panose="02010600040101010101" pitchFamily="2" charset="-122"/>
                <a:cs typeface="Times New Roman" panose="02020603050405020304" pitchFamily="18" charset="0"/>
              </a:rPr>
              <a:t>n</a:t>
            </a:r>
            <a:r>
              <a:rPr lang="en-US" altLang="zh-CN" sz="1800" i="1" baseline="-25000" dirty="0">
                <a:solidFill>
                  <a:srgbClr val="0070C0"/>
                </a:solidFill>
                <a:ea typeface="华文楷体" panose="02010600040101010101" pitchFamily="2" charset="-122"/>
                <a:cs typeface="Times New Roman" panose="02020603050405020304" pitchFamily="18" charset="0"/>
              </a:rPr>
              <a:t>r</a:t>
            </a:r>
            <a:r>
              <a:rPr lang="en-US" altLang="zh-CN" sz="1800" baseline="-25000" dirty="0">
                <a:solidFill>
                  <a:srgbClr val="0070C0"/>
                </a:solidFill>
                <a:ea typeface="华文楷体" panose="02010600040101010101" pitchFamily="2" charset="-122"/>
                <a:cs typeface="Times New Roman" panose="02020603050405020304" pitchFamily="18" charset="0"/>
              </a:rPr>
              <a:t> </a:t>
            </a:r>
            <a:r>
              <a:rPr lang="en-US" altLang="zh-CN" sz="1800" dirty="0">
                <a:solidFill>
                  <a:srgbClr val="0070C0"/>
                </a:solidFill>
                <a:ea typeface="华文楷体" panose="02010600040101010101" pitchFamily="2" charset="-122"/>
                <a:cs typeface="Times New Roman" panose="02020603050405020304" pitchFamily="18" charset="0"/>
              </a:rPr>
              <a:t>-</a:t>
            </a:r>
            <a:r>
              <a:rPr lang="en-US" altLang="zh-CN" sz="1800" i="1" dirty="0" err="1">
                <a:solidFill>
                  <a:srgbClr val="0070C0"/>
                </a:solidFill>
                <a:ea typeface="华文楷体" panose="02010600040101010101" pitchFamily="2" charset="-122"/>
                <a:cs typeface="Times New Roman" panose="02020603050405020304" pitchFamily="18" charset="0"/>
              </a:rPr>
              <a:t>n</a:t>
            </a:r>
            <a:r>
              <a:rPr lang="en-US" altLang="zh-CN" sz="1800" i="1" baseline="-25000" dirty="0" err="1">
                <a:solidFill>
                  <a:srgbClr val="0070C0"/>
                </a:solidFill>
                <a:ea typeface="华文楷体" panose="02010600040101010101" pitchFamily="2" charset="-122"/>
                <a:cs typeface="Times New Roman" panose="02020603050405020304" pitchFamily="18" charset="0"/>
              </a:rPr>
              <a:t>a</a:t>
            </a:r>
            <a:r>
              <a:rPr lang="en-US" altLang="zh-CN" sz="1800" baseline="-25000" dirty="0">
                <a:solidFill>
                  <a:srgbClr val="0070C0"/>
                </a:solidFill>
                <a:ea typeface="华文楷体" panose="02010600040101010101" pitchFamily="2" charset="-122"/>
                <a:cs typeface="Times New Roman" panose="02020603050405020304" pitchFamily="18" charset="0"/>
              </a:rPr>
              <a:t> </a:t>
            </a:r>
            <a:r>
              <a:rPr lang="zh-CN" altLang="en-US" sz="1800" dirty="0">
                <a:ea typeface="华文楷体" panose="02010600040101010101" pitchFamily="2" charset="-122"/>
                <a:cs typeface="Times New Roman" panose="02020603050405020304" pitchFamily="18" charset="0"/>
              </a:rPr>
              <a:t>即</a:t>
            </a:r>
            <a:r>
              <a:rPr lang="en-US" altLang="zh-CN" sz="1800" dirty="0">
                <a:ea typeface="华文楷体" panose="02010600040101010101" pitchFamily="2" charset="-122"/>
                <a:cs typeface="Times New Roman" panose="02020603050405020304" pitchFamily="18" charset="0"/>
              </a:rPr>
              <a:t>1</a:t>
            </a:r>
            <a:r>
              <a:rPr lang="zh-CN" altLang="en-US" sz="1800" dirty="0">
                <a:ea typeface="华文楷体" panose="02010600040101010101" pitchFamily="2" charset="-122"/>
                <a:cs typeface="Times New Roman" panose="02020603050405020304" pitchFamily="18" charset="0"/>
              </a:rPr>
              <a:t>步就能到达</a:t>
            </a:r>
            <a:r>
              <a:rPr lang="en-US" altLang="zh-CN" sz="1800" i="1" dirty="0">
                <a:ea typeface="华文楷体" panose="02010600040101010101" pitchFamily="2" charset="-122"/>
                <a:cs typeface="Times New Roman" panose="02020603050405020304" pitchFamily="18" charset="0"/>
              </a:rPr>
              <a:t>s</a:t>
            </a:r>
            <a:r>
              <a:rPr lang="zh-CN" altLang="en-US" sz="1800" dirty="0">
                <a:ea typeface="华文楷体" panose="02010600040101010101" pitchFamily="2" charset="-122"/>
                <a:cs typeface="Times New Roman" panose="02020603050405020304" pitchFamily="18" charset="0"/>
              </a:rPr>
              <a:t>的活动记录</a:t>
            </a:r>
            <a:endParaRPr lang="en-US" altLang="zh-CN" sz="1800" dirty="0">
              <a:ea typeface="华文楷体" panose="02010600040101010101" pitchFamily="2" charset="-122"/>
              <a:cs typeface="Times New Roman" panose="02020603050405020304" pitchFamily="18" charset="0"/>
            </a:endParaRPr>
          </a:p>
        </p:txBody>
      </p:sp>
      <p:sp>
        <p:nvSpPr>
          <p:cNvPr id="34" name="标题 3">
            <a:extLst>
              <a:ext uri="{FF2B5EF4-FFF2-40B4-BE49-F238E27FC236}">
                <a16:creationId xmlns:a16="http://schemas.microsoft.com/office/drawing/2014/main" id="{6630457E-0808-4EA1-98A4-B3889BDBDF8C}"/>
              </a:ext>
            </a:extLst>
          </p:cNvPr>
          <p:cNvSpPr txBox="1">
            <a:spLocks/>
          </p:cNvSpPr>
          <p:nvPr/>
        </p:nvSpPr>
        <p:spPr bwMode="auto">
          <a:xfrm>
            <a:off x="755577" y="267495"/>
            <a:ext cx="2950442" cy="3600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ctr" anchorCtr="0" compatLnSpc="1">
            <a:prstTxWarp prst="textNoShape">
              <a:avLst/>
            </a:prstTxWarp>
          </a:bodyPr>
          <a:lstStyle>
            <a:lvl1pPr algn="l" rtl="0" eaLnBrk="0" fontAlgn="base" hangingPunct="0">
              <a:spcBef>
                <a:spcPct val="0"/>
              </a:spcBef>
              <a:spcAft>
                <a:spcPct val="0"/>
              </a:spcAft>
              <a:defRPr sz="4000" b="1" kern="1200" baseline="0">
                <a:solidFill>
                  <a:srgbClr val="FFFFFF"/>
                </a:solidFill>
                <a:latin typeface="Times New Roman" panose="02020603050405020304" pitchFamily="18" charset="0"/>
                <a:ea typeface="黑体" panose="02010609060101010101" pitchFamily="49" charset="-122"/>
                <a:cs typeface="+mj-cs"/>
              </a:defRPr>
            </a:lvl1pPr>
            <a:lvl2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2pPr>
            <a:lvl3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3pPr>
            <a:lvl4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4pPr>
            <a:lvl5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zh-CN" altLang="en-US" sz="24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基于访问链的</a:t>
            </a:r>
            <a:br>
              <a:rPr lang="en-US" altLang="zh-CN" sz="24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br>
            <a:r>
              <a:rPr lang="zh-CN" altLang="en-US" sz="24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非局部数据访问</a:t>
            </a:r>
            <a:endParaRPr lang="zh-CN" altLang="en-US" sz="2400" dirty="0">
              <a:solidFill>
                <a:schemeClr val="tx1"/>
              </a:solidFill>
            </a:endParaRPr>
          </a:p>
        </p:txBody>
      </p:sp>
    </p:spTree>
    <p:extLst>
      <p:ext uri="{BB962C8B-B14F-4D97-AF65-F5344CB8AC3E}">
        <p14:creationId xmlns:p14="http://schemas.microsoft.com/office/powerpoint/2010/main" val="425803651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0" fill="hold" grpId="0" nodeType="withEffect">
                                  <p:stCondLst>
                                    <p:cond delay="0"/>
                                  </p:stCondLst>
                                  <p:childTnLst>
                                    <p:set>
                                      <p:cBhvr>
                                        <p:cTn id="6" dur="1" fill="hold">
                                          <p:stCondLst>
                                            <p:cond delay="0"/>
                                          </p:stCondLst>
                                        </p:cTn>
                                        <p:tgtEl>
                                          <p:spTgt spid="234502"/>
                                        </p:tgtEl>
                                        <p:attrNameLst>
                                          <p:attrName>style.visibility</p:attrName>
                                        </p:attrNameLst>
                                      </p:cBhvr>
                                      <p:to>
                                        <p:strVal val="visible"/>
                                      </p:to>
                                    </p:set>
                                    <p:anim calcmode="lin" valueType="num">
                                      <p:cBhvr>
                                        <p:cTn id="7" dur="500" fill="hold"/>
                                        <p:tgtEl>
                                          <p:spTgt spid="234502"/>
                                        </p:tgtEl>
                                        <p:attrNameLst>
                                          <p:attrName>ppt_w</p:attrName>
                                        </p:attrNameLst>
                                      </p:cBhvr>
                                      <p:tavLst>
                                        <p:tav tm="0">
                                          <p:val>
                                            <p:fltVal val="0"/>
                                          </p:val>
                                        </p:tav>
                                        <p:tav tm="100000">
                                          <p:val>
                                            <p:strVal val="#ppt_w"/>
                                          </p:val>
                                        </p:tav>
                                      </p:tavLst>
                                    </p:anim>
                                    <p:anim calcmode="lin" valueType="num">
                                      <p:cBhvr>
                                        <p:cTn id="8" dur="500" fill="hold"/>
                                        <p:tgtEl>
                                          <p:spTgt spid="234502"/>
                                        </p:tgtEl>
                                        <p:attrNameLst>
                                          <p:attrName>ppt_h</p:attrName>
                                        </p:attrNameLst>
                                      </p:cBhvr>
                                      <p:tavLst>
                                        <p:tav tm="0">
                                          <p:val>
                                            <p:fltVal val="0"/>
                                          </p:val>
                                        </p:tav>
                                        <p:tav tm="100000">
                                          <p:val>
                                            <p:strVal val="#ppt_h"/>
                                          </p:val>
                                        </p:tav>
                                      </p:tavLst>
                                    </p:anim>
                                    <p:animEffect transition="in" filter="fade">
                                      <p:cBhvr>
                                        <p:cTn id="9" dur="500"/>
                                        <p:tgtEl>
                                          <p:spTgt spid="234502"/>
                                        </p:tgtEl>
                                      </p:cBhvr>
                                    </p:animEffect>
                                  </p:childTnLst>
                                </p:cTn>
                              </p:par>
                              <p:par>
                                <p:cTn id="10" presetID="53" presetClass="entr" presetSubtype="0" fill="hold" grpId="0" nodeType="withEffect">
                                  <p:stCondLst>
                                    <p:cond delay="0"/>
                                  </p:stCondLst>
                                  <p:childTnLst>
                                    <p:set>
                                      <p:cBhvr>
                                        <p:cTn id="11" dur="1" fill="hold">
                                          <p:stCondLst>
                                            <p:cond delay="0"/>
                                          </p:stCondLst>
                                        </p:cTn>
                                        <p:tgtEl>
                                          <p:spTgt spid="234500"/>
                                        </p:tgtEl>
                                        <p:attrNameLst>
                                          <p:attrName>style.visibility</p:attrName>
                                        </p:attrNameLst>
                                      </p:cBhvr>
                                      <p:to>
                                        <p:strVal val="visible"/>
                                      </p:to>
                                    </p:set>
                                    <p:anim calcmode="lin" valueType="num">
                                      <p:cBhvr>
                                        <p:cTn id="12" dur="500" fill="hold"/>
                                        <p:tgtEl>
                                          <p:spTgt spid="234500"/>
                                        </p:tgtEl>
                                        <p:attrNameLst>
                                          <p:attrName>ppt_w</p:attrName>
                                        </p:attrNameLst>
                                      </p:cBhvr>
                                      <p:tavLst>
                                        <p:tav tm="0">
                                          <p:val>
                                            <p:fltVal val="0"/>
                                          </p:val>
                                        </p:tav>
                                        <p:tav tm="100000">
                                          <p:val>
                                            <p:strVal val="#ppt_w"/>
                                          </p:val>
                                        </p:tav>
                                      </p:tavLst>
                                    </p:anim>
                                    <p:anim calcmode="lin" valueType="num">
                                      <p:cBhvr>
                                        <p:cTn id="13" dur="500" fill="hold"/>
                                        <p:tgtEl>
                                          <p:spTgt spid="234500"/>
                                        </p:tgtEl>
                                        <p:attrNameLst>
                                          <p:attrName>ppt_h</p:attrName>
                                        </p:attrNameLst>
                                      </p:cBhvr>
                                      <p:tavLst>
                                        <p:tav tm="0">
                                          <p:val>
                                            <p:fltVal val="0"/>
                                          </p:val>
                                        </p:tav>
                                        <p:tav tm="100000">
                                          <p:val>
                                            <p:strVal val="#ppt_h"/>
                                          </p:val>
                                        </p:tav>
                                      </p:tavLst>
                                    </p:anim>
                                    <p:animEffect transition="in" filter="fade">
                                      <p:cBhvr>
                                        <p:cTn id="14" dur="500"/>
                                        <p:tgtEl>
                                          <p:spTgt spid="234500"/>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p:cTn id="19" dur="500" fill="hold"/>
                                        <p:tgtEl>
                                          <p:spTgt spid="4"/>
                                        </p:tgtEl>
                                        <p:attrNameLst>
                                          <p:attrName>ppt_w</p:attrName>
                                        </p:attrNameLst>
                                      </p:cBhvr>
                                      <p:tavLst>
                                        <p:tav tm="0">
                                          <p:val>
                                            <p:fltVal val="0"/>
                                          </p:val>
                                        </p:tav>
                                        <p:tav tm="100000">
                                          <p:val>
                                            <p:strVal val="#ppt_w"/>
                                          </p:val>
                                        </p:tav>
                                      </p:tavLst>
                                    </p:anim>
                                    <p:anim calcmode="lin" valueType="num">
                                      <p:cBhvr>
                                        <p:cTn id="20" dur="500" fill="hold"/>
                                        <p:tgtEl>
                                          <p:spTgt spid="4"/>
                                        </p:tgtEl>
                                        <p:attrNameLst>
                                          <p:attrName>ppt_h</p:attrName>
                                        </p:attrNameLst>
                                      </p:cBhvr>
                                      <p:tavLst>
                                        <p:tav tm="0">
                                          <p:val>
                                            <p:fltVal val="0"/>
                                          </p:val>
                                        </p:tav>
                                        <p:tav tm="100000">
                                          <p:val>
                                            <p:strVal val="#ppt_h"/>
                                          </p:val>
                                        </p:tav>
                                      </p:tavLst>
                                    </p:anim>
                                    <p:animEffect transition="in" filter="fade">
                                      <p:cBhvr>
                                        <p:cTn id="21" dur="5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grpId="0" nodeType="clickEffect">
                                  <p:stCondLst>
                                    <p:cond delay="0"/>
                                  </p:stCondLst>
                                  <p:childTnLst>
                                    <p:set>
                                      <p:cBhvr>
                                        <p:cTn id="25" dur="1" fill="hold">
                                          <p:stCondLst>
                                            <p:cond delay="0"/>
                                          </p:stCondLst>
                                        </p:cTn>
                                        <p:tgtEl>
                                          <p:spTgt spid="41"/>
                                        </p:tgtEl>
                                        <p:attrNameLst>
                                          <p:attrName>style.visibility</p:attrName>
                                        </p:attrNameLst>
                                      </p:cBhvr>
                                      <p:to>
                                        <p:strVal val="visible"/>
                                      </p:to>
                                    </p:se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animEffect transition="in" filter="fade">
                                      <p:cBhvr>
                                        <p:cTn id="28" dur="500"/>
                                        <p:tgtEl>
                                          <p:spTgt spid="41"/>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22" presetClass="entr" presetSubtype="4" fill="hold" grpId="0"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down)">
                                      <p:cBhvr>
                                        <p:cTn id="33" dur="500"/>
                                        <p:tgtEl>
                                          <p:spTgt spid="29"/>
                                        </p:tgtEl>
                                      </p:cBhvr>
                                    </p:animEffect>
                                  </p:childTnLst>
                                </p:cTn>
                              </p:par>
                            </p:childTnLst>
                          </p:cTn>
                        </p:par>
                      </p:childTnLst>
                    </p:cTn>
                  </p:par>
                  <p:par>
                    <p:cTn id="34" fill="hold">
                      <p:stCondLst>
                        <p:cond delay="indefinite"/>
                      </p:stCondLst>
                      <p:childTnLst>
                        <p:par>
                          <p:cTn id="35" fill="hold">
                            <p:stCondLst>
                              <p:cond delay="0"/>
                            </p:stCondLst>
                            <p:childTnLst>
                              <p:par>
                                <p:cTn id="36" presetID="53" presetClass="entr" presetSubtype="0" fill="hold" nodeType="clickEffect">
                                  <p:stCondLst>
                                    <p:cond delay="0"/>
                                  </p:stCondLst>
                                  <p:childTnLst>
                                    <p:set>
                                      <p:cBhvr>
                                        <p:cTn id="37" dur="1" fill="hold">
                                          <p:stCondLst>
                                            <p:cond delay="0"/>
                                          </p:stCondLst>
                                        </p:cTn>
                                        <p:tgtEl>
                                          <p:spTgt spid="28"/>
                                        </p:tgtEl>
                                        <p:attrNameLst>
                                          <p:attrName>style.visibility</p:attrName>
                                        </p:attrNameLst>
                                      </p:cBhvr>
                                      <p:to>
                                        <p:strVal val="visible"/>
                                      </p:to>
                                    </p:set>
                                    <p:anim calcmode="lin" valueType="num">
                                      <p:cBhvr>
                                        <p:cTn id="38" dur="500" fill="hold"/>
                                        <p:tgtEl>
                                          <p:spTgt spid="28"/>
                                        </p:tgtEl>
                                        <p:attrNameLst>
                                          <p:attrName>ppt_w</p:attrName>
                                        </p:attrNameLst>
                                      </p:cBhvr>
                                      <p:tavLst>
                                        <p:tav tm="0">
                                          <p:val>
                                            <p:fltVal val="0"/>
                                          </p:val>
                                        </p:tav>
                                        <p:tav tm="100000">
                                          <p:val>
                                            <p:strVal val="#ppt_w"/>
                                          </p:val>
                                        </p:tav>
                                      </p:tavLst>
                                    </p:anim>
                                    <p:anim calcmode="lin" valueType="num">
                                      <p:cBhvr>
                                        <p:cTn id="39" dur="500" fill="hold"/>
                                        <p:tgtEl>
                                          <p:spTgt spid="28"/>
                                        </p:tgtEl>
                                        <p:attrNameLst>
                                          <p:attrName>ppt_h</p:attrName>
                                        </p:attrNameLst>
                                      </p:cBhvr>
                                      <p:tavLst>
                                        <p:tav tm="0">
                                          <p:val>
                                            <p:fltVal val="0"/>
                                          </p:val>
                                        </p:tav>
                                        <p:tav tm="100000">
                                          <p:val>
                                            <p:strVal val="#ppt_h"/>
                                          </p:val>
                                        </p:tav>
                                      </p:tavLst>
                                    </p:anim>
                                    <p:animEffect transition="in" filter="fade">
                                      <p:cBhvr>
                                        <p:cTn id="40" dur="500"/>
                                        <p:tgtEl>
                                          <p:spTgt spid="28"/>
                                        </p:tgtEl>
                                      </p:cBhvr>
                                    </p:animEffect>
                                  </p:childTnLst>
                                </p:cTn>
                              </p:par>
                            </p:childTnLst>
                          </p:cTn>
                        </p:par>
                      </p:childTnLst>
                    </p:cTn>
                  </p:par>
                  <p:par>
                    <p:cTn id="41" fill="hold">
                      <p:stCondLst>
                        <p:cond delay="indefinite"/>
                      </p:stCondLst>
                      <p:childTnLst>
                        <p:par>
                          <p:cTn id="42" fill="hold">
                            <p:stCondLst>
                              <p:cond delay="0"/>
                            </p:stCondLst>
                            <p:childTnLst>
                              <p:par>
                                <p:cTn id="43" presetID="53" presetClass="exit" presetSubtype="32" fill="hold" nodeType="clickEffect">
                                  <p:stCondLst>
                                    <p:cond delay="0"/>
                                  </p:stCondLst>
                                  <p:childTnLst>
                                    <p:anim calcmode="lin" valueType="num">
                                      <p:cBhvr>
                                        <p:cTn id="44" dur="500"/>
                                        <p:tgtEl>
                                          <p:spTgt spid="4"/>
                                        </p:tgtEl>
                                        <p:attrNameLst>
                                          <p:attrName>ppt_w</p:attrName>
                                        </p:attrNameLst>
                                      </p:cBhvr>
                                      <p:tavLst>
                                        <p:tav tm="0">
                                          <p:val>
                                            <p:strVal val="ppt_w"/>
                                          </p:val>
                                        </p:tav>
                                        <p:tav tm="100000">
                                          <p:val>
                                            <p:fltVal val="0"/>
                                          </p:val>
                                        </p:tav>
                                      </p:tavLst>
                                    </p:anim>
                                    <p:anim calcmode="lin" valueType="num">
                                      <p:cBhvr>
                                        <p:cTn id="45" dur="500"/>
                                        <p:tgtEl>
                                          <p:spTgt spid="4"/>
                                        </p:tgtEl>
                                        <p:attrNameLst>
                                          <p:attrName>ppt_h</p:attrName>
                                        </p:attrNameLst>
                                      </p:cBhvr>
                                      <p:tavLst>
                                        <p:tav tm="0">
                                          <p:val>
                                            <p:strVal val="ppt_h"/>
                                          </p:val>
                                        </p:tav>
                                        <p:tav tm="100000">
                                          <p:val>
                                            <p:fltVal val="0"/>
                                          </p:val>
                                        </p:tav>
                                      </p:tavLst>
                                    </p:anim>
                                    <p:animEffect transition="out" filter="fade">
                                      <p:cBhvr>
                                        <p:cTn id="46" dur="500"/>
                                        <p:tgtEl>
                                          <p:spTgt spid="4"/>
                                        </p:tgtEl>
                                      </p:cBhvr>
                                    </p:animEffect>
                                    <p:set>
                                      <p:cBhvr>
                                        <p:cTn id="47" dur="1" fill="hold">
                                          <p:stCondLst>
                                            <p:cond delay="499"/>
                                          </p:stCondLst>
                                        </p:cTn>
                                        <p:tgtEl>
                                          <p:spTgt spid="4"/>
                                        </p:tgtEl>
                                        <p:attrNameLst>
                                          <p:attrName>style.visibility</p:attrName>
                                        </p:attrNameLst>
                                      </p:cBhvr>
                                      <p:to>
                                        <p:strVal val="hidden"/>
                                      </p:to>
                                    </p:set>
                                  </p:childTnLst>
                                </p:cTn>
                              </p:par>
                              <p:par>
                                <p:cTn id="48" presetID="53" presetClass="exit" presetSubtype="32" fill="hold" grpId="1" nodeType="withEffect">
                                  <p:stCondLst>
                                    <p:cond delay="0"/>
                                  </p:stCondLst>
                                  <p:childTnLst>
                                    <p:anim calcmode="lin" valueType="num">
                                      <p:cBhvr>
                                        <p:cTn id="49" dur="500"/>
                                        <p:tgtEl>
                                          <p:spTgt spid="41"/>
                                        </p:tgtEl>
                                        <p:attrNameLst>
                                          <p:attrName>ppt_w</p:attrName>
                                        </p:attrNameLst>
                                      </p:cBhvr>
                                      <p:tavLst>
                                        <p:tav tm="0">
                                          <p:val>
                                            <p:strVal val="ppt_w"/>
                                          </p:val>
                                        </p:tav>
                                        <p:tav tm="100000">
                                          <p:val>
                                            <p:fltVal val="0"/>
                                          </p:val>
                                        </p:tav>
                                      </p:tavLst>
                                    </p:anim>
                                    <p:anim calcmode="lin" valueType="num">
                                      <p:cBhvr>
                                        <p:cTn id="50" dur="500"/>
                                        <p:tgtEl>
                                          <p:spTgt spid="41"/>
                                        </p:tgtEl>
                                        <p:attrNameLst>
                                          <p:attrName>ppt_h</p:attrName>
                                        </p:attrNameLst>
                                      </p:cBhvr>
                                      <p:tavLst>
                                        <p:tav tm="0">
                                          <p:val>
                                            <p:strVal val="ppt_h"/>
                                          </p:val>
                                        </p:tav>
                                        <p:tav tm="100000">
                                          <p:val>
                                            <p:fltVal val="0"/>
                                          </p:val>
                                        </p:tav>
                                      </p:tavLst>
                                    </p:anim>
                                    <p:animEffect transition="out" filter="fade">
                                      <p:cBhvr>
                                        <p:cTn id="51" dur="500"/>
                                        <p:tgtEl>
                                          <p:spTgt spid="41"/>
                                        </p:tgtEl>
                                      </p:cBhvr>
                                    </p:animEffect>
                                    <p:set>
                                      <p:cBhvr>
                                        <p:cTn id="52" dur="1" fill="hold">
                                          <p:stCondLst>
                                            <p:cond delay="499"/>
                                          </p:stCondLst>
                                        </p:cTn>
                                        <p:tgtEl>
                                          <p:spTgt spid="41"/>
                                        </p:tgtEl>
                                        <p:attrNameLst>
                                          <p:attrName>style.visibility</p:attrName>
                                        </p:attrNameLst>
                                      </p:cBhvr>
                                      <p:to>
                                        <p:strVal val="hidden"/>
                                      </p:to>
                                    </p:set>
                                  </p:childTnLst>
                                </p:cTn>
                              </p:par>
                              <p:par>
                                <p:cTn id="53" presetID="22" presetClass="exit" presetSubtype="4" fill="hold" grpId="1" nodeType="withEffect">
                                  <p:stCondLst>
                                    <p:cond delay="0"/>
                                  </p:stCondLst>
                                  <p:childTnLst>
                                    <p:animEffect transition="out" filter="wipe(down)">
                                      <p:cBhvr>
                                        <p:cTn id="54" dur="500"/>
                                        <p:tgtEl>
                                          <p:spTgt spid="29"/>
                                        </p:tgtEl>
                                      </p:cBhvr>
                                    </p:animEffect>
                                    <p:set>
                                      <p:cBhvr>
                                        <p:cTn id="55" dur="1" fill="hold">
                                          <p:stCondLst>
                                            <p:cond delay="499"/>
                                          </p:stCondLst>
                                        </p:cTn>
                                        <p:tgtEl>
                                          <p:spTgt spid="2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4500" grpId="0"/>
      <p:bldP spid="234502" grpId="0" animBg="1"/>
      <p:bldP spid="41" grpId="0" animBg="1"/>
      <p:bldP spid="41" grpId="1" animBg="1"/>
      <p:bldP spid="29" grpId="0" animBg="1"/>
      <p:bldP spid="29" grpId="1"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238595" name="Rectangle 18"/>
          <p:cNvSpPr>
            <a:spLocks noChangeArrowheads="1"/>
          </p:cNvSpPr>
          <p:nvPr/>
        </p:nvSpPr>
        <p:spPr bwMode="auto">
          <a:xfrm>
            <a:off x="6284913" y="2000250"/>
            <a:ext cx="963612"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09572"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238597" name="Line 20"/>
          <p:cNvSpPr>
            <a:spLocks noChangeShapeType="1"/>
          </p:cNvSpPr>
          <p:nvPr/>
        </p:nvSpPr>
        <p:spPr bwMode="auto">
          <a:xfrm flipH="1">
            <a:off x="6732588" y="1714500"/>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45062"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38599" name="Line 22"/>
          <p:cNvSpPr>
            <a:spLocks noChangeShapeType="1"/>
          </p:cNvSpPr>
          <p:nvPr/>
        </p:nvSpPr>
        <p:spPr bwMode="auto">
          <a:xfrm flipH="1">
            <a:off x="5688013" y="2355850"/>
            <a:ext cx="709612" cy="354013"/>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238601" name="Rectangle 24"/>
          <p:cNvSpPr>
            <a:spLocks noChangeArrowheads="1"/>
          </p:cNvSpPr>
          <p:nvPr/>
        </p:nvSpPr>
        <p:spPr bwMode="auto">
          <a:xfrm>
            <a:off x="5337175" y="2692400"/>
            <a:ext cx="966788" cy="531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09577"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09578" name="Group 99"/>
          <p:cNvGrpSpPr>
            <a:grpSpLocks/>
          </p:cNvGrpSpPr>
          <p:nvPr/>
        </p:nvGrpSpPr>
        <p:grpSpPr bwMode="auto">
          <a:xfrm>
            <a:off x="3898900" y="444500"/>
            <a:ext cx="923925" cy="647700"/>
            <a:chOff x="975" y="2750"/>
            <a:chExt cx="776" cy="544"/>
          </a:xfrm>
        </p:grpSpPr>
        <p:sp>
          <p:nvSpPr>
            <p:cNvPr id="16"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9613"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s</a:t>
              </a:r>
            </a:p>
          </p:txBody>
        </p:sp>
        <p:sp>
          <p:nvSpPr>
            <p:cNvPr id="109614"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a</a:t>
              </a:r>
            </a:p>
          </p:txBody>
        </p:sp>
        <p:sp>
          <p:nvSpPr>
            <p:cNvPr id="109615"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20"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21"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109579"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09580" name="组合 113"/>
          <p:cNvGrpSpPr>
            <a:grpSpLocks/>
          </p:cNvGrpSpPr>
          <p:nvPr/>
        </p:nvGrpSpPr>
        <p:grpSpPr bwMode="auto">
          <a:xfrm>
            <a:off x="179388" y="2787650"/>
            <a:ext cx="3140075" cy="1728788"/>
            <a:chOff x="5003799" y="500048"/>
            <a:chExt cx="3282977" cy="1803794"/>
          </a:xfrm>
        </p:grpSpPr>
        <p:sp>
          <p:nvSpPr>
            <p:cNvPr id="24"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chemeClr val="folHlink"/>
                </a:buClr>
                <a:buSzPct val="60000"/>
                <a:defRPr/>
              </a:pPr>
              <a:r>
                <a:rPr lang="zh-CN" altLang="en-US" sz="1200" dirty="0">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chemeClr val="folHlink"/>
                </a:buClr>
                <a:buSzPct val="60000"/>
                <a:defRPr/>
              </a:pPr>
              <a:r>
                <a:rPr lang="en-US" altLang="zh-CN" sz="1800" i="1" dirty="0">
                  <a:ea typeface="楷体_GB2312"/>
                  <a:cs typeface="Times New Roman" pitchFamily="18" charset="0"/>
                </a:rPr>
                <a:t>sort</a:t>
              </a:r>
              <a:r>
                <a:rPr lang="en-US" altLang="zh-CN" sz="1800" dirty="0">
                  <a:ea typeface="楷体_GB2312"/>
                  <a:cs typeface="Times New Roman" pitchFamily="18" charset="0"/>
                </a:rPr>
                <a:t>		            1</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err="1">
                  <a:ea typeface="楷体_GB2312"/>
                  <a:cs typeface="Times New Roman" pitchFamily="18" charset="0"/>
                </a:rPr>
                <a:t>readarray</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exchange</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quicksort</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partition</a:t>
              </a:r>
              <a:r>
                <a:rPr lang="en-US" altLang="zh-CN" sz="1800" dirty="0">
                  <a:ea typeface="楷体_GB2312"/>
                  <a:cs typeface="Times New Roman" pitchFamily="18" charset="0"/>
                </a:rPr>
                <a:t>	            3</a:t>
              </a:r>
            </a:p>
          </p:txBody>
        </p:sp>
        <p:cxnSp>
          <p:nvCxnSpPr>
            <p:cNvPr id="25" name="直接连接符 24"/>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 name="Group 99"/>
          <p:cNvGrpSpPr>
            <a:grpSpLocks/>
          </p:cNvGrpSpPr>
          <p:nvPr/>
        </p:nvGrpSpPr>
        <p:grpSpPr bwMode="auto">
          <a:xfrm>
            <a:off x="3905250" y="1092345"/>
            <a:ext cx="954088" cy="636587"/>
            <a:chOff x="948" y="2750"/>
            <a:chExt cx="802" cy="534"/>
          </a:xfrm>
        </p:grpSpPr>
        <p:sp>
          <p:nvSpPr>
            <p:cNvPr id="28"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9604"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q</a:t>
              </a:r>
              <a:r>
                <a:rPr lang="en-US" altLang="zh-CN" sz="1200">
                  <a:cs typeface="Times New Roman" panose="02020603050405020304" pitchFamily="18" charset="0"/>
                </a:rPr>
                <a:t> (1, 9)</a:t>
              </a:r>
            </a:p>
          </p:txBody>
        </p:sp>
        <p:sp>
          <p:nvSpPr>
            <p:cNvPr id="109605"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v</a:t>
              </a:r>
            </a:p>
          </p:txBody>
        </p:sp>
        <p:sp>
          <p:nvSpPr>
            <p:cNvPr id="109606"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32"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33"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grpSp>
        <p:nvGrpSpPr>
          <p:cNvPr id="5" name="Group 99"/>
          <p:cNvGrpSpPr>
            <a:grpSpLocks/>
          </p:cNvGrpSpPr>
          <p:nvPr/>
        </p:nvGrpSpPr>
        <p:grpSpPr bwMode="auto">
          <a:xfrm>
            <a:off x="3905250" y="1728932"/>
            <a:ext cx="954088" cy="635000"/>
            <a:chOff x="948" y="2750"/>
            <a:chExt cx="802" cy="534"/>
          </a:xfrm>
        </p:grpSpPr>
        <p:sp>
          <p:nvSpPr>
            <p:cNvPr id="3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959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p</a:t>
              </a:r>
              <a:r>
                <a:rPr lang="en-US" altLang="zh-CN" sz="1200">
                  <a:cs typeface="Times New Roman" panose="02020603050405020304" pitchFamily="18" charset="0"/>
                </a:rPr>
                <a:t> (1, 9)</a:t>
              </a:r>
            </a:p>
          </p:txBody>
        </p:sp>
        <p:sp>
          <p:nvSpPr>
            <p:cNvPr id="10959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i, j</a:t>
              </a:r>
            </a:p>
          </p:txBody>
        </p:sp>
        <p:sp>
          <p:nvSpPr>
            <p:cNvPr id="10960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4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4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43" name="Line 12"/>
          <p:cNvSpPr>
            <a:spLocks noChangeShapeType="1"/>
          </p:cNvSpPr>
          <p:nvPr/>
        </p:nvSpPr>
        <p:spPr bwMode="auto">
          <a:xfrm flipH="1">
            <a:off x="5632450" y="30273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4" name="Rectangle 22"/>
          <p:cNvSpPr>
            <a:spLocks noChangeArrowheads="1"/>
          </p:cNvSpPr>
          <p:nvPr/>
        </p:nvSpPr>
        <p:spPr bwMode="auto">
          <a:xfrm>
            <a:off x="5468938" y="3243263"/>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ea typeface="宋体" panose="02010600030101010101" pitchFamily="2" charset="-122"/>
              </a:rPr>
              <a:t>e</a:t>
            </a:r>
          </a:p>
        </p:txBody>
      </p:sp>
      <p:grpSp>
        <p:nvGrpSpPr>
          <p:cNvPr id="6" name="Group 99"/>
          <p:cNvGrpSpPr>
            <a:grpSpLocks/>
          </p:cNvGrpSpPr>
          <p:nvPr/>
        </p:nvGrpSpPr>
        <p:grpSpPr bwMode="auto">
          <a:xfrm>
            <a:off x="3905250" y="2366800"/>
            <a:ext cx="954088" cy="635000"/>
            <a:chOff x="948" y="2750"/>
            <a:chExt cx="802" cy="534"/>
          </a:xfrm>
        </p:grpSpPr>
        <p:sp>
          <p:nvSpPr>
            <p:cNvPr id="4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9592"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e</a:t>
              </a:r>
              <a:endParaRPr lang="en-US" altLang="zh-CN" sz="1200">
                <a:cs typeface="Times New Roman" panose="02020603050405020304" pitchFamily="18" charset="0"/>
              </a:endParaRPr>
            </a:p>
          </p:txBody>
        </p:sp>
        <p:sp>
          <p:nvSpPr>
            <p:cNvPr id="109593"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en-US" altLang="zh-CN" sz="1200" i="1">
                <a:cs typeface="Times New Roman" panose="02020603050405020304" pitchFamily="18" charset="0"/>
              </a:endParaRPr>
            </a:p>
          </p:txBody>
        </p:sp>
        <p:sp>
          <p:nvSpPr>
            <p:cNvPr id="109594"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5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5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52" name="任意多边形 51"/>
          <p:cNvSpPr/>
          <p:nvPr/>
        </p:nvSpPr>
        <p:spPr>
          <a:xfrm>
            <a:off x="4824413" y="854075"/>
            <a:ext cx="460375" cy="1838325"/>
          </a:xfrm>
          <a:custGeom>
            <a:avLst/>
            <a:gdLst>
              <a:gd name="connsiteX0" fmla="*/ 0 w 460464"/>
              <a:gd name="connsiteY0" fmla="*/ 1768642 h 1768642"/>
              <a:gd name="connsiteX1" fmla="*/ 433137 w 460464"/>
              <a:gd name="connsiteY1" fmla="*/ 902369 h 1768642"/>
              <a:gd name="connsiteX2" fmla="*/ 372979 w 460464"/>
              <a:gd name="connsiteY2" fmla="*/ 156411 h 1768642"/>
              <a:gd name="connsiteX3" fmla="*/ 24063 w 460464"/>
              <a:gd name="connsiteY3" fmla="*/ 0 h 1768642"/>
            </a:gdLst>
            <a:ahLst/>
            <a:cxnLst>
              <a:cxn ang="0">
                <a:pos x="connsiteX0" y="connsiteY0"/>
              </a:cxn>
              <a:cxn ang="0">
                <a:pos x="connsiteX1" y="connsiteY1"/>
              </a:cxn>
              <a:cxn ang="0">
                <a:pos x="connsiteX2" y="connsiteY2"/>
              </a:cxn>
              <a:cxn ang="0">
                <a:pos x="connsiteX3" y="connsiteY3"/>
              </a:cxn>
            </a:cxnLst>
            <a:rect l="l" t="t" r="r" b="b"/>
            <a:pathLst>
              <a:path w="460464" h="1768642">
                <a:moveTo>
                  <a:pt x="0" y="1768642"/>
                </a:moveTo>
                <a:cubicBezTo>
                  <a:pt x="185487" y="1469858"/>
                  <a:pt x="370974" y="1171074"/>
                  <a:pt x="433137" y="902369"/>
                </a:cubicBezTo>
                <a:cubicBezTo>
                  <a:pt x="495300" y="633664"/>
                  <a:pt x="441158" y="306806"/>
                  <a:pt x="372979" y="156411"/>
                </a:cubicBezTo>
                <a:cubicBezTo>
                  <a:pt x="304800" y="6016"/>
                  <a:pt x="164431" y="3008"/>
                  <a:pt x="24063" y="0"/>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3" name="Freeform 56"/>
          <p:cNvSpPr>
            <a:spLocks/>
          </p:cNvSpPr>
          <p:nvPr/>
        </p:nvSpPr>
        <p:spPr bwMode="auto">
          <a:xfrm rot="-511685">
            <a:off x="4778101" y="1510612"/>
            <a:ext cx="294115" cy="531409"/>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sp>
        <p:nvSpPr>
          <p:cNvPr id="56" name="Freeform 56"/>
          <p:cNvSpPr>
            <a:spLocks/>
          </p:cNvSpPr>
          <p:nvPr/>
        </p:nvSpPr>
        <p:spPr bwMode="auto">
          <a:xfrm rot="-511685">
            <a:off x="4809247" y="901628"/>
            <a:ext cx="235686" cy="496887"/>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sp>
        <p:nvSpPr>
          <p:cNvPr id="48" name="Line 12"/>
          <p:cNvSpPr>
            <a:spLocks noChangeShapeType="1"/>
          </p:cNvSpPr>
          <p:nvPr/>
        </p:nvSpPr>
        <p:spPr bwMode="auto">
          <a:xfrm flipH="1">
            <a:off x="5632450" y="3027363"/>
            <a:ext cx="0" cy="293687"/>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p>
        </p:txBody>
      </p:sp>
      <p:sp>
        <p:nvSpPr>
          <p:cNvPr id="49" name="Line 22"/>
          <p:cNvSpPr>
            <a:spLocks noChangeShapeType="1"/>
          </p:cNvSpPr>
          <p:nvPr/>
        </p:nvSpPr>
        <p:spPr bwMode="auto">
          <a:xfrm flipH="1">
            <a:off x="5688013" y="2359025"/>
            <a:ext cx="709612" cy="354013"/>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lIns="68580" tIns="34290" rIns="68580" bIns="34290"/>
          <a:lstStyle/>
          <a:p>
            <a:pPr>
              <a:defRPr/>
            </a:pPr>
            <a:endParaRPr lang="zh-CN" altLang="en-US"/>
          </a:p>
        </p:txBody>
      </p:sp>
      <p:sp>
        <p:nvSpPr>
          <p:cNvPr id="55" name="文本框 54">
            <a:extLst>
              <a:ext uri="{FF2B5EF4-FFF2-40B4-BE49-F238E27FC236}">
                <a16:creationId xmlns:a16="http://schemas.microsoft.com/office/drawing/2014/main" id="{D89D8B46-F539-4E0C-B54B-9B56F0815398}"/>
              </a:ext>
            </a:extLst>
          </p:cNvPr>
          <p:cNvSpPr txBox="1"/>
          <p:nvPr/>
        </p:nvSpPr>
        <p:spPr>
          <a:xfrm>
            <a:off x="179388" y="1026537"/>
            <a:ext cx="3488117" cy="1554272"/>
          </a:xfrm>
          <a:prstGeom prst="rect">
            <a:avLst/>
          </a:prstGeom>
          <a:solidFill>
            <a:schemeClr val="accent5">
              <a:lumMod val="20000"/>
              <a:lumOff val="80000"/>
            </a:schemeClr>
          </a:solidFill>
          <a:ln>
            <a:solidFill>
              <a:schemeClr val="tx1"/>
            </a:solidFill>
          </a:ln>
        </p:spPr>
        <p:txBody>
          <a:bodyPr wrap="square" rtlCol="0">
            <a:spAutoFit/>
          </a:bodyPr>
          <a:lstStyle/>
          <a:p>
            <a:pPr>
              <a:spcBef>
                <a:spcPts val="600"/>
              </a:spcBef>
            </a:pPr>
            <a:r>
              <a:rPr lang="en-US" altLang="zh-CN" sz="1800" i="1" dirty="0">
                <a:solidFill>
                  <a:srgbClr val="0000FF"/>
                </a:solidFill>
                <a:ea typeface="华文楷体" panose="02010600040101010101" pitchFamily="2" charset="-122"/>
                <a:cs typeface="Times New Roman" panose="02020603050405020304" pitchFamily="18" charset="0"/>
              </a:rPr>
              <a:t>p</a:t>
            </a:r>
            <a:r>
              <a:rPr lang="zh-CN" altLang="en-US" sz="1800" dirty="0">
                <a:solidFill>
                  <a:srgbClr val="0000FF"/>
                </a:solidFill>
                <a:ea typeface="华文楷体" panose="02010600040101010101" pitchFamily="2" charset="-122"/>
                <a:cs typeface="Times New Roman" panose="02020603050405020304" pitchFamily="18" charset="0"/>
              </a:rPr>
              <a:t>中非局部数据</a:t>
            </a:r>
            <a:r>
              <a:rPr lang="en-US" altLang="zh-CN" sz="1800" i="1" dirty="0">
                <a:solidFill>
                  <a:srgbClr val="0000FF"/>
                </a:solidFill>
                <a:ea typeface="华文楷体" panose="02010600040101010101" pitchFamily="2" charset="-122"/>
                <a:cs typeface="Times New Roman" panose="02020603050405020304" pitchFamily="18" charset="0"/>
              </a:rPr>
              <a:t>a</a:t>
            </a:r>
            <a:r>
              <a:rPr lang="zh-CN" altLang="en-US" sz="1800" dirty="0">
                <a:solidFill>
                  <a:srgbClr val="0000FF"/>
                </a:solidFill>
                <a:ea typeface="华文楷体" panose="02010600040101010101" pitchFamily="2" charset="-122"/>
                <a:cs typeface="Times New Roman" panose="02020603050405020304" pitchFamily="18" charset="0"/>
              </a:rPr>
              <a:t>的地址表示</a:t>
            </a:r>
            <a:r>
              <a:rPr lang="zh-CN" altLang="en-US" sz="1800" dirty="0">
                <a:solidFill>
                  <a:srgbClr val="0000FF"/>
                </a:solidFill>
                <a:ea typeface="华文楷体" panose="02010600040101010101" pitchFamily="2" charset="-122"/>
                <a:cs typeface="Times New Roman" panose="02020603050405020304" pitchFamily="18" charset="0"/>
                <a:sym typeface="Wingdings" panose="05000000000000000000" pitchFamily="2" charset="2"/>
              </a:rPr>
              <a:t>：</a:t>
            </a:r>
            <a:endParaRPr lang="en-US" altLang="zh-CN" sz="1800" dirty="0">
              <a:solidFill>
                <a:srgbClr val="0000FF"/>
              </a:solidFill>
              <a:ea typeface="华文楷体" panose="02010600040101010101" pitchFamily="2" charset="-122"/>
              <a:cs typeface="Times New Roman" panose="02020603050405020304" pitchFamily="18" charset="0"/>
              <a:sym typeface="Wingdings" panose="05000000000000000000" pitchFamily="2" charset="2"/>
            </a:endParaRPr>
          </a:p>
          <a:p>
            <a:pPr algn="ctr">
              <a:spcBef>
                <a:spcPts val="0"/>
              </a:spcBef>
            </a:pPr>
            <a:r>
              <a:rPr lang="en-US" altLang="zh-CN" sz="1800"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a:t>
            </a:r>
            <a:r>
              <a:rPr lang="en-US" altLang="zh-CN" sz="1800" i="1" dirty="0">
                <a:solidFill>
                  <a:srgbClr val="0070C0"/>
                </a:solidFill>
                <a:ea typeface="华文楷体" panose="02010600040101010101" pitchFamily="2" charset="-122"/>
                <a:cs typeface="Times New Roman" panose="02020603050405020304" pitchFamily="18" charset="0"/>
              </a:rPr>
              <a:t>n</a:t>
            </a:r>
            <a:r>
              <a:rPr lang="en-US" altLang="zh-CN" sz="1800" i="1" baseline="-25000" dirty="0">
                <a:solidFill>
                  <a:srgbClr val="0070C0"/>
                </a:solidFill>
                <a:ea typeface="华文楷体" panose="02010600040101010101" pitchFamily="2" charset="-122"/>
                <a:cs typeface="Times New Roman" panose="02020603050405020304" pitchFamily="18" charset="0"/>
              </a:rPr>
              <a:t>p</a:t>
            </a:r>
            <a:r>
              <a:rPr lang="en-US" altLang="zh-CN" sz="1800" baseline="-25000" dirty="0">
                <a:solidFill>
                  <a:srgbClr val="0070C0"/>
                </a:solidFill>
                <a:ea typeface="华文楷体" panose="02010600040101010101" pitchFamily="2" charset="-122"/>
                <a:cs typeface="Times New Roman" panose="02020603050405020304" pitchFamily="18" charset="0"/>
              </a:rPr>
              <a:t> </a:t>
            </a:r>
            <a:r>
              <a:rPr lang="en-US" altLang="zh-CN" sz="1800" dirty="0">
                <a:solidFill>
                  <a:srgbClr val="0070C0"/>
                </a:solidFill>
                <a:ea typeface="华文楷体" panose="02010600040101010101" pitchFamily="2" charset="-122"/>
                <a:cs typeface="Times New Roman" panose="02020603050405020304" pitchFamily="18" charset="0"/>
              </a:rPr>
              <a:t>-</a:t>
            </a:r>
            <a:r>
              <a:rPr lang="en-US" altLang="zh-CN" sz="1800" i="1" dirty="0" err="1">
                <a:solidFill>
                  <a:srgbClr val="0070C0"/>
                </a:solidFill>
                <a:ea typeface="华文楷体" panose="02010600040101010101" pitchFamily="2" charset="-122"/>
                <a:cs typeface="Times New Roman" panose="02020603050405020304" pitchFamily="18" charset="0"/>
              </a:rPr>
              <a:t>n</a:t>
            </a:r>
            <a:r>
              <a:rPr lang="en-US" altLang="zh-CN" sz="1800" i="1" baseline="-25000" dirty="0" err="1">
                <a:solidFill>
                  <a:srgbClr val="0070C0"/>
                </a:solidFill>
                <a:ea typeface="华文楷体" panose="02010600040101010101" pitchFamily="2" charset="-122"/>
                <a:cs typeface="Times New Roman" panose="02020603050405020304" pitchFamily="18" charset="0"/>
              </a:rPr>
              <a:t>a</a:t>
            </a:r>
            <a:r>
              <a:rPr lang="en-US" altLang="zh-CN" sz="1800" baseline="-25000" dirty="0">
                <a:solidFill>
                  <a:srgbClr val="0070C0"/>
                </a:solidFill>
                <a:ea typeface="华文楷体" panose="02010600040101010101" pitchFamily="2" charset="-122"/>
                <a:cs typeface="Times New Roman" panose="02020603050405020304" pitchFamily="18" charset="0"/>
              </a:rPr>
              <a:t> </a:t>
            </a:r>
            <a:r>
              <a:rPr lang="en-US" altLang="zh-CN" sz="1800"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 </a:t>
            </a:r>
            <a:r>
              <a:rPr lang="en-US" altLang="zh-CN" sz="1800" i="1"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a</a:t>
            </a:r>
            <a:r>
              <a:rPr lang="zh-CN" altLang="en-US" sz="1800"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在活动记录中的偏移量</a:t>
            </a:r>
            <a:r>
              <a:rPr lang="en-US" altLang="zh-CN" sz="1800"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a:t>
            </a:r>
            <a:endParaRPr lang="en-US" altLang="zh-CN" sz="1800" i="1" dirty="0">
              <a:solidFill>
                <a:srgbClr val="0070C0"/>
              </a:solidFill>
              <a:ea typeface="华文楷体" panose="02010600040101010101" pitchFamily="2" charset="-122"/>
              <a:cs typeface="Times New Roman" panose="02020603050405020304" pitchFamily="18" charset="0"/>
            </a:endParaRPr>
          </a:p>
          <a:p>
            <a:pPr>
              <a:spcBef>
                <a:spcPts val="600"/>
              </a:spcBef>
            </a:pPr>
            <a:r>
              <a:rPr lang="en-US" altLang="zh-CN" sz="1800" i="1" dirty="0">
                <a:solidFill>
                  <a:srgbClr val="0000FF"/>
                </a:solidFill>
                <a:ea typeface="华文楷体" panose="02010600040101010101" pitchFamily="2" charset="-122"/>
                <a:cs typeface="Times New Roman" panose="02020603050405020304" pitchFamily="18" charset="0"/>
              </a:rPr>
              <a:t>p</a:t>
            </a:r>
            <a:r>
              <a:rPr lang="zh-CN" altLang="en-US" sz="1800" dirty="0">
                <a:solidFill>
                  <a:srgbClr val="0000FF"/>
                </a:solidFill>
                <a:ea typeface="华文楷体" panose="02010600040101010101" pitchFamily="2" charset="-122"/>
                <a:cs typeface="Times New Roman" panose="02020603050405020304" pitchFamily="18" charset="0"/>
              </a:rPr>
              <a:t>访问非局部数据</a:t>
            </a:r>
            <a:r>
              <a:rPr lang="en-US" altLang="zh-CN" sz="1800" i="1" dirty="0">
                <a:solidFill>
                  <a:srgbClr val="0000FF"/>
                </a:solidFill>
                <a:ea typeface="华文楷体" panose="02010600040101010101" pitchFamily="2" charset="-122"/>
                <a:cs typeface="Times New Roman" panose="02020603050405020304" pitchFamily="18" charset="0"/>
              </a:rPr>
              <a:t>a</a:t>
            </a:r>
            <a:r>
              <a:rPr lang="zh-CN" altLang="en-US" sz="1800" dirty="0">
                <a:solidFill>
                  <a:srgbClr val="0000FF"/>
                </a:solidFill>
                <a:ea typeface="华文楷体" panose="02010600040101010101" pitchFamily="2" charset="-122"/>
                <a:cs typeface="Times New Roman" panose="02020603050405020304" pitchFamily="18" charset="0"/>
              </a:rPr>
              <a:t>：</a:t>
            </a:r>
            <a:endParaRPr lang="en-US" altLang="zh-CN" sz="1800" dirty="0">
              <a:solidFill>
                <a:srgbClr val="0000FF"/>
              </a:solidFill>
              <a:ea typeface="华文楷体" panose="02010600040101010101" pitchFamily="2" charset="-122"/>
              <a:cs typeface="Times New Roman" panose="02020603050405020304" pitchFamily="18" charset="0"/>
            </a:endParaRPr>
          </a:p>
          <a:p>
            <a:pPr>
              <a:spcBef>
                <a:spcPts val="0"/>
              </a:spcBef>
            </a:pPr>
            <a:r>
              <a:rPr lang="zh-CN" altLang="en-US" sz="1800" dirty="0">
                <a:ea typeface="华文楷体" panose="02010600040101010101" pitchFamily="2" charset="-122"/>
                <a:cs typeface="Times New Roman" panose="02020603050405020304" pitchFamily="18" charset="0"/>
              </a:rPr>
              <a:t>沿</a:t>
            </a:r>
            <a:r>
              <a:rPr lang="en-US" altLang="zh-CN" sz="1800" i="1" dirty="0">
                <a:ea typeface="华文楷体" panose="02010600040101010101" pitchFamily="2" charset="-122"/>
                <a:cs typeface="Times New Roman" panose="02020603050405020304" pitchFamily="18" charset="0"/>
              </a:rPr>
              <a:t>p</a:t>
            </a:r>
            <a:r>
              <a:rPr lang="zh-CN" altLang="en-US" sz="1800" dirty="0">
                <a:ea typeface="华文楷体" panose="02010600040101010101" pitchFamily="2" charset="-122"/>
                <a:cs typeface="Times New Roman" panose="02020603050405020304" pitchFamily="18" charset="0"/>
              </a:rPr>
              <a:t>访问链经过</a:t>
            </a:r>
            <a:r>
              <a:rPr lang="en-US" altLang="zh-CN" sz="1800" i="1" dirty="0">
                <a:solidFill>
                  <a:srgbClr val="0070C0"/>
                </a:solidFill>
                <a:ea typeface="华文楷体" panose="02010600040101010101" pitchFamily="2" charset="-122"/>
                <a:cs typeface="Times New Roman" panose="02020603050405020304" pitchFamily="18" charset="0"/>
              </a:rPr>
              <a:t>n</a:t>
            </a:r>
            <a:r>
              <a:rPr lang="en-US" altLang="zh-CN" sz="1800" i="1" baseline="-25000" dirty="0">
                <a:solidFill>
                  <a:srgbClr val="0070C0"/>
                </a:solidFill>
                <a:ea typeface="华文楷体" panose="02010600040101010101" pitchFamily="2" charset="-122"/>
                <a:cs typeface="Times New Roman" panose="02020603050405020304" pitchFamily="18" charset="0"/>
              </a:rPr>
              <a:t>p</a:t>
            </a:r>
            <a:r>
              <a:rPr lang="en-US" altLang="zh-CN" sz="1800" baseline="-25000" dirty="0">
                <a:solidFill>
                  <a:srgbClr val="0070C0"/>
                </a:solidFill>
                <a:ea typeface="华文楷体" panose="02010600040101010101" pitchFamily="2" charset="-122"/>
                <a:cs typeface="Times New Roman" panose="02020603050405020304" pitchFamily="18" charset="0"/>
              </a:rPr>
              <a:t> </a:t>
            </a:r>
            <a:r>
              <a:rPr lang="en-US" altLang="zh-CN" sz="1800" dirty="0">
                <a:solidFill>
                  <a:srgbClr val="0070C0"/>
                </a:solidFill>
                <a:ea typeface="华文楷体" panose="02010600040101010101" pitchFamily="2" charset="-122"/>
                <a:cs typeface="Times New Roman" panose="02020603050405020304" pitchFamily="18" charset="0"/>
              </a:rPr>
              <a:t>-</a:t>
            </a:r>
            <a:r>
              <a:rPr lang="en-US" altLang="zh-CN" sz="1800" i="1" dirty="0" err="1">
                <a:solidFill>
                  <a:srgbClr val="0070C0"/>
                </a:solidFill>
                <a:ea typeface="华文楷体" panose="02010600040101010101" pitchFamily="2" charset="-122"/>
                <a:cs typeface="Times New Roman" panose="02020603050405020304" pitchFamily="18" charset="0"/>
              </a:rPr>
              <a:t>n</a:t>
            </a:r>
            <a:r>
              <a:rPr lang="en-US" altLang="zh-CN" sz="1800" i="1" baseline="-25000" dirty="0" err="1">
                <a:solidFill>
                  <a:srgbClr val="0070C0"/>
                </a:solidFill>
                <a:ea typeface="华文楷体" panose="02010600040101010101" pitchFamily="2" charset="-122"/>
                <a:cs typeface="Times New Roman" panose="02020603050405020304" pitchFamily="18" charset="0"/>
              </a:rPr>
              <a:t>a</a:t>
            </a:r>
            <a:r>
              <a:rPr lang="en-US" altLang="zh-CN" sz="1800" baseline="-25000" dirty="0">
                <a:solidFill>
                  <a:srgbClr val="0070C0"/>
                </a:solidFill>
                <a:ea typeface="华文楷体" panose="02010600040101010101" pitchFamily="2" charset="-122"/>
                <a:cs typeface="Times New Roman" panose="02020603050405020304" pitchFamily="18" charset="0"/>
              </a:rPr>
              <a:t> </a:t>
            </a:r>
            <a:r>
              <a:rPr lang="zh-CN" altLang="en-US" sz="1800" dirty="0">
                <a:ea typeface="华文楷体" panose="02010600040101010101" pitchFamily="2" charset="-122"/>
                <a:cs typeface="Times New Roman" panose="02020603050405020304" pitchFamily="18" charset="0"/>
              </a:rPr>
              <a:t>即</a:t>
            </a:r>
            <a:r>
              <a:rPr lang="en-US" altLang="zh-CN" sz="1800" dirty="0">
                <a:ea typeface="华文楷体" panose="02010600040101010101" pitchFamily="2" charset="-122"/>
                <a:cs typeface="Times New Roman" panose="02020603050405020304" pitchFamily="18" charset="0"/>
              </a:rPr>
              <a:t>2</a:t>
            </a:r>
            <a:r>
              <a:rPr lang="zh-CN" altLang="en-US" sz="1800" dirty="0">
                <a:ea typeface="华文楷体" panose="02010600040101010101" pitchFamily="2" charset="-122"/>
                <a:cs typeface="Times New Roman" panose="02020603050405020304" pitchFamily="18" charset="0"/>
              </a:rPr>
              <a:t>步就能到达</a:t>
            </a:r>
            <a:r>
              <a:rPr lang="en-US" altLang="zh-CN" sz="1800" i="1" dirty="0">
                <a:ea typeface="华文楷体" panose="02010600040101010101" pitchFamily="2" charset="-122"/>
                <a:cs typeface="Times New Roman" panose="02020603050405020304" pitchFamily="18" charset="0"/>
              </a:rPr>
              <a:t>s</a:t>
            </a:r>
            <a:r>
              <a:rPr lang="zh-CN" altLang="en-US" sz="1800" dirty="0">
                <a:ea typeface="华文楷体" panose="02010600040101010101" pitchFamily="2" charset="-122"/>
                <a:cs typeface="Times New Roman" panose="02020603050405020304" pitchFamily="18" charset="0"/>
              </a:rPr>
              <a:t>的活动记录</a:t>
            </a:r>
            <a:endParaRPr lang="en-US" altLang="zh-CN" sz="1800" dirty="0">
              <a:ea typeface="华文楷体" panose="02010600040101010101" pitchFamily="2" charset="-122"/>
              <a:cs typeface="Times New Roman" panose="02020603050405020304" pitchFamily="18" charset="0"/>
            </a:endParaRPr>
          </a:p>
        </p:txBody>
      </p:sp>
      <p:sp>
        <p:nvSpPr>
          <p:cNvPr id="58" name="标题 3">
            <a:extLst>
              <a:ext uri="{FF2B5EF4-FFF2-40B4-BE49-F238E27FC236}">
                <a16:creationId xmlns:a16="http://schemas.microsoft.com/office/drawing/2014/main" id="{AC12CDB0-CA8A-46F5-8EAD-E34EE6060E0C}"/>
              </a:ext>
            </a:extLst>
          </p:cNvPr>
          <p:cNvSpPr txBox="1">
            <a:spLocks/>
          </p:cNvSpPr>
          <p:nvPr/>
        </p:nvSpPr>
        <p:spPr bwMode="auto">
          <a:xfrm>
            <a:off x="755577" y="267495"/>
            <a:ext cx="2950442" cy="3600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ctr" anchorCtr="0" compatLnSpc="1">
            <a:prstTxWarp prst="textNoShape">
              <a:avLst/>
            </a:prstTxWarp>
          </a:bodyPr>
          <a:lstStyle>
            <a:lvl1pPr algn="l" rtl="0" eaLnBrk="0" fontAlgn="base" hangingPunct="0">
              <a:spcBef>
                <a:spcPct val="0"/>
              </a:spcBef>
              <a:spcAft>
                <a:spcPct val="0"/>
              </a:spcAft>
              <a:defRPr sz="4000" b="1" kern="1200" baseline="0">
                <a:solidFill>
                  <a:srgbClr val="FFFFFF"/>
                </a:solidFill>
                <a:latin typeface="Times New Roman" panose="02020603050405020304" pitchFamily="18" charset="0"/>
                <a:ea typeface="黑体" panose="02010609060101010101" pitchFamily="49" charset="-122"/>
                <a:cs typeface="+mj-cs"/>
              </a:defRPr>
            </a:lvl1pPr>
            <a:lvl2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2pPr>
            <a:lvl3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3pPr>
            <a:lvl4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4pPr>
            <a:lvl5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zh-CN" altLang="en-US" sz="24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基于访问链的</a:t>
            </a:r>
            <a:br>
              <a:rPr lang="en-US" altLang="zh-CN" sz="24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br>
            <a:r>
              <a:rPr lang="zh-CN" altLang="en-US" sz="24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非局部数据访问</a:t>
            </a:r>
            <a:endParaRPr lang="zh-CN" altLang="en-US" sz="2400" dirty="0">
              <a:solidFill>
                <a:schemeClr val="tx1"/>
              </a:solidFill>
            </a:endParaRPr>
          </a:p>
        </p:txBody>
      </p:sp>
      <p:sp>
        <p:nvSpPr>
          <p:cNvPr id="2" name="矩形 1">
            <a:extLst>
              <a:ext uri="{FF2B5EF4-FFF2-40B4-BE49-F238E27FC236}">
                <a16:creationId xmlns:a16="http://schemas.microsoft.com/office/drawing/2014/main" id="{6FA9401A-0DA7-4FB9-8686-C41AEF3B7A59}"/>
              </a:ext>
            </a:extLst>
          </p:cNvPr>
          <p:cNvSpPr/>
          <p:nvPr/>
        </p:nvSpPr>
        <p:spPr>
          <a:xfrm>
            <a:off x="3563887" y="4063280"/>
            <a:ext cx="5256583" cy="704597"/>
          </a:xfrm>
          <a:prstGeom prst="rect">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800" dirty="0">
                <a:solidFill>
                  <a:schemeClr val="tx1"/>
                </a:solidFill>
              </a:rPr>
              <a:t>沿着栈顶活动记录的访问链就可以找到它可以访问的所有活动的数据。</a:t>
            </a:r>
          </a:p>
        </p:txBody>
      </p:sp>
    </p:spTree>
    <p:extLst>
      <p:ext uri="{BB962C8B-B14F-4D97-AF65-F5344CB8AC3E}">
        <p14:creationId xmlns:p14="http://schemas.microsoft.com/office/powerpoint/2010/main" val="107265389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0" fill="hold" grpId="0" nodeType="withEffect">
                                  <p:stCondLst>
                                    <p:cond delay="0"/>
                                  </p:stCondLst>
                                  <p:childTnLst>
                                    <p:set>
                                      <p:cBhvr>
                                        <p:cTn id="6" dur="1" fill="hold">
                                          <p:stCondLst>
                                            <p:cond delay="0"/>
                                          </p:stCondLst>
                                        </p:cTn>
                                        <p:tgtEl>
                                          <p:spTgt spid="238597"/>
                                        </p:tgtEl>
                                        <p:attrNameLst>
                                          <p:attrName>style.visibility</p:attrName>
                                        </p:attrNameLst>
                                      </p:cBhvr>
                                      <p:to>
                                        <p:strVal val="visible"/>
                                      </p:to>
                                    </p:set>
                                    <p:anim calcmode="lin" valueType="num">
                                      <p:cBhvr>
                                        <p:cTn id="7" dur="500" fill="hold"/>
                                        <p:tgtEl>
                                          <p:spTgt spid="238597"/>
                                        </p:tgtEl>
                                        <p:attrNameLst>
                                          <p:attrName>ppt_w</p:attrName>
                                        </p:attrNameLst>
                                      </p:cBhvr>
                                      <p:tavLst>
                                        <p:tav tm="0">
                                          <p:val>
                                            <p:fltVal val="0"/>
                                          </p:val>
                                        </p:tav>
                                        <p:tav tm="100000">
                                          <p:val>
                                            <p:strVal val="#ppt_w"/>
                                          </p:val>
                                        </p:tav>
                                      </p:tavLst>
                                    </p:anim>
                                    <p:anim calcmode="lin" valueType="num">
                                      <p:cBhvr>
                                        <p:cTn id="8" dur="500" fill="hold"/>
                                        <p:tgtEl>
                                          <p:spTgt spid="238597"/>
                                        </p:tgtEl>
                                        <p:attrNameLst>
                                          <p:attrName>ppt_h</p:attrName>
                                        </p:attrNameLst>
                                      </p:cBhvr>
                                      <p:tavLst>
                                        <p:tav tm="0">
                                          <p:val>
                                            <p:fltVal val="0"/>
                                          </p:val>
                                        </p:tav>
                                        <p:tav tm="100000">
                                          <p:val>
                                            <p:strVal val="#ppt_h"/>
                                          </p:val>
                                        </p:tav>
                                      </p:tavLst>
                                    </p:anim>
                                    <p:animEffect transition="in" filter="fade">
                                      <p:cBhvr>
                                        <p:cTn id="9" dur="500"/>
                                        <p:tgtEl>
                                          <p:spTgt spid="238597"/>
                                        </p:tgtEl>
                                      </p:cBhvr>
                                    </p:animEffect>
                                  </p:childTnLst>
                                </p:cTn>
                              </p:par>
                              <p:par>
                                <p:cTn id="10" presetID="53" presetClass="entr" presetSubtype="0" fill="hold" nodeType="withEffect">
                                  <p:stCondLst>
                                    <p:cond delay="0"/>
                                  </p:stCondLst>
                                  <p:childTnLst>
                                    <p:set>
                                      <p:cBhvr>
                                        <p:cTn id="11" dur="1" fill="hold">
                                          <p:stCondLst>
                                            <p:cond delay="0"/>
                                          </p:stCondLst>
                                        </p:cTn>
                                        <p:tgtEl>
                                          <p:spTgt spid="238595"/>
                                        </p:tgtEl>
                                        <p:attrNameLst>
                                          <p:attrName>style.visibility</p:attrName>
                                        </p:attrNameLst>
                                      </p:cBhvr>
                                      <p:to>
                                        <p:strVal val="visible"/>
                                      </p:to>
                                    </p:set>
                                    <p:anim calcmode="lin" valueType="num">
                                      <p:cBhvr>
                                        <p:cTn id="12" dur="500" fill="hold"/>
                                        <p:tgtEl>
                                          <p:spTgt spid="238595"/>
                                        </p:tgtEl>
                                        <p:attrNameLst>
                                          <p:attrName>ppt_w</p:attrName>
                                        </p:attrNameLst>
                                      </p:cBhvr>
                                      <p:tavLst>
                                        <p:tav tm="0">
                                          <p:val>
                                            <p:fltVal val="0"/>
                                          </p:val>
                                        </p:tav>
                                        <p:tav tm="100000">
                                          <p:val>
                                            <p:strVal val="#ppt_w"/>
                                          </p:val>
                                        </p:tav>
                                      </p:tavLst>
                                    </p:anim>
                                    <p:anim calcmode="lin" valueType="num">
                                      <p:cBhvr>
                                        <p:cTn id="13" dur="500" fill="hold"/>
                                        <p:tgtEl>
                                          <p:spTgt spid="238595"/>
                                        </p:tgtEl>
                                        <p:attrNameLst>
                                          <p:attrName>ppt_h</p:attrName>
                                        </p:attrNameLst>
                                      </p:cBhvr>
                                      <p:tavLst>
                                        <p:tav tm="0">
                                          <p:val>
                                            <p:fltVal val="0"/>
                                          </p:val>
                                        </p:tav>
                                        <p:tav tm="100000">
                                          <p:val>
                                            <p:strVal val="#ppt_h"/>
                                          </p:val>
                                        </p:tav>
                                      </p:tavLst>
                                    </p:anim>
                                    <p:animEffect transition="in" filter="fade">
                                      <p:cBhvr>
                                        <p:cTn id="14" dur="500"/>
                                        <p:tgtEl>
                                          <p:spTgt spid="238595"/>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p:cTn id="19" dur="500" fill="hold"/>
                                        <p:tgtEl>
                                          <p:spTgt spid="4"/>
                                        </p:tgtEl>
                                        <p:attrNameLst>
                                          <p:attrName>ppt_w</p:attrName>
                                        </p:attrNameLst>
                                      </p:cBhvr>
                                      <p:tavLst>
                                        <p:tav tm="0">
                                          <p:val>
                                            <p:fltVal val="0"/>
                                          </p:val>
                                        </p:tav>
                                        <p:tav tm="100000">
                                          <p:val>
                                            <p:strVal val="#ppt_w"/>
                                          </p:val>
                                        </p:tav>
                                      </p:tavLst>
                                    </p:anim>
                                    <p:anim calcmode="lin" valueType="num">
                                      <p:cBhvr>
                                        <p:cTn id="20" dur="500" fill="hold"/>
                                        <p:tgtEl>
                                          <p:spTgt spid="4"/>
                                        </p:tgtEl>
                                        <p:attrNameLst>
                                          <p:attrName>ppt_h</p:attrName>
                                        </p:attrNameLst>
                                      </p:cBhvr>
                                      <p:tavLst>
                                        <p:tav tm="0">
                                          <p:val>
                                            <p:fltVal val="0"/>
                                          </p:val>
                                        </p:tav>
                                        <p:tav tm="100000">
                                          <p:val>
                                            <p:strVal val="#ppt_h"/>
                                          </p:val>
                                        </p:tav>
                                      </p:tavLst>
                                    </p:anim>
                                    <p:animEffect transition="in" filter="fade">
                                      <p:cBhvr>
                                        <p:cTn id="21" dur="500"/>
                                        <p:tgtEl>
                                          <p:spTgt spid="4"/>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53" presetClass="entr" presetSubtype="16" fill="hold" grpId="0" nodeType="clickEffect">
                                  <p:stCondLst>
                                    <p:cond delay="0"/>
                                  </p:stCondLst>
                                  <p:childTnLst>
                                    <p:set>
                                      <p:cBhvr>
                                        <p:cTn id="25" dur="1" fill="hold">
                                          <p:stCondLst>
                                            <p:cond delay="0"/>
                                          </p:stCondLst>
                                        </p:cTn>
                                        <p:tgtEl>
                                          <p:spTgt spid="56"/>
                                        </p:tgtEl>
                                        <p:attrNameLst>
                                          <p:attrName>style.visibility</p:attrName>
                                        </p:attrNameLst>
                                      </p:cBhvr>
                                      <p:to>
                                        <p:strVal val="visible"/>
                                      </p:to>
                                    </p:set>
                                    <p:anim calcmode="lin" valueType="num">
                                      <p:cBhvr>
                                        <p:cTn id="26" dur="500" fill="hold"/>
                                        <p:tgtEl>
                                          <p:spTgt spid="56"/>
                                        </p:tgtEl>
                                        <p:attrNameLst>
                                          <p:attrName>ppt_w</p:attrName>
                                        </p:attrNameLst>
                                      </p:cBhvr>
                                      <p:tavLst>
                                        <p:tav tm="0">
                                          <p:val>
                                            <p:fltVal val="0"/>
                                          </p:val>
                                        </p:tav>
                                        <p:tav tm="100000">
                                          <p:val>
                                            <p:strVal val="#ppt_w"/>
                                          </p:val>
                                        </p:tav>
                                      </p:tavLst>
                                    </p:anim>
                                    <p:anim calcmode="lin" valueType="num">
                                      <p:cBhvr>
                                        <p:cTn id="27" dur="500" fill="hold"/>
                                        <p:tgtEl>
                                          <p:spTgt spid="56"/>
                                        </p:tgtEl>
                                        <p:attrNameLst>
                                          <p:attrName>ppt_h</p:attrName>
                                        </p:attrNameLst>
                                      </p:cBhvr>
                                      <p:tavLst>
                                        <p:tav tm="0">
                                          <p:val>
                                            <p:fltVal val="0"/>
                                          </p:val>
                                        </p:tav>
                                        <p:tav tm="100000">
                                          <p:val>
                                            <p:strVal val="#ppt_h"/>
                                          </p:val>
                                        </p:tav>
                                      </p:tavLst>
                                    </p:anim>
                                    <p:animEffect transition="in" filter="fade">
                                      <p:cBhvr>
                                        <p:cTn id="28" dur="500"/>
                                        <p:tgtEl>
                                          <p:spTgt spid="56"/>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53" presetClass="entr" presetSubtype="0" fill="hold" grpId="0" nodeType="clickEffect">
                                  <p:stCondLst>
                                    <p:cond delay="0"/>
                                  </p:stCondLst>
                                  <p:childTnLst>
                                    <p:set>
                                      <p:cBhvr>
                                        <p:cTn id="32" dur="1" fill="hold">
                                          <p:stCondLst>
                                            <p:cond delay="0"/>
                                          </p:stCondLst>
                                        </p:cTn>
                                        <p:tgtEl>
                                          <p:spTgt spid="238599"/>
                                        </p:tgtEl>
                                        <p:attrNameLst>
                                          <p:attrName>style.visibility</p:attrName>
                                        </p:attrNameLst>
                                      </p:cBhvr>
                                      <p:to>
                                        <p:strVal val="visible"/>
                                      </p:to>
                                    </p:set>
                                    <p:anim calcmode="lin" valueType="num">
                                      <p:cBhvr>
                                        <p:cTn id="33" dur="500" fill="hold"/>
                                        <p:tgtEl>
                                          <p:spTgt spid="238599"/>
                                        </p:tgtEl>
                                        <p:attrNameLst>
                                          <p:attrName>ppt_w</p:attrName>
                                        </p:attrNameLst>
                                      </p:cBhvr>
                                      <p:tavLst>
                                        <p:tav tm="0">
                                          <p:val>
                                            <p:fltVal val="0"/>
                                          </p:val>
                                        </p:tav>
                                        <p:tav tm="100000">
                                          <p:val>
                                            <p:strVal val="#ppt_w"/>
                                          </p:val>
                                        </p:tav>
                                      </p:tavLst>
                                    </p:anim>
                                    <p:anim calcmode="lin" valueType="num">
                                      <p:cBhvr>
                                        <p:cTn id="34" dur="500" fill="hold"/>
                                        <p:tgtEl>
                                          <p:spTgt spid="238599"/>
                                        </p:tgtEl>
                                        <p:attrNameLst>
                                          <p:attrName>ppt_h</p:attrName>
                                        </p:attrNameLst>
                                      </p:cBhvr>
                                      <p:tavLst>
                                        <p:tav tm="0">
                                          <p:val>
                                            <p:fltVal val="0"/>
                                          </p:val>
                                        </p:tav>
                                        <p:tav tm="100000">
                                          <p:val>
                                            <p:strVal val="#ppt_h"/>
                                          </p:val>
                                        </p:tav>
                                      </p:tavLst>
                                    </p:anim>
                                    <p:animEffect transition="in" filter="fade">
                                      <p:cBhvr>
                                        <p:cTn id="35" dur="500"/>
                                        <p:tgtEl>
                                          <p:spTgt spid="238599"/>
                                        </p:tgtEl>
                                      </p:cBhvr>
                                    </p:animEffect>
                                  </p:childTnLst>
                                </p:cTn>
                              </p:par>
                              <p:par>
                                <p:cTn id="36" presetID="53" presetClass="entr" presetSubtype="0" fill="hold" grpId="0" nodeType="withEffect">
                                  <p:stCondLst>
                                    <p:cond delay="0"/>
                                  </p:stCondLst>
                                  <p:childTnLst>
                                    <p:set>
                                      <p:cBhvr>
                                        <p:cTn id="37" dur="1" fill="hold">
                                          <p:stCondLst>
                                            <p:cond delay="0"/>
                                          </p:stCondLst>
                                        </p:cTn>
                                        <p:tgtEl>
                                          <p:spTgt spid="238601"/>
                                        </p:tgtEl>
                                        <p:attrNameLst>
                                          <p:attrName>style.visibility</p:attrName>
                                        </p:attrNameLst>
                                      </p:cBhvr>
                                      <p:to>
                                        <p:strVal val="visible"/>
                                      </p:to>
                                    </p:set>
                                    <p:anim calcmode="lin" valueType="num">
                                      <p:cBhvr>
                                        <p:cTn id="38" dur="500" fill="hold"/>
                                        <p:tgtEl>
                                          <p:spTgt spid="238601"/>
                                        </p:tgtEl>
                                        <p:attrNameLst>
                                          <p:attrName>ppt_w</p:attrName>
                                        </p:attrNameLst>
                                      </p:cBhvr>
                                      <p:tavLst>
                                        <p:tav tm="0">
                                          <p:val>
                                            <p:fltVal val="0"/>
                                          </p:val>
                                        </p:tav>
                                        <p:tav tm="100000">
                                          <p:val>
                                            <p:strVal val="#ppt_w"/>
                                          </p:val>
                                        </p:tav>
                                      </p:tavLst>
                                    </p:anim>
                                    <p:anim calcmode="lin" valueType="num">
                                      <p:cBhvr>
                                        <p:cTn id="39" dur="500" fill="hold"/>
                                        <p:tgtEl>
                                          <p:spTgt spid="238601"/>
                                        </p:tgtEl>
                                        <p:attrNameLst>
                                          <p:attrName>ppt_h</p:attrName>
                                        </p:attrNameLst>
                                      </p:cBhvr>
                                      <p:tavLst>
                                        <p:tav tm="0">
                                          <p:val>
                                            <p:fltVal val="0"/>
                                          </p:val>
                                        </p:tav>
                                        <p:tav tm="100000">
                                          <p:val>
                                            <p:strVal val="#ppt_h"/>
                                          </p:val>
                                        </p:tav>
                                      </p:tavLst>
                                    </p:anim>
                                    <p:animEffect transition="in" filter="fade">
                                      <p:cBhvr>
                                        <p:cTn id="40" dur="500"/>
                                        <p:tgtEl>
                                          <p:spTgt spid="238601"/>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53" presetClass="entr" presetSubtype="16" fill="hold" nodeType="clickEffect">
                                  <p:stCondLst>
                                    <p:cond delay="0"/>
                                  </p:stCondLst>
                                  <p:childTnLst>
                                    <p:set>
                                      <p:cBhvr>
                                        <p:cTn id="44" dur="1" fill="hold">
                                          <p:stCondLst>
                                            <p:cond delay="0"/>
                                          </p:stCondLst>
                                        </p:cTn>
                                        <p:tgtEl>
                                          <p:spTgt spid="5"/>
                                        </p:tgtEl>
                                        <p:attrNameLst>
                                          <p:attrName>style.visibility</p:attrName>
                                        </p:attrNameLst>
                                      </p:cBhvr>
                                      <p:to>
                                        <p:strVal val="visible"/>
                                      </p:to>
                                    </p:set>
                                    <p:anim calcmode="lin" valueType="num">
                                      <p:cBhvr>
                                        <p:cTn id="45" dur="500" fill="hold"/>
                                        <p:tgtEl>
                                          <p:spTgt spid="5"/>
                                        </p:tgtEl>
                                        <p:attrNameLst>
                                          <p:attrName>ppt_w</p:attrName>
                                        </p:attrNameLst>
                                      </p:cBhvr>
                                      <p:tavLst>
                                        <p:tav tm="0">
                                          <p:val>
                                            <p:fltVal val="0"/>
                                          </p:val>
                                        </p:tav>
                                        <p:tav tm="100000">
                                          <p:val>
                                            <p:strVal val="#ppt_w"/>
                                          </p:val>
                                        </p:tav>
                                      </p:tavLst>
                                    </p:anim>
                                    <p:anim calcmode="lin" valueType="num">
                                      <p:cBhvr>
                                        <p:cTn id="46" dur="500" fill="hold"/>
                                        <p:tgtEl>
                                          <p:spTgt spid="5"/>
                                        </p:tgtEl>
                                        <p:attrNameLst>
                                          <p:attrName>ppt_h</p:attrName>
                                        </p:attrNameLst>
                                      </p:cBhvr>
                                      <p:tavLst>
                                        <p:tav tm="0">
                                          <p:val>
                                            <p:fltVal val="0"/>
                                          </p:val>
                                        </p:tav>
                                        <p:tav tm="100000">
                                          <p:val>
                                            <p:strVal val="#ppt_h"/>
                                          </p:val>
                                        </p:tav>
                                      </p:tavLst>
                                    </p:anim>
                                    <p:animEffect transition="in" filter="fade">
                                      <p:cBhvr>
                                        <p:cTn id="47" dur="500"/>
                                        <p:tgtEl>
                                          <p:spTgt spid="5"/>
                                        </p:tgtEl>
                                      </p:cBhvr>
                                    </p:animEffect>
                                  </p:childTnLst>
                                </p:cTn>
                              </p:par>
                            </p:childTnLst>
                          </p:cTn>
                        </p:par>
                      </p:childTnLst>
                    </p:cTn>
                  </p:par>
                  <p:par>
                    <p:cTn id="48" fill="hold" nodeType="clickPar">
                      <p:stCondLst>
                        <p:cond delay="indefinite"/>
                      </p:stCondLst>
                      <p:childTnLst>
                        <p:par>
                          <p:cTn id="49" fill="hold" nodeType="withGroup">
                            <p:stCondLst>
                              <p:cond delay="0"/>
                            </p:stCondLst>
                            <p:childTnLst>
                              <p:par>
                                <p:cTn id="50" presetID="53" presetClass="entr" presetSubtype="16" fill="hold" grpId="0" nodeType="clickEffect">
                                  <p:stCondLst>
                                    <p:cond delay="0"/>
                                  </p:stCondLst>
                                  <p:childTnLst>
                                    <p:set>
                                      <p:cBhvr>
                                        <p:cTn id="51" dur="1" fill="hold">
                                          <p:stCondLst>
                                            <p:cond delay="0"/>
                                          </p:stCondLst>
                                        </p:cTn>
                                        <p:tgtEl>
                                          <p:spTgt spid="53"/>
                                        </p:tgtEl>
                                        <p:attrNameLst>
                                          <p:attrName>style.visibility</p:attrName>
                                        </p:attrNameLst>
                                      </p:cBhvr>
                                      <p:to>
                                        <p:strVal val="visible"/>
                                      </p:to>
                                    </p:set>
                                    <p:anim calcmode="lin" valueType="num">
                                      <p:cBhvr>
                                        <p:cTn id="52" dur="500" fill="hold"/>
                                        <p:tgtEl>
                                          <p:spTgt spid="53"/>
                                        </p:tgtEl>
                                        <p:attrNameLst>
                                          <p:attrName>ppt_w</p:attrName>
                                        </p:attrNameLst>
                                      </p:cBhvr>
                                      <p:tavLst>
                                        <p:tav tm="0">
                                          <p:val>
                                            <p:fltVal val="0"/>
                                          </p:val>
                                        </p:tav>
                                        <p:tav tm="100000">
                                          <p:val>
                                            <p:strVal val="#ppt_w"/>
                                          </p:val>
                                        </p:tav>
                                      </p:tavLst>
                                    </p:anim>
                                    <p:anim calcmode="lin" valueType="num">
                                      <p:cBhvr>
                                        <p:cTn id="53" dur="500" fill="hold"/>
                                        <p:tgtEl>
                                          <p:spTgt spid="53"/>
                                        </p:tgtEl>
                                        <p:attrNameLst>
                                          <p:attrName>ppt_h</p:attrName>
                                        </p:attrNameLst>
                                      </p:cBhvr>
                                      <p:tavLst>
                                        <p:tav tm="0">
                                          <p:val>
                                            <p:fltVal val="0"/>
                                          </p:val>
                                        </p:tav>
                                        <p:tav tm="100000">
                                          <p:val>
                                            <p:strVal val="#ppt_h"/>
                                          </p:val>
                                        </p:tav>
                                      </p:tavLst>
                                    </p:anim>
                                    <p:animEffect transition="in" filter="fade">
                                      <p:cBhvr>
                                        <p:cTn id="54" dur="500"/>
                                        <p:tgtEl>
                                          <p:spTgt spid="5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4" fill="hold" grpId="0" nodeType="clickEffect">
                                  <p:stCondLst>
                                    <p:cond delay="0"/>
                                  </p:stCondLst>
                                  <p:childTnLst>
                                    <p:set>
                                      <p:cBhvr>
                                        <p:cTn id="58" dur="1" fill="hold">
                                          <p:stCondLst>
                                            <p:cond delay="0"/>
                                          </p:stCondLst>
                                        </p:cTn>
                                        <p:tgtEl>
                                          <p:spTgt spid="55"/>
                                        </p:tgtEl>
                                        <p:attrNameLst>
                                          <p:attrName>style.visibility</p:attrName>
                                        </p:attrNameLst>
                                      </p:cBhvr>
                                      <p:to>
                                        <p:strVal val="visible"/>
                                      </p:to>
                                    </p:set>
                                    <p:animEffect transition="in" filter="wipe(down)">
                                      <p:cBhvr>
                                        <p:cTn id="59" dur="500"/>
                                        <p:tgtEl>
                                          <p:spTgt spid="55"/>
                                        </p:tgtEl>
                                      </p:cBhvr>
                                    </p:animEffect>
                                  </p:childTnLst>
                                </p:cTn>
                              </p:par>
                            </p:childTnLst>
                          </p:cTn>
                        </p:par>
                      </p:childTnLst>
                    </p:cTn>
                  </p:par>
                  <p:par>
                    <p:cTn id="60" fill="hold" nodeType="clickPar">
                      <p:stCondLst>
                        <p:cond delay="indefinite"/>
                      </p:stCondLst>
                      <p:childTnLst>
                        <p:par>
                          <p:cTn id="61" fill="hold" nodeType="withGroup">
                            <p:stCondLst>
                              <p:cond delay="0"/>
                            </p:stCondLst>
                            <p:childTnLst>
                              <p:par>
                                <p:cTn id="62" presetID="22" presetClass="entr" presetSubtype="4" fill="hold" grpId="0" nodeType="clickEffect">
                                  <p:stCondLst>
                                    <p:cond delay="0"/>
                                  </p:stCondLst>
                                  <p:childTnLst>
                                    <p:set>
                                      <p:cBhvr>
                                        <p:cTn id="63" dur="1" fill="hold">
                                          <p:stCondLst>
                                            <p:cond delay="0"/>
                                          </p:stCondLst>
                                        </p:cTn>
                                        <p:tgtEl>
                                          <p:spTgt spid="2"/>
                                        </p:tgtEl>
                                        <p:attrNameLst>
                                          <p:attrName>style.visibility</p:attrName>
                                        </p:attrNameLst>
                                      </p:cBhvr>
                                      <p:to>
                                        <p:strVal val="visible"/>
                                      </p:to>
                                    </p:set>
                                    <p:animEffect transition="in" filter="wipe(down)">
                                      <p:cBhvr>
                                        <p:cTn id="64" dur="500"/>
                                        <p:tgtEl>
                                          <p:spTgt spid="2"/>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xit" presetSubtype="4" fill="hold" grpId="1" nodeType="clickEffect">
                                  <p:stCondLst>
                                    <p:cond delay="0"/>
                                  </p:stCondLst>
                                  <p:childTnLst>
                                    <p:animEffect transition="out" filter="wipe(down)">
                                      <p:cBhvr>
                                        <p:cTn id="68" dur="500"/>
                                        <p:tgtEl>
                                          <p:spTgt spid="2"/>
                                        </p:tgtEl>
                                      </p:cBhvr>
                                    </p:animEffect>
                                    <p:set>
                                      <p:cBhvr>
                                        <p:cTn id="69" dur="1" fill="hold">
                                          <p:stCondLst>
                                            <p:cond delay="499"/>
                                          </p:stCondLst>
                                        </p:cTn>
                                        <p:tgtEl>
                                          <p:spTgt spid="2"/>
                                        </p:tgtEl>
                                        <p:attrNameLst>
                                          <p:attrName>style.visibility</p:attrName>
                                        </p:attrNameLst>
                                      </p:cBhvr>
                                      <p:to>
                                        <p:strVal val="hidden"/>
                                      </p:to>
                                    </p:set>
                                  </p:childTnLst>
                                </p:cTn>
                              </p:par>
                              <p:par>
                                <p:cTn id="70" presetID="53" presetClass="entr" presetSubtype="16" fill="hold" grpId="0" nodeType="withEffect">
                                  <p:stCondLst>
                                    <p:cond delay="0"/>
                                  </p:stCondLst>
                                  <p:childTnLst>
                                    <p:set>
                                      <p:cBhvr>
                                        <p:cTn id="71" dur="1" fill="hold">
                                          <p:stCondLst>
                                            <p:cond delay="0"/>
                                          </p:stCondLst>
                                        </p:cTn>
                                        <p:tgtEl>
                                          <p:spTgt spid="43"/>
                                        </p:tgtEl>
                                        <p:attrNameLst>
                                          <p:attrName>style.visibility</p:attrName>
                                        </p:attrNameLst>
                                      </p:cBhvr>
                                      <p:to>
                                        <p:strVal val="visible"/>
                                      </p:to>
                                    </p:set>
                                    <p:anim calcmode="lin" valueType="num">
                                      <p:cBhvr>
                                        <p:cTn id="72" dur="500" fill="hold"/>
                                        <p:tgtEl>
                                          <p:spTgt spid="43"/>
                                        </p:tgtEl>
                                        <p:attrNameLst>
                                          <p:attrName>ppt_w</p:attrName>
                                        </p:attrNameLst>
                                      </p:cBhvr>
                                      <p:tavLst>
                                        <p:tav tm="0">
                                          <p:val>
                                            <p:fltVal val="0"/>
                                          </p:val>
                                        </p:tav>
                                        <p:tav tm="100000">
                                          <p:val>
                                            <p:strVal val="#ppt_w"/>
                                          </p:val>
                                        </p:tav>
                                      </p:tavLst>
                                    </p:anim>
                                    <p:anim calcmode="lin" valueType="num">
                                      <p:cBhvr>
                                        <p:cTn id="73" dur="500" fill="hold"/>
                                        <p:tgtEl>
                                          <p:spTgt spid="43"/>
                                        </p:tgtEl>
                                        <p:attrNameLst>
                                          <p:attrName>ppt_h</p:attrName>
                                        </p:attrNameLst>
                                      </p:cBhvr>
                                      <p:tavLst>
                                        <p:tav tm="0">
                                          <p:val>
                                            <p:fltVal val="0"/>
                                          </p:val>
                                        </p:tav>
                                        <p:tav tm="100000">
                                          <p:val>
                                            <p:strVal val="#ppt_h"/>
                                          </p:val>
                                        </p:tav>
                                      </p:tavLst>
                                    </p:anim>
                                    <p:animEffect transition="in" filter="fade">
                                      <p:cBhvr>
                                        <p:cTn id="74" dur="500"/>
                                        <p:tgtEl>
                                          <p:spTgt spid="43"/>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 calcmode="lin" valueType="num">
                                      <p:cBhvr>
                                        <p:cTn id="77" dur="500" fill="hold"/>
                                        <p:tgtEl>
                                          <p:spTgt spid="44"/>
                                        </p:tgtEl>
                                        <p:attrNameLst>
                                          <p:attrName>ppt_w</p:attrName>
                                        </p:attrNameLst>
                                      </p:cBhvr>
                                      <p:tavLst>
                                        <p:tav tm="0">
                                          <p:val>
                                            <p:fltVal val="0"/>
                                          </p:val>
                                        </p:tav>
                                        <p:tav tm="100000">
                                          <p:val>
                                            <p:strVal val="#ppt_w"/>
                                          </p:val>
                                        </p:tav>
                                      </p:tavLst>
                                    </p:anim>
                                    <p:anim calcmode="lin" valueType="num">
                                      <p:cBhvr>
                                        <p:cTn id="78" dur="500" fill="hold"/>
                                        <p:tgtEl>
                                          <p:spTgt spid="44"/>
                                        </p:tgtEl>
                                        <p:attrNameLst>
                                          <p:attrName>ppt_h</p:attrName>
                                        </p:attrNameLst>
                                      </p:cBhvr>
                                      <p:tavLst>
                                        <p:tav tm="0">
                                          <p:val>
                                            <p:fltVal val="0"/>
                                          </p:val>
                                        </p:tav>
                                        <p:tav tm="100000">
                                          <p:val>
                                            <p:strVal val="#ppt_h"/>
                                          </p:val>
                                        </p:tav>
                                      </p:tavLst>
                                    </p:anim>
                                    <p:animEffect transition="in" filter="fade">
                                      <p:cBhvr>
                                        <p:cTn id="79" dur="500"/>
                                        <p:tgtEl>
                                          <p:spTgt spid="44"/>
                                        </p:tgtEl>
                                      </p:cBhvr>
                                    </p:animEffect>
                                  </p:childTnLst>
                                </p:cTn>
                              </p:par>
                            </p:childTnLst>
                          </p:cTn>
                        </p:par>
                      </p:childTnLst>
                    </p:cTn>
                  </p:par>
                  <p:par>
                    <p:cTn id="80" fill="hold" nodeType="clickPar">
                      <p:stCondLst>
                        <p:cond delay="indefinite"/>
                      </p:stCondLst>
                      <p:childTnLst>
                        <p:par>
                          <p:cTn id="81" fill="hold" nodeType="withGroup">
                            <p:stCondLst>
                              <p:cond delay="0"/>
                            </p:stCondLst>
                            <p:childTnLst>
                              <p:par>
                                <p:cTn id="82" presetID="53" presetClass="entr" presetSubtype="16" fill="hold" nodeType="clickEffect">
                                  <p:stCondLst>
                                    <p:cond delay="0"/>
                                  </p:stCondLst>
                                  <p:childTnLst>
                                    <p:set>
                                      <p:cBhvr>
                                        <p:cTn id="83" dur="1" fill="hold">
                                          <p:stCondLst>
                                            <p:cond delay="0"/>
                                          </p:stCondLst>
                                        </p:cTn>
                                        <p:tgtEl>
                                          <p:spTgt spid="6"/>
                                        </p:tgtEl>
                                        <p:attrNameLst>
                                          <p:attrName>style.visibility</p:attrName>
                                        </p:attrNameLst>
                                      </p:cBhvr>
                                      <p:to>
                                        <p:strVal val="visible"/>
                                      </p:to>
                                    </p:set>
                                    <p:anim calcmode="lin" valueType="num">
                                      <p:cBhvr>
                                        <p:cTn id="84" dur="500" fill="hold"/>
                                        <p:tgtEl>
                                          <p:spTgt spid="6"/>
                                        </p:tgtEl>
                                        <p:attrNameLst>
                                          <p:attrName>ppt_w</p:attrName>
                                        </p:attrNameLst>
                                      </p:cBhvr>
                                      <p:tavLst>
                                        <p:tav tm="0">
                                          <p:val>
                                            <p:fltVal val="0"/>
                                          </p:val>
                                        </p:tav>
                                        <p:tav tm="100000">
                                          <p:val>
                                            <p:strVal val="#ppt_w"/>
                                          </p:val>
                                        </p:tav>
                                      </p:tavLst>
                                    </p:anim>
                                    <p:anim calcmode="lin" valueType="num">
                                      <p:cBhvr>
                                        <p:cTn id="85" dur="500" fill="hold"/>
                                        <p:tgtEl>
                                          <p:spTgt spid="6"/>
                                        </p:tgtEl>
                                        <p:attrNameLst>
                                          <p:attrName>ppt_h</p:attrName>
                                        </p:attrNameLst>
                                      </p:cBhvr>
                                      <p:tavLst>
                                        <p:tav tm="0">
                                          <p:val>
                                            <p:fltVal val="0"/>
                                          </p:val>
                                        </p:tav>
                                        <p:tav tm="100000">
                                          <p:val>
                                            <p:strVal val="#ppt_h"/>
                                          </p:val>
                                        </p:tav>
                                      </p:tavLst>
                                    </p:anim>
                                    <p:animEffect transition="in" filter="fade">
                                      <p:cBhvr>
                                        <p:cTn id="86" dur="500"/>
                                        <p:tgtEl>
                                          <p:spTgt spid="6"/>
                                        </p:tgtEl>
                                      </p:cBhvr>
                                    </p:animEffect>
                                  </p:childTnLst>
                                </p:cTn>
                              </p:par>
                            </p:childTnLst>
                          </p:cTn>
                        </p:par>
                      </p:childTnLst>
                    </p:cTn>
                  </p:par>
                  <p:par>
                    <p:cTn id="87" fill="hold">
                      <p:stCondLst>
                        <p:cond delay="indefinite"/>
                      </p:stCondLst>
                      <p:childTnLst>
                        <p:par>
                          <p:cTn id="88" fill="hold">
                            <p:stCondLst>
                              <p:cond delay="0"/>
                            </p:stCondLst>
                            <p:childTnLst>
                              <p:par>
                                <p:cTn id="89" presetID="53" presetClass="entr" presetSubtype="16" fill="hold" nodeType="clickEffect">
                                  <p:stCondLst>
                                    <p:cond delay="0"/>
                                  </p:stCondLst>
                                  <p:childTnLst>
                                    <p:set>
                                      <p:cBhvr>
                                        <p:cTn id="90" dur="1" fill="hold">
                                          <p:stCondLst>
                                            <p:cond delay="0"/>
                                          </p:stCondLst>
                                        </p:cTn>
                                        <p:tgtEl>
                                          <p:spTgt spid="52"/>
                                        </p:tgtEl>
                                        <p:attrNameLst>
                                          <p:attrName>style.visibility</p:attrName>
                                        </p:attrNameLst>
                                      </p:cBhvr>
                                      <p:to>
                                        <p:strVal val="visible"/>
                                      </p:to>
                                    </p:set>
                                    <p:anim calcmode="lin" valueType="num">
                                      <p:cBhvr>
                                        <p:cTn id="91" dur="500" fill="hold"/>
                                        <p:tgtEl>
                                          <p:spTgt spid="52"/>
                                        </p:tgtEl>
                                        <p:attrNameLst>
                                          <p:attrName>ppt_w</p:attrName>
                                        </p:attrNameLst>
                                      </p:cBhvr>
                                      <p:tavLst>
                                        <p:tav tm="0">
                                          <p:val>
                                            <p:fltVal val="0"/>
                                          </p:val>
                                        </p:tav>
                                        <p:tav tm="100000">
                                          <p:val>
                                            <p:strVal val="#ppt_w"/>
                                          </p:val>
                                        </p:tav>
                                      </p:tavLst>
                                    </p:anim>
                                    <p:anim calcmode="lin" valueType="num">
                                      <p:cBhvr>
                                        <p:cTn id="92" dur="500" fill="hold"/>
                                        <p:tgtEl>
                                          <p:spTgt spid="52"/>
                                        </p:tgtEl>
                                        <p:attrNameLst>
                                          <p:attrName>ppt_h</p:attrName>
                                        </p:attrNameLst>
                                      </p:cBhvr>
                                      <p:tavLst>
                                        <p:tav tm="0">
                                          <p:val>
                                            <p:fltVal val="0"/>
                                          </p:val>
                                        </p:tav>
                                        <p:tav tm="100000">
                                          <p:val>
                                            <p:strVal val="#ppt_h"/>
                                          </p:val>
                                        </p:tav>
                                      </p:tavLst>
                                    </p:anim>
                                    <p:animEffect transition="in" filter="fade">
                                      <p:cBhvr>
                                        <p:cTn id="93" dur="500"/>
                                        <p:tgtEl>
                                          <p:spTgt spid="52"/>
                                        </p:tgtEl>
                                      </p:cBhvr>
                                    </p:animEffect>
                                  </p:childTnLst>
                                </p:cTn>
                              </p:par>
                            </p:childTnLst>
                          </p:cTn>
                        </p:par>
                      </p:childTnLst>
                    </p:cTn>
                  </p:par>
                  <p:par>
                    <p:cTn id="94" fill="hold" nodeType="clickPar">
                      <p:stCondLst>
                        <p:cond delay="indefinite"/>
                      </p:stCondLst>
                      <p:childTnLst>
                        <p:par>
                          <p:cTn id="95" fill="hold" nodeType="withGroup">
                            <p:stCondLst>
                              <p:cond delay="0"/>
                            </p:stCondLst>
                            <p:childTnLst>
                              <p:par>
                                <p:cTn id="96" presetID="53" presetClass="entr" presetSubtype="16" fill="hold" nodeType="clickEffect">
                                  <p:stCondLst>
                                    <p:cond delay="0"/>
                                  </p:stCondLst>
                                  <p:childTnLst>
                                    <p:set>
                                      <p:cBhvr>
                                        <p:cTn id="97" dur="1" fill="hold">
                                          <p:stCondLst>
                                            <p:cond delay="0"/>
                                          </p:stCondLst>
                                        </p:cTn>
                                        <p:tgtEl>
                                          <p:spTgt spid="48"/>
                                        </p:tgtEl>
                                        <p:attrNameLst>
                                          <p:attrName>style.visibility</p:attrName>
                                        </p:attrNameLst>
                                      </p:cBhvr>
                                      <p:to>
                                        <p:strVal val="visible"/>
                                      </p:to>
                                    </p:set>
                                    <p:anim calcmode="lin" valueType="num">
                                      <p:cBhvr>
                                        <p:cTn id="98" dur="500" fill="hold"/>
                                        <p:tgtEl>
                                          <p:spTgt spid="48"/>
                                        </p:tgtEl>
                                        <p:attrNameLst>
                                          <p:attrName>ppt_w</p:attrName>
                                        </p:attrNameLst>
                                      </p:cBhvr>
                                      <p:tavLst>
                                        <p:tav tm="0">
                                          <p:val>
                                            <p:fltVal val="0"/>
                                          </p:val>
                                        </p:tav>
                                        <p:tav tm="100000">
                                          <p:val>
                                            <p:strVal val="#ppt_w"/>
                                          </p:val>
                                        </p:tav>
                                      </p:tavLst>
                                    </p:anim>
                                    <p:anim calcmode="lin" valueType="num">
                                      <p:cBhvr>
                                        <p:cTn id="99" dur="500" fill="hold"/>
                                        <p:tgtEl>
                                          <p:spTgt spid="48"/>
                                        </p:tgtEl>
                                        <p:attrNameLst>
                                          <p:attrName>ppt_h</p:attrName>
                                        </p:attrNameLst>
                                      </p:cBhvr>
                                      <p:tavLst>
                                        <p:tav tm="0">
                                          <p:val>
                                            <p:fltVal val="0"/>
                                          </p:val>
                                        </p:tav>
                                        <p:tav tm="100000">
                                          <p:val>
                                            <p:strVal val="#ppt_h"/>
                                          </p:val>
                                        </p:tav>
                                      </p:tavLst>
                                    </p:anim>
                                    <p:animEffect transition="in" filter="fade">
                                      <p:cBhvr>
                                        <p:cTn id="100" dur="500"/>
                                        <p:tgtEl>
                                          <p:spTgt spid="48"/>
                                        </p:tgtEl>
                                      </p:cBhvr>
                                    </p:animEffect>
                                  </p:childTnLst>
                                </p:cTn>
                              </p:par>
                            </p:childTnLst>
                          </p:cTn>
                        </p:par>
                      </p:childTnLst>
                    </p:cTn>
                  </p:par>
                  <p:par>
                    <p:cTn id="101" fill="hold" nodeType="clickPar">
                      <p:stCondLst>
                        <p:cond delay="indefinite"/>
                      </p:stCondLst>
                      <p:childTnLst>
                        <p:par>
                          <p:cTn id="102" fill="hold" nodeType="withGroup">
                            <p:stCondLst>
                              <p:cond delay="0"/>
                            </p:stCondLst>
                            <p:childTnLst>
                              <p:par>
                                <p:cTn id="103" presetID="53" presetClass="exit" presetSubtype="32" fill="hold" nodeType="clickEffect">
                                  <p:stCondLst>
                                    <p:cond delay="0"/>
                                  </p:stCondLst>
                                  <p:childTnLst>
                                    <p:anim calcmode="lin" valueType="num">
                                      <p:cBhvr>
                                        <p:cTn id="104" dur="500"/>
                                        <p:tgtEl>
                                          <p:spTgt spid="6"/>
                                        </p:tgtEl>
                                        <p:attrNameLst>
                                          <p:attrName>ppt_w</p:attrName>
                                        </p:attrNameLst>
                                      </p:cBhvr>
                                      <p:tavLst>
                                        <p:tav tm="0">
                                          <p:val>
                                            <p:strVal val="ppt_w"/>
                                          </p:val>
                                        </p:tav>
                                        <p:tav tm="100000">
                                          <p:val>
                                            <p:fltVal val="0"/>
                                          </p:val>
                                        </p:tav>
                                      </p:tavLst>
                                    </p:anim>
                                    <p:anim calcmode="lin" valueType="num">
                                      <p:cBhvr>
                                        <p:cTn id="105" dur="500"/>
                                        <p:tgtEl>
                                          <p:spTgt spid="6"/>
                                        </p:tgtEl>
                                        <p:attrNameLst>
                                          <p:attrName>ppt_h</p:attrName>
                                        </p:attrNameLst>
                                      </p:cBhvr>
                                      <p:tavLst>
                                        <p:tav tm="0">
                                          <p:val>
                                            <p:strVal val="ppt_h"/>
                                          </p:val>
                                        </p:tav>
                                        <p:tav tm="100000">
                                          <p:val>
                                            <p:fltVal val="0"/>
                                          </p:val>
                                        </p:tav>
                                      </p:tavLst>
                                    </p:anim>
                                    <p:animEffect transition="out" filter="fade">
                                      <p:cBhvr>
                                        <p:cTn id="106" dur="500"/>
                                        <p:tgtEl>
                                          <p:spTgt spid="6"/>
                                        </p:tgtEl>
                                      </p:cBhvr>
                                    </p:animEffect>
                                    <p:set>
                                      <p:cBhvr>
                                        <p:cTn id="107" dur="1" fill="hold">
                                          <p:stCondLst>
                                            <p:cond delay="499"/>
                                          </p:stCondLst>
                                        </p:cTn>
                                        <p:tgtEl>
                                          <p:spTgt spid="6"/>
                                        </p:tgtEl>
                                        <p:attrNameLst>
                                          <p:attrName>style.visibility</p:attrName>
                                        </p:attrNameLst>
                                      </p:cBhvr>
                                      <p:to>
                                        <p:strVal val="hidden"/>
                                      </p:to>
                                    </p:set>
                                  </p:childTnLst>
                                </p:cTn>
                              </p:par>
                              <p:par>
                                <p:cTn id="108" presetID="53" presetClass="exit" presetSubtype="32" fill="hold" nodeType="withEffect">
                                  <p:stCondLst>
                                    <p:cond delay="0"/>
                                  </p:stCondLst>
                                  <p:childTnLst>
                                    <p:anim calcmode="lin" valueType="num">
                                      <p:cBhvr>
                                        <p:cTn id="109" dur="500"/>
                                        <p:tgtEl>
                                          <p:spTgt spid="52"/>
                                        </p:tgtEl>
                                        <p:attrNameLst>
                                          <p:attrName>ppt_w</p:attrName>
                                        </p:attrNameLst>
                                      </p:cBhvr>
                                      <p:tavLst>
                                        <p:tav tm="0">
                                          <p:val>
                                            <p:strVal val="ppt_w"/>
                                          </p:val>
                                        </p:tav>
                                        <p:tav tm="100000">
                                          <p:val>
                                            <p:fltVal val="0"/>
                                          </p:val>
                                        </p:tav>
                                      </p:tavLst>
                                    </p:anim>
                                    <p:anim calcmode="lin" valueType="num">
                                      <p:cBhvr>
                                        <p:cTn id="110" dur="500"/>
                                        <p:tgtEl>
                                          <p:spTgt spid="52"/>
                                        </p:tgtEl>
                                        <p:attrNameLst>
                                          <p:attrName>ppt_h</p:attrName>
                                        </p:attrNameLst>
                                      </p:cBhvr>
                                      <p:tavLst>
                                        <p:tav tm="0">
                                          <p:val>
                                            <p:strVal val="ppt_h"/>
                                          </p:val>
                                        </p:tav>
                                        <p:tav tm="100000">
                                          <p:val>
                                            <p:fltVal val="0"/>
                                          </p:val>
                                        </p:tav>
                                      </p:tavLst>
                                    </p:anim>
                                    <p:animEffect transition="out" filter="fade">
                                      <p:cBhvr>
                                        <p:cTn id="111" dur="500"/>
                                        <p:tgtEl>
                                          <p:spTgt spid="52"/>
                                        </p:tgtEl>
                                      </p:cBhvr>
                                    </p:animEffect>
                                    <p:set>
                                      <p:cBhvr>
                                        <p:cTn id="112" dur="1" fill="hold">
                                          <p:stCondLst>
                                            <p:cond delay="499"/>
                                          </p:stCondLst>
                                        </p:cTn>
                                        <p:tgtEl>
                                          <p:spTgt spid="52"/>
                                        </p:tgtEl>
                                        <p:attrNameLst>
                                          <p:attrName>style.visibility</p:attrName>
                                        </p:attrNameLst>
                                      </p:cBhvr>
                                      <p:to>
                                        <p:strVal val="hidden"/>
                                      </p:to>
                                    </p:set>
                                  </p:childTnLst>
                                </p:cTn>
                              </p:par>
                            </p:childTnLst>
                          </p:cTn>
                        </p:par>
                      </p:childTnLst>
                    </p:cTn>
                  </p:par>
                  <p:par>
                    <p:cTn id="113" fill="hold">
                      <p:stCondLst>
                        <p:cond delay="indefinite"/>
                      </p:stCondLst>
                      <p:childTnLst>
                        <p:par>
                          <p:cTn id="114" fill="hold">
                            <p:stCondLst>
                              <p:cond delay="0"/>
                            </p:stCondLst>
                            <p:childTnLst>
                              <p:par>
                                <p:cTn id="115" presetID="53" presetClass="entr" presetSubtype="0" fill="hold" nodeType="clickEffect">
                                  <p:stCondLst>
                                    <p:cond delay="0"/>
                                  </p:stCondLst>
                                  <p:childTnLst>
                                    <p:set>
                                      <p:cBhvr>
                                        <p:cTn id="116" dur="1" fill="hold">
                                          <p:stCondLst>
                                            <p:cond delay="0"/>
                                          </p:stCondLst>
                                        </p:cTn>
                                        <p:tgtEl>
                                          <p:spTgt spid="49"/>
                                        </p:tgtEl>
                                        <p:attrNameLst>
                                          <p:attrName>style.visibility</p:attrName>
                                        </p:attrNameLst>
                                      </p:cBhvr>
                                      <p:to>
                                        <p:strVal val="visible"/>
                                      </p:to>
                                    </p:set>
                                    <p:anim calcmode="lin" valueType="num">
                                      <p:cBhvr>
                                        <p:cTn id="117" dur="500" fill="hold"/>
                                        <p:tgtEl>
                                          <p:spTgt spid="49"/>
                                        </p:tgtEl>
                                        <p:attrNameLst>
                                          <p:attrName>ppt_w</p:attrName>
                                        </p:attrNameLst>
                                      </p:cBhvr>
                                      <p:tavLst>
                                        <p:tav tm="0">
                                          <p:val>
                                            <p:fltVal val="0"/>
                                          </p:val>
                                        </p:tav>
                                        <p:tav tm="100000">
                                          <p:val>
                                            <p:strVal val="#ppt_w"/>
                                          </p:val>
                                        </p:tav>
                                      </p:tavLst>
                                    </p:anim>
                                    <p:anim calcmode="lin" valueType="num">
                                      <p:cBhvr>
                                        <p:cTn id="118" dur="500" fill="hold"/>
                                        <p:tgtEl>
                                          <p:spTgt spid="49"/>
                                        </p:tgtEl>
                                        <p:attrNameLst>
                                          <p:attrName>ppt_h</p:attrName>
                                        </p:attrNameLst>
                                      </p:cBhvr>
                                      <p:tavLst>
                                        <p:tav tm="0">
                                          <p:val>
                                            <p:fltVal val="0"/>
                                          </p:val>
                                        </p:tav>
                                        <p:tav tm="100000">
                                          <p:val>
                                            <p:strVal val="#ppt_h"/>
                                          </p:val>
                                        </p:tav>
                                      </p:tavLst>
                                    </p:anim>
                                    <p:animEffect transition="in" filter="fade">
                                      <p:cBhvr>
                                        <p:cTn id="119" dur="500"/>
                                        <p:tgtEl>
                                          <p:spTgt spid="49"/>
                                        </p:tgtEl>
                                      </p:cBhvr>
                                    </p:animEffect>
                                  </p:childTnLst>
                                </p:cTn>
                              </p:par>
                            </p:childTnLst>
                          </p:cTn>
                        </p:par>
                      </p:childTnLst>
                    </p:cTn>
                  </p:par>
                  <p:par>
                    <p:cTn id="120" fill="hold" nodeType="clickPar">
                      <p:stCondLst>
                        <p:cond delay="indefinite"/>
                      </p:stCondLst>
                      <p:childTnLst>
                        <p:par>
                          <p:cTn id="121" fill="hold" nodeType="withGroup">
                            <p:stCondLst>
                              <p:cond delay="0"/>
                            </p:stCondLst>
                            <p:childTnLst>
                              <p:par>
                                <p:cTn id="122" presetID="53" presetClass="exit" presetSubtype="32" fill="hold" nodeType="clickEffect">
                                  <p:stCondLst>
                                    <p:cond delay="0"/>
                                  </p:stCondLst>
                                  <p:childTnLst>
                                    <p:anim calcmode="lin" valueType="num">
                                      <p:cBhvr>
                                        <p:cTn id="123" dur="500"/>
                                        <p:tgtEl>
                                          <p:spTgt spid="5"/>
                                        </p:tgtEl>
                                        <p:attrNameLst>
                                          <p:attrName>ppt_w</p:attrName>
                                        </p:attrNameLst>
                                      </p:cBhvr>
                                      <p:tavLst>
                                        <p:tav tm="0">
                                          <p:val>
                                            <p:strVal val="ppt_w"/>
                                          </p:val>
                                        </p:tav>
                                        <p:tav tm="100000">
                                          <p:val>
                                            <p:fltVal val="0"/>
                                          </p:val>
                                        </p:tav>
                                      </p:tavLst>
                                    </p:anim>
                                    <p:anim calcmode="lin" valueType="num">
                                      <p:cBhvr>
                                        <p:cTn id="124" dur="500"/>
                                        <p:tgtEl>
                                          <p:spTgt spid="5"/>
                                        </p:tgtEl>
                                        <p:attrNameLst>
                                          <p:attrName>ppt_h</p:attrName>
                                        </p:attrNameLst>
                                      </p:cBhvr>
                                      <p:tavLst>
                                        <p:tav tm="0">
                                          <p:val>
                                            <p:strVal val="ppt_h"/>
                                          </p:val>
                                        </p:tav>
                                        <p:tav tm="100000">
                                          <p:val>
                                            <p:fltVal val="0"/>
                                          </p:val>
                                        </p:tav>
                                      </p:tavLst>
                                    </p:anim>
                                    <p:animEffect transition="out" filter="fade">
                                      <p:cBhvr>
                                        <p:cTn id="125" dur="500"/>
                                        <p:tgtEl>
                                          <p:spTgt spid="5"/>
                                        </p:tgtEl>
                                      </p:cBhvr>
                                    </p:animEffect>
                                    <p:set>
                                      <p:cBhvr>
                                        <p:cTn id="126" dur="1" fill="hold">
                                          <p:stCondLst>
                                            <p:cond delay="499"/>
                                          </p:stCondLst>
                                        </p:cTn>
                                        <p:tgtEl>
                                          <p:spTgt spid="5"/>
                                        </p:tgtEl>
                                        <p:attrNameLst>
                                          <p:attrName>style.visibility</p:attrName>
                                        </p:attrNameLst>
                                      </p:cBhvr>
                                      <p:to>
                                        <p:strVal val="hidden"/>
                                      </p:to>
                                    </p:set>
                                  </p:childTnLst>
                                </p:cTn>
                              </p:par>
                              <p:par>
                                <p:cTn id="127" presetID="53" presetClass="exit" presetSubtype="32" fill="hold" grpId="1" nodeType="withEffect">
                                  <p:stCondLst>
                                    <p:cond delay="0"/>
                                  </p:stCondLst>
                                  <p:childTnLst>
                                    <p:anim calcmode="lin" valueType="num">
                                      <p:cBhvr>
                                        <p:cTn id="128" dur="500"/>
                                        <p:tgtEl>
                                          <p:spTgt spid="53"/>
                                        </p:tgtEl>
                                        <p:attrNameLst>
                                          <p:attrName>ppt_w</p:attrName>
                                        </p:attrNameLst>
                                      </p:cBhvr>
                                      <p:tavLst>
                                        <p:tav tm="0">
                                          <p:val>
                                            <p:strVal val="ppt_w"/>
                                          </p:val>
                                        </p:tav>
                                        <p:tav tm="100000">
                                          <p:val>
                                            <p:fltVal val="0"/>
                                          </p:val>
                                        </p:tav>
                                      </p:tavLst>
                                    </p:anim>
                                    <p:anim calcmode="lin" valueType="num">
                                      <p:cBhvr>
                                        <p:cTn id="129" dur="500"/>
                                        <p:tgtEl>
                                          <p:spTgt spid="53"/>
                                        </p:tgtEl>
                                        <p:attrNameLst>
                                          <p:attrName>ppt_h</p:attrName>
                                        </p:attrNameLst>
                                      </p:cBhvr>
                                      <p:tavLst>
                                        <p:tav tm="0">
                                          <p:val>
                                            <p:strVal val="ppt_h"/>
                                          </p:val>
                                        </p:tav>
                                        <p:tav tm="100000">
                                          <p:val>
                                            <p:fltVal val="0"/>
                                          </p:val>
                                        </p:tav>
                                      </p:tavLst>
                                    </p:anim>
                                    <p:animEffect transition="out" filter="fade">
                                      <p:cBhvr>
                                        <p:cTn id="130" dur="500"/>
                                        <p:tgtEl>
                                          <p:spTgt spid="53"/>
                                        </p:tgtEl>
                                      </p:cBhvr>
                                    </p:animEffect>
                                    <p:set>
                                      <p:cBhvr>
                                        <p:cTn id="131" dur="1" fill="hold">
                                          <p:stCondLst>
                                            <p:cond delay="499"/>
                                          </p:stCondLst>
                                        </p:cTn>
                                        <p:tgtEl>
                                          <p:spTgt spid="53"/>
                                        </p:tgtEl>
                                        <p:attrNameLst>
                                          <p:attrName>style.visibility</p:attrName>
                                        </p:attrNameLst>
                                      </p:cBhvr>
                                      <p:to>
                                        <p:strVal val="hidden"/>
                                      </p:to>
                                    </p:set>
                                  </p:childTnLst>
                                </p:cTn>
                              </p:par>
                              <p:par>
                                <p:cTn id="132" presetID="22" presetClass="exit" presetSubtype="4" fill="hold" grpId="1" nodeType="withEffect">
                                  <p:stCondLst>
                                    <p:cond delay="0"/>
                                  </p:stCondLst>
                                  <p:childTnLst>
                                    <p:animEffect transition="out" filter="wipe(down)">
                                      <p:cBhvr>
                                        <p:cTn id="133" dur="500"/>
                                        <p:tgtEl>
                                          <p:spTgt spid="55"/>
                                        </p:tgtEl>
                                      </p:cBhvr>
                                    </p:animEffect>
                                    <p:set>
                                      <p:cBhvr>
                                        <p:cTn id="134" dur="1" fill="hold">
                                          <p:stCondLst>
                                            <p:cond delay="499"/>
                                          </p:stCondLst>
                                        </p:cTn>
                                        <p:tgtEl>
                                          <p:spTgt spid="5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8597" grpId="0" animBg="1"/>
      <p:bldP spid="238599" grpId="0" animBg="1"/>
      <p:bldP spid="238601" grpId="0"/>
      <p:bldP spid="43" grpId="0" animBg="1"/>
      <p:bldP spid="44" grpId="0"/>
      <p:bldP spid="53" grpId="0" animBg="1"/>
      <p:bldP spid="53" grpId="1" animBg="1"/>
      <p:bldP spid="56" grpId="0" animBg="1"/>
      <p:bldP spid="55" grpId="0" animBg="1"/>
      <p:bldP spid="55" grpId="1" animBg="1"/>
      <p:bldP spid="2" grpId="0" animBg="1"/>
      <p:bldP spid="2" grpId="1"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111619" name="Rectangle 18"/>
          <p:cNvSpPr>
            <a:spLocks noChangeArrowheads="1"/>
          </p:cNvSpPr>
          <p:nvPr/>
        </p:nvSpPr>
        <p:spPr bwMode="auto">
          <a:xfrm>
            <a:off x="6284913" y="2000250"/>
            <a:ext cx="963612"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11620"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111621" name="Line 20"/>
          <p:cNvSpPr>
            <a:spLocks noChangeShapeType="1"/>
          </p:cNvSpPr>
          <p:nvPr/>
        </p:nvSpPr>
        <p:spPr bwMode="auto">
          <a:xfrm flipH="1">
            <a:off x="6732588" y="1714500"/>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46086"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46087" name="Line 22"/>
          <p:cNvSpPr>
            <a:spLocks noChangeShapeType="1"/>
          </p:cNvSpPr>
          <p:nvPr/>
        </p:nvSpPr>
        <p:spPr bwMode="auto">
          <a:xfrm flipH="1">
            <a:off x="5688013" y="2355850"/>
            <a:ext cx="709612" cy="354013"/>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44744" name="Line 23"/>
          <p:cNvSpPr>
            <a:spLocks noChangeShapeType="1"/>
          </p:cNvSpPr>
          <p:nvPr/>
        </p:nvSpPr>
        <p:spPr bwMode="auto">
          <a:xfrm flipH="1">
            <a:off x="6735763" y="2357438"/>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11625" name="Rectangle 24"/>
          <p:cNvSpPr>
            <a:spLocks noChangeArrowheads="1"/>
          </p:cNvSpPr>
          <p:nvPr/>
        </p:nvSpPr>
        <p:spPr bwMode="auto">
          <a:xfrm>
            <a:off x="5337175" y="2692400"/>
            <a:ext cx="966788" cy="531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244746" name="Rectangle 25"/>
          <p:cNvSpPr>
            <a:spLocks noChangeArrowheads="1"/>
          </p:cNvSpPr>
          <p:nvPr/>
        </p:nvSpPr>
        <p:spPr bwMode="auto">
          <a:xfrm>
            <a:off x="6300788" y="2709863"/>
            <a:ext cx="965200" cy="531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(1,3)</a:t>
            </a:r>
          </a:p>
        </p:txBody>
      </p:sp>
      <p:sp>
        <p:nvSpPr>
          <p:cNvPr id="244749" name="Rectangle 28"/>
          <p:cNvSpPr>
            <a:spLocks noChangeArrowheads="1"/>
          </p:cNvSpPr>
          <p:nvPr/>
        </p:nvSpPr>
        <p:spPr bwMode="auto">
          <a:xfrm>
            <a:off x="5621338" y="3419475"/>
            <a:ext cx="966787"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(1,3)</a:t>
            </a:r>
          </a:p>
        </p:txBody>
      </p:sp>
      <p:sp>
        <p:nvSpPr>
          <p:cNvPr id="244750" name="Line 29"/>
          <p:cNvSpPr>
            <a:spLocks noChangeShapeType="1"/>
          </p:cNvSpPr>
          <p:nvPr/>
        </p:nvSpPr>
        <p:spPr bwMode="auto">
          <a:xfrm flipH="1">
            <a:off x="5899150" y="3055938"/>
            <a:ext cx="601663" cy="44450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11629"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11630" name="组合 113"/>
          <p:cNvGrpSpPr>
            <a:grpSpLocks/>
          </p:cNvGrpSpPr>
          <p:nvPr/>
        </p:nvGrpSpPr>
        <p:grpSpPr bwMode="auto">
          <a:xfrm>
            <a:off x="179388" y="2787650"/>
            <a:ext cx="3140075" cy="1728788"/>
            <a:chOff x="5003799" y="500048"/>
            <a:chExt cx="3282977" cy="1803794"/>
          </a:xfrm>
        </p:grpSpPr>
        <p:sp>
          <p:nvSpPr>
            <p:cNvPr id="21"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chemeClr val="folHlink"/>
                </a:buClr>
                <a:buSzPct val="60000"/>
                <a:defRPr/>
              </a:pPr>
              <a:r>
                <a:rPr lang="zh-CN" altLang="en-US" sz="1200" dirty="0">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chemeClr val="folHlink"/>
                </a:buClr>
                <a:buSzPct val="60000"/>
                <a:defRPr/>
              </a:pPr>
              <a:r>
                <a:rPr lang="en-US" altLang="zh-CN" sz="1800" i="1" dirty="0">
                  <a:ea typeface="楷体_GB2312"/>
                  <a:cs typeface="Times New Roman" pitchFamily="18" charset="0"/>
                </a:rPr>
                <a:t>sort</a:t>
              </a:r>
              <a:r>
                <a:rPr lang="en-US" altLang="zh-CN" sz="1800" dirty="0">
                  <a:ea typeface="楷体_GB2312"/>
                  <a:cs typeface="Times New Roman" pitchFamily="18" charset="0"/>
                </a:rPr>
                <a:t>		            1</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err="1">
                  <a:ea typeface="楷体_GB2312"/>
                  <a:cs typeface="Times New Roman" pitchFamily="18" charset="0"/>
                </a:rPr>
                <a:t>readarray</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exchange</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quicksort</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partition</a:t>
              </a:r>
              <a:r>
                <a:rPr lang="en-US" altLang="zh-CN" sz="1800" dirty="0">
                  <a:ea typeface="楷体_GB2312"/>
                  <a:cs typeface="Times New Roman" pitchFamily="18" charset="0"/>
                </a:rPr>
                <a:t>	            3</a:t>
              </a:r>
            </a:p>
          </p:txBody>
        </p:sp>
        <p:cxnSp>
          <p:nvCxnSpPr>
            <p:cNvPr id="22" name="直接连接符 21"/>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1631" name="Group 99"/>
          <p:cNvGrpSpPr>
            <a:grpSpLocks/>
          </p:cNvGrpSpPr>
          <p:nvPr/>
        </p:nvGrpSpPr>
        <p:grpSpPr bwMode="auto">
          <a:xfrm>
            <a:off x="3898900" y="444500"/>
            <a:ext cx="923925" cy="647700"/>
            <a:chOff x="975" y="2750"/>
            <a:chExt cx="776" cy="544"/>
          </a:xfrm>
        </p:grpSpPr>
        <p:sp>
          <p:nvSpPr>
            <p:cNvPr id="25"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1670"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s</a:t>
              </a:r>
            </a:p>
          </p:txBody>
        </p:sp>
        <p:sp>
          <p:nvSpPr>
            <p:cNvPr id="111671"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a</a:t>
              </a:r>
            </a:p>
          </p:txBody>
        </p:sp>
        <p:sp>
          <p:nvSpPr>
            <p:cNvPr id="111672"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29"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30"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111632"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11633" name="Group 99"/>
          <p:cNvGrpSpPr>
            <a:grpSpLocks/>
          </p:cNvGrpSpPr>
          <p:nvPr/>
        </p:nvGrpSpPr>
        <p:grpSpPr bwMode="auto">
          <a:xfrm>
            <a:off x="3905250" y="1092345"/>
            <a:ext cx="954088" cy="636587"/>
            <a:chOff x="948" y="2750"/>
            <a:chExt cx="802" cy="534"/>
          </a:xfrm>
        </p:grpSpPr>
        <p:sp>
          <p:nvSpPr>
            <p:cNvPr id="33"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1664"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q</a:t>
              </a:r>
              <a:r>
                <a:rPr lang="en-US" altLang="zh-CN" sz="1200">
                  <a:cs typeface="Times New Roman" panose="02020603050405020304" pitchFamily="18" charset="0"/>
                </a:rPr>
                <a:t> (1, 9)</a:t>
              </a:r>
            </a:p>
          </p:txBody>
        </p:sp>
        <p:sp>
          <p:nvSpPr>
            <p:cNvPr id="111665"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v</a:t>
              </a:r>
            </a:p>
          </p:txBody>
        </p:sp>
        <p:sp>
          <p:nvSpPr>
            <p:cNvPr id="111666"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37"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38"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grpSp>
        <p:nvGrpSpPr>
          <p:cNvPr id="7" name="Group 99"/>
          <p:cNvGrpSpPr>
            <a:grpSpLocks/>
          </p:cNvGrpSpPr>
          <p:nvPr/>
        </p:nvGrpSpPr>
        <p:grpSpPr bwMode="auto">
          <a:xfrm>
            <a:off x="3905250" y="1728932"/>
            <a:ext cx="954088" cy="635000"/>
            <a:chOff x="948" y="2750"/>
            <a:chExt cx="802" cy="534"/>
          </a:xfrm>
        </p:grpSpPr>
        <p:sp>
          <p:nvSpPr>
            <p:cNvPr id="49"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165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q</a:t>
              </a:r>
              <a:r>
                <a:rPr lang="en-US" altLang="zh-CN" sz="1200">
                  <a:cs typeface="Times New Roman" panose="02020603050405020304" pitchFamily="18" charset="0"/>
                </a:rPr>
                <a:t> (1, 3)</a:t>
              </a:r>
            </a:p>
          </p:txBody>
        </p:sp>
        <p:sp>
          <p:nvSpPr>
            <p:cNvPr id="11165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v</a:t>
              </a:r>
            </a:p>
          </p:txBody>
        </p:sp>
        <p:sp>
          <p:nvSpPr>
            <p:cNvPr id="11166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53"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54"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grpSp>
        <p:nvGrpSpPr>
          <p:cNvPr id="8" name="Group 99"/>
          <p:cNvGrpSpPr>
            <a:grpSpLocks/>
          </p:cNvGrpSpPr>
          <p:nvPr/>
        </p:nvGrpSpPr>
        <p:grpSpPr bwMode="auto">
          <a:xfrm>
            <a:off x="3905250" y="2361884"/>
            <a:ext cx="954088" cy="635000"/>
            <a:chOff x="948" y="2750"/>
            <a:chExt cx="802" cy="534"/>
          </a:xfrm>
        </p:grpSpPr>
        <p:sp>
          <p:nvSpPr>
            <p:cNvPr id="5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1652"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p</a:t>
              </a:r>
              <a:r>
                <a:rPr lang="en-US" altLang="zh-CN" sz="1200">
                  <a:cs typeface="Times New Roman" panose="02020603050405020304" pitchFamily="18" charset="0"/>
                </a:rPr>
                <a:t> (1, 3)</a:t>
              </a:r>
            </a:p>
          </p:txBody>
        </p:sp>
        <p:sp>
          <p:nvSpPr>
            <p:cNvPr id="111653"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i, j</a:t>
              </a:r>
            </a:p>
          </p:txBody>
        </p:sp>
        <p:sp>
          <p:nvSpPr>
            <p:cNvPr id="111654"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6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6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62" name="Line 12"/>
          <p:cNvSpPr>
            <a:spLocks noChangeShapeType="1"/>
          </p:cNvSpPr>
          <p:nvPr/>
        </p:nvSpPr>
        <p:spPr bwMode="auto">
          <a:xfrm flipH="1">
            <a:off x="5632450" y="3027363"/>
            <a:ext cx="0" cy="293687"/>
          </a:xfrm>
          <a:prstGeom prst="line">
            <a:avLst/>
          </a:prstGeom>
          <a:noFill/>
          <a:ln w="25400">
            <a:solidFill>
              <a:schemeClr val="tx2">
                <a:lumMod val="60000"/>
                <a:lumOff val="40000"/>
              </a:schemeClr>
            </a:solidFill>
            <a:round/>
            <a:headEnd/>
            <a:tailEnd/>
          </a:ln>
        </p:spPr>
        <p:txBody>
          <a:bodyPr/>
          <a:lstStyle/>
          <a:p>
            <a:pPr eaLnBrk="1" hangingPunct="1">
              <a:defRPr/>
            </a:pPr>
            <a:endParaRPr lang="zh-CN" altLang="en-US">
              <a:ea typeface="宋体" pitchFamily="2" charset="-122"/>
            </a:endParaRPr>
          </a:p>
        </p:txBody>
      </p:sp>
      <p:sp>
        <p:nvSpPr>
          <p:cNvPr id="111637" name="Rectangle 22"/>
          <p:cNvSpPr>
            <a:spLocks noChangeArrowheads="1"/>
          </p:cNvSpPr>
          <p:nvPr/>
        </p:nvSpPr>
        <p:spPr bwMode="auto">
          <a:xfrm>
            <a:off x="5468938" y="3243263"/>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ea typeface="宋体" panose="02010600030101010101" pitchFamily="2" charset="-122"/>
              </a:rPr>
              <a:t>e</a:t>
            </a:r>
          </a:p>
        </p:txBody>
      </p:sp>
      <p:sp>
        <p:nvSpPr>
          <p:cNvPr id="64" name="Freeform 56"/>
          <p:cNvSpPr>
            <a:spLocks/>
          </p:cNvSpPr>
          <p:nvPr/>
        </p:nvSpPr>
        <p:spPr bwMode="auto">
          <a:xfrm rot="-511685">
            <a:off x="4826000" y="2155825"/>
            <a:ext cx="247650" cy="520700"/>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sp>
        <p:nvSpPr>
          <p:cNvPr id="111639" name="Freeform 56"/>
          <p:cNvSpPr>
            <a:spLocks/>
          </p:cNvSpPr>
          <p:nvPr/>
        </p:nvSpPr>
        <p:spPr bwMode="auto">
          <a:xfrm rot="-511685">
            <a:off x="4807901" y="872297"/>
            <a:ext cx="240535" cy="555302"/>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sp>
        <p:nvSpPr>
          <p:cNvPr id="67" name="Line 12"/>
          <p:cNvSpPr>
            <a:spLocks noChangeShapeType="1"/>
          </p:cNvSpPr>
          <p:nvPr/>
        </p:nvSpPr>
        <p:spPr bwMode="auto">
          <a:xfrm flipH="1">
            <a:off x="5834063" y="3741738"/>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8" name="Rectangle 22"/>
          <p:cNvSpPr>
            <a:spLocks noChangeArrowheads="1"/>
          </p:cNvSpPr>
          <p:nvPr/>
        </p:nvSpPr>
        <p:spPr bwMode="auto">
          <a:xfrm>
            <a:off x="5670550" y="3957638"/>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ea typeface="宋体" panose="02010600030101010101" pitchFamily="2" charset="-122"/>
              </a:rPr>
              <a:t>e</a:t>
            </a:r>
          </a:p>
        </p:txBody>
      </p:sp>
      <p:grpSp>
        <p:nvGrpSpPr>
          <p:cNvPr id="9" name="Group 99"/>
          <p:cNvGrpSpPr>
            <a:grpSpLocks/>
          </p:cNvGrpSpPr>
          <p:nvPr/>
        </p:nvGrpSpPr>
        <p:grpSpPr bwMode="auto">
          <a:xfrm>
            <a:off x="3905250" y="2999193"/>
            <a:ext cx="954088" cy="636588"/>
            <a:chOff x="948" y="2750"/>
            <a:chExt cx="802" cy="534"/>
          </a:xfrm>
        </p:grpSpPr>
        <p:sp>
          <p:nvSpPr>
            <p:cNvPr id="70"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1646"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e</a:t>
              </a:r>
              <a:endParaRPr lang="en-US" altLang="zh-CN" sz="1200">
                <a:cs typeface="Times New Roman" panose="02020603050405020304" pitchFamily="18" charset="0"/>
              </a:endParaRPr>
            </a:p>
          </p:txBody>
        </p:sp>
        <p:sp>
          <p:nvSpPr>
            <p:cNvPr id="111647"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en-US" altLang="zh-CN" sz="1200" i="1">
                <a:cs typeface="Times New Roman" panose="02020603050405020304" pitchFamily="18" charset="0"/>
              </a:endParaRPr>
            </a:p>
          </p:txBody>
        </p:sp>
        <p:sp>
          <p:nvSpPr>
            <p:cNvPr id="111648"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74"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75"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3" name="任意多边形 2"/>
          <p:cNvSpPr/>
          <p:nvPr/>
        </p:nvSpPr>
        <p:spPr>
          <a:xfrm>
            <a:off x="4824413" y="854075"/>
            <a:ext cx="576708" cy="2443163"/>
          </a:xfrm>
          <a:custGeom>
            <a:avLst/>
            <a:gdLst>
              <a:gd name="connsiteX0" fmla="*/ 0 w 438897"/>
              <a:gd name="connsiteY0" fmla="*/ 2442758 h 2442758"/>
              <a:gd name="connsiteX1" fmla="*/ 421105 w 438897"/>
              <a:gd name="connsiteY1" fmla="*/ 1347884 h 2442758"/>
              <a:gd name="connsiteX2" fmla="*/ 324853 w 438897"/>
              <a:gd name="connsiteY2" fmla="*/ 192852 h 2442758"/>
              <a:gd name="connsiteX3" fmla="*/ 0 w 438897"/>
              <a:gd name="connsiteY3" fmla="*/ 12379 h 2442758"/>
            </a:gdLst>
            <a:ahLst/>
            <a:cxnLst>
              <a:cxn ang="0">
                <a:pos x="connsiteX0" y="connsiteY0"/>
              </a:cxn>
              <a:cxn ang="0">
                <a:pos x="connsiteX1" y="connsiteY1"/>
              </a:cxn>
              <a:cxn ang="0">
                <a:pos x="connsiteX2" y="connsiteY2"/>
              </a:cxn>
              <a:cxn ang="0">
                <a:pos x="connsiteX3" y="connsiteY3"/>
              </a:cxn>
            </a:cxnLst>
            <a:rect l="l" t="t" r="r" b="b"/>
            <a:pathLst>
              <a:path w="438897" h="2442758">
                <a:moveTo>
                  <a:pt x="0" y="2442758"/>
                </a:moveTo>
                <a:cubicBezTo>
                  <a:pt x="183481" y="2082813"/>
                  <a:pt x="366963" y="1722868"/>
                  <a:pt x="421105" y="1347884"/>
                </a:cubicBezTo>
                <a:cubicBezTo>
                  <a:pt x="475247" y="972900"/>
                  <a:pt x="395037" y="415436"/>
                  <a:pt x="324853" y="192852"/>
                </a:cubicBezTo>
                <a:cubicBezTo>
                  <a:pt x="254669" y="-29732"/>
                  <a:pt x="127334" y="-8677"/>
                  <a:pt x="0" y="12379"/>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 name="任意多边形 3"/>
          <p:cNvSpPr/>
          <p:nvPr/>
        </p:nvSpPr>
        <p:spPr>
          <a:xfrm>
            <a:off x="4824838" y="866774"/>
            <a:ext cx="328187" cy="1193672"/>
          </a:xfrm>
          <a:custGeom>
            <a:avLst/>
            <a:gdLst>
              <a:gd name="connsiteX0" fmla="*/ 0 w 252896"/>
              <a:gd name="connsiteY0" fmla="*/ 1106905 h 1106905"/>
              <a:gd name="connsiteX1" fmla="*/ 252663 w 252896"/>
              <a:gd name="connsiteY1" fmla="*/ 204537 h 1106905"/>
              <a:gd name="connsiteX2" fmla="*/ 36095 w 252896"/>
              <a:gd name="connsiteY2" fmla="*/ 0 h 1106905"/>
            </a:gdLst>
            <a:ahLst/>
            <a:cxnLst>
              <a:cxn ang="0">
                <a:pos x="connsiteX0" y="connsiteY0"/>
              </a:cxn>
              <a:cxn ang="0">
                <a:pos x="connsiteX1" y="connsiteY1"/>
              </a:cxn>
              <a:cxn ang="0">
                <a:pos x="connsiteX2" y="connsiteY2"/>
              </a:cxn>
            </a:cxnLst>
            <a:rect l="l" t="t" r="r" b="b"/>
            <a:pathLst>
              <a:path w="252896" h="1106905">
                <a:moveTo>
                  <a:pt x="0" y="1106905"/>
                </a:moveTo>
                <a:cubicBezTo>
                  <a:pt x="123323" y="747963"/>
                  <a:pt x="246647" y="389021"/>
                  <a:pt x="252663" y="204537"/>
                </a:cubicBezTo>
                <a:cubicBezTo>
                  <a:pt x="258679" y="20053"/>
                  <a:pt x="147387" y="10026"/>
                  <a:pt x="36095" y="0"/>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65" name="文本框 64">
            <a:extLst>
              <a:ext uri="{FF2B5EF4-FFF2-40B4-BE49-F238E27FC236}">
                <a16:creationId xmlns:a16="http://schemas.microsoft.com/office/drawing/2014/main" id="{71DB46FC-0584-4AF6-A85C-0D5C972DA55D}"/>
              </a:ext>
            </a:extLst>
          </p:cNvPr>
          <p:cNvSpPr txBox="1"/>
          <p:nvPr/>
        </p:nvSpPr>
        <p:spPr>
          <a:xfrm>
            <a:off x="179387" y="1026537"/>
            <a:ext cx="3494088" cy="1554272"/>
          </a:xfrm>
          <a:prstGeom prst="rect">
            <a:avLst/>
          </a:prstGeom>
          <a:solidFill>
            <a:schemeClr val="accent5">
              <a:lumMod val="20000"/>
              <a:lumOff val="80000"/>
            </a:schemeClr>
          </a:solidFill>
          <a:ln>
            <a:solidFill>
              <a:schemeClr val="tx1"/>
            </a:solidFill>
          </a:ln>
        </p:spPr>
        <p:txBody>
          <a:bodyPr wrap="square" rtlCol="0">
            <a:spAutoFit/>
          </a:bodyPr>
          <a:lstStyle/>
          <a:p>
            <a:pPr>
              <a:spcBef>
                <a:spcPts val="600"/>
              </a:spcBef>
            </a:pPr>
            <a:r>
              <a:rPr lang="en-US" altLang="zh-CN" sz="1800" i="1" dirty="0">
                <a:solidFill>
                  <a:srgbClr val="0000FF"/>
                </a:solidFill>
                <a:ea typeface="华文楷体" panose="02010600040101010101" pitchFamily="2" charset="-122"/>
                <a:cs typeface="Times New Roman" panose="02020603050405020304" pitchFamily="18" charset="0"/>
              </a:rPr>
              <a:t>e</a:t>
            </a:r>
            <a:r>
              <a:rPr lang="zh-CN" altLang="en-US" sz="1800" dirty="0">
                <a:solidFill>
                  <a:srgbClr val="0000FF"/>
                </a:solidFill>
                <a:ea typeface="华文楷体" panose="02010600040101010101" pitchFamily="2" charset="-122"/>
                <a:cs typeface="Times New Roman" panose="02020603050405020304" pitchFamily="18" charset="0"/>
              </a:rPr>
              <a:t>中</a:t>
            </a:r>
            <a:r>
              <a:rPr lang="en-US" altLang="zh-CN" sz="1800" i="1" dirty="0">
                <a:solidFill>
                  <a:srgbClr val="0000FF"/>
                </a:solidFill>
                <a:ea typeface="华文楷体" panose="02010600040101010101" pitchFamily="2" charset="-122"/>
                <a:cs typeface="Times New Roman" panose="02020603050405020304" pitchFamily="18" charset="0"/>
              </a:rPr>
              <a:t>a</a:t>
            </a:r>
            <a:r>
              <a:rPr lang="zh-CN" altLang="en-US" sz="1800" dirty="0">
                <a:solidFill>
                  <a:srgbClr val="0000FF"/>
                </a:solidFill>
                <a:ea typeface="华文楷体" panose="02010600040101010101" pitchFamily="2" charset="-122"/>
                <a:cs typeface="Times New Roman" panose="02020603050405020304" pitchFamily="18" charset="0"/>
              </a:rPr>
              <a:t>的地址</a:t>
            </a:r>
            <a:r>
              <a:rPr lang="zh-CN" altLang="en-US" sz="1800" dirty="0">
                <a:solidFill>
                  <a:srgbClr val="0000FF"/>
                </a:solidFill>
                <a:ea typeface="华文楷体" panose="02010600040101010101" pitchFamily="2" charset="-122"/>
                <a:cs typeface="Times New Roman" panose="02020603050405020304" pitchFamily="18" charset="0"/>
                <a:sym typeface="Wingdings" panose="05000000000000000000" pitchFamily="2" charset="2"/>
              </a:rPr>
              <a:t>表示：</a:t>
            </a:r>
            <a:endParaRPr lang="en-US" altLang="zh-CN" sz="1800" dirty="0">
              <a:solidFill>
                <a:srgbClr val="0000FF"/>
              </a:solidFill>
              <a:ea typeface="华文楷体" panose="02010600040101010101" pitchFamily="2" charset="-122"/>
              <a:cs typeface="Times New Roman" panose="02020603050405020304" pitchFamily="18" charset="0"/>
              <a:sym typeface="Wingdings" panose="05000000000000000000" pitchFamily="2" charset="2"/>
            </a:endParaRPr>
          </a:p>
          <a:p>
            <a:pPr algn="ctr">
              <a:spcBef>
                <a:spcPts val="0"/>
              </a:spcBef>
            </a:pPr>
            <a:r>
              <a:rPr lang="en-US" altLang="zh-CN" sz="1800"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a:t>
            </a:r>
            <a:r>
              <a:rPr lang="en-US" altLang="zh-CN" sz="1800" i="1" dirty="0">
                <a:solidFill>
                  <a:srgbClr val="0070C0"/>
                </a:solidFill>
                <a:ea typeface="华文楷体" panose="02010600040101010101" pitchFamily="2" charset="-122"/>
                <a:cs typeface="Times New Roman" panose="02020603050405020304" pitchFamily="18" charset="0"/>
              </a:rPr>
              <a:t>n</a:t>
            </a:r>
            <a:r>
              <a:rPr lang="en-US" altLang="zh-CN" sz="1800" i="1" baseline="-25000" dirty="0">
                <a:solidFill>
                  <a:srgbClr val="0070C0"/>
                </a:solidFill>
                <a:ea typeface="华文楷体" panose="02010600040101010101" pitchFamily="2" charset="-122"/>
                <a:cs typeface="Times New Roman" panose="02020603050405020304" pitchFamily="18" charset="0"/>
              </a:rPr>
              <a:t>e</a:t>
            </a:r>
            <a:r>
              <a:rPr lang="en-US" altLang="zh-CN" sz="1800" baseline="-25000" dirty="0">
                <a:solidFill>
                  <a:srgbClr val="0070C0"/>
                </a:solidFill>
                <a:ea typeface="华文楷体" panose="02010600040101010101" pitchFamily="2" charset="-122"/>
                <a:cs typeface="Times New Roman" panose="02020603050405020304" pitchFamily="18" charset="0"/>
              </a:rPr>
              <a:t> </a:t>
            </a:r>
            <a:r>
              <a:rPr lang="en-US" altLang="zh-CN" sz="1800" dirty="0">
                <a:solidFill>
                  <a:srgbClr val="0070C0"/>
                </a:solidFill>
                <a:ea typeface="华文楷体" panose="02010600040101010101" pitchFamily="2" charset="-122"/>
                <a:cs typeface="Times New Roman" panose="02020603050405020304" pitchFamily="18" charset="0"/>
              </a:rPr>
              <a:t>-</a:t>
            </a:r>
            <a:r>
              <a:rPr lang="en-US" altLang="zh-CN" sz="1800" i="1" dirty="0" err="1">
                <a:solidFill>
                  <a:srgbClr val="0070C0"/>
                </a:solidFill>
                <a:ea typeface="华文楷体" panose="02010600040101010101" pitchFamily="2" charset="-122"/>
                <a:cs typeface="Times New Roman" panose="02020603050405020304" pitchFamily="18" charset="0"/>
              </a:rPr>
              <a:t>n</a:t>
            </a:r>
            <a:r>
              <a:rPr lang="en-US" altLang="zh-CN" sz="1800" i="1" baseline="-25000" dirty="0" err="1">
                <a:solidFill>
                  <a:srgbClr val="0070C0"/>
                </a:solidFill>
                <a:ea typeface="华文楷体" panose="02010600040101010101" pitchFamily="2" charset="-122"/>
                <a:cs typeface="Times New Roman" panose="02020603050405020304" pitchFamily="18" charset="0"/>
              </a:rPr>
              <a:t>a</a:t>
            </a:r>
            <a:r>
              <a:rPr lang="en-US" altLang="zh-CN" sz="1800" baseline="-25000" dirty="0">
                <a:solidFill>
                  <a:srgbClr val="0070C0"/>
                </a:solidFill>
                <a:ea typeface="华文楷体" panose="02010600040101010101" pitchFamily="2" charset="-122"/>
                <a:cs typeface="Times New Roman" panose="02020603050405020304" pitchFamily="18" charset="0"/>
              </a:rPr>
              <a:t> </a:t>
            </a:r>
            <a:r>
              <a:rPr lang="en-US" altLang="zh-CN" sz="1800"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 </a:t>
            </a:r>
            <a:r>
              <a:rPr lang="en-US" altLang="zh-CN" sz="1800" i="1"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a</a:t>
            </a:r>
            <a:r>
              <a:rPr lang="zh-CN" altLang="en-US" sz="1800"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在活动记录中的偏移量</a:t>
            </a:r>
            <a:r>
              <a:rPr lang="en-US" altLang="zh-CN" sz="1800" dirty="0">
                <a:solidFill>
                  <a:srgbClr val="0070C0"/>
                </a:solidFill>
                <a:ea typeface="华文楷体" panose="02010600040101010101" pitchFamily="2" charset="-122"/>
                <a:cs typeface="Times New Roman" panose="02020603050405020304" pitchFamily="18" charset="0"/>
                <a:sym typeface="Wingdings" panose="05000000000000000000" pitchFamily="2" charset="2"/>
              </a:rPr>
              <a:t>)</a:t>
            </a:r>
            <a:endParaRPr lang="en-US" altLang="zh-CN" sz="1800" i="1" dirty="0">
              <a:solidFill>
                <a:srgbClr val="0070C0"/>
              </a:solidFill>
              <a:ea typeface="华文楷体" panose="02010600040101010101" pitchFamily="2" charset="-122"/>
              <a:cs typeface="Times New Roman" panose="02020603050405020304" pitchFamily="18" charset="0"/>
            </a:endParaRPr>
          </a:p>
          <a:p>
            <a:pPr>
              <a:spcBef>
                <a:spcPts val="600"/>
              </a:spcBef>
            </a:pPr>
            <a:r>
              <a:rPr lang="en-US" altLang="zh-CN" sz="1800" i="1" dirty="0">
                <a:solidFill>
                  <a:srgbClr val="0000FF"/>
                </a:solidFill>
                <a:ea typeface="华文楷体" panose="02010600040101010101" pitchFamily="2" charset="-122"/>
                <a:cs typeface="Times New Roman" panose="02020603050405020304" pitchFamily="18" charset="0"/>
              </a:rPr>
              <a:t>e</a:t>
            </a:r>
            <a:r>
              <a:rPr lang="zh-CN" altLang="en-US" sz="1800" dirty="0">
                <a:solidFill>
                  <a:srgbClr val="0000FF"/>
                </a:solidFill>
                <a:ea typeface="华文楷体" panose="02010600040101010101" pitchFamily="2" charset="-122"/>
                <a:cs typeface="Times New Roman" panose="02020603050405020304" pitchFamily="18" charset="0"/>
              </a:rPr>
              <a:t>访问非局部数据</a:t>
            </a:r>
            <a:r>
              <a:rPr lang="en-US" altLang="zh-CN" sz="1800" i="1" dirty="0">
                <a:solidFill>
                  <a:srgbClr val="0000FF"/>
                </a:solidFill>
                <a:ea typeface="华文楷体" panose="02010600040101010101" pitchFamily="2" charset="-122"/>
                <a:cs typeface="Times New Roman" panose="02020603050405020304" pitchFamily="18" charset="0"/>
              </a:rPr>
              <a:t>a</a:t>
            </a:r>
            <a:r>
              <a:rPr lang="zh-CN" altLang="en-US" sz="1800" dirty="0">
                <a:solidFill>
                  <a:srgbClr val="0000FF"/>
                </a:solidFill>
                <a:ea typeface="华文楷体" panose="02010600040101010101" pitchFamily="2" charset="-122"/>
                <a:cs typeface="Times New Roman" panose="02020603050405020304" pitchFamily="18" charset="0"/>
              </a:rPr>
              <a:t>：</a:t>
            </a:r>
            <a:endParaRPr lang="en-US" altLang="zh-CN" sz="1800" dirty="0">
              <a:solidFill>
                <a:srgbClr val="0000FF"/>
              </a:solidFill>
              <a:ea typeface="华文楷体" panose="02010600040101010101" pitchFamily="2" charset="-122"/>
              <a:cs typeface="Times New Roman" panose="02020603050405020304" pitchFamily="18" charset="0"/>
            </a:endParaRPr>
          </a:p>
          <a:p>
            <a:pPr>
              <a:spcBef>
                <a:spcPts val="0"/>
              </a:spcBef>
            </a:pPr>
            <a:r>
              <a:rPr lang="zh-CN" altLang="en-US" sz="1800" dirty="0">
                <a:ea typeface="华文楷体" panose="02010600040101010101" pitchFamily="2" charset="-122"/>
                <a:cs typeface="Times New Roman" panose="02020603050405020304" pitchFamily="18" charset="0"/>
              </a:rPr>
              <a:t>沿</a:t>
            </a:r>
            <a:r>
              <a:rPr lang="en-US" altLang="zh-CN" sz="1800" i="1" dirty="0">
                <a:ea typeface="华文楷体" panose="02010600040101010101" pitchFamily="2" charset="-122"/>
                <a:cs typeface="Times New Roman" panose="02020603050405020304" pitchFamily="18" charset="0"/>
              </a:rPr>
              <a:t>e</a:t>
            </a:r>
            <a:r>
              <a:rPr lang="zh-CN" altLang="en-US" sz="1800" dirty="0">
                <a:ea typeface="华文楷体" panose="02010600040101010101" pitchFamily="2" charset="-122"/>
                <a:cs typeface="Times New Roman" panose="02020603050405020304" pitchFamily="18" charset="0"/>
              </a:rPr>
              <a:t>访问链经过</a:t>
            </a:r>
            <a:r>
              <a:rPr lang="en-US" altLang="zh-CN" sz="1800" i="1" dirty="0">
                <a:solidFill>
                  <a:srgbClr val="0070C0"/>
                </a:solidFill>
                <a:ea typeface="华文楷体" panose="02010600040101010101" pitchFamily="2" charset="-122"/>
                <a:cs typeface="Times New Roman" panose="02020603050405020304" pitchFamily="18" charset="0"/>
              </a:rPr>
              <a:t>n</a:t>
            </a:r>
            <a:r>
              <a:rPr lang="en-US" altLang="zh-CN" sz="1800" i="1" baseline="-25000" dirty="0">
                <a:solidFill>
                  <a:srgbClr val="0070C0"/>
                </a:solidFill>
                <a:ea typeface="华文楷体" panose="02010600040101010101" pitchFamily="2" charset="-122"/>
                <a:cs typeface="Times New Roman" panose="02020603050405020304" pitchFamily="18" charset="0"/>
              </a:rPr>
              <a:t>e</a:t>
            </a:r>
            <a:r>
              <a:rPr lang="en-US" altLang="zh-CN" sz="1800" baseline="-25000" dirty="0">
                <a:solidFill>
                  <a:srgbClr val="0070C0"/>
                </a:solidFill>
                <a:ea typeface="华文楷体" panose="02010600040101010101" pitchFamily="2" charset="-122"/>
                <a:cs typeface="Times New Roman" panose="02020603050405020304" pitchFamily="18" charset="0"/>
              </a:rPr>
              <a:t> </a:t>
            </a:r>
            <a:r>
              <a:rPr lang="en-US" altLang="zh-CN" sz="1800" dirty="0">
                <a:solidFill>
                  <a:srgbClr val="0070C0"/>
                </a:solidFill>
                <a:ea typeface="华文楷体" panose="02010600040101010101" pitchFamily="2" charset="-122"/>
                <a:cs typeface="Times New Roman" panose="02020603050405020304" pitchFamily="18" charset="0"/>
              </a:rPr>
              <a:t>-</a:t>
            </a:r>
            <a:r>
              <a:rPr lang="en-US" altLang="zh-CN" sz="1800" i="1" dirty="0" err="1">
                <a:solidFill>
                  <a:srgbClr val="0070C0"/>
                </a:solidFill>
                <a:ea typeface="华文楷体" panose="02010600040101010101" pitchFamily="2" charset="-122"/>
                <a:cs typeface="Times New Roman" panose="02020603050405020304" pitchFamily="18" charset="0"/>
              </a:rPr>
              <a:t>n</a:t>
            </a:r>
            <a:r>
              <a:rPr lang="en-US" altLang="zh-CN" sz="1800" i="1" baseline="-25000" dirty="0" err="1">
                <a:solidFill>
                  <a:srgbClr val="0070C0"/>
                </a:solidFill>
                <a:ea typeface="华文楷体" panose="02010600040101010101" pitchFamily="2" charset="-122"/>
                <a:cs typeface="Times New Roman" panose="02020603050405020304" pitchFamily="18" charset="0"/>
              </a:rPr>
              <a:t>a</a:t>
            </a:r>
            <a:r>
              <a:rPr lang="en-US" altLang="zh-CN" sz="1800" baseline="-25000" dirty="0">
                <a:solidFill>
                  <a:srgbClr val="0070C0"/>
                </a:solidFill>
                <a:ea typeface="华文楷体" panose="02010600040101010101" pitchFamily="2" charset="-122"/>
                <a:cs typeface="Times New Roman" panose="02020603050405020304" pitchFamily="18" charset="0"/>
              </a:rPr>
              <a:t> </a:t>
            </a:r>
            <a:r>
              <a:rPr lang="zh-CN" altLang="en-US" sz="1800" dirty="0">
                <a:ea typeface="华文楷体" panose="02010600040101010101" pitchFamily="2" charset="-122"/>
                <a:cs typeface="Times New Roman" panose="02020603050405020304" pitchFamily="18" charset="0"/>
              </a:rPr>
              <a:t>即</a:t>
            </a:r>
            <a:r>
              <a:rPr lang="en-US" altLang="zh-CN" sz="1800" dirty="0">
                <a:ea typeface="华文楷体" panose="02010600040101010101" pitchFamily="2" charset="-122"/>
                <a:cs typeface="Times New Roman" panose="02020603050405020304" pitchFamily="18" charset="0"/>
              </a:rPr>
              <a:t>1</a:t>
            </a:r>
            <a:r>
              <a:rPr lang="zh-CN" altLang="en-US" sz="1800" dirty="0">
                <a:ea typeface="华文楷体" panose="02010600040101010101" pitchFamily="2" charset="-122"/>
                <a:cs typeface="Times New Roman" panose="02020603050405020304" pitchFamily="18" charset="0"/>
              </a:rPr>
              <a:t>步就能到达</a:t>
            </a:r>
            <a:r>
              <a:rPr lang="en-US" altLang="zh-CN" sz="1800" i="1" dirty="0">
                <a:ea typeface="华文楷体" panose="02010600040101010101" pitchFamily="2" charset="-122"/>
                <a:cs typeface="Times New Roman" panose="02020603050405020304" pitchFamily="18" charset="0"/>
              </a:rPr>
              <a:t>s</a:t>
            </a:r>
            <a:r>
              <a:rPr lang="zh-CN" altLang="en-US" sz="1800" dirty="0">
                <a:ea typeface="华文楷体" panose="02010600040101010101" pitchFamily="2" charset="-122"/>
                <a:cs typeface="Times New Roman" panose="02020603050405020304" pitchFamily="18" charset="0"/>
              </a:rPr>
              <a:t>的活动记录</a:t>
            </a:r>
            <a:endParaRPr lang="en-US" altLang="zh-CN" sz="1800" dirty="0">
              <a:ea typeface="华文楷体" panose="02010600040101010101" pitchFamily="2" charset="-122"/>
              <a:cs typeface="Times New Roman" panose="02020603050405020304" pitchFamily="18" charset="0"/>
            </a:endParaRPr>
          </a:p>
        </p:txBody>
      </p:sp>
      <p:sp>
        <p:nvSpPr>
          <p:cNvPr id="69" name="标题 3">
            <a:extLst>
              <a:ext uri="{FF2B5EF4-FFF2-40B4-BE49-F238E27FC236}">
                <a16:creationId xmlns:a16="http://schemas.microsoft.com/office/drawing/2014/main" id="{8DA5C6CB-7ABB-45B4-B96D-E70CAA48F92B}"/>
              </a:ext>
            </a:extLst>
          </p:cNvPr>
          <p:cNvSpPr txBox="1">
            <a:spLocks/>
          </p:cNvSpPr>
          <p:nvPr/>
        </p:nvSpPr>
        <p:spPr bwMode="auto">
          <a:xfrm>
            <a:off x="755577" y="144015"/>
            <a:ext cx="2950442" cy="6275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ctr" anchorCtr="0" compatLnSpc="1">
            <a:prstTxWarp prst="textNoShape">
              <a:avLst/>
            </a:prstTxWarp>
          </a:bodyPr>
          <a:lstStyle>
            <a:lvl1pPr algn="l" rtl="0" eaLnBrk="0" fontAlgn="base" hangingPunct="0">
              <a:spcBef>
                <a:spcPct val="0"/>
              </a:spcBef>
              <a:spcAft>
                <a:spcPct val="0"/>
              </a:spcAft>
              <a:defRPr sz="4000" b="1" kern="1200" baseline="0">
                <a:solidFill>
                  <a:srgbClr val="FFFFFF"/>
                </a:solidFill>
                <a:latin typeface="Times New Roman" panose="02020603050405020304" pitchFamily="18" charset="0"/>
                <a:ea typeface="黑体" panose="02010609060101010101" pitchFamily="49" charset="-122"/>
                <a:cs typeface="+mj-cs"/>
              </a:defRPr>
            </a:lvl1pPr>
            <a:lvl2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2pPr>
            <a:lvl3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3pPr>
            <a:lvl4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4pPr>
            <a:lvl5pPr algn="l" rtl="0" eaLnBrk="0" fontAlgn="base" hangingPunct="0">
              <a:spcBef>
                <a:spcPct val="0"/>
              </a:spcBef>
              <a:spcAft>
                <a:spcPct val="0"/>
              </a:spcAft>
              <a:defRPr sz="4000">
                <a:solidFill>
                  <a:srgbClr val="FFFFFF"/>
                </a:solidFill>
                <a:latin typeface="Candara" panose="020E0502030303020204" pitchFamily="34" charset="0"/>
                <a:ea typeface="黑体" panose="02010609060101010101" pitchFamily="49" charset="-122"/>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zh-CN" altLang="en-US" sz="24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基于访问链的</a:t>
            </a:r>
            <a:br>
              <a:rPr lang="en-US" altLang="zh-CN" sz="24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br>
            <a:r>
              <a:rPr lang="zh-CN" altLang="en-US" sz="24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非局部数据访问</a:t>
            </a:r>
            <a:endParaRPr lang="zh-CN" altLang="en-US" sz="2400" dirty="0">
              <a:solidFill>
                <a:schemeClr val="tx1"/>
              </a:solidFill>
            </a:endParaRPr>
          </a:p>
        </p:txBody>
      </p:sp>
    </p:spTree>
    <p:extLst>
      <p:ext uri="{BB962C8B-B14F-4D97-AF65-F5344CB8AC3E}">
        <p14:creationId xmlns:p14="http://schemas.microsoft.com/office/powerpoint/2010/main" val="386834907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0" fill="hold" grpId="0" nodeType="withEffect">
                                  <p:stCondLst>
                                    <p:cond delay="0"/>
                                  </p:stCondLst>
                                  <p:childTnLst>
                                    <p:set>
                                      <p:cBhvr>
                                        <p:cTn id="6" dur="1" fill="hold">
                                          <p:stCondLst>
                                            <p:cond delay="0"/>
                                          </p:stCondLst>
                                        </p:cTn>
                                        <p:tgtEl>
                                          <p:spTgt spid="244746"/>
                                        </p:tgtEl>
                                        <p:attrNameLst>
                                          <p:attrName>style.visibility</p:attrName>
                                        </p:attrNameLst>
                                      </p:cBhvr>
                                      <p:to>
                                        <p:strVal val="visible"/>
                                      </p:to>
                                    </p:set>
                                    <p:anim calcmode="lin" valueType="num">
                                      <p:cBhvr>
                                        <p:cTn id="7" dur="500" fill="hold"/>
                                        <p:tgtEl>
                                          <p:spTgt spid="244746"/>
                                        </p:tgtEl>
                                        <p:attrNameLst>
                                          <p:attrName>ppt_w</p:attrName>
                                        </p:attrNameLst>
                                      </p:cBhvr>
                                      <p:tavLst>
                                        <p:tav tm="0">
                                          <p:val>
                                            <p:fltVal val="0"/>
                                          </p:val>
                                        </p:tav>
                                        <p:tav tm="100000">
                                          <p:val>
                                            <p:strVal val="#ppt_w"/>
                                          </p:val>
                                        </p:tav>
                                      </p:tavLst>
                                    </p:anim>
                                    <p:anim calcmode="lin" valueType="num">
                                      <p:cBhvr>
                                        <p:cTn id="8" dur="500" fill="hold"/>
                                        <p:tgtEl>
                                          <p:spTgt spid="244746"/>
                                        </p:tgtEl>
                                        <p:attrNameLst>
                                          <p:attrName>ppt_h</p:attrName>
                                        </p:attrNameLst>
                                      </p:cBhvr>
                                      <p:tavLst>
                                        <p:tav tm="0">
                                          <p:val>
                                            <p:fltVal val="0"/>
                                          </p:val>
                                        </p:tav>
                                        <p:tav tm="100000">
                                          <p:val>
                                            <p:strVal val="#ppt_h"/>
                                          </p:val>
                                        </p:tav>
                                      </p:tavLst>
                                    </p:anim>
                                    <p:animEffect transition="in" filter="fade">
                                      <p:cBhvr>
                                        <p:cTn id="9" dur="500"/>
                                        <p:tgtEl>
                                          <p:spTgt spid="244746"/>
                                        </p:tgtEl>
                                      </p:cBhvr>
                                    </p:animEffect>
                                  </p:childTnLst>
                                </p:cTn>
                              </p:par>
                              <p:par>
                                <p:cTn id="10" presetID="53" presetClass="entr" presetSubtype="0" fill="hold" grpId="0" nodeType="withEffect">
                                  <p:stCondLst>
                                    <p:cond delay="0"/>
                                  </p:stCondLst>
                                  <p:childTnLst>
                                    <p:set>
                                      <p:cBhvr>
                                        <p:cTn id="11" dur="1" fill="hold">
                                          <p:stCondLst>
                                            <p:cond delay="0"/>
                                          </p:stCondLst>
                                        </p:cTn>
                                        <p:tgtEl>
                                          <p:spTgt spid="244744"/>
                                        </p:tgtEl>
                                        <p:attrNameLst>
                                          <p:attrName>style.visibility</p:attrName>
                                        </p:attrNameLst>
                                      </p:cBhvr>
                                      <p:to>
                                        <p:strVal val="visible"/>
                                      </p:to>
                                    </p:set>
                                    <p:anim calcmode="lin" valueType="num">
                                      <p:cBhvr>
                                        <p:cTn id="12" dur="500" fill="hold"/>
                                        <p:tgtEl>
                                          <p:spTgt spid="244744"/>
                                        </p:tgtEl>
                                        <p:attrNameLst>
                                          <p:attrName>ppt_w</p:attrName>
                                        </p:attrNameLst>
                                      </p:cBhvr>
                                      <p:tavLst>
                                        <p:tav tm="0">
                                          <p:val>
                                            <p:fltVal val="0"/>
                                          </p:val>
                                        </p:tav>
                                        <p:tav tm="100000">
                                          <p:val>
                                            <p:strVal val="#ppt_w"/>
                                          </p:val>
                                        </p:tav>
                                      </p:tavLst>
                                    </p:anim>
                                    <p:anim calcmode="lin" valueType="num">
                                      <p:cBhvr>
                                        <p:cTn id="13" dur="500" fill="hold"/>
                                        <p:tgtEl>
                                          <p:spTgt spid="244744"/>
                                        </p:tgtEl>
                                        <p:attrNameLst>
                                          <p:attrName>ppt_h</p:attrName>
                                        </p:attrNameLst>
                                      </p:cBhvr>
                                      <p:tavLst>
                                        <p:tav tm="0">
                                          <p:val>
                                            <p:fltVal val="0"/>
                                          </p:val>
                                        </p:tav>
                                        <p:tav tm="100000">
                                          <p:val>
                                            <p:strVal val="#ppt_h"/>
                                          </p:val>
                                        </p:tav>
                                      </p:tavLst>
                                    </p:anim>
                                    <p:animEffect transition="in" filter="fade">
                                      <p:cBhvr>
                                        <p:cTn id="14" dur="500"/>
                                        <p:tgtEl>
                                          <p:spTgt spid="244744"/>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nodeType="clickEffect">
                                  <p:stCondLst>
                                    <p:cond delay="0"/>
                                  </p:stCondLst>
                                  <p:childTnLst>
                                    <p:set>
                                      <p:cBhvr>
                                        <p:cTn id="25" dur="1" fill="hold">
                                          <p:stCondLst>
                                            <p:cond delay="0"/>
                                          </p:stCondLst>
                                        </p:cTn>
                                        <p:tgtEl>
                                          <p:spTgt spid="4"/>
                                        </p:tgtEl>
                                        <p:attrNameLst>
                                          <p:attrName>style.visibility</p:attrName>
                                        </p:attrNameLst>
                                      </p:cBhvr>
                                      <p:to>
                                        <p:strVal val="visible"/>
                                      </p:to>
                                    </p:set>
                                    <p:anim calcmode="lin" valueType="num">
                                      <p:cBhvr>
                                        <p:cTn id="26" dur="500" fill="hold"/>
                                        <p:tgtEl>
                                          <p:spTgt spid="4"/>
                                        </p:tgtEl>
                                        <p:attrNameLst>
                                          <p:attrName>ppt_w</p:attrName>
                                        </p:attrNameLst>
                                      </p:cBhvr>
                                      <p:tavLst>
                                        <p:tav tm="0">
                                          <p:val>
                                            <p:fltVal val="0"/>
                                          </p:val>
                                        </p:tav>
                                        <p:tav tm="100000">
                                          <p:val>
                                            <p:strVal val="#ppt_w"/>
                                          </p:val>
                                        </p:tav>
                                      </p:tavLst>
                                    </p:anim>
                                    <p:anim calcmode="lin" valueType="num">
                                      <p:cBhvr>
                                        <p:cTn id="27" dur="500" fill="hold"/>
                                        <p:tgtEl>
                                          <p:spTgt spid="4"/>
                                        </p:tgtEl>
                                        <p:attrNameLst>
                                          <p:attrName>ppt_h</p:attrName>
                                        </p:attrNameLst>
                                      </p:cBhvr>
                                      <p:tavLst>
                                        <p:tav tm="0">
                                          <p:val>
                                            <p:fltVal val="0"/>
                                          </p:val>
                                        </p:tav>
                                        <p:tav tm="100000">
                                          <p:val>
                                            <p:strVal val="#ppt_h"/>
                                          </p:val>
                                        </p:tav>
                                      </p:tavLst>
                                    </p:anim>
                                    <p:animEffect transition="in" filter="fade">
                                      <p:cBhvr>
                                        <p:cTn id="28" dur="500"/>
                                        <p:tgtEl>
                                          <p:spTgt spid="4"/>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53" presetClass="entr" presetSubtype="0" fill="hold" grpId="0" nodeType="clickEffect">
                                  <p:stCondLst>
                                    <p:cond delay="0"/>
                                  </p:stCondLst>
                                  <p:childTnLst>
                                    <p:set>
                                      <p:cBhvr>
                                        <p:cTn id="32" dur="1" fill="hold">
                                          <p:stCondLst>
                                            <p:cond delay="0"/>
                                          </p:stCondLst>
                                        </p:cTn>
                                        <p:tgtEl>
                                          <p:spTgt spid="244750"/>
                                        </p:tgtEl>
                                        <p:attrNameLst>
                                          <p:attrName>style.visibility</p:attrName>
                                        </p:attrNameLst>
                                      </p:cBhvr>
                                      <p:to>
                                        <p:strVal val="visible"/>
                                      </p:to>
                                    </p:set>
                                    <p:anim calcmode="lin" valueType="num">
                                      <p:cBhvr>
                                        <p:cTn id="33" dur="500" fill="hold"/>
                                        <p:tgtEl>
                                          <p:spTgt spid="244750"/>
                                        </p:tgtEl>
                                        <p:attrNameLst>
                                          <p:attrName>ppt_w</p:attrName>
                                        </p:attrNameLst>
                                      </p:cBhvr>
                                      <p:tavLst>
                                        <p:tav tm="0">
                                          <p:val>
                                            <p:fltVal val="0"/>
                                          </p:val>
                                        </p:tav>
                                        <p:tav tm="100000">
                                          <p:val>
                                            <p:strVal val="#ppt_w"/>
                                          </p:val>
                                        </p:tav>
                                      </p:tavLst>
                                    </p:anim>
                                    <p:anim calcmode="lin" valueType="num">
                                      <p:cBhvr>
                                        <p:cTn id="34" dur="500" fill="hold"/>
                                        <p:tgtEl>
                                          <p:spTgt spid="244750"/>
                                        </p:tgtEl>
                                        <p:attrNameLst>
                                          <p:attrName>ppt_h</p:attrName>
                                        </p:attrNameLst>
                                      </p:cBhvr>
                                      <p:tavLst>
                                        <p:tav tm="0">
                                          <p:val>
                                            <p:fltVal val="0"/>
                                          </p:val>
                                        </p:tav>
                                        <p:tav tm="100000">
                                          <p:val>
                                            <p:strVal val="#ppt_h"/>
                                          </p:val>
                                        </p:tav>
                                      </p:tavLst>
                                    </p:anim>
                                    <p:animEffect transition="in" filter="fade">
                                      <p:cBhvr>
                                        <p:cTn id="35" dur="500"/>
                                        <p:tgtEl>
                                          <p:spTgt spid="244750"/>
                                        </p:tgtEl>
                                      </p:cBhvr>
                                    </p:animEffect>
                                  </p:childTnLst>
                                </p:cTn>
                              </p:par>
                              <p:par>
                                <p:cTn id="36" presetID="53" presetClass="entr" presetSubtype="0" fill="hold" grpId="0" nodeType="withEffect">
                                  <p:stCondLst>
                                    <p:cond delay="0"/>
                                  </p:stCondLst>
                                  <p:childTnLst>
                                    <p:set>
                                      <p:cBhvr>
                                        <p:cTn id="37" dur="1" fill="hold">
                                          <p:stCondLst>
                                            <p:cond delay="0"/>
                                          </p:stCondLst>
                                        </p:cTn>
                                        <p:tgtEl>
                                          <p:spTgt spid="244749"/>
                                        </p:tgtEl>
                                        <p:attrNameLst>
                                          <p:attrName>style.visibility</p:attrName>
                                        </p:attrNameLst>
                                      </p:cBhvr>
                                      <p:to>
                                        <p:strVal val="visible"/>
                                      </p:to>
                                    </p:set>
                                    <p:anim calcmode="lin" valueType="num">
                                      <p:cBhvr>
                                        <p:cTn id="38" dur="500" fill="hold"/>
                                        <p:tgtEl>
                                          <p:spTgt spid="244749"/>
                                        </p:tgtEl>
                                        <p:attrNameLst>
                                          <p:attrName>ppt_w</p:attrName>
                                        </p:attrNameLst>
                                      </p:cBhvr>
                                      <p:tavLst>
                                        <p:tav tm="0">
                                          <p:val>
                                            <p:fltVal val="0"/>
                                          </p:val>
                                        </p:tav>
                                        <p:tav tm="100000">
                                          <p:val>
                                            <p:strVal val="#ppt_w"/>
                                          </p:val>
                                        </p:tav>
                                      </p:tavLst>
                                    </p:anim>
                                    <p:anim calcmode="lin" valueType="num">
                                      <p:cBhvr>
                                        <p:cTn id="39" dur="500" fill="hold"/>
                                        <p:tgtEl>
                                          <p:spTgt spid="244749"/>
                                        </p:tgtEl>
                                        <p:attrNameLst>
                                          <p:attrName>ppt_h</p:attrName>
                                        </p:attrNameLst>
                                      </p:cBhvr>
                                      <p:tavLst>
                                        <p:tav tm="0">
                                          <p:val>
                                            <p:fltVal val="0"/>
                                          </p:val>
                                        </p:tav>
                                        <p:tav tm="100000">
                                          <p:val>
                                            <p:strVal val="#ppt_h"/>
                                          </p:val>
                                        </p:tav>
                                      </p:tavLst>
                                    </p:anim>
                                    <p:animEffect transition="in" filter="fade">
                                      <p:cBhvr>
                                        <p:cTn id="40" dur="500"/>
                                        <p:tgtEl>
                                          <p:spTgt spid="244749"/>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53" presetClass="entr" presetSubtype="16" fill="hold" nodeType="clickEffect">
                                  <p:stCondLst>
                                    <p:cond delay="0"/>
                                  </p:stCondLst>
                                  <p:childTnLst>
                                    <p:set>
                                      <p:cBhvr>
                                        <p:cTn id="44" dur="1" fill="hold">
                                          <p:stCondLst>
                                            <p:cond delay="0"/>
                                          </p:stCondLst>
                                        </p:cTn>
                                        <p:tgtEl>
                                          <p:spTgt spid="8"/>
                                        </p:tgtEl>
                                        <p:attrNameLst>
                                          <p:attrName>style.visibility</p:attrName>
                                        </p:attrNameLst>
                                      </p:cBhvr>
                                      <p:to>
                                        <p:strVal val="visible"/>
                                      </p:to>
                                    </p:set>
                                    <p:anim calcmode="lin" valueType="num">
                                      <p:cBhvr>
                                        <p:cTn id="45" dur="500" fill="hold"/>
                                        <p:tgtEl>
                                          <p:spTgt spid="8"/>
                                        </p:tgtEl>
                                        <p:attrNameLst>
                                          <p:attrName>ppt_w</p:attrName>
                                        </p:attrNameLst>
                                      </p:cBhvr>
                                      <p:tavLst>
                                        <p:tav tm="0">
                                          <p:val>
                                            <p:fltVal val="0"/>
                                          </p:val>
                                        </p:tav>
                                        <p:tav tm="100000">
                                          <p:val>
                                            <p:strVal val="#ppt_w"/>
                                          </p:val>
                                        </p:tav>
                                      </p:tavLst>
                                    </p:anim>
                                    <p:anim calcmode="lin" valueType="num">
                                      <p:cBhvr>
                                        <p:cTn id="46" dur="500" fill="hold"/>
                                        <p:tgtEl>
                                          <p:spTgt spid="8"/>
                                        </p:tgtEl>
                                        <p:attrNameLst>
                                          <p:attrName>ppt_h</p:attrName>
                                        </p:attrNameLst>
                                      </p:cBhvr>
                                      <p:tavLst>
                                        <p:tav tm="0">
                                          <p:val>
                                            <p:fltVal val="0"/>
                                          </p:val>
                                        </p:tav>
                                        <p:tav tm="100000">
                                          <p:val>
                                            <p:strVal val="#ppt_h"/>
                                          </p:val>
                                        </p:tav>
                                      </p:tavLst>
                                    </p:anim>
                                    <p:animEffect transition="in" filter="fade">
                                      <p:cBhvr>
                                        <p:cTn id="47" dur="500"/>
                                        <p:tgtEl>
                                          <p:spTgt spid="8"/>
                                        </p:tgtEl>
                                      </p:cBhvr>
                                    </p:animEffect>
                                  </p:childTnLst>
                                </p:cTn>
                              </p:par>
                            </p:childTnLst>
                          </p:cTn>
                        </p:par>
                      </p:childTnLst>
                    </p:cTn>
                  </p:par>
                  <p:par>
                    <p:cTn id="48" fill="hold" nodeType="clickPar">
                      <p:stCondLst>
                        <p:cond delay="indefinite"/>
                      </p:stCondLst>
                      <p:childTnLst>
                        <p:par>
                          <p:cTn id="49" fill="hold" nodeType="withGroup">
                            <p:stCondLst>
                              <p:cond delay="0"/>
                            </p:stCondLst>
                            <p:childTnLst>
                              <p:par>
                                <p:cTn id="50" presetID="53" presetClass="entr" presetSubtype="16" fill="hold" grpId="0" nodeType="clickEffect">
                                  <p:stCondLst>
                                    <p:cond delay="0"/>
                                  </p:stCondLst>
                                  <p:childTnLst>
                                    <p:set>
                                      <p:cBhvr>
                                        <p:cTn id="51" dur="1" fill="hold">
                                          <p:stCondLst>
                                            <p:cond delay="0"/>
                                          </p:stCondLst>
                                        </p:cTn>
                                        <p:tgtEl>
                                          <p:spTgt spid="64"/>
                                        </p:tgtEl>
                                        <p:attrNameLst>
                                          <p:attrName>style.visibility</p:attrName>
                                        </p:attrNameLst>
                                      </p:cBhvr>
                                      <p:to>
                                        <p:strVal val="visible"/>
                                      </p:to>
                                    </p:set>
                                    <p:anim calcmode="lin" valueType="num">
                                      <p:cBhvr>
                                        <p:cTn id="52" dur="500" fill="hold"/>
                                        <p:tgtEl>
                                          <p:spTgt spid="64"/>
                                        </p:tgtEl>
                                        <p:attrNameLst>
                                          <p:attrName>ppt_w</p:attrName>
                                        </p:attrNameLst>
                                      </p:cBhvr>
                                      <p:tavLst>
                                        <p:tav tm="0">
                                          <p:val>
                                            <p:fltVal val="0"/>
                                          </p:val>
                                        </p:tav>
                                        <p:tav tm="100000">
                                          <p:val>
                                            <p:strVal val="#ppt_w"/>
                                          </p:val>
                                        </p:tav>
                                      </p:tavLst>
                                    </p:anim>
                                    <p:anim calcmode="lin" valueType="num">
                                      <p:cBhvr>
                                        <p:cTn id="53" dur="500" fill="hold"/>
                                        <p:tgtEl>
                                          <p:spTgt spid="64"/>
                                        </p:tgtEl>
                                        <p:attrNameLst>
                                          <p:attrName>ppt_h</p:attrName>
                                        </p:attrNameLst>
                                      </p:cBhvr>
                                      <p:tavLst>
                                        <p:tav tm="0">
                                          <p:val>
                                            <p:fltVal val="0"/>
                                          </p:val>
                                        </p:tav>
                                        <p:tav tm="100000">
                                          <p:val>
                                            <p:strVal val="#ppt_h"/>
                                          </p:val>
                                        </p:tav>
                                      </p:tavLst>
                                    </p:anim>
                                    <p:animEffect transition="in" filter="fade">
                                      <p:cBhvr>
                                        <p:cTn id="54" dur="500"/>
                                        <p:tgtEl>
                                          <p:spTgt spid="64"/>
                                        </p:tgtEl>
                                      </p:cBhvr>
                                    </p:animEffect>
                                  </p:childTnLst>
                                </p:cTn>
                              </p:par>
                            </p:childTnLst>
                          </p:cTn>
                        </p:par>
                      </p:childTnLst>
                    </p:cTn>
                  </p:par>
                  <p:par>
                    <p:cTn id="55" fill="hold" nodeType="clickPar">
                      <p:stCondLst>
                        <p:cond delay="indefinite"/>
                      </p:stCondLst>
                      <p:childTnLst>
                        <p:par>
                          <p:cTn id="56" fill="hold" nodeType="withGroup">
                            <p:stCondLst>
                              <p:cond delay="0"/>
                            </p:stCondLst>
                            <p:childTnLst>
                              <p:par>
                                <p:cTn id="57" presetID="53" presetClass="entr" presetSubtype="16" fill="hold" grpId="0" nodeType="clickEffect">
                                  <p:stCondLst>
                                    <p:cond delay="0"/>
                                  </p:stCondLst>
                                  <p:childTnLst>
                                    <p:set>
                                      <p:cBhvr>
                                        <p:cTn id="58" dur="1" fill="hold">
                                          <p:stCondLst>
                                            <p:cond delay="0"/>
                                          </p:stCondLst>
                                        </p:cTn>
                                        <p:tgtEl>
                                          <p:spTgt spid="67"/>
                                        </p:tgtEl>
                                        <p:attrNameLst>
                                          <p:attrName>style.visibility</p:attrName>
                                        </p:attrNameLst>
                                      </p:cBhvr>
                                      <p:to>
                                        <p:strVal val="visible"/>
                                      </p:to>
                                    </p:set>
                                    <p:anim calcmode="lin" valueType="num">
                                      <p:cBhvr>
                                        <p:cTn id="59" dur="500" fill="hold"/>
                                        <p:tgtEl>
                                          <p:spTgt spid="67"/>
                                        </p:tgtEl>
                                        <p:attrNameLst>
                                          <p:attrName>ppt_w</p:attrName>
                                        </p:attrNameLst>
                                      </p:cBhvr>
                                      <p:tavLst>
                                        <p:tav tm="0">
                                          <p:val>
                                            <p:fltVal val="0"/>
                                          </p:val>
                                        </p:tav>
                                        <p:tav tm="100000">
                                          <p:val>
                                            <p:strVal val="#ppt_w"/>
                                          </p:val>
                                        </p:tav>
                                      </p:tavLst>
                                    </p:anim>
                                    <p:anim calcmode="lin" valueType="num">
                                      <p:cBhvr>
                                        <p:cTn id="60" dur="500" fill="hold"/>
                                        <p:tgtEl>
                                          <p:spTgt spid="67"/>
                                        </p:tgtEl>
                                        <p:attrNameLst>
                                          <p:attrName>ppt_h</p:attrName>
                                        </p:attrNameLst>
                                      </p:cBhvr>
                                      <p:tavLst>
                                        <p:tav tm="0">
                                          <p:val>
                                            <p:fltVal val="0"/>
                                          </p:val>
                                        </p:tav>
                                        <p:tav tm="100000">
                                          <p:val>
                                            <p:strVal val="#ppt_h"/>
                                          </p:val>
                                        </p:tav>
                                      </p:tavLst>
                                    </p:anim>
                                    <p:animEffect transition="in" filter="fade">
                                      <p:cBhvr>
                                        <p:cTn id="61" dur="500"/>
                                        <p:tgtEl>
                                          <p:spTgt spid="67"/>
                                        </p:tgtEl>
                                      </p:cBhvr>
                                    </p:animEffect>
                                  </p:childTnLst>
                                </p:cTn>
                              </p:par>
                              <p:par>
                                <p:cTn id="62" presetID="53" presetClass="entr" presetSubtype="16" fill="hold" grpId="0" nodeType="withEffect">
                                  <p:stCondLst>
                                    <p:cond delay="0"/>
                                  </p:stCondLst>
                                  <p:childTnLst>
                                    <p:set>
                                      <p:cBhvr>
                                        <p:cTn id="63" dur="1" fill="hold">
                                          <p:stCondLst>
                                            <p:cond delay="0"/>
                                          </p:stCondLst>
                                        </p:cTn>
                                        <p:tgtEl>
                                          <p:spTgt spid="68"/>
                                        </p:tgtEl>
                                        <p:attrNameLst>
                                          <p:attrName>style.visibility</p:attrName>
                                        </p:attrNameLst>
                                      </p:cBhvr>
                                      <p:to>
                                        <p:strVal val="visible"/>
                                      </p:to>
                                    </p:set>
                                    <p:anim calcmode="lin" valueType="num">
                                      <p:cBhvr>
                                        <p:cTn id="64" dur="500" fill="hold"/>
                                        <p:tgtEl>
                                          <p:spTgt spid="68"/>
                                        </p:tgtEl>
                                        <p:attrNameLst>
                                          <p:attrName>ppt_w</p:attrName>
                                        </p:attrNameLst>
                                      </p:cBhvr>
                                      <p:tavLst>
                                        <p:tav tm="0">
                                          <p:val>
                                            <p:fltVal val="0"/>
                                          </p:val>
                                        </p:tav>
                                        <p:tav tm="100000">
                                          <p:val>
                                            <p:strVal val="#ppt_w"/>
                                          </p:val>
                                        </p:tav>
                                      </p:tavLst>
                                    </p:anim>
                                    <p:anim calcmode="lin" valueType="num">
                                      <p:cBhvr>
                                        <p:cTn id="65" dur="500" fill="hold"/>
                                        <p:tgtEl>
                                          <p:spTgt spid="68"/>
                                        </p:tgtEl>
                                        <p:attrNameLst>
                                          <p:attrName>ppt_h</p:attrName>
                                        </p:attrNameLst>
                                      </p:cBhvr>
                                      <p:tavLst>
                                        <p:tav tm="0">
                                          <p:val>
                                            <p:fltVal val="0"/>
                                          </p:val>
                                        </p:tav>
                                        <p:tav tm="100000">
                                          <p:val>
                                            <p:strVal val="#ppt_h"/>
                                          </p:val>
                                        </p:tav>
                                      </p:tavLst>
                                    </p:anim>
                                    <p:animEffect transition="in" filter="fade">
                                      <p:cBhvr>
                                        <p:cTn id="66" dur="500"/>
                                        <p:tgtEl>
                                          <p:spTgt spid="68"/>
                                        </p:tgtEl>
                                      </p:cBhvr>
                                    </p:animEffect>
                                  </p:childTnLst>
                                </p:cTn>
                              </p:par>
                            </p:childTnLst>
                          </p:cTn>
                        </p:par>
                      </p:childTnLst>
                    </p:cTn>
                  </p:par>
                  <p:par>
                    <p:cTn id="67" fill="hold" nodeType="clickPar">
                      <p:stCondLst>
                        <p:cond delay="indefinite"/>
                      </p:stCondLst>
                      <p:childTnLst>
                        <p:par>
                          <p:cTn id="68" fill="hold" nodeType="withGroup">
                            <p:stCondLst>
                              <p:cond delay="0"/>
                            </p:stCondLst>
                            <p:childTnLst>
                              <p:par>
                                <p:cTn id="69" presetID="53" presetClass="entr" presetSubtype="16" fill="hold" nodeType="clickEffect">
                                  <p:stCondLst>
                                    <p:cond delay="0"/>
                                  </p:stCondLst>
                                  <p:childTnLst>
                                    <p:set>
                                      <p:cBhvr>
                                        <p:cTn id="70" dur="1" fill="hold">
                                          <p:stCondLst>
                                            <p:cond delay="0"/>
                                          </p:stCondLst>
                                        </p:cTn>
                                        <p:tgtEl>
                                          <p:spTgt spid="9"/>
                                        </p:tgtEl>
                                        <p:attrNameLst>
                                          <p:attrName>style.visibility</p:attrName>
                                        </p:attrNameLst>
                                      </p:cBhvr>
                                      <p:to>
                                        <p:strVal val="visible"/>
                                      </p:to>
                                    </p:set>
                                    <p:anim calcmode="lin" valueType="num">
                                      <p:cBhvr>
                                        <p:cTn id="71" dur="500" fill="hold"/>
                                        <p:tgtEl>
                                          <p:spTgt spid="9"/>
                                        </p:tgtEl>
                                        <p:attrNameLst>
                                          <p:attrName>ppt_w</p:attrName>
                                        </p:attrNameLst>
                                      </p:cBhvr>
                                      <p:tavLst>
                                        <p:tav tm="0">
                                          <p:val>
                                            <p:fltVal val="0"/>
                                          </p:val>
                                        </p:tav>
                                        <p:tav tm="100000">
                                          <p:val>
                                            <p:strVal val="#ppt_w"/>
                                          </p:val>
                                        </p:tav>
                                      </p:tavLst>
                                    </p:anim>
                                    <p:anim calcmode="lin" valueType="num">
                                      <p:cBhvr>
                                        <p:cTn id="72" dur="500" fill="hold"/>
                                        <p:tgtEl>
                                          <p:spTgt spid="9"/>
                                        </p:tgtEl>
                                        <p:attrNameLst>
                                          <p:attrName>ppt_h</p:attrName>
                                        </p:attrNameLst>
                                      </p:cBhvr>
                                      <p:tavLst>
                                        <p:tav tm="0">
                                          <p:val>
                                            <p:fltVal val="0"/>
                                          </p:val>
                                        </p:tav>
                                        <p:tav tm="100000">
                                          <p:val>
                                            <p:strVal val="#ppt_h"/>
                                          </p:val>
                                        </p:tav>
                                      </p:tavLst>
                                    </p:anim>
                                    <p:animEffect transition="in" filter="fade">
                                      <p:cBhvr>
                                        <p:cTn id="73" dur="500"/>
                                        <p:tgtEl>
                                          <p:spTgt spid="9"/>
                                        </p:tgtEl>
                                      </p:cBhvr>
                                    </p:animEffect>
                                  </p:childTnLst>
                                </p:cTn>
                              </p:par>
                            </p:childTnLst>
                          </p:cTn>
                        </p:par>
                      </p:childTnLst>
                    </p:cTn>
                  </p:par>
                  <p:par>
                    <p:cTn id="74" fill="hold" nodeType="clickPar">
                      <p:stCondLst>
                        <p:cond delay="indefinite"/>
                      </p:stCondLst>
                      <p:childTnLst>
                        <p:par>
                          <p:cTn id="75" fill="hold" nodeType="withGroup">
                            <p:stCondLst>
                              <p:cond delay="0"/>
                            </p:stCondLst>
                            <p:childTnLst>
                              <p:par>
                                <p:cTn id="76" presetID="53" presetClass="entr" presetSubtype="16" fill="hold" nodeType="clickEffect">
                                  <p:stCondLst>
                                    <p:cond delay="0"/>
                                  </p:stCondLst>
                                  <p:childTnLst>
                                    <p:set>
                                      <p:cBhvr>
                                        <p:cTn id="77" dur="1" fill="hold">
                                          <p:stCondLst>
                                            <p:cond delay="0"/>
                                          </p:stCondLst>
                                        </p:cTn>
                                        <p:tgtEl>
                                          <p:spTgt spid="3"/>
                                        </p:tgtEl>
                                        <p:attrNameLst>
                                          <p:attrName>style.visibility</p:attrName>
                                        </p:attrNameLst>
                                      </p:cBhvr>
                                      <p:to>
                                        <p:strVal val="visible"/>
                                      </p:to>
                                    </p:set>
                                    <p:anim calcmode="lin" valueType="num">
                                      <p:cBhvr>
                                        <p:cTn id="78" dur="500" fill="hold"/>
                                        <p:tgtEl>
                                          <p:spTgt spid="3"/>
                                        </p:tgtEl>
                                        <p:attrNameLst>
                                          <p:attrName>ppt_w</p:attrName>
                                        </p:attrNameLst>
                                      </p:cBhvr>
                                      <p:tavLst>
                                        <p:tav tm="0">
                                          <p:val>
                                            <p:fltVal val="0"/>
                                          </p:val>
                                        </p:tav>
                                        <p:tav tm="100000">
                                          <p:val>
                                            <p:strVal val="#ppt_w"/>
                                          </p:val>
                                        </p:tav>
                                      </p:tavLst>
                                    </p:anim>
                                    <p:anim calcmode="lin" valueType="num">
                                      <p:cBhvr>
                                        <p:cTn id="79" dur="500" fill="hold"/>
                                        <p:tgtEl>
                                          <p:spTgt spid="3"/>
                                        </p:tgtEl>
                                        <p:attrNameLst>
                                          <p:attrName>ppt_h</p:attrName>
                                        </p:attrNameLst>
                                      </p:cBhvr>
                                      <p:tavLst>
                                        <p:tav tm="0">
                                          <p:val>
                                            <p:fltVal val="0"/>
                                          </p:val>
                                        </p:tav>
                                        <p:tav tm="100000">
                                          <p:val>
                                            <p:strVal val="#ppt_h"/>
                                          </p:val>
                                        </p:tav>
                                      </p:tavLst>
                                    </p:anim>
                                    <p:animEffect transition="in" filter="fade">
                                      <p:cBhvr>
                                        <p:cTn id="80" dur="500"/>
                                        <p:tgtEl>
                                          <p:spTgt spid="3"/>
                                        </p:tgtEl>
                                      </p:cBhvr>
                                    </p:animEffect>
                                  </p:childTnLst>
                                </p:cTn>
                              </p:par>
                            </p:childTnLst>
                          </p:cTn>
                        </p:par>
                      </p:childTnLst>
                    </p:cTn>
                  </p:par>
                  <p:par>
                    <p:cTn id="81" fill="hold">
                      <p:stCondLst>
                        <p:cond delay="indefinite"/>
                      </p:stCondLst>
                      <p:childTnLst>
                        <p:par>
                          <p:cTn id="82" fill="hold">
                            <p:stCondLst>
                              <p:cond delay="0"/>
                            </p:stCondLst>
                            <p:childTnLst>
                              <p:par>
                                <p:cTn id="83" presetID="22" presetClass="entr" presetSubtype="4" fill="hold" grpId="0" nodeType="clickEffect">
                                  <p:stCondLst>
                                    <p:cond delay="0"/>
                                  </p:stCondLst>
                                  <p:childTnLst>
                                    <p:set>
                                      <p:cBhvr>
                                        <p:cTn id="84" dur="1" fill="hold">
                                          <p:stCondLst>
                                            <p:cond delay="0"/>
                                          </p:stCondLst>
                                        </p:cTn>
                                        <p:tgtEl>
                                          <p:spTgt spid="65"/>
                                        </p:tgtEl>
                                        <p:attrNameLst>
                                          <p:attrName>style.visibility</p:attrName>
                                        </p:attrNameLst>
                                      </p:cBhvr>
                                      <p:to>
                                        <p:strVal val="visible"/>
                                      </p:to>
                                    </p:set>
                                    <p:animEffect transition="in" filter="wipe(down)">
                                      <p:cBhvr>
                                        <p:cTn id="85" dur="5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4744" grpId="0" animBg="1"/>
      <p:bldP spid="244746" grpId="0"/>
      <p:bldP spid="244749" grpId="0"/>
      <p:bldP spid="244750" grpId="0" animBg="1"/>
      <p:bldP spid="64" grpId="0" animBg="1"/>
      <p:bldP spid="67" grpId="0" animBg="1"/>
      <p:bldP spid="68" grpId="0"/>
      <p:bldP spid="65"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rPr>
              <a:t>s</a:t>
            </a:r>
          </a:p>
        </p:txBody>
      </p:sp>
      <p:sp>
        <p:nvSpPr>
          <p:cNvPr id="105475"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05476" name="Group 99"/>
          <p:cNvGrpSpPr>
            <a:grpSpLocks/>
          </p:cNvGrpSpPr>
          <p:nvPr/>
        </p:nvGrpSpPr>
        <p:grpSpPr bwMode="auto">
          <a:xfrm>
            <a:off x="3898900" y="444500"/>
            <a:ext cx="923925" cy="647700"/>
            <a:chOff x="975" y="2750"/>
            <a:chExt cx="776" cy="544"/>
          </a:xfrm>
        </p:grpSpPr>
        <p:sp>
          <p:nvSpPr>
            <p:cNvPr id="18"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5483"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s</a:t>
              </a:r>
            </a:p>
          </p:txBody>
        </p:sp>
        <p:sp>
          <p:nvSpPr>
            <p:cNvPr id="105484"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a</a:t>
              </a:r>
            </a:p>
          </p:txBody>
        </p:sp>
        <p:sp>
          <p:nvSpPr>
            <p:cNvPr id="105485"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22"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23"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105477"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05478" name="组合 113"/>
          <p:cNvGrpSpPr>
            <a:grpSpLocks/>
          </p:cNvGrpSpPr>
          <p:nvPr/>
        </p:nvGrpSpPr>
        <p:grpSpPr bwMode="auto">
          <a:xfrm>
            <a:off x="179388" y="2787650"/>
            <a:ext cx="3140075" cy="1728788"/>
            <a:chOff x="5003799" y="500048"/>
            <a:chExt cx="3282977" cy="1803794"/>
          </a:xfrm>
        </p:grpSpPr>
        <p:sp>
          <p:nvSpPr>
            <p:cNvPr id="26" name="Rectangle 4"/>
            <p:cNvSpPr>
              <a:spLocks noChangeArrowheads="1"/>
            </p:cNvSpPr>
            <p:nvPr/>
          </p:nvSpPr>
          <p:spPr bwMode="auto">
            <a:xfrm>
              <a:off x="5003799" y="500048"/>
              <a:ext cx="3282977" cy="1788886"/>
            </a:xfrm>
            <a:prstGeom prst="rect">
              <a:avLst/>
            </a:prstGeom>
            <a:solidFill>
              <a:schemeClr val="accent5">
                <a:lumMod val="60000"/>
                <a:lumOff val="40000"/>
                <a:alpha val="99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chemeClr val="folHlink"/>
                </a:buClr>
                <a:buSzPct val="60000"/>
                <a:defRPr/>
              </a:pPr>
              <a:r>
                <a:rPr lang="zh-CN" altLang="en-US" sz="1200" dirty="0">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chemeClr val="folHlink"/>
                </a:buClr>
                <a:buSzPct val="60000"/>
                <a:defRPr/>
              </a:pPr>
              <a:r>
                <a:rPr lang="en-US" altLang="zh-CN" sz="1800" i="1" dirty="0">
                  <a:ea typeface="楷体_GB2312"/>
                  <a:cs typeface="Times New Roman" pitchFamily="18" charset="0"/>
                </a:rPr>
                <a:t>sort</a:t>
              </a:r>
              <a:r>
                <a:rPr lang="en-US" altLang="zh-CN" sz="1800" dirty="0">
                  <a:ea typeface="楷体_GB2312"/>
                  <a:cs typeface="Times New Roman" pitchFamily="18" charset="0"/>
                </a:rPr>
                <a:t>		            1</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err="1">
                  <a:ea typeface="楷体_GB2312"/>
                  <a:cs typeface="Times New Roman" pitchFamily="18" charset="0"/>
                </a:rPr>
                <a:t>readarray</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exchange</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quicksort</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partition</a:t>
              </a:r>
              <a:r>
                <a:rPr lang="en-US" altLang="zh-CN" sz="1800" dirty="0">
                  <a:ea typeface="楷体_GB2312"/>
                  <a:cs typeface="Times New Roman" pitchFamily="18" charset="0"/>
                </a:rPr>
                <a:t>	            3</a:t>
              </a:r>
            </a:p>
          </p:txBody>
        </p:sp>
        <p:cxnSp>
          <p:nvCxnSpPr>
            <p:cNvPr id="27" name="直接连接符 26"/>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7" name="标题 3">
            <a:extLst>
              <a:ext uri="{FF2B5EF4-FFF2-40B4-BE49-F238E27FC236}">
                <a16:creationId xmlns:a16="http://schemas.microsoft.com/office/drawing/2014/main" id="{152BB46E-92D5-4235-A114-17EA257DEDFF}"/>
              </a:ext>
            </a:extLst>
          </p:cNvPr>
          <p:cNvSpPr>
            <a:spLocks noGrp="1"/>
          </p:cNvSpPr>
          <p:nvPr>
            <p:ph type="title"/>
          </p:nvPr>
        </p:nvSpPr>
        <p:spPr>
          <a:xfrm>
            <a:off x="755577" y="267495"/>
            <a:ext cx="7931224" cy="360040"/>
          </a:xfrm>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访问链的建立</a:t>
            </a:r>
            <a:endParaRPr lang="zh-CN" altLang="en-US" sz="3000" dirty="0">
              <a:solidFill>
                <a:schemeClr val="tx1"/>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234500"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234502" name="Line 21"/>
          <p:cNvSpPr>
            <a:spLocks noChangeShapeType="1"/>
          </p:cNvSpPr>
          <p:nvPr/>
        </p:nvSpPr>
        <p:spPr bwMode="auto">
          <a:xfrm flipH="1">
            <a:off x="5684838" y="1735138"/>
            <a:ext cx="933450" cy="3905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07525"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sp>
        <p:nvSpPr>
          <p:cNvPr id="107526"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07527" name="组合 113"/>
          <p:cNvGrpSpPr>
            <a:grpSpLocks/>
          </p:cNvGrpSpPr>
          <p:nvPr/>
        </p:nvGrpSpPr>
        <p:grpSpPr bwMode="auto">
          <a:xfrm>
            <a:off x="179388" y="2787650"/>
            <a:ext cx="3140075" cy="1728788"/>
            <a:chOff x="5003799" y="500048"/>
            <a:chExt cx="3282977" cy="1803794"/>
          </a:xfrm>
        </p:grpSpPr>
        <p:sp>
          <p:nvSpPr>
            <p:cNvPr id="12"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chemeClr val="folHlink"/>
                </a:buClr>
                <a:buSzPct val="60000"/>
                <a:defRPr/>
              </a:pPr>
              <a:r>
                <a:rPr lang="zh-CN" altLang="en-US" sz="1200" dirty="0">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chemeClr val="folHlink"/>
                </a:buClr>
                <a:buSzPct val="60000"/>
                <a:defRPr/>
              </a:pPr>
              <a:r>
                <a:rPr lang="en-US" altLang="zh-CN" sz="1800" i="1" dirty="0">
                  <a:ea typeface="楷体_GB2312"/>
                  <a:cs typeface="Times New Roman" pitchFamily="18" charset="0"/>
                </a:rPr>
                <a:t>sort</a:t>
              </a:r>
              <a:r>
                <a:rPr lang="en-US" altLang="zh-CN" sz="1800" dirty="0">
                  <a:ea typeface="楷体_GB2312"/>
                  <a:cs typeface="Times New Roman" pitchFamily="18" charset="0"/>
                </a:rPr>
                <a:t>		            1</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err="1">
                  <a:ea typeface="楷体_GB2312"/>
                  <a:cs typeface="Times New Roman" pitchFamily="18" charset="0"/>
                </a:rPr>
                <a:t>readarray</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exchange</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quicksort</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partition</a:t>
              </a:r>
              <a:r>
                <a:rPr lang="en-US" altLang="zh-CN" sz="1800" dirty="0">
                  <a:ea typeface="楷体_GB2312"/>
                  <a:cs typeface="Times New Roman" pitchFamily="18" charset="0"/>
                </a:rPr>
                <a:t>	            3</a:t>
              </a:r>
            </a:p>
          </p:txBody>
        </p:sp>
        <p:cxnSp>
          <p:nvCxnSpPr>
            <p:cNvPr id="13" name="直接连接符 12"/>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7528" name="Group 99"/>
          <p:cNvGrpSpPr>
            <a:grpSpLocks/>
          </p:cNvGrpSpPr>
          <p:nvPr/>
        </p:nvGrpSpPr>
        <p:grpSpPr bwMode="auto">
          <a:xfrm>
            <a:off x="3898900" y="444500"/>
            <a:ext cx="923925" cy="647700"/>
            <a:chOff x="975" y="2750"/>
            <a:chExt cx="776" cy="544"/>
          </a:xfrm>
        </p:grpSpPr>
        <p:sp>
          <p:nvSpPr>
            <p:cNvPr id="26"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7539"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s</a:t>
              </a:r>
            </a:p>
          </p:txBody>
        </p:sp>
        <p:sp>
          <p:nvSpPr>
            <p:cNvPr id="107540"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a</a:t>
              </a:r>
            </a:p>
          </p:txBody>
        </p:sp>
        <p:sp>
          <p:nvSpPr>
            <p:cNvPr id="107541"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30"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31"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grpSp>
        <p:nvGrpSpPr>
          <p:cNvPr id="4" name="Group 99"/>
          <p:cNvGrpSpPr>
            <a:grpSpLocks/>
          </p:cNvGrpSpPr>
          <p:nvPr/>
        </p:nvGrpSpPr>
        <p:grpSpPr bwMode="auto">
          <a:xfrm>
            <a:off x="3898900" y="1079645"/>
            <a:ext cx="923925" cy="647700"/>
            <a:chOff x="975" y="2750"/>
            <a:chExt cx="776" cy="544"/>
          </a:xfrm>
        </p:grpSpPr>
        <p:sp>
          <p:nvSpPr>
            <p:cNvPr id="33"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7533"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r</a:t>
              </a:r>
            </a:p>
          </p:txBody>
        </p:sp>
        <p:sp>
          <p:nvSpPr>
            <p:cNvPr id="107534"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i</a:t>
              </a:r>
            </a:p>
          </p:txBody>
        </p:sp>
        <p:sp>
          <p:nvSpPr>
            <p:cNvPr id="107535"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37"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38"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41" name="Freeform 56"/>
          <p:cNvSpPr>
            <a:spLocks/>
          </p:cNvSpPr>
          <p:nvPr/>
        </p:nvSpPr>
        <p:spPr bwMode="auto">
          <a:xfrm rot="-511685">
            <a:off x="4789128" y="872653"/>
            <a:ext cx="261004" cy="496888"/>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sp>
        <p:nvSpPr>
          <p:cNvPr id="28"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lIns="68580" tIns="34290" rIns="68580" bIns="34290"/>
          <a:lstStyle/>
          <a:p>
            <a:pPr>
              <a:defRPr/>
            </a:pPr>
            <a:endParaRPr lang="zh-CN" altLang="en-US"/>
          </a:p>
        </p:txBody>
      </p:sp>
      <p:sp>
        <p:nvSpPr>
          <p:cNvPr id="27" name="文本框 26">
            <a:extLst>
              <a:ext uri="{FF2B5EF4-FFF2-40B4-BE49-F238E27FC236}">
                <a16:creationId xmlns:a16="http://schemas.microsoft.com/office/drawing/2014/main" id="{B4623566-F05E-4319-AC05-C8F9A292062C}"/>
              </a:ext>
            </a:extLst>
          </p:cNvPr>
          <p:cNvSpPr txBox="1"/>
          <p:nvPr/>
        </p:nvSpPr>
        <p:spPr>
          <a:xfrm>
            <a:off x="179388" y="1026537"/>
            <a:ext cx="3140075" cy="1354217"/>
          </a:xfrm>
          <a:prstGeom prst="rect">
            <a:avLst/>
          </a:prstGeom>
          <a:solidFill>
            <a:schemeClr val="accent5">
              <a:lumMod val="20000"/>
              <a:lumOff val="80000"/>
            </a:schemeClr>
          </a:solidFill>
          <a:ln>
            <a:solidFill>
              <a:schemeClr val="tx1"/>
            </a:solidFill>
          </a:ln>
        </p:spPr>
        <p:txBody>
          <a:bodyPr wrap="square" rtlCol="0">
            <a:spAutoFit/>
          </a:bodyPr>
          <a:lstStyle/>
          <a:p>
            <a:pPr>
              <a:spcBef>
                <a:spcPts val="600"/>
              </a:spcBef>
            </a:pPr>
            <a:r>
              <a:rPr lang="zh-CN" altLang="en-US" sz="1800" dirty="0">
                <a:solidFill>
                  <a:srgbClr val="0000FF"/>
                </a:solidFill>
                <a:latin typeface="华文楷体" panose="02010600040101010101" pitchFamily="2" charset="-122"/>
                <a:ea typeface="华文楷体" panose="02010600040101010101" pitchFamily="2" charset="-122"/>
              </a:rPr>
              <a:t>情况</a:t>
            </a:r>
            <a:r>
              <a:rPr lang="en-US" altLang="zh-CN" sz="1800" dirty="0">
                <a:solidFill>
                  <a:srgbClr val="0000FF"/>
                </a:solidFill>
                <a:latin typeface="华文楷体" panose="02010600040101010101" pitchFamily="2" charset="-122"/>
                <a:ea typeface="华文楷体" panose="02010600040101010101" pitchFamily="2" charset="-122"/>
              </a:rPr>
              <a:t>1</a:t>
            </a:r>
            <a:r>
              <a:rPr lang="zh-CN" altLang="en-US" sz="1800" dirty="0">
                <a:solidFill>
                  <a:srgbClr val="0000FF"/>
                </a:solidFill>
                <a:latin typeface="华文楷体" panose="02010600040101010101" pitchFamily="2" charset="-122"/>
                <a:ea typeface="华文楷体" panose="02010600040101010101" pitchFamily="2" charset="-122"/>
              </a:rPr>
              <a:t>：嵌套深度 </a:t>
            </a:r>
            <a:r>
              <a:rPr lang="en-US" altLang="zh-CN" sz="1800" i="1" dirty="0">
                <a:solidFill>
                  <a:srgbClr val="0000FF"/>
                </a:solidFill>
                <a:ea typeface="华文楷体" panose="02010600040101010101" pitchFamily="2" charset="-122"/>
                <a:cs typeface="Times New Roman" panose="02020603050405020304" pitchFamily="18" charset="0"/>
              </a:rPr>
              <a:t>n</a:t>
            </a:r>
            <a:r>
              <a:rPr lang="en-US" altLang="zh-CN" sz="1800" i="1" baseline="-25000" dirty="0">
                <a:solidFill>
                  <a:srgbClr val="0000FF"/>
                </a:solidFill>
                <a:ea typeface="华文楷体" panose="02010600040101010101" pitchFamily="2" charset="-122"/>
                <a:cs typeface="Times New Roman" panose="02020603050405020304" pitchFamily="18" charset="0"/>
              </a:rPr>
              <a:t>s</a:t>
            </a:r>
            <a:r>
              <a:rPr lang="en-US" altLang="zh-CN" sz="1800" dirty="0">
                <a:solidFill>
                  <a:srgbClr val="0000FF"/>
                </a:solidFill>
                <a:latin typeface="华文楷体" panose="02010600040101010101" pitchFamily="2" charset="-122"/>
                <a:ea typeface="华文楷体" panose="02010600040101010101" pitchFamily="2" charset="-122"/>
              </a:rPr>
              <a:t>&lt;</a:t>
            </a:r>
            <a:r>
              <a:rPr lang="en-US" altLang="zh-CN" sz="1800" i="1" dirty="0">
                <a:solidFill>
                  <a:srgbClr val="0000FF"/>
                </a:solidFill>
                <a:ea typeface="华文楷体" panose="02010600040101010101" pitchFamily="2" charset="-122"/>
                <a:cs typeface="Times New Roman" panose="02020603050405020304" pitchFamily="18" charset="0"/>
              </a:rPr>
              <a:t>n</a:t>
            </a:r>
            <a:r>
              <a:rPr lang="en-US" altLang="zh-CN" sz="1800" i="1" baseline="-25000" dirty="0">
                <a:solidFill>
                  <a:srgbClr val="0000FF"/>
                </a:solidFill>
                <a:ea typeface="华文楷体" panose="02010600040101010101" pitchFamily="2" charset="-122"/>
                <a:cs typeface="Times New Roman" panose="02020603050405020304" pitchFamily="18" charset="0"/>
              </a:rPr>
              <a:t>r</a:t>
            </a:r>
          </a:p>
          <a:p>
            <a:pPr>
              <a:spcBef>
                <a:spcPts val="600"/>
              </a:spcBef>
            </a:pPr>
            <a:r>
              <a:rPr lang="en-US" altLang="zh-CN" sz="1800" i="1" dirty="0">
                <a:ea typeface="华文楷体" panose="02010600040101010101" pitchFamily="2" charset="-122"/>
                <a:cs typeface="Times New Roman" panose="02020603050405020304" pitchFamily="18" charset="0"/>
              </a:rPr>
              <a:t>s</a:t>
            </a:r>
            <a:r>
              <a:rPr lang="en-US" altLang="zh-CN" sz="1800" i="1" dirty="0">
                <a:latin typeface="华文楷体" panose="02010600040101010101" pitchFamily="2" charset="-122"/>
                <a:ea typeface="华文楷体" panose="02010600040101010101" pitchFamily="2" charset="-122"/>
              </a:rPr>
              <a:t> </a:t>
            </a:r>
            <a:r>
              <a:rPr lang="zh-CN" altLang="en-US" sz="1800" dirty="0">
                <a:latin typeface="华文楷体" panose="02010600040101010101" pitchFamily="2" charset="-122"/>
                <a:ea typeface="华文楷体" panose="02010600040101010101" pitchFamily="2" charset="-122"/>
              </a:rPr>
              <a:t>一定是直接定义</a:t>
            </a:r>
            <a:r>
              <a:rPr lang="en-US" altLang="zh-CN" sz="1800" i="1" dirty="0">
                <a:ea typeface="华文楷体" panose="02010600040101010101" pitchFamily="2" charset="-122"/>
                <a:cs typeface="Times New Roman" panose="02020603050405020304" pitchFamily="18" charset="0"/>
              </a:rPr>
              <a:t>r </a:t>
            </a:r>
          </a:p>
          <a:p>
            <a:pPr>
              <a:spcBef>
                <a:spcPts val="600"/>
              </a:spcBef>
            </a:pPr>
            <a:r>
              <a:rPr lang="zh-CN" altLang="en-US" sz="1800" dirty="0">
                <a:latin typeface="华文楷体" panose="02010600040101010101" pitchFamily="2" charset="-122"/>
                <a:ea typeface="华文楷体" panose="02010600040101010101" pitchFamily="2" charset="-122"/>
              </a:rPr>
              <a:t>因此，</a:t>
            </a:r>
            <a:r>
              <a:rPr lang="en-US" altLang="zh-CN" sz="1800" i="1" dirty="0">
                <a:solidFill>
                  <a:srgbClr val="0070C0"/>
                </a:solidFill>
                <a:ea typeface="华文楷体" panose="02010600040101010101" pitchFamily="2" charset="-122"/>
                <a:cs typeface="Times New Roman" panose="02020603050405020304" pitchFamily="18" charset="0"/>
              </a:rPr>
              <a:t>r</a:t>
            </a:r>
            <a:r>
              <a:rPr lang="en-US" altLang="zh-CN" sz="1800" i="1" dirty="0">
                <a:solidFill>
                  <a:srgbClr val="0070C0"/>
                </a:solidFill>
                <a:latin typeface="华文楷体" panose="02010600040101010101" pitchFamily="2" charset="-122"/>
                <a:ea typeface="华文楷体" panose="02010600040101010101" pitchFamily="2" charset="-122"/>
              </a:rPr>
              <a:t> </a:t>
            </a:r>
            <a:r>
              <a:rPr lang="zh-CN" altLang="en-US" sz="1800" dirty="0">
                <a:solidFill>
                  <a:srgbClr val="0070C0"/>
                </a:solidFill>
                <a:latin typeface="华文楷体" panose="02010600040101010101" pitchFamily="2" charset="-122"/>
                <a:ea typeface="华文楷体" panose="02010600040101010101" pitchFamily="2" charset="-122"/>
              </a:rPr>
              <a:t>的访问链直接指向</a:t>
            </a:r>
            <a:r>
              <a:rPr lang="en-US" altLang="zh-CN" sz="1800" i="1" dirty="0">
                <a:solidFill>
                  <a:srgbClr val="0070C0"/>
                </a:solidFill>
                <a:ea typeface="华文楷体" panose="02010600040101010101" pitchFamily="2" charset="-122"/>
                <a:cs typeface="Times New Roman" panose="02020603050405020304" pitchFamily="18" charset="0"/>
              </a:rPr>
              <a:t>s</a:t>
            </a:r>
            <a:r>
              <a:rPr lang="zh-CN" altLang="en-US" sz="1800" dirty="0">
                <a:latin typeface="华文楷体" panose="02010600040101010101" pitchFamily="2" charset="-122"/>
                <a:ea typeface="华文楷体" panose="02010600040101010101" pitchFamily="2" charset="-122"/>
              </a:rPr>
              <a:t>的活动记录</a:t>
            </a:r>
            <a:endParaRPr lang="zh-CN" altLang="en-US" sz="1800" baseline="-25000" dirty="0">
              <a:latin typeface="华文楷体" panose="02010600040101010101" pitchFamily="2" charset="-122"/>
              <a:ea typeface="华文楷体" panose="02010600040101010101" pitchFamily="2" charset="-122"/>
            </a:endParaRPr>
          </a:p>
        </p:txBody>
      </p:sp>
      <p:sp>
        <p:nvSpPr>
          <p:cNvPr id="29" name="标题 3">
            <a:extLst>
              <a:ext uri="{FF2B5EF4-FFF2-40B4-BE49-F238E27FC236}">
                <a16:creationId xmlns:a16="http://schemas.microsoft.com/office/drawing/2014/main" id="{0D7D103C-63CF-431A-B77A-F7E5B3D439CA}"/>
              </a:ext>
            </a:extLst>
          </p:cNvPr>
          <p:cNvSpPr>
            <a:spLocks noGrp="1"/>
          </p:cNvSpPr>
          <p:nvPr>
            <p:ph type="title"/>
          </p:nvPr>
        </p:nvSpPr>
        <p:spPr>
          <a:xfrm>
            <a:off x="755577" y="267495"/>
            <a:ext cx="7931224" cy="360040"/>
          </a:xfrm>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访问链的建立</a:t>
            </a:r>
            <a:endParaRPr lang="zh-CN" altLang="en-US" sz="3000" dirty="0">
              <a:solidFill>
                <a:schemeClr val="tx1"/>
              </a:solidFill>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0" fill="hold" grpId="0" nodeType="withEffect">
                                  <p:stCondLst>
                                    <p:cond delay="0"/>
                                  </p:stCondLst>
                                  <p:childTnLst>
                                    <p:set>
                                      <p:cBhvr>
                                        <p:cTn id="6" dur="1" fill="hold">
                                          <p:stCondLst>
                                            <p:cond delay="0"/>
                                          </p:stCondLst>
                                        </p:cTn>
                                        <p:tgtEl>
                                          <p:spTgt spid="234502"/>
                                        </p:tgtEl>
                                        <p:attrNameLst>
                                          <p:attrName>style.visibility</p:attrName>
                                        </p:attrNameLst>
                                      </p:cBhvr>
                                      <p:to>
                                        <p:strVal val="visible"/>
                                      </p:to>
                                    </p:set>
                                    <p:anim calcmode="lin" valueType="num">
                                      <p:cBhvr>
                                        <p:cTn id="7" dur="500" fill="hold"/>
                                        <p:tgtEl>
                                          <p:spTgt spid="234502"/>
                                        </p:tgtEl>
                                        <p:attrNameLst>
                                          <p:attrName>ppt_w</p:attrName>
                                        </p:attrNameLst>
                                      </p:cBhvr>
                                      <p:tavLst>
                                        <p:tav tm="0">
                                          <p:val>
                                            <p:fltVal val="0"/>
                                          </p:val>
                                        </p:tav>
                                        <p:tav tm="100000">
                                          <p:val>
                                            <p:strVal val="#ppt_w"/>
                                          </p:val>
                                        </p:tav>
                                      </p:tavLst>
                                    </p:anim>
                                    <p:anim calcmode="lin" valueType="num">
                                      <p:cBhvr>
                                        <p:cTn id="8" dur="500" fill="hold"/>
                                        <p:tgtEl>
                                          <p:spTgt spid="234502"/>
                                        </p:tgtEl>
                                        <p:attrNameLst>
                                          <p:attrName>ppt_h</p:attrName>
                                        </p:attrNameLst>
                                      </p:cBhvr>
                                      <p:tavLst>
                                        <p:tav tm="0">
                                          <p:val>
                                            <p:fltVal val="0"/>
                                          </p:val>
                                        </p:tav>
                                        <p:tav tm="100000">
                                          <p:val>
                                            <p:strVal val="#ppt_h"/>
                                          </p:val>
                                        </p:tav>
                                      </p:tavLst>
                                    </p:anim>
                                    <p:animEffect transition="in" filter="fade">
                                      <p:cBhvr>
                                        <p:cTn id="9" dur="500"/>
                                        <p:tgtEl>
                                          <p:spTgt spid="234502"/>
                                        </p:tgtEl>
                                      </p:cBhvr>
                                    </p:animEffect>
                                  </p:childTnLst>
                                </p:cTn>
                              </p:par>
                              <p:par>
                                <p:cTn id="10" presetID="53" presetClass="entr" presetSubtype="0" fill="hold" grpId="0" nodeType="withEffect">
                                  <p:stCondLst>
                                    <p:cond delay="0"/>
                                  </p:stCondLst>
                                  <p:childTnLst>
                                    <p:set>
                                      <p:cBhvr>
                                        <p:cTn id="11" dur="1" fill="hold">
                                          <p:stCondLst>
                                            <p:cond delay="0"/>
                                          </p:stCondLst>
                                        </p:cTn>
                                        <p:tgtEl>
                                          <p:spTgt spid="234500"/>
                                        </p:tgtEl>
                                        <p:attrNameLst>
                                          <p:attrName>style.visibility</p:attrName>
                                        </p:attrNameLst>
                                      </p:cBhvr>
                                      <p:to>
                                        <p:strVal val="visible"/>
                                      </p:to>
                                    </p:set>
                                    <p:anim calcmode="lin" valueType="num">
                                      <p:cBhvr>
                                        <p:cTn id="12" dur="500" fill="hold"/>
                                        <p:tgtEl>
                                          <p:spTgt spid="234500"/>
                                        </p:tgtEl>
                                        <p:attrNameLst>
                                          <p:attrName>ppt_w</p:attrName>
                                        </p:attrNameLst>
                                      </p:cBhvr>
                                      <p:tavLst>
                                        <p:tav tm="0">
                                          <p:val>
                                            <p:fltVal val="0"/>
                                          </p:val>
                                        </p:tav>
                                        <p:tav tm="100000">
                                          <p:val>
                                            <p:strVal val="#ppt_w"/>
                                          </p:val>
                                        </p:tav>
                                      </p:tavLst>
                                    </p:anim>
                                    <p:anim calcmode="lin" valueType="num">
                                      <p:cBhvr>
                                        <p:cTn id="13" dur="500" fill="hold"/>
                                        <p:tgtEl>
                                          <p:spTgt spid="234500"/>
                                        </p:tgtEl>
                                        <p:attrNameLst>
                                          <p:attrName>ppt_h</p:attrName>
                                        </p:attrNameLst>
                                      </p:cBhvr>
                                      <p:tavLst>
                                        <p:tav tm="0">
                                          <p:val>
                                            <p:fltVal val="0"/>
                                          </p:val>
                                        </p:tav>
                                        <p:tav tm="100000">
                                          <p:val>
                                            <p:strVal val="#ppt_h"/>
                                          </p:val>
                                        </p:tav>
                                      </p:tavLst>
                                    </p:anim>
                                    <p:animEffect transition="in" filter="fade">
                                      <p:cBhvr>
                                        <p:cTn id="14" dur="500"/>
                                        <p:tgtEl>
                                          <p:spTgt spid="234500"/>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p:cTn id="19" dur="500" fill="hold"/>
                                        <p:tgtEl>
                                          <p:spTgt spid="4"/>
                                        </p:tgtEl>
                                        <p:attrNameLst>
                                          <p:attrName>ppt_w</p:attrName>
                                        </p:attrNameLst>
                                      </p:cBhvr>
                                      <p:tavLst>
                                        <p:tav tm="0">
                                          <p:val>
                                            <p:fltVal val="0"/>
                                          </p:val>
                                        </p:tav>
                                        <p:tav tm="100000">
                                          <p:val>
                                            <p:strVal val="#ppt_w"/>
                                          </p:val>
                                        </p:tav>
                                      </p:tavLst>
                                    </p:anim>
                                    <p:anim calcmode="lin" valueType="num">
                                      <p:cBhvr>
                                        <p:cTn id="20" dur="500" fill="hold"/>
                                        <p:tgtEl>
                                          <p:spTgt spid="4"/>
                                        </p:tgtEl>
                                        <p:attrNameLst>
                                          <p:attrName>ppt_h</p:attrName>
                                        </p:attrNameLst>
                                      </p:cBhvr>
                                      <p:tavLst>
                                        <p:tav tm="0">
                                          <p:val>
                                            <p:fltVal val="0"/>
                                          </p:val>
                                        </p:tav>
                                        <p:tav tm="100000">
                                          <p:val>
                                            <p:strVal val="#ppt_h"/>
                                          </p:val>
                                        </p:tav>
                                      </p:tavLst>
                                    </p:anim>
                                    <p:animEffect transition="in" filter="fade">
                                      <p:cBhvr>
                                        <p:cTn id="21" dur="500"/>
                                        <p:tgtEl>
                                          <p:spTgt spid="4"/>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wipe(down)">
                                      <p:cBhvr>
                                        <p:cTn id="26" dur="500"/>
                                        <p:tgtEl>
                                          <p:spTgt spid="27"/>
                                        </p:tgtEl>
                                      </p:cBhvr>
                                    </p:animEffect>
                                  </p:childTnLst>
                                </p:cTn>
                              </p:par>
                            </p:childTnLst>
                          </p:cTn>
                        </p:par>
                      </p:childTnLst>
                    </p:cTn>
                  </p:par>
                  <p:par>
                    <p:cTn id="27" fill="hold">
                      <p:stCondLst>
                        <p:cond delay="indefinite"/>
                      </p:stCondLst>
                      <p:childTnLst>
                        <p:par>
                          <p:cTn id="28" fill="hold">
                            <p:stCondLst>
                              <p:cond delay="0"/>
                            </p:stCondLst>
                            <p:childTnLst>
                              <p:par>
                                <p:cTn id="29" presetID="53" presetClass="entr" presetSubtype="16" fill="hold" grpId="0" nodeType="clickEffect">
                                  <p:stCondLst>
                                    <p:cond delay="0"/>
                                  </p:stCondLst>
                                  <p:childTnLst>
                                    <p:set>
                                      <p:cBhvr>
                                        <p:cTn id="30" dur="1" fill="hold">
                                          <p:stCondLst>
                                            <p:cond delay="0"/>
                                          </p:stCondLst>
                                        </p:cTn>
                                        <p:tgtEl>
                                          <p:spTgt spid="41"/>
                                        </p:tgtEl>
                                        <p:attrNameLst>
                                          <p:attrName>style.visibility</p:attrName>
                                        </p:attrNameLst>
                                      </p:cBhvr>
                                      <p:to>
                                        <p:strVal val="visible"/>
                                      </p:to>
                                    </p:set>
                                    <p:anim calcmode="lin" valueType="num">
                                      <p:cBhvr>
                                        <p:cTn id="31" dur="500" fill="hold"/>
                                        <p:tgtEl>
                                          <p:spTgt spid="41"/>
                                        </p:tgtEl>
                                        <p:attrNameLst>
                                          <p:attrName>ppt_w</p:attrName>
                                        </p:attrNameLst>
                                      </p:cBhvr>
                                      <p:tavLst>
                                        <p:tav tm="0">
                                          <p:val>
                                            <p:fltVal val="0"/>
                                          </p:val>
                                        </p:tav>
                                        <p:tav tm="100000">
                                          <p:val>
                                            <p:strVal val="#ppt_w"/>
                                          </p:val>
                                        </p:tav>
                                      </p:tavLst>
                                    </p:anim>
                                    <p:anim calcmode="lin" valueType="num">
                                      <p:cBhvr>
                                        <p:cTn id="32" dur="500" fill="hold"/>
                                        <p:tgtEl>
                                          <p:spTgt spid="41"/>
                                        </p:tgtEl>
                                        <p:attrNameLst>
                                          <p:attrName>ppt_h</p:attrName>
                                        </p:attrNameLst>
                                      </p:cBhvr>
                                      <p:tavLst>
                                        <p:tav tm="0">
                                          <p:val>
                                            <p:fltVal val="0"/>
                                          </p:val>
                                        </p:tav>
                                        <p:tav tm="100000">
                                          <p:val>
                                            <p:strVal val="#ppt_h"/>
                                          </p:val>
                                        </p:tav>
                                      </p:tavLst>
                                    </p:anim>
                                    <p:animEffect transition="in" filter="fade">
                                      <p:cBhvr>
                                        <p:cTn id="33" dur="500"/>
                                        <p:tgtEl>
                                          <p:spTgt spid="41"/>
                                        </p:tgtEl>
                                      </p:cBhvr>
                                    </p:animEffect>
                                  </p:childTnLst>
                                </p:cTn>
                              </p:par>
                            </p:childTnLst>
                          </p:cTn>
                        </p:par>
                      </p:childTnLst>
                    </p:cTn>
                  </p:par>
                  <p:par>
                    <p:cTn id="34" fill="hold" nodeType="clickPar">
                      <p:stCondLst>
                        <p:cond delay="indefinite"/>
                      </p:stCondLst>
                      <p:childTnLst>
                        <p:par>
                          <p:cTn id="35" fill="hold" nodeType="withGroup">
                            <p:stCondLst>
                              <p:cond delay="0"/>
                            </p:stCondLst>
                            <p:childTnLst>
                              <p:par>
                                <p:cTn id="36" presetID="53" presetClass="entr" presetSubtype="0" fill="hold" nodeType="clickEffect">
                                  <p:stCondLst>
                                    <p:cond delay="0"/>
                                  </p:stCondLst>
                                  <p:childTnLst>
                                    <p:set>
                                      <p:cBhvr>
                                        <p:cTn id="37" dur="1" fill="hold">
                                          <p:stCondLst>
                                            <p:cond delay="0"/>
                                          </p:stCondLst>
                                        </p:cTn>
                                        <p:tgtEl>
                                          <p:spTgt spid="28"/>
                                        </p:tgtEl>
                                        <p:attrNameLst>
                                          <p:attrName>style.visibility</p:attrName>
                                        </p:attrNameLst>
                                      </p:cBhvr>
                                      <p:to>
                                        <p:strVal val="visible"/>
                                      </p:to>
                                    </p:set>
                                    <p:anim calcmode="lin" valueType="num">
                                      <p:cBhvr>
                                        <p:cTn id="38" dur="500" fill="hold"/>
                                        <p:tgtEl>
                                          <p:spTgt spid="28"/>
                                        </p:tgtEl>
                                        <p:attrNameLst>
                                          <p:attrName>ppt_w</p:attrName>
                                        </p:attrNameLst>
                                      </p:cBhvr>
                                      <p:tavLst>
                                        <p:tav tm="0">
                                          <p:val>
                                            <p:fltVal val="0"/>
                                          </p:val>
                                        </p:tav>
                                        <p:tav tm="100000">
                                          <p:val>
                                            <p:strVal val="#ppt_w"/>
                                          </p:val>
                                        </p:tav>
                                      </p:tavLst>
                                    </p:anim>
                                    <p:anim calcmode="lin" valueType="num">
                                      <p:cBhvr>
                                        <p:cTn id="39" dur="500" fill="hold"/>
                                        <p:tgtEl>
                                          <p:spTgt spid="28"/>
                                        </p:tgtEl>
                                        <p:attrNameLst>
                                          <p:attrName>ppt_h</p:attrName>
                                        </p:attrNameLst>
                                      </p:cBhvr>
                                      <p:tavLst>
                                        <p:tav tm="0">
                                          <p:val>
                                            <p:fltVal val="0"/>
                                          </p:val>
                                        </p:tav>
                                        <p:tav tm="100000">
                                          <p:val>
                                            <p:strVal val="#ppt_h"/>
                                          </p:val>
                                        </p:tav>
                                      </p:tavLst>
                                    </p:anim>
                                    <p:animEffect transition="in" filter="fade">
                                      <p:cBhvr>
                                        <p:cTn id="40" dur="500"/>
                                        <p:tgtEl>
                                          <p:spTgt spid="28"/>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53" presetClass="exit" presetSubtype="32" fill="hold" nodeType="clickEffect">
                                  <p:stCondLst>
                                    <p:cond delay="0"/>
                                  </p:stCondLst>
                                  <p:childTnLst>
                                    <p:anim calcmode="lin" valueType="num">
                                      <p:cBhvr>
                                        <p:cTn id="44" dur="500"/>
                                        <p:tgtEl>
                                          <p:spTgt spid="4"/>
                                        </p:tgtEl>
                                        <p:attrNameLst>
                                          <p:attrName>ppt_w</p:attrName>
                                        </p:attrNameLst>
                                      </p:cBhvr>
                                      <p:tavLst>
                                        <p:tav tm="0">
                                          <p:val>
                                            <p:strVal val="ppt_w"/>
                                          </p:val>
                                        </p:tav>
                                        <p:tav tm="100000">
                                          <p:val>
                                            <p:fltVal val="0"/>
                                          </p:val>
                                        </p:tav>
                                      </p:tavLst>
                                    </p:anim>
                                    <p:anim calcmode="lin" valueType="num">
                                      <p:cBhvr>
                                        <p:cTn id="45" dur="500"/>
                                        <p:tgtEl>
                                          <p:spTgt spid="4"/>
                                        </p:tgtEl>
                                        <p:attrNameLst>
                                          <p:attrName>ppt_h</p:attrName>
                                        </p:attrNameLst>
                                      </p:cBhvr>
                                      <p:tavLst>
                                        <p:tav tm="0">
                                          <p:val>
                                            <p:strVal val="ppt_h"/>
                                          </p:val>
                                        </p:tav>
                                        <p:tav tm="100000">
                                          <p:val>
                                            <p:fltVal val="0"/>
                                          </p:val>
                                        </p:tav>
                                      </p:tavLst>
                                    </p:anim>
                                    <p:animEffect transition="out" filter="fade">
                                      <p:cBhvr>
                                        <p:cTn id="46" dur="500"/>
                                        <p:tgtEl>
                                          <p:spTgt spid="4"/>
                                        </p:tgtEl>
                                      </p:cBhvr>
                                    </p:animEffect>
                                    <p:set>
                                      <p:cBhvr>
                                        <p:cTn id="47" dur="1" fill="hold">
                                          <p:stCondLst>
                                            <p:cond delay="499"/>
                                          </p:stCondLst>
                                        </p:cTn>
                                        <p:tgtEl>
                                          <p:spTgt spid="4"/>
                                        </p:tgtEl>
                                        <p:attrNameLst>
                                          <p:attrName>style.visibility</p:attrName>
                                        </p:attrNameLst>
                                      </p:cBhvr>
                                      <p:to>
                                        <p:strVal val="hidden"/>
                                      </p:to>
                                    </p:set>
                                  </p:childTnLst>
                                </p:cTn>
                              </p:par>
                              <p:par>
                                <p:cTn id="48" presetID="53" presetClass="exit" presetSubtype="32" fill="hold" grpId="1" nodeType="withEffect">
                                  <p:stCondLst>
                                    <p:cond delay="0"/>
                                  </p:stCondLst>
                                  <p:childTnLst>
                                    <p:anim calcmode="lin" valueType="num">
                                      <p:cBhvr>
                                        <p:cTn id="49" dur="500"/>
                                        <p:tgtEl>
                                          <p:spTgt spid="41"/>
                                        </p:tgtEl>
                                        <p:attrNameLst>
                                          <p:attrName>ppt_w</p:attrName>
                                        </p:attrNameLst>
                                      </p:cBhvr>
                                      <p:tavLst>
                                        <p:tav tm="0">
                                          <p:val>
                                            <p:strVal val="ppt_w"/>
                                          </p:val>
                                        </p:tav>
                                        <p:tav tm="100000">
                                          <p:val>
                                            <p:fltVal val="0"/>
                                          </p:val>
                                        </p:tav>
                                      </p:tavLst>
                                    </p:anim>
                                    <p:anim calcmode="lin" valueType="num">
                                      <p:cBhvr>
                                        <p:cTn id="50" dur="500"/>
                                        <p:tgtEl>
                                          <p:spTgt spid="41"/>
                                        </p:tgtEl>
                                        <p:attrNameLst>
                                          <p:attrName>ppt_h</p:attrName>
                                        </p:attrNameLst>
                                      </p:cBhvr>
                                      <p:tavLst>
                                        <p:tav tm="0">
                                          <p:val>
                                            <p:strVal val="ppt_h"/>
                                          </p:val>
                                        </p:tav>
                                        <p:tav tm="100000">
                                          <p:val>
                                            <p:fltVal val="0"/>
                                          </p:val>
                                        </p:tav>
                                      </p:tavLst>
                                    </p:anim>
                                    <p:animEffect transition="out" filter="fade">
                                      <p:cBhvr>
                                        <p:cTn id="51" dur="500"/>
                                        <p:tgtEl>
                                          <p:spTgt spid="41"/>
                                        </p:tgtEl>
                                      </p:cBhvr>
                                    </p:animEffect>
                                    <p:set>
                                      <p:cBhvr>
                                        <p:cTn id="52" dur="1" fill="hold">
                                          <p:stCondLst>
                                            <p:cond delay="499"/>
                                          </p:stCondLst>
                                        </p:cTn>
                                        <p:tgtEl>
                                          <p:spTgt spid="41"/>
                                        </p:tgtEl>
                                        <p:attrNameLst>
                                          <p:attrName>style.visibility</p:attrName>
                                        </p:attrNameLst>
                                      </p:cBhvr>
                                      <p:to>
                                        <p:strVal val="hidden"/>
                                      </p:to>
                                    </p:set>
                                  </p:childTnLst>
                                </p:cTn>
                              </p:par>
                              <p:par>
                                <p:cTn id="53" presetID="22" presetClass="exit" presetSubtype="4" fill="hold" grpId="1" nodeType="withEffect">
                                  <p:stCondLst>
                                    <p:cond delay="0"/>
                                  </p:stCondLst>
                                  <p:childTnLst>
                                    <p:animEffect transition="out" filter="wipe(down)">
                                      <p:cBhvr>
                                        <p:cTn id="54" dur="500"/>
                                        <p:tgtEl>
                                          <p:spTgt spid="27"/>
                                        </p:tgtEl>
                                      </p:cBhvr>
                                    </p:animEffect>
                                    <p:set>
                                      <p:cBhvr>
                                        <p:cTn id="55" dur="1" fill="hold">
                                          <p:stCondLst>
                                            <p:cond delay="499"/>
                                          </p:stCondLst>
                                        </p:cTn>
                                        <p:tgtEl>
                                          <p:spTgt spid="2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4500" grpId="0"/>
      <p:bldP spid="234502" grpId="0" animBg="1"/>
      <p:bldP spid="41" grpId="0" animBg="1"/>
      <p:bldP spid="41" grpId="1" animBg="1"/>
      <p:bldP spid="27" grpId="0" animBg="1"/>
      <p:bldP spid="27" grpId="1"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238595" name="Rectangle 18"/>
          <p:cNvSpPr>
            <a:spLocks noChangeArrowheads="1"/>
          </p:cNvSpPr>
          <p:nvPr/>
        </p:nvSpPr>
        <p:spPr bwMode="auto">
          <a:xfrm>
            <a:off x="6284913" y="2000250"/>
            <a:ext cx="963612"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09572"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238597" name="Line 20"/>
          <p:cNvSpPr>
            <a:spLocks noChangeShapeType="1"/>
          </p:cNvSpPr>
          <p:nvPr/>
        </p:nvSpPr>
        <p:spPr bwMode="auto">
          <a:xfrm flipH="1">
            <a:off x="6732588" y="1714500"/>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45062"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38599" name="Line 22"/>
          <p:cNvSpPr>
            <a:spLocks noChangeShapeType="1"/>
          </p:cNvSpPr>
          <p:nvPr/>
        </p:nvSpPr>
        <p:spPr bwMode="auto">
          <a:xfrm flipH="1">
            <a:off x="5688013" y="2355850"/>
            <a:ext cx="709612" cy="354013"/>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238601" name="Rectangle 24"/>
          <p:cNvSpPr>
            <a:spLocks noChangeArrowheads="1"/>
          </p:cNvSpPr>
          <p:nvPr/>
        </p:nvSpPr>
        <p:spPr bwMode="auto">
          <a:xfrm>
            <a:off x="5337175" y="2692400"/>
            <a:ext cx="966788" cy="531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09577"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09578" name="Group 99"/>
          <p:cNvGrpSpPr>
            <a:grpSpLocks/>
          </p:cNvGrpSpPr>
          <p:nvPr/>
        </p:nvGrpSpPr>
        <p:grpSpPr bwMode="auto">
          <a:xfrm>
            <a:off x="3898900" y="444500"/>
            <a:ext cx="923925" cy="647700"/>
            <a:chOff x="975" y="2750"/>
            <a:chExt cx="776" cy="544"/>
          </a:xfrm>
        </p:grpSpPr>
        <p:sp>
          <p:nvSpPr>
            <p:cNvPr id="16"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9613"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s</a:t>
              </a:r>
            </a:p>
          </p:txBody>
        </p:sp>
        <p:sp>
          <p:nvSpPr>
            <p:cNvPr id="109614"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a</a:t>
              </a:r>
            </a:p>
          </p:txBody>
        </p:sp>
        <p:sp>
          <p:nvSpPr>
            <p:cNvPr id="109615"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20"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21"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109579"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09580" name="组合 113"/>
          <p:cNvGrpSpPr>
            <a:grpSpLocks/>
          </p:cNvGrpSpPr>
          <p:nvPr/>
        </p:nvGrpSpPr>
        <p:grpSpPr bwMode="auto">
          <a:xfrm>
            <a:off x="179388" y="2787650"/>
            <a:ext cx="3140075" cy="1728788"/>
            <a:chOff x="5003799" y="500048"/>
            <a:chExt cx="3282977" cy="1803794"/>
          </a:xfrm>
        </p:grpSpPr>
        <p:sp>
          <p:nvSpPr>
            <p:cNvPr id="24"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chemeClr val="folHlink"/>
                </a:buClr>
                <a:buSzPct val="60000"/>
                <a:defRPr/>
              </a:pPr>
              <a:r>
                <a:rPr lang="zh-CN" altLang="en-US" sz="1200" dirty="0">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chemeClr val="folHlink"/>
                </a:buClr>
                <a:buSzPct val="60000"/>
                <a:defRPr/>
              </a:pPr>
              <a:r>
                <a:rPr lang="en-US" altLang="zh-CN" sz="1800" i="1" dirty="0">
                  <a:ea typeface="楷体_GB2312"/>
                  <a:cs typeface="Times New Roman" pitchFamily="18" charset="0"/>
                </a:rPr>
                <a:t>sort</a:t>
              </a:r>
              <a:r>
                <a:rPr lang="en-US" altLang="zh-CN" sz="1800" dirty="0">
                  <a:ea typeface="楷体_GB2312"/>
                  <a:cs typeface="Times New Roman" pitchFamily="18" charset="0"/>
                </a:rPr>
                <a:t>		            1</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err="1">
                  <a:ea typeface="楷体_GB2312"/>
                  <a:cs typeface="Times New Roman" pitchFamily="18" charset="0"/>
                </a:rPr>
                <a:t>readarray</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exchange</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quicksort</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partition</a:t>
              </a:r>
              <a:r>
                <a:rPr lang="en-US" altLang="zh-CN" sz="1800" dirty="0">
                  <a:ea typeface="楷体_GB2312"/>
                  <a:cs typeface="Times New Roman" pitchFamily="18" charset="0"/>
                </a:rPr>
                <a:t>	            3</a:t>
              </a:r>
            </a:p>
          </p:txBody>
        </p:sp>
        <p:cxnSp>
          <p:nvCxnSpPr>
            <p:cNvPr id="25" name="直接连接符 24"/>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 name="Group 99"/>
          <p:cNvGrpSpPr>
            <a:grpSpLocks/>
          </p:cNvGrpSpPr>
          <p:nvPr/>
        </p:nvGrpSpPr>
        <p:grpSpPr bwMode="auto">
          <a:xfrm>
            <a:off x="3905250" y="1089574"/>
            <a:ext cx="954088" cy="636587"/>
            <a:chOff x="948" y="2750"/>
            <a:chExt cx="802" cy="534"/>
          </a:xfrm>
        </p:grpSpPr>
        <p:sp>
          <p:nvSpPr>
            <p:cNvPr id="28"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9604"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q</a:t>
              </a:r>
              <a:r>
                <a:rPr lang="en-US" altLang="zh-CN" sz="1200">
                  <a:cs typeface="Times New Roman" panose="02020603050405020304" pitchFamily="18" charset="0"/>
                </a:rPr>
                <a:t> (1, 9)</a:t>
              </a:r>
            </a:p>
          </p:txBody>
        </p:sp>
        <p:sp>
          <p:nvSpPr>
            <p:cNvPr id="109605"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v</a:t>
              </a:r>
            </a:p>
          </p:txBody>
        </p:sp>
        <p:sp>
          <p:nvSpPr>
            <p:cNvPr id="109606"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32"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33"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grpSp>
        <p:nvGrpSpPr>
          <p:cNvPr id="5" name="Group 99"/>
          <p:cNvGrpSpPr>
            <a:grpSpLocks/>
          </p:cNvGrpSpPr>
          <p:nvPr/>
        </p:nvGrpSpPr>
        <p:grpSpPr bwMode="auto">
          <a:xfrm>
            <a:off x="3905250" y="1718541"/>
            <a:ext cx="954088" cy="635000"/>
            <a:chOff x="948" y="2750"/>
            <a:chExt cx="802" cy="534"/>
          </a:xfrm>
        </p:grpSpPr>
        <p:sp>
          <p:nvSpPr>
            <p:cNvPr id="3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959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p</a:t>
              </a:r>
              <a:r>
                <a:rPr lang="en-US" altLang="zh-CN" sz="1200">
                  <a:cs typeface="Times New Roman" panose="02020603050405020304" pitchFamily="18" charset="0"/>
                </a:rPr>
                <a:t> (1, 9)</a:t>
              </a:r>
            </a:p>
          </p:txBody>
        </p:sp>
        <p:sp>
          <p:nvSpPr>
            <p:cNvPr id="10959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i, j</a:t>
              </a:r>
            </a:p>
          </p:txBody>
        </p:sp>
        <p:sp>
          <p:nvSpPr>
            <p:cNvPr id="10960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4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4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43" name="Line 12"/>
          <p:cNvSpPr>
            <a:spLocks noChangeShapeType="1"/>
          </p:cNvSpPr>
          <p:nvPr/>
        </p:nvSpPr>
        <p:spPr bwMode="auto">
          <a:xfrm flipH="1">
            <a:off x="5632450" y="30273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4" name="Rectangle 22"/>
          <p:cNvSpPr>
            <a:spLocks noChangeArrowheads="1"/>
          </p:cNvSpPr>
          <p:nvPr/>
        </p:nvSpPr>
        <p:spPr bwMode="auto">
          <a:xfrm>
            <a:off x="5468938" y="3243263"/>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ea typeface="宋体" panose="02010600030101010101" pitchFamily="2" charset="-122"/>
              </a:rPr>
              <a:t>e</a:t>
            </a:r>
          </a:p>
        </p:txBody>
      </p:sp>
      <p:grpSp>
        <p:nvGrpSpPr>
          <p:cNvPr id="6" name="Group 99"/>
          <p:cNvGrpSpPr>
            <a:grpSpLocks/>
          </p:cNvGrpSpPr>
          <p:nvPr/>
        </p:nvGrpSpPr>
        <p:grpSpPr bwMode="auto">
          <a:xfrm>
            <a:off x="3905250" y="2355850"/>
            <a:ext cx="954088" cy="635000"/>
            <a:chOff x="948" y="2750"/>
            <a:chExt cx="802" cy="534"/>
          </a:xfrm>
        </p:grpSpPr>
        <p:sp>
          <p:nvSpPr>
            <p:cNvPr id="4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09592"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e</a:t>
              </a:r>
              <a:endParaRPr lang="en-US" altLang="zh-CN" sz="1200">
                <a:cs typeface="Times New Roman" panose="02020603050405020304" pitchFamily="18" charset="0"/>
              </a:endParaRPr>
            </a:p>
          </p:txBody>
        </p:sp>
        <p:sp>
          <p:nvSpPr>
            <p:cNvPr id="109593"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en-US" altLang="zh-CN" sz="1200" i="1">
                <a:cs typeface="Times New Roman" panose="02020603050405020304" pitchFamily="18" charset="0"/>
              </a:endParaRPr>
            </a:p>
          </p:txBody>
        </p:sp>
        <p:sp>
          <p:nvSpPr>
            <p:cNvPr id="109594"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5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5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52" name="任意多边形 51"/>
          <p:cNvSpPr/>
          <p:nvPr/>
        </p:nvSpPr>
        <p:spPr>
          <a:xfrm>
            <a:off x="4824413" y="854075"/>
            <a:ext cx="460375" cy="1838325"/>
          </a:xfrm>
          <a:custGeom>
            <a:avLst/>
            <a:gdLst>
              <a:gd name="connsiteX0" fmla="*/ 0 w 460464"/>
              <a:gd name="connsiteY0" fmla="*/ 1768642 h 1768642"/>
              <a:gd name="connsiteX1" fmla="*/ 433137 w 460464"/>
              <a:gd name="connsiteY1" fmla="*/ 902369 h 1768642"/>
              <a:gd name="connsiteX2" fmla="*/ 372979 w 460464"/>
              <a:gd name="connsiteY2" fmla="*/ 156411 h 1768642"/>
              <a:gd name="connsiteX3" fmla="*/ 24063 w 460464"/>
              <a:gd name="connsiteY3" fmla="*/ 0 h 1768642"/>
            </a:gdLst>
            <a:ahLst/>
            <a:cxnLst>
              <a:cxn ang="0">
                <a:pos x="connsiteX0" y="connsiteY0"/>
              </a:cxn>
              <a:cxn ang="0">
                <a:pos x="connsiteX1" y="connsiteY1"/>
              </a:cxn>
              <a:cxn ang="0">
                <a:pos x="connsiteX2" y="connsiteY2"/>
              </a:cxn>
              <a:cxn ang="0">
                <a:pos x="connsiteX3" y="connsiteY3"/>
              </a:cxn>
            </a:cxnLst>
            <a:rect l="l" t="t" r="r" b="b"/>
            <a:pathLst>
              <a:path w="460464" h="1768642">
                <a:moveTo>
                  <a:pt x="0" y="1768642"/>
                </a:moveTo>
                <a:cubicBezTo>
                  <a:pt x="185487" y="1469858"/>
                  <a:pt x="370974" y="1171074"/>
                  <a:pt x="433137" y="902369"/>
                </a:cubicBezTo>
                <a:cubicBezTo>
                  <a:pt x="495300" y="633664"/>
                  <a:pt x="441158" y="306806"/>
                  <a:pt x="372979" y="156411"/>
                </a:cubicBezTo>
                <a:cubicBezTo>
                  <a:pt x="304800" y="6016"/>
                  <a:pt x="164431" y="3008"/>
                  <a:pt x="24063" y="0"/>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3" name="Freeform 56"/>
          <p:cNvSpPr>
            <a:spLocks/>
          </p:cNvSpPr>
          <p:nvPr/>
        </p:nvSpPr>
        <p:spPr bwMode="auto">
          <a:xfrm rot="20613187">
            <a:off x="4771674" y="1491323"/>
            <a:ext cx="327317" cy="532815"/>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sp>
        <p:nvSpPr>
          <p:cNvPr id="56" name="Freeform 56"/>
          <p:cNvSpPr>
            <a:spLocks/>
          </p:cNvSpPr>
          <p:nvPr/>
        </p:nvSpPr>
        <p:spPr bwMode="auto">
          <a:xfrm rot="-511685">
            <a:off x="4795061" y="871492"/>
            <a:ext cx="272596" cy="496887"/>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sp>
        <p:nvSpPr>
          <p:cNvPr id="48" name="Line 12"/>
          <p:cNvSpPr>
            <a:spLocks noChangeShapeType="1"/>
          </p:cNvSpPr>
          <p:nvPr/>
        </p:nvSpPr>
        <p:spPr bwMode="auto">
          <a:xfrm flipH="1">
            <a:off x="5632450" y="3027363"/>
            <a:ext cx="0" cy="293687"/>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p>
        </p:txBody>
      </p:sp>
      <p:sp>
        <p:nvSpPr>
          <p:cNvPr id="49" name="Line 22"/>
          <p:cNvSpPr>
            <a:spLocks noChangeShapeType="1"/>
          </p:cNvSpPr>
          <p:nvPr/>
        </p:nvSpPr>
        <p:spPr bwMode="auto">
          <a:xfrm flipH="1">
            <a:off x="5688013" y="2359025"/>
            <a:ext cx="709612" cy="354013"/>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lIns="68580" tIns="34290" rIns="68580" bIns="34290"/>
          <a:lstStyle/>
          <a:p>
            <a:pPr>
              <a:defRPr/>
            </a:pPr>
            <a:endParaRPr lang="zh-CN" altLang="en-US"/>
          </a:p>
        </p:txBody>
      </p:sp>
      <p:sp>
        <p:nvSpPr>
          <p:cNvPr id="54" name="文本框 53">
            <a:extLst>
              <a:ext uri="{FF2B5EF4-FFF2-40B4-BE49-F238E27FC236}">
                <a16:creationId xmlns:a16="http://schemas.microsoft.com/office/drawing/2014/main" id="{AD50BDD2-3387-4E5D-B9A9-09D91AEC6729}"/>
              </a:ext>
            </a:extLst>
          </p:cNvPr>
          <p:cNvSpPr txBox="1"/>
          <p:nvPr/>
        </p:nvSpPr>
        <p:spPr>
          <a:xfrm>
            <a:off x="179388" y="1026537"/>
            <a:ext cx="3140075" cy="1554272"/>
          </a:xfrm>
          <a:prstGeom prst="rect">
            <a:avLst/>
          </a:prstGeom>
          <a:solidFill>
            <a:schemeClr val="accent5">
              <a:lumMod val="20000"/>
              <a:lumOff val="80000"/>
            </a:schemeClr>
          </a:solidFill>
          <a:ln>
            <a:solidFill>
              <a:schemeClr val="tx1"/>
            </a:solidFill>
          </a:ln>
        </p:spPr>
        <p:txBody>
          <a:bodyPr wrap="square" rtlCol="0">
            <a:spAutoFit/>
          </a:bodyPr>
          <a:lstStyle/>
          <a:p>
            <a:pPr>
              <a:spcBef>
                <a:spcPts val="600"/>
              </a:spcBef>
            </a:pPr>
            <a:r>
              <a:rPr lang="zh-CN" altLang="en-US" sz="1800" dirty="0">
                <a:solidFill>
                  <a:srgbClr val="0000FF"/>
                </a:solidFill>
                <a:latin typeface="华文楷体" panose="02010600040101010101" pitchFamily="2" charset="-122"/>
                <a:ea typeface="华文楷体" panose="02010600040101010101" pitchFamily="2" charset="-122"/>
              </a:rPr>
              <a:t>情况</a:t>
            </a:r>
            <a:r>
              <a:rPr lang="en-US" altLang="zh-CN" sz="1800" dirty="0">
                <a:solidFill>
                  <a:srgbClr val="0000FF"/>
                </a:solidFill>
                <a:latin typeface="华文楷体" panose="02010600040101010101" pitchFamily="2" charset="-122"/>
                <a:ea typeface="华文楷体" panose="02010600040101010101" pitchFamily="2" charset="-122"/>
              </a:rPr>
              <a:t>2</a:t>
            </a:r>
            <a:r>
              <a:rPr lang="zh-CN" altLang="en-US" sz="1800" dirty="0">
                <a:solidFill>
                  <a:srgbClr val="0000FF"/>
                </a:solidFill>
                <a:latin typeface="华文楷体" panose="02010600040101010101" pitchFamily="2" charset="-122"/>
                <a:ea typeface="华文楷体" panose="02010600040101010101" pitchFamily="2" charset="-122"/>
              </a:rPr>
              <a:t>：嵌套深度 </a:t>
            </a:r>
            <a:r>
              <a:rPr lang="en-US" altLang="zh-CN" sz="1800" i="1" dirty="0">
                <a:solidFill>
                  <a:srgbClr val="0000FF"/>
                </a:solidFill>
                <a:ea typeface="华文楷体" panose="02010600040101010101" pitchFamily="2" charset="-122"/>
                <a:cs typeface="Times New Roman" panose="02020603050405020304" pitchFamily="18" charset="0"/>
              </a:rPr>
              <a:t>n</a:t>
            </a:r>
            <a:r>
              <a:rPr lang="en-US" altLang="zh-CN" sz="1800" i="1" baseline="-25000" dirty="0">
                <a:solidFill>
                  <a:srgbClr val="0000FF"/>
                </a:solidFill>
                <a:ea typeface="华文楷体" panose="02010600040101010101" pitchFamily="2" charset="-122"/>
                <a:cs typeface="Times New Roman" panose="02020603050405020304" pitchFamily="18" charset="0"/>
              </a:rPr>
              <a:t>p</a:t>
            </a:r>
            <a:r>
              <a:rPr lang="en-US" altLang="zh-CN" sz="1800" dirty="0">
                <a:solidFill>
                  <a:srgbClr val="0000FF"/>
                </a:solidFill>
                <a:latin typeface="华文楷体" panose="02010600040101010101" pitchFamily="2" charset="-122"/>
                <a:ea typeface="华文楷体" panose="02010600040101010101" pitchFamily="2" charset="-122"/>
              </a:rPr>
              <a:t>&gt;</a:t>
            </a:r>
            <a:r>
              <a:rPr lang="en-US" altLang="zh-CN" sz="1800" i="1" dirty="0">
                <a:solidFill>
                  <a:srgbClr val="0000FF"/>
                </a:solidFill>
                <a:ea typeface="+mn-ea"/>
                <a:cs typeface="Times New Roman" panose="02020603050405020304" pitchFamily="18" charset="0"/>
              </a:rPr>
              <a:t>n</a:t>
            </a:r>
            <a:r>
              <a:rPr lang="en-US" altLang="zh-CN" sz="1800" i="1" baseline="-25000" dirty="0">
                <a:solidFill>
                  <a:srgbClr val="0000FF"/>
                </a:solidFill>
                <a:ea typeface="+mn-ea"/>
                <a:cs typeface="Times New Roman" panose="02020603050405020304" pitchFamily="18" charset="0"/>
              </a:rPr>
              <a:t>e</a:t>
            </a:r>
          </a:p>
          <a:p>
            <a:pPr>
              <a:spcBef>
                <a:spcPts val="600"/>
              </a:spcBef>
            </a:pPr>
            <a:r>
              <a:rPr lang="en-US" altLang="zh-CN" sz="1800" i="1" dirty="0">
                <a:ea typeface="华文楷体" panose="02010600040101010101" pitchFamily="2" charset="-122"/>
                <a:cs typeface="Times New Roman" panose="02020603050405020304" pitchFamily="18" charset="0"/>
              </a:rPr>
              <a:t>e</a:t>
            </a:r>
            <a:r>
              <a:rPr lang="zh-CN" altLang="en-US" sz="1800" dirty="0">
                <a:latin typeface="华文楷体" panose="02010600040101010101" pitchFamily="2" charset="-122"/>
                <a:ea typeface="华文楷体" panose="02010600040101010101" pitchFamily="2" charset="-122"/>
              </a:rPr>
              <a:t>的访问链要指向最近的</a:t>
            </a:r>
            <a:r>
              <a:rPr lang="en-US" altLang="zh-CN" sz="1800" i="1" dirty="0">
                <a:ea typeface="华文楷体" panose="02010600040101010101" pitchFamily="2" charset="-122"/>
                <a:cs typeface="Times New Roman" panose="02020603050405020304" pitchFamily="18" charset="0"/>
              </a:rPr>
              <a:t>s</a:t>
            </a:r>
            <a:r>
              <a:rPr lang="zh-CN" altLang="en-US" sz="1800" dirty="0">
                <a:latin typeface="华文楷体" panose="02010600040101010101" pitchFamily="2" charset="-122"/>
                <a:ea typeface="华文楷体" panose="02010600040101010101" pitchFamily="2" charset="-122"/>
              </a:rPr>
              <a:t>的活动记录，</a:t>
            </a:r>
            <a:r>
              <a:rPr lang="en-US" altLang="zh-CN" sz="1800" i="1" dirty="0">
                <a:ea typeface="华文楷体" panose="02010600040101010101" pitchFamily="2" charset="-122"/>
                <a:cs typeface="Times New Roman" panose="02020603050405020304" pitchFamily="18" charset="0"/>
              </a:rPr>
              <a:t>s</a:t>
            </a:r>
            <a:r>
              <a:rPr lang="zh-CN" altLang="en-US" sz="1800" dirty="0">
                <a:latin typeface="华文楷体" panose="02010600040101010101" pitchFamily="2" charset="-122"/>
                <a:ea typeface="华文楷体" panose="02010600040101010101" pitchFamily="2" charset="-122"/>
              </a:rPr>
              <a:t>也是</a:t>
            </a:r>
            <a:r>
              <a:rPr lang="en-US" altLang="zh-CN" sz="1800" i="1" dirty="0">
                <a:ea typeface="华文楷体" panose="02010600040101010101" pitchFamily="2" charset="-122"/>
                <a:cs typeface="Times New Roman" panose="02020603050405020304" pitchFamily="18" charset="0"/>
              </a:rPr>
              <a:t>p</a:t>
            </a:r>
            <a:r>
              <a:rPr lang="zh-CN" altLang="en-US" sz="1800" dirty="0">
                <a:latin typeface="华文楷体" panose="02010600040101010101" pitchFamily="2" charset="-122"/>
                <a:ea typeface="华文楷体" panose="02010600040101010101" pitchFamily="2" charset="-122"/>
              </a:rPr>
              <a:t>的外围过程，</a:t>
            </a:r>
            <a:r>
              <a:rPr lang="zh-CN" altLang="en-US" sz="1800" dirty="0">
                <a:solidFill>
                  <a:srgbClr val="0000FF"/>
                </a:solidFill>
                <a:latin typeface="华文楷体" panose="02010600040101010101" pitchFamily="2" charset="-122"/>
                <a:ea typeface="华文楷体" panose="02010600040101010101" pitchFamily="2" charset="-122"/>
              </a:rPr>
              <a:t>从</a:t>
            </a:r>
            <a:r>
              <a:rPr lang="en-US" altLang="zh-CN" sz="1800" i="1" dirty="0">
                <a:solidFill>
                  <a:srgbClr val="0000FF"/>
                </a:solidFill>
                <a:ea typeface="华文楷体" panose="02010600040101010101" pitchFamily="2" charset="-122"/>
                <a:cs typeface="Times New Roman" panose="02020603050405020304" pitchFamily="18" charset="0"/>
              </a:rPr>
              <a:t>p</a:t>
            </a:r>
            <a:r>
              <a:rPr lang="zh-CN" altLang="en-US" sz="1800" dirty="0">
                <a:solidFill>
                  <a:srgbClr val="0000FF"/>
                </a:solidFill>
                <a:latin typeface="华文楷体" panose="02010600040101010101" pitchFamily="2" charset="-122"/>
                <a:ea typeface="华文楷体" panose="02010600040101010101" pitchFamily="2" charset="-122"/>
              </a:rPr>
              <a:t>沿访问链经过</a:t>
            </a:r>
            <a:r>
              <a:rPr lang="en-US" altLang="zh-CN" sz="1800" i="1" dirty="0">
                <a:solidFill>
                  <a:srgbClr val="0000FF"/>
                </a:solidFill>
                <a:ea typeface="华文楷体" panose="02010600040101010101" pitchFamily="2" charset="-122"/>
                <a:cs typeface="Times New Roman" panose="02020603050405020304" pitchFamily="18" charset="0"/>
              </a:rPr>
              <a:t>n</a:t>
            </a:r>
            <a:r>
              <a:rPr lang="en-US" altLang="zh-CN" sz="1800" i="1" baseline="-25000" dirty="0">
                <a:solidFill>
                  <a:srgbClr val="0000FF"/>
                </a:solidFill>
                <a:ea typeface="华文楷体" panose="02010600040101010101" pitchFamily="2" charset="-122"/>
                <a:cs typeface="Times New Roman" panose="02020603050405020304" pitchFamily="18" charset="0"/>
              </a:rPr>
              <a:t>p</a:t>
            </a:r>
            <a:r>
              <a:rPr lang="en-US" altLang="zh-CN" sz="1800" i="1" dirty="0">
                <a:solidFill>
                  <a:srgbClr val="0000FF"/>
                </a:solidFill>
                <a:ea typeface="华文楷体" panose="02010600040101010101" pitchFamily="2" charset="-122"/>
                <a:cs typeface="Times New Roman" panose="02020603050405020304" pitchFamily="18" charset="0"/>
              </a:rPr>
              <a:t>-n</a:t>
            </a:r>
            <a:r>
              <a:rPr lang="en-US" altLang="zh-CN" sz="1800" i="1" baseline="-25000" dirty="0">
                <a:solidFill>
                  <a:srgbClr val="0000FF"/>
                </a:solidFill>
                <a:ea typeface="华文楷体" panose="02010600040101010101" pitchFamily="2" charset="-122"/>
                <a:cs typeface="Times New Roman" panose="02020603050405020304" pitchFamily="18" charset="0"/>
              </a:rPr>
              <a:t>e</a:t>
            </a:r>
            <a:r>
              <a:rPr lang="en-US" altLang="zh-CN" sz="1800" dirty="0">
                <a:solidFill>
                  <a:srgbClr val="0000FF"/>
                </a:solidFill>
                <a:latin typeface="华文楷体" panose="02010600040101010101" pitchFamily="2" charset="-122"/>
                <a:ea typeface="华文楷体" panose="02010600040101010101" pitchFamily="2" charset="-122"/>
              </a:rPr>
              <a:t>+1</a:t>
            </a:r>
            <a:r>
              <a:rPr lang="zh-CN" altLang="en-US" sz="1800" dirty="0">
                <a:solidFill>
                  <a:srgbClr val="0000FF"/>
                </a:solidFill>
                <a:latin typeface="华文楷体" panose="02010600040101010101" pitchFamily="2" charset="-122"/>
                <a:ea typeface="华文楷体" panose="02010600040101010101" pitchFamily="2" charset="-122"/>
              </a:rPr>
              <a:t>步即到达</a:t>
            </a:r>
            <a:r>
              <a:rPr lang="en-US" altLang="zh-CN" sz="1800" i="1" dirty="0">
                <a:solidFill>
                  <a:srgbClr val="0000FF"/>
                </a:solidFill>
                <a:ea typeface="华文楷体" panose="02010600040101010101" pitchFamily="2" charset="-122"/>
                <a:cs typeface="Times New Roman" panose="02020603050405020304" pitchFamily="18" charset="0"/>
              </a:rPr>
              <a:t>s</a:t>
            </a:r>
            <a:r>
              <a:rPr lang="zh-CN" altLang="en-US" sz="1800" dirty="0">
                <a:solidFill>
                  <a:srgbClr val="0000FF"/>
                </a:solidFill>
                <a:latin typeface="华文楷体" panose="02010600040101010101" pitchFamily="2" charset="-122"/>
                <a:ea typeface="华文楷体" panose="02010600040101010101" pitchFamily="2" charset="-122"/>
              </a:rPr>
              <a:t>的活动记录。</a:t>
            </a:r>
            <a:endParaRPr lang="zh-CN" altLang="en-US" sz="1800" baseline="-25000" dirty="0">
              <a:solidFill>
                <a:srgbClr val="0000FF"/>
              </a:solidFill>
              <a:latin typeface="华文楷体" panose="02010600040101010101" pitchFamily="2" charset="-122"/>
              <a:ea typeface="华文楷体" panose="02010600040101010101" pitchFamily="2" charset="-122"/>
            </a:endParaRPr>
          </a:p>
        </p:txBody>
      </p:sp>
      <p:sp>
        <p:nvSpPr>
          <p:cNvPr id="55" name="标题 3">
            <a:extLst>
              <a:ext uri="{FF2B5EF4-FFF2-40B4-BE49-F238E27FC236}">
                <a16:creationId xmlns:a16="http://schemas.microsoft.com/office/drawing/2014/main" id="{1FA873CA-BA22-4F3F-851C-88103D391BD7}"/>
              </a:ext>
            </a:extLst>
          </p:cNvPr>
          <p:cNvSpPr>
            <a:spLocks noGrp="1"/>
          </p:cNvSpPr>
          <p:nvPr>
            <p:ph type="title"/>
          </p:nvPr>
        </p:nvSpPr>
        <p:spPr>
          <a:xfrm>
            <a:off x="755577" y="267495"/>
            <a:ext cx="7931224" cy="360040"/>
          </a:xfrm>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访问链的建立</a:t>
            </a:r>
            <a:endParaRPr lang="zh-CN" altLang="en-US" sz="3000" dirty="0">
              <a:solidFill>
                <a:schemeClr val="tx1"/>
              </a:solidFill>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0" fill="hold" grpId="0" nodeType="withEffect">
                                  <p:stCondLst>
                                    <p:cond delay="0"/>
                                  </p:stCondLst>
                                  <p:childTnLst>
                                    <p:set>
                                      <p:cBhvr>
                                        <p:cTn id="6" dur="1" fill="hold">
                                          <p:stCondLst>
                                            <p:cond delay="0"/>
                                          </p:stCondLst>
                                        </p:cTn>
                                        <p:tgtEl>
                                          <p:spTgt spid="238597"/>
                                        </p:tgtEl>
                                        <p:attrNameLst>
                                          <p:attrName>style.visibility</p:attrName>
                                        </p:attrNameLst>
                                      </p:cBhvr>
                                      <p:to>
                                        <p:strVal val="visible"/>
                                      </p:to>
                                    </p:set>
                                    <p:anim calcmode="lin" valueType="num">
                                      <p:cBhvr>
                                        <p:cTn id="7" dur="500" fill="hold"/>
                                        <p:tgtEl>
                                          <p:spTgt spid="238597"/>
                                        </p:tgtEl>
                                        <p:attrNameLst>
                                          <p:attrName>ppt_w</p:attrName>
                                        </p:attrNameLst>
                                      </p:cBhvr>
                                      <p:tavLst>
                                        <p:tav tm="0">
                                          <p:val>
                                            <p:fltVal val="0"/>
                                          </p:val>
                                        </p:tav>
                                        <p:tav tm="100000">
                                          <p:val>
                                            <p:strVal val="#ppt_w"/>
                                          </p:val>
                                        </p:tav>
                                      </p:tavLst>
                                    </p:anim>
                                    <p:anim calcmode="lin" valueType="num">
                                      <p:cBhvr>
                                        <p:cTn id="8" dur="500" fill="hold"/>
                                        <p:tgtEl>
                                          <p:spTgt spid="238597"/>
                                        </p:tgtEl>
                                        <p:attrNameLst>
                                          <p:attrName>ppt_h</p:attrName>
                                        </p:attrNameLst>
                                      </p:cBhvr>
                                      <p:tavLst>
                                        <p:tav tm="0">
                                          <p:val>
                                            <p:fltVal val="0"/>
                                          </p:val>
                                        </p:tav>
                                        <p:tav tm="100000">
                                          <p:val>
                                            <p:strVal val="#ppt_h"/>
                                          </p:val>
                                        </p:tav>
                                      </p:tavLst>
                                    </p:anim>
                                    <p:animEffect transition="in" filter="fade">
                                      <p:cBhvr>
                                        <p:cTn id="9" dur="500"/>
                                        <p:tgtEl>
                                          <p:spTgt spid="238597"/>
                                        </p:tgtEl>
                                      </p:cBhvr>
                                    </p:animEffect>
                                  </p:childTnLst>
                                </p:cTn>
                              </p:par>
                              <p:par>
                                <p:cTn id="10" presetID="53" presetClass="entr" presetSubtype="0" fill="hold" nodeType="withEffect">
                                  <p:stCondLst>
                                    <p:cond delay="0"/>
                                  </p:stCondLst>
                                  <p:childTnLst>
                                    <p:set>
                                      <p:cBhvr>
                                        <p:cTn id="11" dur="1" fill="hold">
                                          <p:stCondLst>
                                            <p:cond delay="0"/>
                                          </p:stCondLst>
                                        </p:cTn>
                                        <p:tgtEl>
                                          <p:spTgt spid="238595"/>
                                        </p:tgtEl>
                                        <p:attrNameLst>
                                          <p:attrName>style.visibility</p:attrName>
                                        </p:attrNameLst>
                                      </p:cBhvr>
                                      <p:to>
                                        <p:strVal val="visible"/>
                                      </p:to>
                                    </p:set>
                                    <p:anim calcmode="lin" valueType="num">
                                      <p:cBhvr>
                                        <p:cTn id="12" dur="500" fill="hold"/>
                                        <p:tgtEl>
                                          <p:spTgt spid="238595"/>
                                        </p:tgtEl>
                                        <p:attrNameLst>
                                          <p:attrName>ppt_w</p:attrName>
                                        </p:attrNameLst>
                                      </p:cBhvr>
                                      <p:tavLst>
                                        <p:tav tm="0">
                                          <p:val>
                                            <p:fltVal val="0"/>
                                          </p:val>
                                        </p:tav>
                                        <p:tav tm="100000">
                                          <p:val>
                                            <p:strVal val="#ppt_w"/>
                                          </p:val>
                                        </p:tav>
                                      </p:tavLst>
                                    </p:anim>
                                    <p:anim calcmode="lin" valueType="num">
                                      <p:cBhvr>
                                        <p:cTn id="13" dur="500" fill="hold"/>
                                        <p:tgtEl>
                                          <p:spTgt spid="238595"/>
                                        </p:tgtEl>
                                        <p:attrNameLst>
                                          <p:attrName>ppt_h</p:attrName>
                                        </p:attrNameLst>
                                      </p:cBhvr>
                                      <p:tavLst>
                                        <p:tav tm="0">
                                          <p:val>
                                            <p:fltVal val="0"/>
                                          </p:val>
                                        </p:tav>
                                        <p:tav tm="100000">
                                          <p:val>
                                            <p:strVal val="#ppt_h"/>
                                          </p:val>
                                        </p:tav>
                                      </p:tavLst>
                                    </p:anim>
                                    <p:animEffect transition="in" filter="fade">
                                      <p:cBhvr>
                                        <p:cTn id="14" dur="500"/>
                                        <p:tgtEl>
                                          <p:spTgt spid="238595"/>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p:cTn id="19" dur="500" fill="hold"/>
                                        <p:tgtEl>
                                          <p:spTgt spid="4"/>
                                        </p:tgtEl>
                                        <p:attrNameLst>
                                          <p:attrName>ppt_w</p:attrName>
                                        </p:attrNameLst>
                                      </p:cBhvr>
                                      <p:tavLst>
                                        <p:tav tm="0">
                                          <p:val>
                                            <p:fltVal val="0"/>
                                          </p:val>
                                        </p:tav>
                                        <p:tav tm="100000">
                                          <p:val>
                                            <p:strVal val="#ppt_w"/>
                                          </p:val>
                                        </p:tav>
                                      </p:tavLst>
                                    </p:anim>
                                    <p:anim calcmode="lin" valueType="num">
                                      <p:cBhvr>
                                        <p:cTn id="20" dur="500" fill="hold"/>
                                        <p:tgtEl>
                                          <p:spTgt spid="4"/>
                                        </p:tgtEl>
                                        <p:attrNameLst>
                                          <p:attrName>ppt_h</p:attrName>
                                        </p:attrNameLst>
                                      </p:cBhvr>
                                      <p:tavLst>
                                        <p:tav tm="0">
                                          <p:val>
                                            <p:fltVal val="0"/>
                                          </p:val>
                                        </p:tav>
                                        <p:tav tm="100000">
                                          <p:val>
                                            <p:strVal val="#ppt_h"/>
                                          </p:val>
                                        </p:tav>
                                      </p:tavLst>
                                    </p:anim>
                                    <p:animEffect transition="in" filter="fade">
                                      <p:cBhvr>
                                        <p:cTn id="21" dur="500"/>
                                        <p:tgtEl>
                                          <p:spTgt spid="4"/>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53" presetClass="entr" presetSubtype="16" fill="hold" grpId="0" nodeType="clickEffect">
                                  <p:stCondLst>
                                    <p:cond delay="0"/>
                                  </p:stCondLst>
                                  <p:childTnLst>
                                    <p:set>
                                      <p:cBhvr>
                                        <p:cTn id="25" dur="1" fill="hold">
                                          <p:stCondLst>
                                            <p:cond delay="0"/>
                                          </p:stCondLst>
                                        </p:cTn>
                                        <p:tgtEl>
                                          <p:spTgt spid="56"/>
                                        </p:tgtEl>
                                        <p:attrNameLst>
                                          <p:attrName>style.visibility</p:attrName>
                                        </p:attrNameLst>
                                      </p:cBhvr>
                                      <p:to>
                                        <p:strVal val="visible"/>
                                      </p:to>
                                    </p:set>
                                    <p:anim calcmode="lin" valueType="num">
                                      <p:cBhvr>
                                        <p:cTn id="26" dur="500" fill="hold"/>
                                        <p:tgtEl>
                                          <p:spTgt spid="56"/>
                                        </p:tgtEl>
                                        <p:attrNameLst>
                                          <p:attrName>ppt_w</p:attrName>
                                        </p:attrNameLst>
                                      </p:cBhvr>
                                      <p:tavLst>
                                        <p:tav tm="0">
                                          <p:val>
                                            <p:fltVal val="0"/>
                                          </p:val>
                                        </p:tav>
                                        <p:tav tm="100000">
                                          <p:val>
                                            <p:strVal val="#ppt_w"/>
                                          </p:val>
                                        </p:tav>
                                      </p:tavLst>
                                    </p:anim>
                                    <p:anim calcmode="lin" valueType="num">
                                      <p:cBhvr>
                                        <p:cTn id="27" dur="500" fill="hold"/>
                                        <p:tgtEl>
                                          <p:spTgt spid="56"/>
                                        </p:tgtEl>
                                        <p:attrNameLst>
                                          <p:attrName>ppt_h</p:attrName>
                                        </p:attrNameLst>
                                      </p:cBhvr>
                                      <p:tavLst>
                                        <p:tav tm="0">
                                          <p:val>
                                            <p:fltVal val="0"/>
                                          </p:val>
                                        </p:tav>
                                        <p:tav tm="100000">
                                          <p:val>
                                            <p:strVal val="#ppt_h"/>
                                          </p:val>
                                        </p:tav>
                                      </p:tavLst>
                                    </p:anim>
                                    <p:animEffect transition="in" filter="fade">
                                      <p:cBhvr>
                                        <p:cTn id="28" dur="500"/>
                                        <p:tgtEl>
                                          <p:spTgt spid="56"/>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53" presetClass="entr" presetSubtype="0" fill="hold" grpId="0" nodeType="clickEffect">
                                  <p:stCondLst>
                                    <p:cond delay="0"/>
                                  </p:stCondLst>
                                  <p:childTnLst>
                                    <p:set>
                                      <p:cBhvr>
                                        <p:cTn id="32" dur="1" fill="hold">
                                          <p:stCondLst>
                                            <p:cond delay="0"/>
                                          </p:stCondLst>
                                        </p:cTn>
                                        <p:tgtEl>
                                          <p:spTgt spid="238599"/>
                                        </p:tgtEl>
                                        <p:attrNameLst>
                                          <p:attrName>style.visibility</p:attrName>
                                        </p:attrNameLst>
                                      </p:cBhvr>
                                      <p:to>
                                        <p:strVal val="visible"/>
                                      </p:to>
                                    </p:set>
                                    <p:anim calcmode="lin" valueType="num">
                                      <p:cBhvr>
                                        <p:cTn id="33" dur="500" fill="hold"/>
                                        <p:tgtEl>
                                          <p:spTgt spid="238599"/>
                                        </p:tgtEl>
                                        <p:attrNameLst>
                                          <p:attrName>ppt_w</p:attrName>
                                        </p:attrNameLst>
                                      </p:cBhvr>
                                      <p:tavLst>
                                        <p:tav tm="0">
                                          <p:val>
                                            <p:fltVal val="0"/>
                                          </p:val>
                                        </p:tav>
                                        <p:tav tm="100000">
                                          <p:val>
                                            <p:strVal val="#ppt_w"/>
                                          </p:val>
                                        </p:tav>
                                      </p:tavLst>
                                    </p:anim>
                                    <p:anim calcmode="lin" valueType="num">
                                      <p:cBhvr>
                                        <p:cTn id="34" dur="500" fill="hold"/>
                                        <p:tgtEl>
                                          <p:spTgt spid="238599"/>
                                        </p:tgtEl>
                                        <p:attrNameLst>
                                          <p:attrName>ppt_h</p:attrName>
                                        </p:attrNameLst>
                                      </p:cBhvr>
                                      <p:tavLst>
                                        <p:tav tm="0">
                                          <p:val>
                                            <p:fltVal val="0"/>
                                          </p:val>
                                        </p:tav>
                                        <p:tav tm="100000">
                                          <p:val>
                                            <p:strVal val="#ppt_h"/>
                                          </p:val>
                                        </p:tav>
                                      </p:tavLst>
                                    </p:anim>
                                    <p:animEffect transition="in" filter="fade">
                                      <p:cBhvr>
                                        <p:cTn id="35" dur="500"/>
                                        <p:tgtEl>
                                          <p:spTgt spid="238599"/>
                                        </p:tgtEl>
                                      </p:cBhvr>
                                    </p:animEffect>
                                  </p:childTnLst>
                                </p:cTn>
                              </p:par>
                              <p:par>
                                <p:cTn id="36" presetID="53" presetClass="entr" presetSubtype="0" fill="hold" grpId="0" nodeType="withEffect">
                                  <p:stCondLst>
                                    <p:cond delay="0"/>
                                  </p:stCondLst>
                                  <p:childTnLst>
                                    <p:set>
                                      <p:cBhvr>
                                        <p:cTn id="37" dur="1" fill="hold">
                                          <p:stCondLst>
                                            <p:cond delay="0"/>
                                          </p:stCondLst>
                                        </p:cTn>
                                        <p:tgtEl>
                                          <p:spTgt spid="238601"/>
                                        </p:tgtEl>
                                        <p:attrNameLst>
                                          <p:attrName>style.visibility</p:attrName>
                                        </p:attrNameLst>
                                      </p:cBhvr>
                                      <p:to>
                                        <p:strVal val="visible"/>
                                      </p:to>
                                    </p:set>
                                    <p:anim calcmode="lin" valueType="num">
                                      <p:cBhvr>
                                        <p:cTn id="38" dur="500" fill="hold"/>
                                        <p:tgtEl>
                                          <p:spTgt spid="238601"/>
                                        </p:tgtEl>
                                        <p:attrNameLst>
                                          <p:attrName>ppt_w</p:attrName>
                                        </p:attrNameLst>
                                      </p:cBhvr>
                                      <p:tavLst>
                                        <p:tav tm="0">
                                          <p:val>
                                            <p:fltVal val="0"/>
                                          </p:val>
                                        </p:tav>
                                        <p:tav tm="100000">
                                          <p:val>
                                            <p:strVal val="#ppt_w"/>
                                          </p:val>
                                        </p:tav>
                                      </p:tavLst>
                                    </p:anim>
                                    <p:anim calcmode="lin" valueType="num">
                                      <p:cBhvr>
                                        <p:cTn id="39" dur="500" fill="hold"/>
                                        <p:tgtEl>
                                          <p:spTgt spid="238601"/>
                                        </p:tgtEl>
                                        <p:attrNameLst>
                                          <p:attrName>ppt_h</p:attrName>
                                        </p:attrNameLst>
                                      </p:cBhvr>
                                      <p:tavLst>
                                        <p:tav tm="0">
                                          <p:val>
                                            <p:fltVal val="0"/>
                                          </p:val>
                                        </p:tav>
                                        <p:tav tm="100000">
                                          <p:val>
                                            <p:strVal val="#ppt_h"/>
                                          </p:val>
                                        </p:tav>
                                      </p:tavLst>
                                    </p:anim>
                                    <p:animEffect transition="in" filter="fade">
                                      <p:cBhvr>
                                        <p:cTn id="40" dur="500"/>
                                        <p:tgtEl>
                                          <p:spTgt spid="238601"/>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53" presetClass="entr" presetSubtype="16" fill="hold" nodeType="clickEffect">
                                  <p:stCondLst>
                                    <p:cond delay="0"/>
                                  </p:stCondLst>
                                  <p:childTnLst>
                                    <p:set>
                                      <p:cBhvr>
                                        <p:cTn id="44" dur="1" fill="hold">
                                          <p:stCondLst>
                                            <p:cond delay="0"/>
                                          </p:stCondLst>
                                        </p:cTn>
                                        <p:tgtEl>
                                          <p:spTgt spid="5"/>
                                        </p:tgtEl>
                                        <p:attrNameLst>
                                          <p:attrName>style.visibility</p:attrName>
                                        </p:attrNameLst>
                                      </p:cBhvr>
                                      <p:to>
                                        <p:strVal val="visible"/>
                                      </p:to>
                                    </p:set>
                                    <p:anim calcmode="lin" valueType="num">
                                      <p:cBhvr>
                                        <p:cTn id="45" dur="500" fill="hold"/>
                                        <p:tgtEl>
                                          <p:spTgt spid="5"/>
                                        </p:tgtEl>
                                        <p:attrNameLst>
                                          <p:attrName>ppt_w</p:attrName>
                                        </p:attrNameLst>
                                      </p:cBhvr>
                                      <p:tavLst>
                                        <p:tav tm="0">
                                          <p:val>
                                            <p:fltVal val="0"/>
                                          </p:val>
                                        </p:tav>
                                        <p:tav tm="100000">
                                          <p:val>
                                            <p:strVal val="#ppt_w"/>
                                          </p:val>
                                        </p:tav>
                                      </p:tavLst>
                                    </p:anim>
                                    <p:anim calcmode="lin" valueType="num">
                                      <p:cBhvr>
                                        <p:cTn id="46" dur="500" fill="hold"/>
                                        <p:tgtEl>
                                          <p:spTgt spid="5"/>
                                        </p:tgtEl>
                                        <p:attrNameLst>
                                          <p:attrName>ppt_h</p:attrName>
                                        </p:attrNameLst>
                                      </p:cBhvr>
                                      <p:tavLst>
                                        <p:tav tm="0">
                                          <p:val>
                                            <p:fltVal val="0"/>
                                          </p:val>
                                        </p:tav>
                                        <p:tav tm="100000">
                                          <p:val>
                                            <p:strVal val="#ppt_h"/>
                                          </p:val>
                                        </p:tav>
                                      </p:tavLst>
                                    </p:anim>
                                    <p:animEffect transition="in" filter="fade">
                                      <p:cBhvr>
                                        <p:cTn id="47" dur="500"/>
                                        <p:tgtEl>
                                          <p:spTgt spid="5"/>
                                        </p:tgtEl>
                                      </p:cBhvr>
                                    </p:animEffect>
                                  </p:childTnLst>
                                </p:cTn>
                              </p:par>
                            </p:childTnLst>
                          </p:cTn>
                        </p:par>
                      </p:childTnLst>
                    </p:cTn>
                  </p:par>
                  <p:par>
                    <p:cTn id="48" fill="hold" nodeType="clickPar">
                      <p:stCondLst>
                        <p:cond delay="indefinite"/>
                      </p:stCondLst>
                      <p:childTnLst>
                        <p:par>
                          <p:cTn id="49" fill="hold" nodeType="withGroup">
                            <p:stCondLst>
                              <p:cond delay="0"/>
                            </p:stCondLst>
                            <p:childTnLst>
                              <p:par>
                                <p:cTn id="50" presetID="53" presetClass="entr" presetSubtype="16" fill="hold" grpId="0" nodeType="clickEffect">
                                  <p:stCondLst>
                                    <p:cond delay="0"/>
                                  </p:stCondLst>
                                  <p:childTnLst>
                                    <p:set>
                                      <p:cBhvr>
                                        <p:cTn id="51" dur="1" fill="hold">
                                          <p:stCondLst>
                                            <p:cond delay="0"/>
                                          </p:stCondLst>
                                        </p:cTn>
                                        <p:tgtEl>
                                          <p:spTgt spid="53"/>
                                        </p:tgtEl>
                                        <p:attrNameLst>
                                          <p:attrName>style.visibility</p:attrName>
                                        </p:attrNameLst>
                                      </p:cBhvr>
                                      <p:to>
                                        <p:strVal val="visible"/>
                                      </p:to>
                                    </p:set>
                                    <p:anim calcmode="lin" valueType="num">
                                      <p:cBhvr>
                                        <p:cTn id="52" dur="500" fill="hold"/>
                                        <p:tgtEl>
                                          <p:spTgt spid="53"/>
                                        </p:tgtEl>
                                        <p:attrNameLst>
                                          <p:attrName>ppt_w</p:attrName>
                                        </p:attrNameLst>
                                      </p:cBhvr>
                                      <p:tavLst>
                                        <p:tav tm="0">
                                          <p:val>
                                            <p:fltVal val="0"/>
                                          </p:val>
                                        </p:tav>
                                        <p:tav tm="100000">
                                          <p:val>
                                            <p:strVal val="#ppt_w"/>
                                          </p:val>
                                        </p:tav>
                                      </p:tavLst>
                                    </p:anim>
                                    <p:anim calcmode="lin" valueType="num">
                                      <p:cBhvr>
                                        <p:cTn id="53" dur="500" fill="hold"/>
                                        <p:tgtEl>
                                          <p:spTgt spid="53"/>
                                        </p:tgtEl>
                                        <p:attrNameLst>
                                          <p:attrName>ppt_h</p:attrName>
                                        </p:attrNameLst>
                                      </p:cBhvr>
                                      <p:tavLst>
                                        <p:tav tm="0">
                                          <p:val>
                                            <p:fltVal val="0"/>
                                          </p:val>
                                        </p:tav>
                                        <p:tav tm="100000">
                                          <p:val>
                                            <p:strVal val="#ppt_h"/>
                                          </p:val>
                                        </p:tav>
                                      </p:tavLst>
                                    </p:anim>
                                    <p:animEffect transition="in" filter="fade">
                                      <p:cBhvr>
                                        <p:cTn id="54" dur="500"/>
                                        <p:tgtEl>
                                          <p:spTgt spid="53"/>
                                        </p:tgtEl>
                                      </p:cBhvr>
                                    </p:animEffect>
                                  </p:childTnLst>
                                </p:cTn>
                              </p:par>
                            </p:childTnLst>
                          </p:cTn>
                        </p:par>
                      </p:childTnLst>
                    </p:cTn>
                  </p:par>
                  <p:par>
                    <p:cTn id="55" fill="hold" nodeType="clickPar">
                      <p:stCondLst>
                        <p:cond delay="indefinite"/>
                      </p:stCondLst>
                      <p:childTnLst>
                        <p:par>
                          <p:cTn id="56" fill="hold" nodeType="withGroup">
                            <p:stCondLst>
                              <p:cond delay="0"/>
                            </p:stCondLst>
                            <p:childTnLst>
                              <p:par>
                                <p:cTn id="57" presetID="53" presetClass="entr" presetSubtype="16" fill="hold" grpId="0" nodeType="clickEffect">
                                  <p:stCondLst>
                                    <p:cond delay="0"/>
                                  </p:stCondLst>
                                  <p:childTnLst>
                                    <p:set>
                                      <p:cBhvr>
                                        <p:cTn id="58" dur="1" fill="hold">
                                          <p:stCondLst>
                                            <p:cond delay="0"/>
                                          </p:stCondLst>
                                        </p:cTn>
                                        <p:tgtEl>
                                          <p:spTgt spid="43"/>
                                        </p:tgtEl>
                                        <p:attrNameLst>
                                          <p:attrName>style.visibility</p:attrName>
                                        </p:attrNameLst>
                                      </p:cBhvr>
                                      <p:to>
                                        <p:strVal val="visible"/>
                                      </p:to>
                                    </p:set>
                                    <p:anim calcmode="lin" valueType="num">
                                      <p:cBhvr>
                                        <p:cTn id="59" dur="500" fill="hold"/>
                                        <p:tgtEl>
                                          <p:spTgt spid="43"/>
                                        </p:tgtEl>
                                        <p:attrNameLst>
                                          <p:attrName>ppt_w</p:attrName>
                                        </p:attrNameLst>
                                      </p:cBhvr>
                                      <p:tavLst>
                                        <p:tav tm="0">
                                          <p:val>
                                            <p:fltVal val="0"/>
                                          </p:val>
                                        </p:tav>
                                        <p:tav tm="100000">
                                          <p:val>
                                            <p:strVal val="#ppt_w"/>
                                          </p:val>
                                        </p:tav>
                                      </p:tavLst>
                                    </p:anim>
                                    <p:anim calcmode="lin" valueType="num">
                                      <p:cBhvr>
                                        <p:cTn id="60" dur="500" fill="hold"/>
                                        <p:tgtEl>
                                          <p:spTgt spid="43"/>
                                        </p:tgtEl>
                                        <p:attrNameLst>
                                          <p:attrName>ppt_h</p:attrName>
                                        </p:attrNameLst>
                                      </p:cBhvr>
                                      <p:tavLst>
                                        <p:tav tm="0">
                                          <p:val>
                                            <p:fltVal val="0"/>
                                          </p:val>
                                        </p:tav>
                                        <p:tav tm="100000">
                                          <p:val>
                                            <p:strVal val="#ppt_h"/>
                                          </p:val>
                                        </p:tav>
                                      </p:tavLst>
                                    </p:anim>
                                    <p:animEffect transition="in" filter="fade">
                                      <p:cBhvr>
                                        <p:cTn id="61" dur="500"/>
                                        <p:tgtEl>
                                          <p:spTgt spid="43"/>
                                        </p:tgtEl>
                                      </p:cBhvr>
                                    </p:animEffect>
                                  </p:childTnLst>
                                </p:cTn>
                              </p:par>
                              <p:par>
                                <p:cTn id="62" presetID="53" presetClass="entr" presetSubtype="16"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 calcmode="lin" valueType="num">
                                      <p:cBhvr>
                                        <p:cTn id="64" dur="500" fill="hold"/>
                                        <p:tgtEl>
                                          <p:spTgt spid="44"/>
                                        </p:tgtEl>
                                        <p:attrNameLst>
                                          <p:attrName>ppt_w</p:attrName>
                                        </p:attrNameLst>
                                      </p:cBhvr>
                                      <p:tavLst>
                                        <p:tav tm="0">
                                          <p:val>
                                            <p:fltVal val="0"/>
                                          </p:val>
                                        </p:tav>
                                        <p:tav tm="100000">
                                          <p:val>
                                            <p:strVal val="#ppt_w"/>
                                          </p:val>
                                        </p:tav>
                                      </p:tavLst>
                                    </p:anim>
                                    <p:anim calcmode="lin" valueType="num">
                                      <p:cBhvr>
                                        <p:cTn id="65" dur="500" fill="hold"/>
                                        <p:tgtEl>
                                          <p:spTgt spid="44"/>
                                        </p:tgtEl>
                                        <p:attrNameLst>
                                          <p:attrName>ppt_h</p:attrName>
                                        </p:attrNameLst>
                                      </p:cBhvr>
                                      <p:tavLst>
                                        <p:tav tm="0">
                                          <p:val>
                                            <p:fltVal val="0"/>
                                          </p:val>
                                        </p:tav>
                                        <p:tav tm="100000">
                                          <p:val>
                                            <p:strVal val="#ppt_h"/>
                                          </p:val>
                                        </p:tav>
                                      </p:tavLst>
                                    </p:anim>
                                    <p:animEffect transition="in" filter="fade">
                                      <p:cBhvr>
                                        <p:cTn id="66" dur="500"/>
                                        <p:tgtEl>
                                          <p:spTgt spid="44"/>
                                        </p:tgtEl>
                                      </p:cBhvr>
                                    </p:animEffect>
                                  </p:childTnLst>
                                </p:cTn>
                              </p:par>
                            </p:childTnLst>
                          </p:cTn>
                        </p:par>
                      </p:childTnLst>
                    </p:cTn>
                  </p:par>
                  <p:par>
                    <p:cTn id="67" fill="hold" nodeType="clickPar">
                      <p:stCondLst>
                        <p:cond delay="indefinite"/>
                      </p:stCondLst>
                      <p:childTnLst>
                        <p:par>
                          <p:cTn id="68" fill="hold" nodeType="withGroup">
                            <p:stCondLst>
                              <p:cond delay="0"/>
                            </p:stCondLst>
                            <p:childTnLst>
                              <p:par>
                                <p:cTn id="69" presetID="53" presetClass="entr" presetSubtype="16" fill="hold" nodeType="clickEffect">
                                  <p:stCondLst>
                                    <p:cond delay="0"/>
                                  </p:stCondLst>
                                  <p:childTnLst>
                                    <p:set>
                                      <p:cBhvr>
                                        <p:cTn id="70" dur="1" fill="hold">
                                          <p:stCondLst>
                                            <p:cond delay="0"/>
                                          </p:stCondLst>
                                        </p:cTn>
                                        <p:tgtEl>
                                          <p:spTgt spid="6"/>
                                        </p:tgtEl>
                                        <p:attrNameLst>
                                          <p:attrName>style.visibility</p:attrName>
                                        </p:attrNameLst>
                                      </p:cBhvr>
                                      <p:to>
                                        <p:strVal val="visible"/>
                                      </p:to>
                                    </p:set>
                                    <p:anim calcmode="lin" valueType="num">
                                      <p:cBhvr>
                                        <p:cTn id="71" dur="500" fill="hold"/>
                                        <p:tgtEl>
                                          <p:spTgt spid="6"/>
                                        </p:tgtEl>
                                        <p:attrNameLst>
                                          <p:attrName>ppt_w</p:attrName>
                                        </p:attrNameLst>
                                      </p:cBhvr>
                                      <p:tavLst>
                                        <p:tav tm="0">
                                          <p:val>
                                            <p:fltVal val="0"/>
                                          </p:val>
                                        </p:tav>
                                        <p:tav tm="100000">
                                          <p:val>
                                            <p:strVal val="#ppt_w"/>
                                          </p:val>
                                        </p:tav>
                                      </p:tavLst>
                                    </p:anim>
                                    <p:anim calcmode="lin" valueType="num">
                                      <p:cBhvr>
                                        <p:cTn id="72" dur="500" fill="hold"/>
                                        <p:tgtEl>
                                          <p:spTgt spid="6"/>
                                        </p:tgtEl>
                                        <p:attrNameLst>
                                          <p:attrName>ppt_h</p:attrName>
                                        </p:attrNameLst>
                                      </p:cBhvr>
                                      <p:tavLst>
                                        <p:tav tm="0">
                                          <p:val>
                                            <p:fltVal val="0"/>
                                          </p:val>
                                        </p:tav>
                                        <p:tav tm="100000">
                                          <p:val>
                                            <p:strVal val="#ppt_h"/>
                                          </p:val>
                                        </p:tav>
                                      </p:tavLst>
                                    </p:anim>
                                    <p:animEffect transition="in" filter="fade">
                                      <p:cBhvr>
                                        <p:cTn id="73" dur="500"/>
                                        <p:tgtEl>
                                          <p:spTgt spid="6"/>
                                        </p:tgtEl>
                                      </p:cBhvr>
                                    </p:animEffect>
                                  </p:childTnLst>
                                </p:cTn>
                              </p:par>
                            </p:childTnLst>
                          </p:cTn>
                        </p:par>
                      </p:childTnLst>
                    </p:cTn>
                  </p:par>
                  <p:par>
                    <p:cTn id="74" fill="hold" nodeType="clickPar">
                      <p:stCondLst>
                        <p:cond delay="indefinite"/>
                      </p:stCondLst>
                      <p:childTnLst>
                        <p:par>
                          <p:cTn id="75" fill="hold" nodeType="withGroup">
                            <p:stCondLst>
                              <p:cond delay="0"/>
                            </p:stCondLst>
                            <p:childTnLst>
                              <p:par>
                                <p:cTn id="76" presetID="22" presetClass="entr" presetSubtype="4" fill="hold" grpId="0" nodeType="click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wipe(down)">
                                      <p:cBhvr>
                                        <p:cTn id="78" dur="500"/>
                                        <p:tgtEl>
                                          <p:spTgt spid="54"/>
                                        </p:tgtEl>
                                      </p:cBhvr>
                                    </p:animEffect>
                                  </p:childTnLst>
                                </p:cTn>
                              </p:par>
                            </p:childTnLst>
                          </p:cTn>
                        </p:par>
                      </p:childTnLst>
                    </p:cTn>
                  </p:par>
                  <p:par>
                    <p:cTn id="79" fill="hold">
                      <p:stCondLst>
                        <p:cond delay="indefinite"/>
                      </p:stCondLst>
                      <p:childTnLst>
                        <p:par>
                          <p:cTn id="80" fill="hold">
                            <p:stCondLst>
                              <p:cond delay="0"/>
                            </p:stCondLst>
                            <p:childTnLst>
                              <p:par>
                                <p:cTn id="81" presetID="53" presetClass="entr" presetSubtype="16" fill="hold" nodeType="clickEffect">
                                  <p:stCondLst>
                                    <p:cond delay="0"/>
                                  </p:stCondLst>
                                  <p:childTnLst>
                                    <p:set>
                                      <p:cBhvr>
                                        <p:cTn id="82" dur="1" fill="hold">
                                          <p:stCondLst>
                                            <p:cond delay="0"/>
                                          </p:stCondLst>
                                        </p:cTn>
                                        <p:tgtEl>
                                          <p:spTgt spid="52"/>
                                        </p:tgtEl>
                                        <p:attrNameLst>
                                          <p:attrName>style.visibility</p:attrName>
                                        </p:attrNameLst>
                                      </p:cBhvr>
                                      <p:to>
                                        <p:strVal val="visible"/>
                                      </p:to>
                                    </p:set>
                                    <p:anim calcmode="lin" valueType="num">
                                      <p:cBhvr>
                                        <p:cTn id="83" dur="500" fill="hold"/>
                                        <p:tgtEl>
                                          <p:spTgt spid="52"/>
                                        </p:tgtEl>
                                        <p:attrNameLst>
                                          <p:attrName>ppt_w</p:attrName>
                                        </p:attrNameLst>
                                      </p:cBhvr>
                                      <p:tavLst>
                                        <p:tav tm="0">
                                          <p:val>
                                            <p:fltVal val="0"/>
                                          </p:val>
                                        </p:tav>
                                        <p:tav tm="100000">
                                          <p:val>
                                            <p:strVal val="#ppt_w"/>
                                          </p:val>
                                        </p:tav>
                                      </p:tavLst>
                                    </p:anim>
                                    <p:anim calcmode="lin" valueType="num">
                                      <p:cBhvr>
                                        <p:cTn id="84" dur="500" fill="hold"/>
                                        <p:tgtEl>
                                          <p:spTgt spid="52"/>
                                        </p:tgtEl>
                                        <p:attrNameLst>
                                          <p:attrName>ppt_h</p:attrName>
                                        </p:attrNameLst>
                                      </p:cBhvr>
                                      <p:tavLst>
                                        <p:tav tm="0">
                                          <p:val>
                                            <p:fltVal val="0"/>
                                          </p:val>
                                        </p:tav>
                                        <p:tav tm="100000">
                                          <p:val>
                                            <p:strVal val="#ppt_h"/>
                                          </p:val>
                                        </p:tav>
                                      </p:tavLst>
                                    </p:anim>
                                    <p:animEffect transition="in" filter="fade">
                                      <p:cBhvr>
                                        <p:cTn id="85" dur="500"/>
                                        <p:tgtEl>
                                          <p:spTgt spid="52"/>
                                        </p:tgtEl>
                                      </p:cBhvr>
                                    </p:animEffect>
                                  </p:childTnLst>
                                </p:cTn>
                              </p:par>
                            </p:childTnLst>
                          </p:cTn>
                        </p:par>
                      </p:childTnLst>
                    </p:cTn>
                  </p:par>
                  <p:par>
                    <p:cTn id="86" fill="hold" nodeType="clickPar">
                      <p:stCondLst>
                        <p:cond delay="indefinite"/>
                      </p:stCondLst>
                      <p:childTnLst>
                        <p:par>
                          <p:cTn id="87" fill="hold" nodeType="withGroup">
                            <p:stCondLst>
                              <p:cond delay="0"/>
                            </p:stCondLst>
                            <p:childTnLst>
                              <p:par>
                                <p:cTn id="88" presetID="53" presetClass="entr" presetSubtype="16" fill="hold" nodeType="clickEffect">
                                  <p:stCondLst>
                                    <p:cond delay="0"/>
                                  </p:stCondLst>
                                  <p:childTnLst>
                                    <p:set>
                                      <p:cBhvr>
                                        <p:cTn id="89" dur="1" fill="hold">
                                          <p:stCondLst>
                                            <p:cond delay="0"/>
                                          </p:stCondLst>
                                        </p:cTn>
                                        <p:tgtEl>
                                          <p:spTgt spid="48"/>
                                        </p:tgtEl>
                                        <p:attrNameLst>
                                          <p:attrName>style.visibility</p:attrName>
                                        </p:attrNameLst>
                                      </p:cBhvr>
                                      <p:to>
                                        <p:strVal val="visible"/>
                                      </p:to>
                                    </p:set>
                                    <p:anim calcmode="lin" valueType="num">
                                      <p:cBhvr>
                                        <p:cTn id="90" dur="500" fill="hold"/>
                                        <p:tgtEl>
                                          <p:spTgt spid="48"/>
                                        </p:tgtEl>
                                        <p:attrNameLst>
                                          <p:attrName>ppt_w</p:attrName>
                                        </p:attrNameLst>
                                      </p:cBhvr>
                                      <p:tavLst>
                                        <p:tav tm="0">
                                          <p:val>
                                            <p:fltVal val="0"/>
                                          </p:val>
                                        </p:tav>
                                        <p:tav tm="100000">
                                          <p:val>
                                            <p:strVal val="#ppt_w"/>
                                          </p:val>
                                        </p:tav>
                                      </p:tavLst>
                                    </p:anim>
                                    <p:anim calcmode="lin" valueType="num">
                                      <p:cBhvr>
                                        <p:cTn id="91" dur="500" fill="hold"/>
                                        <p:tgtEl>
                                          <p:spTgt spid="48"/>
                                        </p:tgtEl>
                                        <p:attrNameLst>
                                          <p:attrName>ppt_h</p:attrName>
                                        </p:attrNameLst>
                                      </p:cBhvr>
                                      <p:tavLst>
                                        <p:tav tm="0">
                                          <p:val>
                                            <p:fltVal val="0"/>
                                          </p:val>
                                        </p:tav>
                                        <p:tav tm="100000">
                                          <p:val>
                                            <p:strVal val="#ppt_h"/>
                                          </p:val>
                                        </p:tav>
                                      </p:tavLst>
                                    </p:anim>
                                    <p:animEffect transition="in" filter="fade">
                                      <p:cBhvr>
                                        <p:cTn id="92" dur="500"/>
                                        <p:tgtEl>
                                          <p:spTgt spid="48"/>
                                        </p:tgtEl>
                                      </p:cBhvr>
                                    </p:animEffect>
                                  </p:childTnLst>
                                </p:cTn>
                              </p:par>
                            </p:childTnLst>
                          </p:cTn>
                        </p:par>
                      </p:childTnLst>
                    </p:cTn>
                  </p:par>
                  <p:par>
                    <p:cTn id="93" fill="hold" nodeType="clickPar">
                      <p:stCondLst>
                        <p:cond delay="indefinite"/>
                      </p:stCondLst>
                      <p:childTnLst>
                        <p:par>
                          <p:cTn id="94" fill="hold" nodeType="withGroup">
                            <p:stCondLst>
                              <p:cond delay="0"/>
                            </p:stCondLst>
                            <p:childTnLst>
                              <p:par>
                                <p:cTn id="95" presetID="53" presetClass="exit" presetSubtype="32" fill="hold" nodeType="clickEffect">
                                  <p:stCondLst>
                                    <p:cond delay="0"/>
                                  </p:stCondLst>
                                  <p:childTnLst>
                                    <p:anim calcmode="lin" valueType="num">
                                      <p:cBhvr>
                                        <p:cTn id="96" dur="500"/>
                                        <p:tgtEl>
                                          <p:spTgt spid="6"/>
                                        </p:tgtEl>
                                        <p:attrNameLst>
                                          <p:attrName>ppt_w</p:attrName>
                                        </p:attrNameLst>
                                      </p:cBhvr>
                                      <p:tavLst>
                                        <p:tav tm="0">
                                          <p:val>
                                            <p:strVal val="ppt_w"/>
                                          </p:val>
                                        </p:tav>
                                        <p:tav tm="100000">
                                          <p:val>
                                            <p:fltVal val="0"/>
                                          </p:val>
                                        </p:tav>
                                      </p:tavLst>
                                    </p:anim>
                                    <p:anim calcmode="lin" valueType="num">
                                      <p:cBhvr>
                                        <p:cTn id="97" dur="500"/>
                                        <p:tgtEl>
                                          <p:spTgt spid="6"/>
                                        </p:tgtEl>
                                        <p:attrNameLst>
                                          <p:attrName>ppt_h</p:attrName>
                                        </p:attrNameLst>
                                      </p:cBhvr>
                                      <p:tavLst>
                                        <p:tav tm="0">
                                          <p:val>
                                            <p:strVal val="ppt_h"/>
                                          </p:val>
                                        </p:tav>
                                        <p:tav tm="100000">
                                          <p:val>
                                            <p:fltVal val="0"/>
                                          </p:val>
                                        </p:tav>
                                      </p:tavLst>
                                    </p:anim>
                                    <p:animEffect transition="out" filter="fade">
                                      <p:cBhvr>
                                        <p:cTn id="98" dur="500"/>
                                        <p:tgtEl>
                                          <p:spTgt spid="6"/>
                                        </p:tgtEl>
                                      </p:cBhvr>
                                    </p:animEffect>
                                    <p:set>
                                      <p:cBhvr>
                                        <p:cTn id="99" dur="1" fill="hold">
                                          <p:stCondLst>
                                            <p:cond delay="499"/>
                                          </p:stCondLst>
                                        </p:cTn>
                                        <p:tgtEl>
                                          <p:spTgt spid="6"/>
                                        </p:tgtEl>
                                        <p:attrNameLst>
                                          <p:attrName>style.visibility</p:attrName>
                                        </p:attrNameLst>
                                      </p:cBhvr>
                                      <p:to>
                                        <p:strVal val="hidden"/>
                                      </p:to>
                                    </p:set>
                                  </p:childTnLst>
                                </p:cTn>
                              </p:par>
                              <p:par>
                                <p:cTn id="100" presetID="53" presetClass="exit" presetSubtype="32" fill="hold" nodeType="withEffect">
                                  <p:stCondLst>
                                    <p:cond delay="0"/>
                                  </p:stCondLst>
                                  <p:childTnLst>
                                    <p:anim calcmode="lin" valueType="num">
                                      <p:cBhvr>
                                        <p:cTn id="101" dur="500"/>
                                        <p:tgtEl>
                                          <p:spTgt spid="52"/>
                                        </p:tgtEl>
                                        <p:attrNameLst>
                                          <p:attrName>ppt_w</p:attrName>
                                        </p:attrNameLst>
                                      </p:cBhvr>
                                      <p:tavLst>
                                        <p:tav tm="0">
                                          <p:val>
                                            <p:strVal val="ppt_w"/>
                                          </p:val>
                                        </p:tav>
                                        <p:tav tm="100000">
                                          <p:val>
                                            <p:fltVal val="0"/>
                                          </p:val>
                                        </p:tav>
                                      </p:tavLst>
                                    </p:anim>
                                    <p:anim calcmode="lin" valueType="num">
                                      <p:cBhvr>
                                        <p:cTn id="102" dur="500"/>
                                        <p:tgtEl>
                                          <p:spTgt spid="52"/>
                                        </p:tgtEl>
                                        <p:attrNameLst>
                                          <p:attrName>ppt_h</p:attrName>
                                        </p:attrNameLst>
                                      </p:cBhvr>
                                      <p:tavLst>
                                        <p:tav tm="0">
                                          <p:val>
                                            <p:strVal val="ppt_h"/>
                                          </p:val>
                                        </p:tav>
                                        <p:tav tm="100000">
                                          <p:val>
                                            <p:fltVal val="0"/>
                                          </p:val>
                                        </p:tav>
                                      </p:tavLst>
                                    </p:anim>
                                    <p:animEffect transition="out" filter="fade">
                                      <p:cBhvr>
                                        <p:cTn id="103" dur="500"/>
                                        <p:tgtEl>
                                          <p:spTgt spid="52"/>
                                        </p:tgtEl>
                                      </p:cBhvr>
                                    </p:animEffect>
                                    <p:set>
                                      <p:cBhvr>
                                        <p:cTn id="104" dur="1" fill="hold">
                                          <p:stCondLst>
                                            <p:cond delay="499"/>
                                          </p:stCondLst>
                                        </p:cTn>
                                        <p:tgtEl>
                                          <p:spTgt spid="52"/>
                                        </p:tgtEl>
                                        <p:attrNameLst>
                                          <p:attrName>style.visibility</p:attrName>
                                        </p:attrNameLst>
                                      </p:cBhvr>
                                      <p:to>
                                        <p:strVal val="hidden"/>
                                      </p:to>
                                    </p:set>
                                  </p:childTnLst>
                                </p:cTn>
                              </p:par>
                              <p:par>
                                <p:cTn id="105" presetID="22" presetClass="exit" presetSubtype="4" fill="hold" grpId="1" nodeType="withEffect">
                                  <p:stCondLst>
                                    <p:cond delay="0"/>
                                  </p:stCondLst>
                                  <p:childTnLst>
                                    <p:animEffect transition="out" filter="wipe(down)">
                                      <p:cBhvr>
                                        <p:cTn id="106" dur="500"/>
                                        <p:tgtEl>
                                          <p:spTgt spid="54"/>
                                        </p:tgtEl>
                                      </p:cBhvr>
                                    </p:animEffect>
                                    <p:set>
                                      <p:cBhvr>
                                        <p:cTn id="107" dur="1" fill="hold">
                                          <p:stCondLst>
                                            <p:cond delay="499"/>
                                          </p:stCondLst>
                                        </p:cTn>
                                        <p:tgtEl>
                                          <p:spTgt spid="54"/>
                                        </p:tgtEl>
                                        <p:attrNameLst>
                                          <p:attrName>style.visibility</p:attrName>
                                        </p:attrNameLst>
                                      </p:cBhvr>
                                      <p:to>
                                        <p:strVal val="hidden"/>
                                      </p:to>
                                    </p:set>
                                  </p:childTnLst>
                                </p:cTn>
                              </p:par>
                            </p:childTnLst>
                          </p:cTn>
                        </p:par>
                      </p:childTnLst>
                    </p:cTn>
                  </p:par>
                  <p:par>
                    <p:cTn id="108" fill="hold">
                      <p:stCondLst>
                        <p:cond delay="indefinite"/>
                      </p:stCondLst>
                      <p:childTnLst>
                        <p:par>
                          <p:cTn id="109" fill="hold">
                            <p:stCondLst>
                              <p:cond delay="0"/>
                            </p:stCondLst>
                            <p:childTnLst>
                              <p:par>
                                <p:cTn id="110" presetID="53" presetClass="entr" presetSubtype="0" fill="hold" nodeType="clickEffect">
                                  <p:stCondLst>
                                    <p:cond delay="0"/>
                                  </p:stCondLst>
                                  <p:childTnLst>
                                    <p:set>
                                      <p:cBhvr>
                                        <p:cTn id="111" dur="1" fill="hold">
                                          <p:stCondLst>
                                            <p:cond delay="0"/>
                                          </p:stCondLst>
                                        </p:cTn>
                                        <p:tgtEl>
                                          <p:spTgt spid="49"/>
                                        </p:tgtEl>
                                        <p:attrNameLst>
                                          <p:attrName>style.visibility</p:attrName>
                                        </p:attrNameLst>
                                      </p:cBhvr>
                                      <p:to>
                                        <p:strVal val="visible"/>
                                      </p:to>
                                    </p:set>
                                    <p:anim calcmode="lin" valueType="num">
                                      <p:cBhvr>
                                        <p:cTn id="112" dur="500" fill="hold"/>
                                        <p:tgtEl>
                                          <p:spTgt spid="49"/>
                                        </p:tgtEl>
                                        <p:attrNameLst>
                                          <p:attrName>ppt_w</p:attrName>
                                        </p:attrNameLst>
                                      </p:cBhvr>
                                      <p:tavLst>
                                        <p:tav tm="0">
                                          <p:val>
                                            <p:fltVal val="0"/>
                                          </p:val>
                                        </p:tav>
                                        <p:tav tm="100000">
                                          <p:val>
                                            <p:strVal val="#ppt_w"/>
                                          </p:val>
                                        </p:tav>
                                      </p:tavLst>
                                    </p:anim>
                                    <p:anim calcmode="lin" valueType="num">
                                      <p:cBhvr>
                                        <p:cTn id="113" dur="500" fill="hold"/>
                                        <p:tgtEl>
                                          <p:spTgt spid="49"/>
                                        </p:tgtEl>
                                        <p:attrNameLst>
                                          <p:attrName>ppt_h</p:attrName>
                                        </p:attrNameLst>
                                      </p:cBhvr>
                                      <p:tavLst>
                                        <p:tav tm="0">
                                          <p:val>
                                            <p:fltVal val="0"/>
                                          </p:val>
                                        </p:tav>
                                        <p:tav tm="100000">
                                          <p:val>
                                            <p:strVal val="#ppt_h"/>
                                          </p:val>
                                        </p:tav>
                                      </p:tavLst>
                                    </p:anim>
                                    <p:animEffect transition="in" filter="fade">
                                      <p:cBhvr>
                                        <p:cTn id="114" dur="500"/>
                                        <p:tgtEl>
                                          <p:spTgt spid="49"/>
                                        </p:tgtEl>
                                      </p:cBhvr>
                                    </p:animEffect>
                                  </p:childTnLst>
                                </p:cTn>
                              </p:par>
                            </p:childTnLst>
                          </p:cTn>
                        </p:par>
                      </p:childTnLst>
                    </p:cTn>
                  </p:par>
                  <p:par>
                    <p:cTn id="115" fill="hold" nodeType="clickPar">
                      <p:stCondLst>
                        <p:cond delay="indefinite"/>
                      </p:stCondLst>
                      <p:childTnLst>
                        <p:par>
                          <p:cTn id="116" fill="hold" nodeType="withGroup">
                            <p:stCondLst>
                              <p:cond delay="0"/>
                            </p:stCondLst>
                            <p:childTnLst>
                              <p:par>
                                <p:cTn id="117" presetID="53" presetClass="exit" presetSubtype="32" fill="hold" nodeType="clickEffect">
                                  <p:stCondLst>
                                    <p:cond delay="0"/>
                                  </p:stCondLst>
                                  <p:childTnLst>
                                    <p:anim calcmode="lin" valueType="num">
                                      <p:cBhvr>
                                        <p:cTn id="118" dur="500"/>
                                        <p:tgtEl>
                                          <p:spTgt spid="5"/>
                                        </p:tgtEl>
                                        <p:attrNameLst>
                                          <p:attrName>ppt_w</p:attrName>
                                        </p:attrNameLst>
                                      </p:cBhvr>
                                      <p:tavLst>
                                        <p:tav tm="0">
                                          <p:val>
                                            <p:strVal val="ppt_w"/>
                                          </p:val>
                                        </p:tav>
                                        <p:tav tm="100000">
                                          <p:val>
                                            <p:fltVal val="0"/>
                                          </p:val>
                                        </p:tav>
                                      </p:tavLst>
                                    </p:anim>
                                    <p:anim calcmode="lin" valueType="num">
                                      <p:cBhvr>
                                        <p:cTn id="119" dur="500"/>
                                        <p:tgtEl>
                                          <p:spTgt spid="5"/>
                                        </p:tgtEl>
                                        <p:attrNameLst>
                                          <p:attrName>ppt_h</p:attrName>
                                        </p:attrNameLst>
                                      </p:cBhvr>
                                      <p:tavLst>
                                        <p:tav tm="0">
                                          <p:val>
                                            <p:strVal val="ppt_h"/>
                                          </p:val>
                                        </p:tav>
                                        <p:tav tm="100000">
                                          <p:val>
                                            <p:fltVal val="0"/>
                                          </p:val>
                                        </p:tav>
                                      </p:tavLst>
                                    </p:anim>
                                    <p:animEffect transition="out" filter="fade">
                                      <p:cBhvr>
                                        <p:cTn id="120" dur="500"/>
                                        <p:tgtEl>
                                          <p:spTgt spid="5"/>
                                        </p:tgtEl>
                                      </p:cBhvr>
                                    </p:animEffect>
                                    <p:set>
                                      <p:cBhvr>
                                        <p:cTn id="121" dur="1" fill="hold">
                                          <p:stCondLst>
                                            <p:cond delay="499"/>
                                          </p:stCondLst>
                                        </p:cTn>
                                        <p:tgtEl>
                                          <p:spTgt spid="5"/>
                                        </p:tgtEl>
                                        <p:attrNameLst>
                                          <p:attrName>style.visibility</p:attrName>
                                        </p:attrNameLst>
                                      </p:cBhvr>
                                      <p:to>
                                        <p:strVal val="hidden"/>
                                      </p:to>
                                    </p:set>
                                  </p:childTnLst>
                                </p:cTn>
                              </p:par>
                              <p:par>
                                <p:cTn id="122" presetID="53" presetClass="exit" presetSubtype="32" fill="hold" grpId="1" nodeType="withEffect">
                                  <p:stCondLst>
                                    <p:cond delay="0"/>
                                  </p:stCondLst>
                                  <p:childTnLst>
                                    <p:anim calcmode="lin" valueType="num">
                                      <p:cBhvr>
                                        <p:cTn id="123" dur="500"/>
                                        <p:tgtEl>
                                          <p:spTgt spid="53"/>
                                        </p:tgtEl>
                                        <p:attrNameLst>
                                          <p:attrName>ppt_w</p:attrName>
                                        </p:attrNameLst>
                                      </p:cBhvr>
                                      <p:tavLst>
                                        <p:tav tm="0">
                                          <p:val>
                                            <p:strVal val="ppt_w"/>
                                          </p:val>
                                        </p:tav>
                                        <p:tav tm="100000">
                                          <p:val>
                                            <p:fltVal val="0"/>
                                          </p:val>
                                        </p:tav>
                                      </p:tavLst>
                                    </p:anim>
                                    <p:anim calcmode="lin" valueType="num">
                                      <p:cBhvr>
                                        <p:cTn id="124" dur="500"/>
                                        <p:tgtEl>
                                          <p:spTgt spid="53"/>
                                        </p:tgtEl>
                                        <p:attrNameLst>
                                          <p:attrName>ppt_h</p:attrName>
                                        </p:attrNameLst>
                                      </p:cBhvr>
                                      <p:tavLst>
                                        <p:tav tm="0">
                                          <p:val>
                                            <p:strVal val="ppt_h"/>
                                          </p:val>
                                        </p:tav>
                                        <p:tav tm="100000">
                                          <p:val>
                                            <p:fltVal val="0"/>
                                          </p:val>
                                        </p:tav>
                                      </p:tavLst>
                                    </p:anim>
                                    <p:animEffect transition="out" filter="fade">
                                      <p:cBhvr>
                                        <p:cTn id="125" dur="500"/>
                                        <p:tgtEl>
                                          <p:spTgt spid="53"/>
                                        </p:tgtEl>
                                      </p:cBhvr>
                                    </p:animEffect>
                                    <p:set>
                                      <p:cBhvr>
                                        <p:cTn id="126" dur="1" fill="hold">
                                          <p:stCondLst>
                                            <p:cond delay="499"/>
                                          </p:stCondLst>
                                        </p:cTn>
                                        <p:tgtEl>
                                          <p:spTgt spid="5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8597" grpId="0" animBg="1"/>
      <p:bldP spid="238599" grpId="0" animBg="1"/>
      <p:bldP spid="238601" grpId="0"/>
      <p:bldP spid="43" grpId="0" animBg="1"/>
      <p:bldP spid="44" grpId="0"/>
      <p:bldP spid="53" grpId="0" animBg="1"/>
      <p:bldP spid="53" grpId="1" animBg="1"/>
      <p:bldP spid="56" grpId="0" animBg="1"/>
      <p:bldP spid="54" grpId="0" animBg="1"/>
      <p:bldP spid="54" grpId="1"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111619" name="Rectangle 18"/>
          <p:cNvSpPr>
            <a:spLocks noChangeArrowheads="1"/>
          </p:cNvSpPr>
          <p:nvPr/>
        </p:nvSpPr>
        <p:spPr bwMode="auto">
          <a:xfrm>
            <a:off x="6284913" y="2000250"/>
            <a:ext cx="963612"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11620"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111621" name="Line 20"/>
          <p:cNvSpPr>
            <a:spLocks noChangeShapeType="1"/>
          </p:cNvSpPr>
          <p:nvPr/>
        </p:nvSpPr>
        <p:spPr bwMode="auto">
          <a:xfrm flipH="1">
            <a:off x="6732588" y="1714500"/>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46086"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46087" name="Line 22"/>
          <p:cNvSpPr>
            <a:spLocks noChangeShapeType="1"/>
          </p:cNvSpPr>
          <p:nvPr/>
        </p:nvSpPr>
        <p:spPr bwMode="auto">
          <a:xfrm flipH="1">
            <a:off x="5688013" y="2355850"/>
            <a:ext cx="709612" cy="354013"/>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44744" name="Line 23"/>
          <p:cNvSpPr>
            <a:spLocks noChangeShapeType="1"/>
          </p:cNvSpPr>
          <p:nvPr/>
        </p:nvSpPr>
        <p:spPr bwMode="auto">
          <a:xfrm flipH="1">
            <a:off x="6735763" y="2357438"/>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11625" name="Rectangle 24"/>
          <p:cNvSpPr>
            <a:spLocks noChangeArrowheads="1"/>
          </p:cNvSpPr>
          <p:nvPr/>
        </p:nvSpPr>
        <p:spPr bwMode="auto">
          <a:xfrm>
            <a:off x="5337175" y="2692400"/>
            <a:ext cx="966788" cy="531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244746" name="Rectangle 25"/>
          <p:cNvSpPr>
            <a:spLocks noChangeArrowheads="1"/>
          </p:cNvSpPr>
          <p:nvPr/>
        </p:nvSpPr>
        <p:spPr bwMode="auto">
          <a:xfrm>
            <a:off x="6300788" y="2709863"/>
            <a:ext cx="965200" cy="531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(1,3)</a:t>
            </a:r>
          </a:p>
        </p:txBody>
      </p:sp>
      <p:sp>
        <p:nvSpPr>
          <p:cNvPr id="244749" name="Rectangle 28"/>
          <p:cNvSpPr>
            <a:spLocks noChangeArrowheads="1"/>
          </p:cNvSpPr>
          <p:nvPr/>
        </p:nvSpPr>
        <p:spPr bwMode="auto">
          <a:xfrm>
            <a:off x="5621338" y="3419475"/>
            <a:ext cx="966787"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(1,3)</a:t>
            </a:r>
          </a:p>
        </p:txBody>
      </p:sp>
      <p:sp>
        <p:nvSpPr>
          <p:cNvPr id="244750" name="Line 29"/>
          <p:cNvSpPr>
            <a:spLocks noChangeShapeType="1"/>
          </p:cNvSpPr>
          <p:nvPr/>
        </p:nvSpPr>
        <p:spPr bwMode="auto">
          <a:xfrm flipH="1">
            <a:off x="5899150" y="3055938"/>
            <a:ext cx="601663" cy="44450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11629"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11630" name="组合 113"/>
          <p:cNvGrpSpPr>
            <a:grpSpLocks/>
          </p:cNvGrpSpPr>
          <p:nvPr/>
        </p:nvGrpSpPr>
        <p:grpSpPr bwMode="auto">
          <a:xfrm>
            <a:off x="179388" y="2787650"/>
            <a:ext cx="3140075" cy="1728788"/>
            <a:chOff x="5003799" y="500048"/>
            <a:chExt cx="3282977" cy="1803794"/>
          </a:xfrm>
        </p:grpSpPr>
        <p:sp>
          <p:nvSpPr>
            <p:cNvPr id="21"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chemeClr val="folHlink"/>
                </a:buClr>
                <a:buSzPct val="60000"/>
                <a:defRPr/>
              </a:pPr>
              <a:r>
                <a:rPr lang="zh-CN" altLang="en-US" sz="1200" dirty="0">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chemeClr val="folHlink"/>
                </a:buClr>
                <a:buSzPct val="60000"/>
                <a:defRPr/>
              </a:pPr>
              <a:r>
                <a:rPr lang="en-US" altLang="zh-CN" sz="1800" i="1" dirty="0">
                  <a:ea typeface="楷体_GB2312"/>
                  <a:cs typeface="Times New Roman" pitchFamily="18" charset="0"/>
                </a:rPr>
                <a:t>sort</a:t>
              </a:r>
              <a:r>
                <a:rPr lang="en-US" altLang="zh-CN" sz="1800" dirty="0">
                  <a:ea typeface="楷体_GB2312"/>
                  <a:cs typeface="Times New Roman" pitchFamily="18" charset="0"/>
                </a:rPr>
                <a:t>		            1</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err="1">
                  <a:ea typeface="楷体_GB2312"/>
                  <a:cs typeface="Times New Roman" pitchFamily="18" charset="0"/>
                </a:rPr>
                <a:t>readarray</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exchange</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quicksort</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partition</a:t>
              </a:r>
              <a:r>
                <a:rPr lang="en-US" altLang="zh-CN" sz="1800" dirty="0">
                  <a:ea typeface="楷体_GB2312"/>
                  <a:cs typeface="Times New Roman" pitchFamily="18" charset="0"/>
                </a:rPr>
                <a:t>	            3</a:t>
              </a:r>
            </a:p>
          </p:txBody>
        </p:sp>
        <p:cxnSp>
          <p:nvCxnSpPr>
            <p:cNvPr id="22" name="直接连接符 21"/>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1631" name="Group 99"/>
          <p:cNvGrpSpPr>
            <a:grpSpLocks/>
          </p:cNvGrpSpPr>
          <p:nvPr/>
        </p:nvGrpSpPr>
        <p:grpSpPr bwMode="auto">
          <a:xfrm>
            <a:off x="3898900" y="444500"/>
            <a:ext cx="923925" cy="647700"/>
            <a:chOff x="975" y="2750"/>
            <a:chExt cx="776" cy="544"/>
          </a:xfrm>
        </p:grpSpPr>
        <p:sp>
          <p:nvSpPr>
            <p:cNvPr id="25"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1670"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s</a:t>
              </a:r>
            </a:p>
          </p:txBody>
        </p:sp>
        <p:sp>
          <p:nvSpPr>
            <p:cNvPr id="111671"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a</a:t>
              </a:r>
            </a:p>
          </p:txBody>
        </p:sp>
        <p:sp>
          <p:nvSpPr>
            <p:cNvPr id="111672"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29"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30"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111632"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11633" name="Group 99"/>
          <p:cNvGrpSpPr>
            <a:grpSpLocks/>
          </p:cNvGrpSpPr>
          <p:nvPr/>
        </p:nvGrpSpPr>
        <p:grpSpPr bwMode="auto">
          <a:xfrm>
            <a:off x="3905250" y="1092345"/>
            <a:ext cx="954088" cy="636587"/>
            <a:chOff x="948" y="2750"/>
            <a:chExt cx="802" cy="534"/>
          </a:xfrm>
        </p:grpSpPr>
        <p:sp>
          <p:nvSpPr>
            <p:cNvPr id="33"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1664"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q</a:t>
              </a:r>
              <a:r>
                <a:rPr lang="en-US" altLang="zh-CN" sz="1200">
                  <a:cs typeface="Times New Roman" panose="02020603050405020304" pitchFamily="18" charset="0"/>
                </a:rPr>
                <a:t> (1, 9)</a:t>
              </a:r>
            </a:p>
          </p:txBody>
        </p:sp>
        <p:sp>
          <p:nvSpPr>
            <p:cNvPr id="111665"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v</a:t>
              </a:r>
            </a:p>
          </p:txBody>
        </p:sp>
        <p:sp>
          <p:nvSpPr>
            <p:cNvPr id="111666"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37"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38"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grpSp>
        <p:nvGrpSpPr>
          <p:cNvPr id="7" name="Group 99"/>
          <p:cNvGrpSpPr>
            <a:grpSpLocks/>
          </p:cNvGrpSpPr>
          <p:nvPr/>
        </p:nvGrpSpPr>
        <p:grpSpPr bwMode="auto">
          <a:xfrm>
            <a:off x="3905250" y="1728932"/>
            <a:ext cx="954088" cy="635000"/>
            <a:chOff x="948" y="2750"/>
            <a:chExt cx="802" cy="534"/>
          </a:xfrm>
        </p:grpSpPr>
        <p:sp>
          <p:nvSpPr>
            <p:cNvPr id="49"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165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q</a:t>
              </a:r>
              <a:r>
                <a:rPr lang="en-US" altLang="zh-CN" sz="1200">
                  <a:cs typeface="Times New Roman" panose="02020603050405020304" pitchFamily="18" charset="0"/>
                </a:rPr>
                <a:t> (1, 3)</a:t>
              </a:r>
            </a:p>
          </p:txBody>
        </p:sp>
        <p:sp>
          <p:nvSpPr>
            <p:cNvPr id="11165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v</a:t>
              </a:r>
            </a:p>
          </p:txBody>
        </p:sp>
        <p:sp>
          <p:nvSpPr>
            <p:cNvPr id="11166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53"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54"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grpSp>
        <p:nvGrpSpPr>
          <p:cNvPr id="8" name="Group 99"/>
          <p:cNvGrpSpPr>
            <a:grpSpLocks/>
          </p:cNvGrpSpPr>
          <p:nvPr/>
        </p:nvGrpSpPr>
        <p:grpSpPr bwMode="auto">
          <a:xfrm>
            <a:off x="3905250" y="2356968"/>
            <a:ext cx="954088" cy="635000"/>
            <a:chOff x="948" y="2750"/>
            <a:chExt cx="802" cy="534"/>
          </a:xfrm>
        </p:grpSpPr>
        <p:sp>
          <p:nvSpPr>
            <p:cNvPr id="5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1652"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p</a:t>
              </a:r>
              <a:r>
                <a:rPr lang="en-US" altLang="zh-CN" sz="1200">
                  <a:cs typeface="Times New Roman" panose="02020603050405020304" pitchFamily="18" charset="0"/>
                </a:rPr>
                <a:t> (1, 3)</a:t>
              </a:r>
            </a:p>
          </p:txBody>
        </p:sp>
        <p:sp>
          <p:nvSpPr>
            <p:cNvPr id="111653"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i, j</a:t>
              </a:r>
            </a:p>
          </p:txBody>
        </p:sp>
        <p:sp>
          <p:nvSpPr>
            <p:cNvPr id="111654"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6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6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62" name="Line 12"/>
          <p:cNvSpPr>
            <a:spLocks noChangeShapeType="1"/>
          </p:cNvSpPr>
          <p:nvPr/>
        </p:nvSpPr>
        <p:spPr bwMode="auto">
          <a:xfrm flipH="1">
            <a:off x="5632450" y="3027363"/>
            <a:ext cx="0" cy="293687"/>
          </a:xfrm>
          <a:prstGeom prst="line">
            <a:avLst/>
          </a:prstGeom>
          <a:noFill/>
          <a:ln w="25400">
            <a:solidFill>
              <a:schemeClr val="tx2">
                <a:lumMod val="60000"/>
                <a:lumOff val="40000"/>
              </a:schemeClr>
            </a:solidFill>
            <a:round/>
            <a:headEnd/>
            <a:tailEnd/>
          </a:ln>
        </p:spPr>
        <p:txBody>
          <a:bodyPr/>
          <a:lstStyle/>
          <a:p>
            <a:pPr eaLnBrk="1" hangingPunct="1">
              <a:defRPr/>
            </a:pPr>
            <a:endParaRPr lang="zh-CN" altLang="en-US">
              <a:ea typeface="宋体" pitchFamily="2" charset="-122"/>
            </a:endParaRPr>
          </a:p>
        </p:txBody>
      </p:sp>
      <p:sp>
        <p:nvSpPr>
          <p:cNvPr id="111637" name="Rectangle 22"/>
          <p:cNvSpPr>
            <a:spLocks noChangeArrowheads="1"/>
          </p:cNvSpPr>
          <p:nvPr/>
        </p:nvSpPr>
        <p:spPr bwMode="auto">
          <a:xfrm>
            <a:off x="5468938" y="3243263"/>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ea typeface="宋体" panose="02010600030101010101" pitchFamily="2" charset="-122"/>
              </a:rPr>
              <a:t>e</a:t>
            </a:r>
          </a:p>
        </p:txBody>
      </p:sp>
      <p:sp>
        <p:nvSpPr>
          <p:cNvPr id="64" name="Freeform 56"/>
          <p:cNvSpPr>
            <a:spLocks/>
          </p:cNvSpPr>
          <p:nvPr/>
        </p:nvSpPr>
        <p:spPr bwMode="auto">
          <a:xfrm rot="-511685">
            <a:off x="4807032" y="2147407"/>
            <a:ext cx="266723" cy="520700"/>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sp>
        <p:nvSpPr>
          <p:cNvPr id="111639" name="Freeform 56"/>
          <p:cNvSpPr>
            <a:spLocks/>
          </p:cNvSpPr>
          <p:nvPr/>
        </p:nvSpPr>
        <p:spPr bwMode="auto">
          <a:xfrm rot="-511685">
            <a:off x="4824413" y="877888"/>
            <a:ext cx="128587" cy="496887"/>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sp>
        <p:nvSpPr>
          <p:cNvPr id="67" name="Line 12"/>
          <p:cNvSpPr>
            <a:spLocks noChangeShapeType="1"/>
          </p:cNvSpPr>
          <p:nvPr/>
        </p:nvSpPr>
        <p:spPr bwMode="auto">
          <a:xfrm flipH="1">
            <a:off x="5834063" y="3741738"/>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8" name="Rectangle 22"/>
          <p:cNvSpPr>
            <a:spLocks noChangeArrowheads="1"/>
          </p:cNvSpPr>
          <p:nvPr/>
        </p:nvSpPr>
        <p:spPr bwMode="auto">
          <a:xfrm>
            <a:off x="5670550" y="3957638"/>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ea typeface="宋体" panose="02010600030101010101" pitchFamily="2" charset="-122"/>
              </a:rPr>
              <a:t>e</a:t>
            </a:r>
          </a:p>
        </p:txBody>
      </p:sp>
      <p:grpSp>
        <p:nvGrpSpPr>
          <p:cNvPr id="9" name="Group 99"/>
          <p:cNvGrpSpPr>
            <a:grpSpLocks/>
          </p:cNvGrpSpPr>
          <p:nvPr/>
        </p:nvGrpSpPr>
        <p:grpSpPr bwMode="auto">
          <a:xfrm>
            <a:off x="3905250" y="2994277"/>
            <a:ext cx="954088" cy="636588"/>
            <a:chOff x="948" y="2750"/>
            <a:chExt cx="802" cy="534"/>
          </a:xfrm>
        </p:grpSpPr>
        <p:sp>
          <p:nvSpPr>
            <p:cNvPr id="70"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1646"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e</a:t>
              </a:r>
              <a:endParaRPr lang="en-US" altLang="zh-CN" sz="1200">
                <a:cs typeface="Times New Roman" panose="02020603050405020304" pitchFamily="18" charset="0"/>
              </a:endParaRPr>
            </a:p>
          </p:txBody>
        </p:sp>
        <p:sp>
          <p:nvSpPr>
            <p:cNvPr id="111647"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en-US" altLang="zh-CN" sz="1200" i="1">
                <a:cs typeface="Times New Roman" panose="02020603050405020304" pitchFamily="18" charset="0"/>
              </a:endParaRPr>
            </a:p>
          </p:txBody>
        </p:sp>
        <p:sp>
          <p:nvSpPr>
            <p:cNvPr id="111648"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74"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75"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3" name="任意多边形 2"/>
          <p:cNvSpPr/>
          <p:nvPr/>
        </p:nvSpPr>
        <p:spPr>
          <a:xfrm>
            <a:off x="4824413" y="854075"/>
            <a:ext cx="565150" cy="2465783"/>
          </a:xfrm>
          <a:custGeom>
            <a:avLst/>
            <a:gdLst>
              <a:gd name="connsiteX0" fmla="*/ 0 w 438897"/>
              <a:gd name="connsiteY0" fmla="*/ 2442758 h 2442758"/>
              <a:gd name="connsiteX1" fmla="*/ 421105 w 438897"/>
              <a:gd name="connsiteY1" fmla="*/ 1347884 h 2442758"/>
              <a:gd name="connsiteX2" fmla="*/ 324853 w 438897"/>
              <a:gd name="connsiteY2" fmla="*/ 192852 h 2442758"/>
              <a:gd name="connsiteX3" fmla="*/ 0 w 438897"/>
              <a:gd name="connsiteY3" fmla="*/ 12379 h 2442758"/>
            </a:gdLst>
            <a:ahLst/>
            <a:cxnLst>
              <a:cxn ang="0">
                <a:pos x="connsiteX0" y="connsiteY0"/>
              </a:cxn>
              <a:cxn ang="0">
                <a:pos x="connsiteX1" y="connsiteY1"/>
              </a:cxn>
              <a:cxn ang="0">
                <a:pos x="connsiteX2" y="connsiteY2"/>
              </a:cxn>
              <a:cxn ang="0">
                <a:pos x="connsiteX3" y="connsiteY3"/>
              </a:cxn>
            </a:cxnLst>
            <a:rect l="l" t="t" r="r" b="b"/>
            <a:pathLst>
              <a:path w="438897" h="2442758">
                <a:moveTo>
                  <a:pt x="0" y="2442758"/>
                </a:moveTo>
                <a:cubicBezTo>
                  <a:pt x="183481" y="2082813"/>
                  <a:pt x="366963" y="1722868"/>
                  <a:pt x="421105" y="1347884"/>
                </a:cubicBezTo>
                <a:cubicBezTo>
                  <a:pt x="475247" y="972900"/>
                  <a:pt x="395037" y="415436"/>
                  <a:pt x="324853" y="192852"/>
                </a:cubicBezTo>
                <a:cubicBezTo>
                  <a:pt x="254669" y="-29732"/>
                  <a:pt x="127334" y="-8677"/>
                  <a:pt x="0" y="12379"/>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 name="任意多边形 3"/>
          <p:cNvSpPr/>
          <p:nvPr/>
        </p:nvSpPr>
        <p:spPr>
          <a:xfrm>
            <a:off x="4823222" y="866775"/>
            <a:ext cx="287667" cy="1106488"/>
          </a:xfrm>
          <a:custGeom>
            <a:avLst/>
            <a:gdLst>
              <a:gd name="connsiteX0" fmla="*/ 0 w 252896"/>
              <a:gd name="connsiteY0" fmla="*/ 1106905 h 1106905"/>
              <a:gd name="connsiteX1" fmla="*/ 252663 w 252896"/>
              <a:gd name="connsiteY1" fmla="*/ 204537 h 1106905"/>
              <a:gd name="connsiteX2" fmla="*/ 36095 w 252896"/>
              <a:gd name="connsiteY2" fmla="*/ 0 h 1106905"/>
            </a:gdLst>
            <a:ahLst/>
            <a:cxnLst>
              <a:cxn ang="0">
                <a:pos x="connsiteX0" y="connsiteY0"/>
              </a:cxn>
              <a:cxn ang="0">
                <a:pos x="connsiteX1" y="connsiteY1"/>
              </a:cxn>
              <a:cxn ang="0">
                <a:pos x="connsiteX2" y="connsiteY2"/>
              </a:cxn>
            </a:cxnLst>
            <a:rect l="l" t="t" r="r" b="b"/>
            <a:pathLst>
              <a:path w="252896" h="1106905">
                <a:moveTo>
                  <a:pt x="0" y="1106905"/>
                </a:moveTo>
                <a:cubicBezTo>
                  <a:pt x="123323" y="747963"/>
                  <a:pt x="246647" y="389021"/>
                  <a:pt x="252663" y="204537"/>
                </a:cubicBezTo>
                <a:cubicBezTo>
                  <a:pt x="258679" y="20053"/>
                  <a:pt x="147387" y="10026"/>
                  <a:pt x="36095" y="0"/>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63" name="文本框 62">
            <a:extLst>
              <a:ext uri="{FF2B5EF4-FFF2-40B4-BE49-F238E27FC236}">
                <a16:creationId xmlns:a16="http://schemas.microsoft.com/office/drawing/2014/main" id="{A34550F9-05B1-4186-A18C-859D852780E2}"/>
              </a:ext>
            </a:extLst>
          </p:cNvPr>
          <p:cNvSpPr txBox="1"/>
          <p:nvPr/>
        </p:nvSpPr>
        <p:spPr>
          <a:xfrm>
            <a:off x="179388" y="1026537"/>
            <a:ext cx="3140075" cy="1000274"/>
          </a:xfrm>
          <a:prstGeom prst="rect">
            <a:avLst/>
          </a:prstGeom>
          <a:solidFill>
            <a:schemeClr val="accent5">
              <a:lumMod val="20000"/>
              <a:lumOff val="80000"/>
            </a:schemeClr>
          </a:solidFill>
          <a:ln>
            <a:solidFill>
              <a:schemeClr val="tx1"/>
            </a:solidFill>
          </a:ln>
        </p:spPr>
        <p:txBody>
          <a:bodyPr wrap="square" rtlCol="0">
            <a:spAutoFit/>
          </a:bodyPr>
          <a:lstStyle/>
          <a:p>
            <a:pPr>
              <a:spcBef>
                <a:spcPts val="600"/>
              </a:spcBef>
            </a:pPr>
            <a:r>
              <a:rPr lang="zh-CN" altLang="en-US" sz="1800" dirty="0">
                <a:solidFill>
                  <a:srgbClr val="0000FF"/>
                </a:solidFill>
                <a:latin typeface="华文楷体" panose="02010600040101010101" pitchFamily="2" charset="-122"/>
                <a:ea typeface="华文楷体" panose="02010600040101010101" pitchFamily="2" charset="-122"/>
              </a:rPr>
              <a:t>情况</a:t>
            </a:r>
            <a:r>
              <a:rPr lang="en-US" altLang="zh-CN" sz="1800" dirty="0">
                <a:solidFill>
                  <a:srgbClr val="0000FF"/>
                </a:solidFill>
                <a:latin typeface="华文楷体" panose="02010600040101010101" pitchFamily="2" charset="-122"/>
                <a:ea typeface="华文楷体" panose="02010600040101010101" pitchFamily="2" charset="-122"/>
              </a:rPr>
              <a:t>3</a:t>
            </a:r>
            <a:r>
              <a:rPr lang="zh-CN" altLang="en-US" sz="1800" dirty="0">
                <a:solidFill>
                  <a:srgbClr val="0000FF"/>
                </a:solidFill>
                <a:latin typeface="华文楷体" panose="02010600040101010101" pitchFamily="2" charset="-122"/>
                <a:ea typeface="华文楷体" panose="02010600040101010101" pitchFamily="2" charset="-122"/>
              </a:rPr>
              <a:t>：嵌套深度 </a:t>
            </a:r>
            <a:r>
              <a:rPr lang="en-US" altLang="zh-CN" sz="1800" i="1" dirty="0">
                <a:solidFill>
                  <a:srgbClr val="0000FF"/>
                </a:solidFill>
                <a:ea typeface="华文楷体" panose="02010600040101010101" pitchFamily="2" charset="-122"/>
                <a:cs typeface="Times New Roman" panose="02020603050405020304" pitchFamily="18" charset="0"/>
              </a:rPr>
              <a:t>n</a:t>
            </a:r>
            <a:r>
              <a:rPr lang="en-US" altLang="zh-CN" sz="1800" i="1" baseline="-25000" dirty="0">
                <a:solidFill>
                  <a:srgbClr val="0000FF"/>
                </a:solidFill>
                <a:ea typeface="华文楷体" panose="02010600040101010101" pitchFamily="2" charset="-122"/>
                <a:cs typeface="Times New Roman" panose="02020603050405020304" pitchFamily="18" charset="0"/>
              </a:rPr>
              <a:t>q</a:t>
            </a:r>
            <a:r>
              <a:rPr lang="en-US" altLang="zh-CN" sz="1800" dirty="0">
                <a:solidFill>
                  <a:srgbClr val="0000FF"/>
                </a:solidFill>
                <a:latin typeface="华文楷体" panose="02010600040101010101" pitchFamily="2" charset="-122"/>
                <a:ea typeface="华文楷体" panose="02010600040101010101" pitchFamily="2" charset="-122"/>
              </a:rPr>
              <a:t>=</a:t>
            </a:r>
            <a:r>
              <a:rPr lang="en-US" altLang="zh-CN" sz="1800" i="1" dirty="0">
                <a:solidFill>
                  <a:srgbClr val="0000FF"/>
                </a:solidFill>
                <a:ea typeface="华文楷体" panose="02010600040101010101" pitchFamily="2" charset="-122"/>
                <a:cs typeface="Times New Roman" panose="02020603050405020304" pitchFamily="18" charset="0"/>
              </a:rPr>
              <a:t>n</a:t>
            </a:r>
            <a:r>
              <a:rPr lang="en-US" altLang="zh-CN" sz="1800" i="1" baseline="-25000" dirty="0">
                <a:solidFill>
                  <a:srgbClr val="0000FF"/>
                </a:solidFill>
                <a:ea typeface="华文楷体" panose="02010600040101010101" pitchFamily="2" charset="-122"/>
                <a:cs typeface="Times New Roman" panose="02020603050405020304" pitchFamily="18" charset="0"/>
              </a:rPr>
              <a:t>q</a:t>
            </a:r>
          </a:p>
          <a:p>
            <a:pPr>
              <a:spcBef>
                <a:spcPts val="600"/>
              </a:spcBef>
            </a:pPr>
            <a:r>
              <a:rPr lang="en-US" altLang="zh-CN" sz="1800" i="1" dirty="0">
                <a:ea typeface="华文楷体" panose="02010600040101010101" pitchFamily="2" charset="-122"/>
                <a:cs typeface="Times New Roman" panose="02020603050405020304" pitchFamily="18" charset="0"/>
              </a:rPr>
              <a:t>q</a:t>
            </a:r>
            <a:r>
              <a:rPr lang="en-US" altLang="zh-CN" sz="1800" dirty="0">
                <a:latin typeface="华文楷体" panose="02010600040101010101" pitchFamily="2" charset="-122"/>
                <a:ea typeface="华文楷体" panose="02010600040101010101" pitchFamily="2" charset="-122"/>
              </a:rPr>
              <a:t>(1,3)</a:t>
            </a:r>
            <a:r>
              <a:rPr lang="zh-CN" altLang="en-US" sz="1800" dirty="0">
                <a:latin typeface="华文楷体" panose="02010600040101010101" pitchFamily="2" charset="-122"/>
                <a:ea typeface="华文楷体" panose="02010600040101010101" pitchFamily="2" charset="-122"/>
              </a:rPr>
              <a:t>的访问链与</a:t>
            </a:r>
            <a:r>
              <a:rPr lang="en-US" altLang="zh-CN" sz="1800" i="1" dirty="0">
                <a:ea typeface="华文楷体" panose="02010600040101010101" pitchFamily="2" charset="-122"/>
                <a:cs typeface="Times New Roman" panose="02020603050405020304" pitchFamily="18" charset="0"/>
              </a:rPr>
              <a:t>q</a:t>
            </a:r>
            <a:r>
              <a:rPr lang="en-US" altLang="zh-CN" sz="1800" dirty="0">
                <a:latin typeface="华文楷体" panose="02010600040101010101" pitchFamily="2" charset="-122"/>
                <a:ea typeface="华文楷体" panose="02010600040101010101" pitchFamily="2" charset="-122"/>
              </a:rPr>
              <a:t>(1,9)</a:t>
            </a:r>
            <a:r>
              <a:rPr lang="zh-CN" altLang="en-US" sz="1800" dirty="0">
                <a:latin typeface="华文楷体" panose="02010600040101010101" pitchFamily="2" charset="-122"/>
                <a:ea typeface="华文楷体" panose="02010600040101010101" pitchFamily="2" charset="-122"/>
              </a:rPr>
              <a:t>的访问链指向相同的活动记录。</a:t>
            </a:r>
            <a:endParaRPr lang="zh-CN" altLang="en-US" sz="1800" baseline="-25000" dirty="0">
              <a:latin typeface="华文楷体" panose="02010600040101010101" pitchFamily="2" charset="-122"/>
              <a:ea typeface="华文楷体" panose="02010600040101010101" pitchFamily="2" charset="-122"/>
            </a:endParaRPr>
          </a:p>
        </p:txBody>
      </p:sp>
      <p:sp>
        <p:nvSpPr>
          <p:cNvPr id="65" name="标题 3">
            <a:extLst>
              <a:ext uri="{FF2B5EF4-FFF2-40B4-BE49-F238E27FC236}">
                <a16:creationId xmlns:a16="http://schemas.microsoft.com/office/drawing/2014/main" id="{9500506A-A763-48D2-81C7-193ABEE89964}"/>
              </a:ext>
            </a:extLst>
          </p:cNvPr>
          <p:cNvSpPr>
            <a:spLocks noGrp="1"/>
          </p:cNvSpPr>
          <p:nvPr>
            <p:ph type="title"/>
          </p:nvPr>
        </p:nvSpPr>
        <p:spPr>
          <a:xfrm>
            <a:off x="755577" y="267495"/>
            <a:ext cx="7931224" cy="360040"/>
          </a:xfrm>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访问链的建立</a:t>
            </a:r>
            <a:endParaRPr lang="zh-CN" altLang="en-US" sz="3000" dirty="0">
              <a:solidFill>
                <a:schemeClr val="tx1"/>
              </a:solidFill>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0" fill="hold" grpId="0" nodeType="withEffect">
                                  <p:stCondLst>
                                    <p:cond delay="0"/>
                                  </p:stCondLst>
                                  <p:childTnLst>
                                    <p:set>
                                      <p:cBhvr>
                                        <p:cTn id="6" dur="1" fill="hold">
                                          <p:stCondLst>
                                            <p:cond delay="0"/>
                                          </p:stCondLst>
                                        </p:cTn>
                                        <p:tgtEl>
                                          <p:spTgt spid="244746"/>
                                        </p:tgtEl>
                                        <p:attrNameLst>
                                          <p:attrName>style.visibility</p:attrName>
                                        </p:attrNameLst>
                                      </p:cBhvr>
                                      <p:to>
                                        <p:strVal val="visible"/>
                                      </p:to>
                                    </p:set>
                                    <p:anim calcmode="lin" valueType="num">
                                      <p:cBhvr>
                                        <p:cTn id="7" dur="500" fill="hold"/>
                                        <p:tgtEl>
                                          <p:spTgt spid="244746"/>
                                        </p:tgtEl>
                                        <p:attrNameLst>
                                          <p:attrName>ppt_w</p:attrName>
                                        </p:attrNameLst>
                                      </p:cBhvr>
                                      <p:tavLst>
                                        <p:tav tm="0">
                                          <p:val>
                                            <p:fltVal val="0"/>
                                          </p:val>
                                        </p:tav>
                                        <p:tav tm="100000">
                                          <p:val>
                                            <p:strVal val="#ppt_w"/>
                                          </p:val>
                                        </p:tav>
                                      </p:tavLst>
                                    </p:anim>
                                    <p:anim calcmode="lin" valueType="num">
                                      <p:cBhvr>
                                        <p:cTn id="8" dur="500" fill="hold"/>
                                        <p:tgtEl>
                                          <p:spTgt spid="244746"/>
                                        </p:tgtEl>
                                        <p:attrNameLst>
                                          <p:attrName>ppt_h</p:attrName>
                                        </p:attrNameLst>
                                      </p:cBhvr>
                                      <p:tavLst>
                                        <p:tav tm="0">
                                          <p:val>
                                            <p:fltVal val="0"/>
                                          </p:val>
                                        </p:tav>
                                        <p:tav tm="100000">
                                          <p:val>
                                            <p:strVal val="#ppt_h"/>
                                          </p:val>
                                        </p:tav>
                                      </p:tavLst>
                                    </p:anim>
                                    <p:animEffect transition="in" filter="fade">
                                      <p:cBhvr>
                                        <p:cTn id="9" dur="500"/>
                                        <p:tgtEl>
                                          <p:spTgt spid="244746"/>
                                        </p:tgtEl>
                                      </p:cBhvr>
                                    </p:animEffect>
                                  </p:childTnLst>
                                </p:cTn>
                              </p:par>
                              <p:par>
                                <p:cTn id="10" presetID="53" presetClass="entr" presetSubtype="0" fill="hold" grpId="0" nodeType="withEffect">
                                  <p:stCondLst>
                                    <p:cond delay="0"/>
                                  </p:stCondLst>
                                  <p:childTnLst>
                                    <p:set>
                                      <p:cBhvr>
                                        <p:cTn id="11" dur="1" fill="hold">
                                          <p:stCondLst>
                                            <p:cond delay="0"/>
                                          </p:stCondLst>
                                        </p:cTn>
                                        <p:tgtEl>
                                          <p:spTgt spid="244744"/>
                                        </p:tgtEl>
                                        <p:attrNameLst>
                                          <p:attrName>style.visibility</p:attrName>
                                        </p:attrNameLst>
                                      </p:cBhvr>
                                      <p:to>
                                        <p:strVal val="visible"/>
                                      </p:to>
                                    </p:set>
                                    <p:anim calcmode="lin" valueType="num">
                                      <p:cBhvr>
                                        <p:cTn id="12" dur="500" fill="hold"/>
                                        <p:tgtEl>
                                          <p:spTgt spid="244744"/>
                                        </p:tgtEl>
                                        <p:attrNameLst>
                                          <p:attrName>ppt_w</p:attrName>
                                        </p:attrNameLst>
                                      </p:cBhvr>
                                      <p:tavLst>
                                        <p:tav tm="0">
                                          <p:val>
                                            <p:fltVal val="0"/>
                                          </p:val>
                                        </p:tav>
                                        <p:tav tm="100000">
                                          <p:val>
                                            <p:strVal val="#ppt_w"/>
                                          </p:val>
                                        </p:tav>
                                      </p:tavLst>
                                    </p:anim>
                                    <p:anim calcmode="lin" valueType="num">
                                      <p:cBhvr>
                                        <p:cTn id="13" dur="500" fill="hold"/>
                                        <p:tgtEl>
                                          <p:spTgt spid="244744"/>
                                        </p:tgtEl>
                                        <p:attrNameLst>
                                          <p:attrName>ppt_h</p:attrName>
                                        </p:attrNameLst>
                                      </p:cBhvr>
                                      <p:tavLst>
                                        <p:tav tm="0">
                                          <p:val>
                                            <p:fltVal val="0"/>
                                          </p:val>
                                        </p:tav>
                                        <p:tav tm="100000">
                                          <p:val>
                                            <p:strVal val="#ppt_h"/>
                                          </p:val>
                                        </p:tav>
                                      </p:tavLst>
                                    </p:anim>
                                    <p:animEffect transition="in" filter="fade">
                                      <p:cBhvr>
                                        <p:cTn id="14" dur="500"/>
                                        <p:tgtEl>
                                          <p:spTgt spid="244744"/>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animEffect transition="in" filter="fade">
                                      <p:cBhvr>
                                        <p:cTn id="21" dur="500"/>
                                        <p:tgtEl>
                                          <p:spTgt spid="7"/>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63"/>
                                        </p:tgtEl>
                                        <p:attrNameLst>
                                          <p:attrName>style.visibility</p:attrName>
                                        </p:attrNameLst>
                                      </p:cBhvr>
                                      <p:to>
                                        <p:strVal val="visible"/>
                                      </p:to>
                                    </p:set>
                                    <p:animEffect transition="in" filter="wipe(down)">
                                      <p:cBhvr>
                                        <p:cTn id="26" dur="500"/>
                                        <p:tgtEl>
                                          <p:spTgt spid="63"/>
                                        </p:tgtEl>
                                      </p:cBhvr>
                                    </p:animEffect>
                                  </p:childTnLst>
                                </p:cTn>
                              </p:par>
                            </p:childTnLst>
                          </p:cTn>
                        </p:par>
                      </p:childTnLst>
                    </p:cTn>
                  </p:par>
                  <p:par>
                    <p:cTn id="27" fill="hold">
                      <p:stCondLst>
                        <p:cond delay="indefinite"/>
                      </p:stCondLst>
                      <p:childTnLst>
                        <p:par>
                          <p:cTn id="28" fill="hold">
                            <p:stCondLst>
                              <p:cond delay="0"/>
                            </p:stCondLst>
                            <p:childTnLst>
                              <p:par>
                                <p:cTn id="29" presetID="53" presetClass="entr" presetSubtype="16" fill="hold" nodeType="clickEffect">
                                  <p:stCondLst>
                                    <p:cond delay="0"/>
                                  </p:stCondLst>
                                  <p:childTnLst>
                                    <p:set>
                                      <p:cBhvr>
                                        <p:cTn id="30" dur="1" fill="hold">
                                          <p:stCondLst>
                                            <p:cond delay="0"/>
                                          </p:stCondLst>
                                        </p:cTn>
                                        <p:tgtEl>
                                          <p:spTgt spid="4"/>
                                        </p:tgtEl>
                                        <p:attrNameLst>
                                          <p:attrName>style.visibility</p:attrName>
                                        </p:attrNameLst>
                                      </p:cBhvr>
                                      <p:to>
                                        <p:strVal val="visible"/>
                                      </p:to>
                                    </p:set>
                                    <p:anim calcmode="lin" valueType="num">
                                      <p:cBhvr>
                                        <p:cTn id="31" dur="500" fill="hold"/>
                                        <p:tgtEl>
                                          <p:spTgt spid="4"/>
                                        </p:tgtEl>
                                        <p:attrNameLst>
                                          <p:attrName>ppt_w</p:attrName>
                                        </p:attrNameLst>
                                      </p:cBhvr>
                                      <p:tavLst>
                                        <p:tav tm="0">
                                          <p:val>
                                            <p:fltVal val="0"/>
                                          </p:val>
                                        </p:tav>
                                        <p:tav tm="100000">
                                          <p:val>
                                            <p:strVal val="#ppt_w"/>
                                          </p:val>
                                        </p:tav>
                                      </p:tavLst>
                                    </p:anim>
                                    <p:anim calcmode="lin" valueType="num">
                                      <p:cBhvr>
                                        <p:cTn id="32" dur="500" fill="hold"/>
                                        <p:tgtEl>
                                          <p:spTgt spid="4"/>
                                        </p:tgtEl>
                                        <p:attrNameLst>
                                          <p:attrName>ppt_h</p:attrName>
                                        </p:attrNameLst>
                                      </p:cBhvr>
                                      <p:tavLst>
                                        <p:tav tm="0">
                                          <p:val>
                                            <p:fltVal val="0"/>
                                          </p:val>
                                        </p:tav>
                                        <p:tav tm="100000">
                                          <p:val>
                                            <p:strVal val="#ppt_h"/>
                                          </p:val>
                                        </p:tav>
                                      </p:tavLst>
                                    </p:anim>
                                    <p:animEffect transition="in" filter="fade">
                                      <p:cBhvr>
                                        <p:cTn id="33" dur="500"/>
                                        <p:tgtEl>
                                          <p:spTgt spid="4"/>
                                        </p:tgtEl>
                                      </p:cBhvr>
                                    </p:animEffect>
                                  </p:childTnLst>
                                </p:cTn>
                              </p:par>
                            </p:childTnLst>
                          </p:cTn>
                        </p:par>
                      </p:childTnLst>
                    </p:cTn>
                  </p:par>
                  <p:par>
                    <p:cTn id="34" fill="hold" nodeType="clickPar">
                      <p:stCondLst>
                        <p:cond delay="indefinite"/>
                      </p:stCondLst>
                      <p:childTnLst>
                        <p:par>
                          <p:cTn id="35" fill="hold" nodeType="withGroup">
                            <p:stCondLst>
                              <p:cond delay="0"/>
                            </p:stCondLst>
                            <p:childTnLst>
                              <p:par>
                                <p:cTn id="36" presetID="53" presetClass="entr" presetSubtype="0" fill="hold" grpId="0" nodeType="clickEffect">
                                  <p:stCondLst>
                                    <p:cond delay="0"/>
                                  </p:stCondLst>
                                  <p:childTnLst>
                                    <p:set>
                                      <p:cBhvr>
                                        <p:cTn id="37" dur="1" fill="hold">
                                          <p:stCondLst>
                                            <p:cond delay="0"/>
                                          </p:stCondLst>
                                        </p:cTn>
                                        <p:tgtEl>
                                          <p:spTgt spid="244750"/>
                                        </p:tgtEl>
                                        <p:attrNameLst>
                                          <p:attrName>style.visibility</p:attrName>
                                        </p:attrNameLst>
                                      </p:cBhvr>
                                      <p:to>
                                        <p:strVal val="visible"/>
                                      </p:to>
                                    </p:set>
                                    <p:anim calcmode="lin" valueType="num">
                                      <p:cBhvr>
                                        <p:cTn id="38" dur="500" fill="hold"/>
                                        <p:tgtEl>
                                          <p:spTgt spid="244750"/>
                                        </p:tgtEl>
                                        <p:attrNameLst>
                                          <p:attrName>ppt_w</p:attrName>
                                        </p:attrNameLst>
                                      </p:cBhvr>
                                      <p:tavLst>
                                        <p:tav tm="0">
                                          <p:val>
                                            <p:fltVal val="0"/>
                                          </p:val>
                                        </p:tav>
                                        <p:tav tm="100000">
                                          <p:val>
                                            <p:strVal val="#ppt_w"/>
                                          </p:val>
                                        </p:tav>
                                      </p:tavLst>
                                    </p:anim>
                                    <p:anim calcmode="lin" valueType="num">
                                      <p:cBhvr>
                                        <p:cTn id="39" dur="500" fill="hold"/>
                                        <p:tgtEl>
                                          <p:spTgt spid="244750"/>
                                        </p:tgtEl>
                                        <p:attrNameLst>
                                          <p:attrName>ppt_h</p:attrName>
                                        </p:attrNameLst>
                                      </p:cBhvr>
                                      <p:tavLst>
                                        <p:tav tm="0">
                                          <p:val>
                                            <p:fltVal val="0"/>
                                          </p:val>
                                        </p:tav>
                                        <p:tav tm="100000">
                                          <p:val>
                                            <p:strVal val="#ppt_h"/>
                                          </p:val>
                                        </p:tav>
                                      </p:tavLst>
                                    </p:anim>
                                    <p:animEffect transition="in" filter="fade">
                                      <p:cBhvr>
                                        <p:cTn id="40" dur="500"/>
                                        <p:tgtEl>
                                          <p:spTgt spid="244750"/>
                                        </p:tgtEl>
                                      </p:cBhvr>
                                    </p:animEffect>
                                  </p:childTnLst>
                                </p:cTn>
                              </p:par>
                              <p:par>
                                <p:cTn id="41" presetID="53" presetClass="entr" presetSubtype="0" fill="hold" grpId="0" nodeType="withEffect">
                                  <p:stCondLst>
                                    <p:cond delay="0"/>
                                  </p:stCondLst>
                                  <p:childTnLst>
                                    <p:set>
                                      <p:cBhvr>
                                        <p:cTn id="42" dur="1" fill="hold">
                                          <p:stCondLst>
                                            <p:cond delay="0"/>
                                          </p:stCondLst>
                                        </p:cTn>
                                        <p:tgtEl>
                                          <p:spTgt spid="244749"/>
                                        </p:tgtEl>
                                        <p:attrNameLst>
                                          <p:attrName>style.visibility</p:attrName>
                                        </p:attrNameLst>
                                      </p:cBhvr>
                                      <p:to>
                                        <p:strVal val="visible"/>
                                      </p:to>
                                    </p:set>
                                    <p:anim calcmode="lin" valueType="num">
                                      <p:cBhvr>
                                        <p:cTn id="43" dur="500" fill="hold"/>
                                        <p:tgtEl>
                                          <p:spTgt spid="244749"/>
                                        </p:tgtEl>
                                        <p:attrNameLst>
                                          <p:attrName>ppt_w</p:attrName>
                                        </p:attrNameLst>
                                      </p:cBhvr>
                                      <p:tavLst>
                                        <p:tav tm="0">
                                          <p:val>
                                            <p:fltVal val="0"/>
                                          </p:val>
                                        </p:tav>
                                        <p:tav tm="100000">
                                          <p:val>
                                            <p:strVal val="#ppt_w"/>
                                          </p:val>
                                        </p:tav>
                                      </p:tavLst>
                                    </p:anim>
                                    <p:anim calcmode="lin" valueType="num">
                                      <p:cBhvr>
                                        <p:cTn id="44" dur="500" fill="hold"/>
                                        <p:tgtEl>
                                          <p:spTgt spid="244749"/>
                                        </p:tgtEl>
                                        <p:attrNameLst>
                                          <p:attrName>ppt_h</p:attrName>
                                        </p:attrNameLst>
                                      </p:cBhvr>
                                      <p:tavLst>
                                        <p:tav tm="0">
                                          <p:val>
                                            <p:fltVal val="0"/>
                                          </p:val>
                                        </p:tav>
                                        <p:tav tm="100000">
                                          <p:val>
                                            <p:strVal val="#ppt_h"/>
                                          </p:val>
                                        </p:tav>
                                      </p:tavLst>
                                    </p:anim>
                                    <p:animEffect transition="in" filter="fade">
                                      <p:cBhvr>
                                        <p:cTn id="45" dur="500"/>
                                        <p:tgtEl>
                                          <p:spTgt spid="244749"/>
                                        </p:tgtEl>
                                      </p:cBhvr>
                                    </p:animEffect>
                                  </p:childTnLst>
                                </p:cTn>
                              </p:par>
                              <p:par>
                                <p:cTn id="46" presetID="22" presetClass="exit" presetSubtype="4" fill="hold" grpId="1" nodeType="withEffect">
                                  <p:stCondLst>
                                    <p:cond delay="0"/>
                                  </p:stCondLst>
                                  <p:childTnLst>
                                    <p:animEffect transition="out" filter="wipe(down)">
                                      <p:cBhvr>
                                        <p:cTn id="47" dur="500"/>
                                        <p:tgtEl>
                                          <p:spTgt spid="63"/>
                                        </p:tgtEl>
                                      </p:cBhvr>
                                    </p:animEffect>
                                    <p:set>
                                      <p:cBhvr>
                                        <p:cTn id="48" dur="1" fill="hold">
                                          <p:stCondLst>
                                            <p:cond delay="499"/>
                                          </p:stCondLst>
                                        </p:cTn>
                                        <p:tgtEl>
                                          <p:spTgt spid="63"/>
                                        </p:tgtEl>
                                        <p:attrNameLst>
                                          <p:attrName>style.visibility</p:attrName>
                                        </p:attrNameLst>
                                      </p:cBhvr>
                                      <p:to>
                                        <p:strVal val="hidden"/>
                                      </p:to>
                                    </p:set>
                                  </p:childTnLst>
                                </p:cTn>
                              </p:par>
                              <p:par>
                                <p:cTn id="49" presetID="53" presetClass="entr" presetSubtype="16" fill="hold" nodeType="withEffect">
                                  <p:stCondLst>
                                    <p:cond delay="0"/>
                                  </p:stCondLst>
                                  <p:childTnLst>
                                    <p:set>
                                      <p:cBhvr>
                                        <p:cTn id="50" dur="1" fill="hold">
                                          <p:stCondLst>
                                            <p:cond delay="0"/>
                                          </p:stCondLst>
                                        </p:cTn>
                                        <p:tgtEl>
                                          <p:spTgt spid="8"/>
                                        </p:tgtEl>
                                        <p:attrNameLst>
                                          <p:attrName>style.visibility</p:attrName>
                                        </p:attrNameLst>
                                      </p:cBhvr>
                                      <p:to>
                                        <p:strVal val="visible"/>
                                      </p:to>
                                    </p:set>
                                    <p:anim calcmode="lin" valueType="num">
                                      <p:cBhvr>
                                        <p:cTn id="51" dur="500" fill="hold"/>
                                        <p:tgtEl>
                                          <p:spTgt spid="8"/>
                                        </p:tgtEl>
                                        <p:attrNameLst>
                                          <p:attrName>ppt_w</p:attrName>
                                        </p:attrNameLst>
                                      </p:cBhvr>
                                      <p:tavLst>
                                        <p:tav tm="0">
                                          <p:val>
                                            <p:fltVal val="0"/>
                                          </p:val>
                                        </p:tav>
                                        <p:tav tm="100000">
                                          <p:val>
                                            <p:strVal val="#ppt_w"/>
                                          </p:val>
                                        </p:tav>
                                      </p:tavLst>
                                    </p:anim>
                                    <p:anim calcmode="lin" valueType="num">
                                      <p:cBhvr>
                                        <p:cTn id="52" dur="500" fill="hold"/>
                                        <p:tgtEl>
                                          <p:spTgt spid="8"/>
                                        </p:tgtEl>
                                        <p:attrNameLst>
                                          <p:attrName>ppt_h</p:attrName>
                                        </p:attrNameLst>
                                      </p:cBhvr>
                                      <p:tavLst>
                                        <p:tav tm="0">
                                          <p:val>
                                            <p:fltVal val="0"/>
                                          </p:val>
                                        </p:tav>
                                        <p:tav tm="100000">
                                          <p:val>
                                            <p:strVal val="#ppt_h"/>
                                          </p:val>
                                        </p:tav>
                                      </p:tavLst>
                                    </p:anim>
                                    <p:animEffect transition="in" filter="fade">
                                      <p:cBhvr>
                                        <p:cTn id="53" dur="500"/>
                                        <p:tgtEl>
                                          <p:spTgt spid="8"/>
                                        </p:tgtEl>
                                      </p:cBhvr>
                                    </p:animEffect>
                                  </p:childTnLst>
                                </p:cTn>
                              </p:par>
                              <p:par>
                                <p:cTn id="54" presetID="53" presetClass="entr" presetSubtype="16"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 calcmode="lin" valueType="num">
                                      <p:cBhvr>
                                        <p:cTn id="56" dur="500" fill="hold"/>
                                        <p:tgtEl>
                                          <p:spTgt spid="64"/>
                                        </p:tgtEl>
                                        <p:attrNameLst>
                                          <p:attrName>ppt_w</p:attrName>
                                        </p:attrNameLst>
                                      </p:cBhvr>
                                      <p:tavLst>
                                        <p:tav tm="0">
                                          <p:val>
                                            <p:fltVal val="0"/>
                                          </p:val>
                                        </p:tav>
                                        <p:tav tm="100000">
                                          <p:val>
                                            <p:strVal val="#ppt_w"/>
                                          </p:val>
                                        </p:tav>
                                      </p:tavLst>
                                    </p:anim>
                                    <p:anim calcmode="lin" valueType="num">
                                      <p:cBhvr>
                                        <p:cTn id="57" dur="500" fill="hold"/>
                                        <p:tgtEl>
                                          <p:spTgt spid="64"/>
                                        </p:tgtEl>
                                        <p:attrNameLst>
                                          <p:attrName>ppt_h</p:attrName>
                                        </p:attrNameLst>
                                      </p:cBhvr>
                                      <p:tavLst>
                                        <p:tav tm="0">
                                          <p:val>
                                            <p:fltVal val="0"/>
                                          </p:val>
                                        </p:tav>
                                        <p:tav tm="100000">
                                          <p:val>
                                            <p:strVal val="#ppt_h"/>
                                          </p:val>
                                        </p:tav>
                                      </p:tavLst>
                                    </p:anim>
                                    <p:animEffect transition="in" filter="fade">
                                      <p:cBhvr>
                                        <p:cTn id="58" dur="500"/>
                                        <p:tgtEl>
                                          <p:spTgt spid="64"/>
                                        </p:tgtEl>
                                      </p:cBhvr>
                                    </p:animEffect>
                                  </p:childTnLst>
                                </p:cTn>
                              </p:par>
                              <p:par>
                                <p:cTn id="59" presetID="53" presetClass="entr" presetSubtype="16" fill="hold" grpId="0" nodeType="withEffect">
                                  <p:stCondLst>
                                    <p:cond delay="0"/>
                                  </p:stCondLst>
                                  <p:childTnLst>
                                    <p:set>
                                      <p:cBhvr>
                                        <p:cTn id="60" dur="1" fill="hold">
                                          <p:stCondLst>
                                            <p:cond delay="0"/>
                                          </p:stCondLst>
                                        </p:cTn>
                                        <p:tgtEl>
                                          <p:spTgt spid="67"/>
                                        </p:tgtEl>
                                        <p:attrNameLst>
                                          <p:attrName>style.visibility</p:attrName>
                                        </p:attrNameLst>
                                      </p:cBhvr>
                                      <p:to>
                                        <p:strVal val="visible"/>
                                      </p:to>
                                    </p:set>
                                    <p:anim calcmode="lin" valueType="num">
                                      <p:cBhvr>
                                        <p:cTn id="61" dur="500" fill="hold"/>
                                        <p:tgtEl>
                                          <p:spTgt spid="67"/>
                                        </p:tgtEl>
                                        <p:attrNameLst>
                                          <p:attrName>ppt_w</p:attrName>
                                        </p:attrNameLst>
                                      </p:cBhvr>
                                      <p:tavLst>
                                        <p:tav tm="0">
                                          <p:val>
                                            <p:fltVal val="0"/>
                                          </p:val>
                                        </p:tav>
                                        <p:tav tm="100000">
                                          <p:val>
                                            <p:strVal val="#ppt_w"/>
                                          </p:val>
                                        </p:tav>
                                      </p:tavLst>
                                    </p:anim>
                                    <p:anim calcmode="lin" valueType="num">
                                      <p:cBhvr>
                                        <p:cTn id="62" dur="500" fill="hold"/>
                                        <p:tgtEl>
                                          <p:spTgt spid="67"/>
                                        </p:tgtEl>
                                        <p:attrNameLst>
                                          <p:attrName>ppt_h</p:attrName>
                                        </p:attrNameLst>
                                      </p:cBhvr>
                                      <p:tavLst>
                                        <p:tav tm="0">
                                          <p:val>
                                            <p:fltVal val="0"/>
                                          </p:val>
                                        </p:tav>
                                        <p:tav tm="100000">
                                          <p:val>
                                            <p:strVal val="#ppt_h"/>
                                          </p:val>
                                        </p:tav>
                                      </p:tavLst>
                                    </p:anim>
                                    <p:animEffect transition="in" filter="fade">
                                      <p:cBhvr>
                                        <p:cTn id="63" dur="500"/>
                                        <p:tgtEl>
                                          <p:spTgt spid="67"/>
                                        </p:tgtEl>
                                      </p:cBhvr>
                                    </p:animEffect>
                                  </p:childTnLst>
                                </p:cTn>
                              </p:par>
                              <p:par>
                                <p:cTn id="64" presetID="53" presetClass="entr" presetSubtype="16" fill="hold" grpId="0" nodeType="withEffect">
                                  <p:stCondLst>
                                    <p:cond delay="0"/>
                                  </p:stCondLst>
                                  <p:childTnLst>
                                    <p:set>
                                      <p:cBhvr>
                                        <p:cTn id="65" dur="1" fill="hold">
                                          <p:stCondLst>
                                            <p:cond delay="0"/>
                                          </p:stCondLst>
                                        </p:cTn>
                                        <p:tgtEl>
                                          <p:spTgt spid="68"/>
                                        </p:tgtEl>
                                        <p:attrNameLst>
                                          <p:attrName>style.visibility</p:attrName>
                                        </p:attrNameLst>
                                      </p:cBhvr>
                                      <p:to>
                                        <p:strVal val="visible"/>
                                      </p:to>
                                    </p:set>
                                    <p:anim calcmode="lin" valueType="num">
                                      <p:cBhvr>
                                        <p:cTn id="66" dur="500" fill="hold"/>
                                        <p:tgtEl>
                                          <p:spTgt spid="68"/>
                                        </p:tgtEl>
                                        <p:attrNameLst>
                                          <p:attrName>ppt_w</p:attrName>
                                        </p:attrNameLst>
                                      </p:cBhvr>
                                      <p:tavLst>
                                        <p:tav tm="0">
                                          <p:val>
                                            <p:fltVal val="0"/>
                                          </p:val>
                                        </p:tav>
                                        <p:tav tm="100000">
                                          <p:val>
                                            <p:strVal val="#ppt_w"/>
                                          </p:val>
                                        </p:tav>
                                      </p:tavLst>
                                    </p:anim>
                                    <p:anim calcmode="lin" valueType="num">
                                      <p:cBhvr>
                                        <p:cTn id="67" dur="500" fill="hold"/>
                                        <p:tgtEl>
                                          <p:spTgt spid="68"/>
                                        </p:tgtEl>
                                        <p:attrNameLst>
                                          <p:attrName>ppt_h</p:attrName>
                                        </p:attrNameLst>
                                      </p:cBhvr>
                                      <p:tavLst>
                                        <p:tav tm="0">
                                          <p:val>
                                            <p:fltVal val="0"/>
                                          </p:val>
                                        </p:tav>
                                        <p:tav tm="100000">
                                          <p:val>
                                            <p:strVal val="#ppt_h"/>
                                          </p:val>
                                        </p:tav>
                                      </p:tavLst>
                                    </p:anim>
                                    <p:animEffect transition="in" filter="fade">
                                      <p:cBhvr>
                                        <p:cTn id="68" dur="500"/>
                                        <p:tgtEl>
                                          <p:spTgt spid="68"/>
                                        </p:tgtEl>
                                      </p:cBhvr>
                                    </p:animEffect>
                                  </p:childTnLst>
                                </p:cTn>
                              </p:par>
                              <p:par>
                                <p:cTn id="69" presetID="53" presetClass="entr" presetSubtype="16" fill="hold" nodeType="withEffect">
                                  <p:stCondLst>
                                    <p:cond delay="0"/>
                                  </p:stCondLst>
                                  <p:childTnLst>
                                    <p:set>
                                      <p:cBhvr>
                                        <p:cTn id="70" dur="1" fill="hold">
                                          <p:stCondLst>
                                            <p:cond delay="0"/>
                                          </p:stCondLst>
                                        </p:cTn>
                                        <p:tgtEl>
                                          <p:spTgt spid="9"/>
                                        </p:tgtEl>
                                        <p:attrNameLst>
                                          <p:attrName>style.visibility</p:attrName>
                                        </p:attrNameLst>
                                      </p:cBhvr>
                                      <p:to>
                                        <p:strVal val="visible"/>
                                      </p:to>
                                    </p:set>
                                    <p:anim calcmode="lin" valueType="num">
                                      <p:cBhvr>
                                        <p:cTn id="71" dur="500" fill="hold"/>
                                        <p:tgtEl>
                                          <p:spTgt spid="9"/>
                                        </p:tgtEl>
                                        <p:attrNameLst>
                                          <p:attrName>ppt_w</p:attrName>
                                        </p:attrNameLst>
                                      </p:cBhvr>
                                      <p:tavLst>
                                        <p:tav tm="0">
                                          <p:val>
                                            <p:fltVal val="0"/>
                                          </p:val>
                                        </p:tav>
                                        <p:tav tm="100000">
                                          <p:val>
                                            <p:strVal val="#ppt_w"/>
                                          </p:val>
                                        </p:tav>
                                      </p:tavLst>
                                    </p:anim>
                                    <p:anim calcmode="lin" valueType="num">
                                      <p:cBhvr>
                                        <p:cTn id="72" dur="500" fill="hold"/>
                                        <p:tgtEl>
                                          <p:spTgt spid="9"/>
                                        </p:tgtEl>
                                        <p:attrNameLst>
                                          <p:attrName>ppt_h</p:attrName>
                                        </p:attrNameLst>
                                      </p:cBhvr>
                                      <p:tavLst>
                                        <p:tav tm="0">
                                          <p:val>
                                            <p:fltVal val="0"/>
                                          </p:val>
                                        </p:tav>
                                        <p:tav tm="100000">
                                          <p:val>
                                            <p:strVal val="#ppt_h"/>
                                          </p:val>
                                        </p:tav>
                                      </p:tavLst>
                                    </p:anim>
                                    <p:animEffect transition="in" filter="fade">
                                      <p:cBhvr>
                                        <p:cTn id="73" dur="500"/>
                                        <p:tgtEl>
                                          <p:spTgt spid="9"/>
                                        </p:tgtEl>
                                      </p:cBhvr>
                                    </p:animEffect>
                                  </p:childTnLst>
                                </p:cTn>
                              </p:par>
                              <p:par>
                                <p:cTn id="74" presetID="53" presetClass="entr" presetSubtype="16" fill="hold" nodeType="withEffect">
                                  <p:stCondLst>
                                    <p:cond delay="0"/>
                                  </p:stCondLst>
                                  <p:childTnLst>
                                    <p:set>
                                      <p:cBhvr>
                                        <p:cTn id="75" dur="1" fill="hold">
                                          <p:stCondLst>
                                            <p:cond delay="0"/>
                                          </p:stCondLst>
                                        </p:cTn>
                                        <p:tgtEl>
                                          <p:spTgt spid="3"/>
                                        </p:tgtEl>
                                        <p:attrNameLst>
                                          <p:attrName>style.visibility</p:attrName>
                                        </p:attrNameLst>
                                      </p:cBhvr>
                                      <p:to>
                                        <p:strVal val="visible"/>
                                      </p:to>
                                    </p:set>
                                    <p:anim calcmode="lin" valueType="num">
                                      <p:cBhvr>
                                        <p:cTn id="76" dur="500" fill="hold"/>
                                        <p:tgtEl>
                                          <p:spTgt spid="3"/>
                                        </p:tgtEl>
                                        <p:attrNameLst>
                                          <p:attrName>ppt_w</p:attrName>
                                        </p:attrNameLst>
                                      </p:cBhvr>
                                      <p:tavLst>
                                        <p:tav tm="0">
                                          <p:val>
                                            <p:fltVal val="0"/>
                                          </p:val>
                                        </p:tav>
                                        <p:tav tm="100000">
                                          <p:val>
                                            <p:strVal val="#ppt_w"/>
                                          </p:val>
                                        </p:tav>
                                      </p:tavLst>
                                    </p:anim>
                                    <p:anim calcmode="lin" valueType="num">
                                      <p:cBhvr>
                                        <p:cTn id="77" dur="500" fill="hold"/>
                                        <p:tgtEl>
                                          <p:spTgt spid="3"/>
                                        </p:tgtEl>
                                        <p:attrNameLst>
                                          <p:attrName>ppt_h</p:attrName>
                                        </p:attrNameLst>
                                      </p:cBhvr>
                                      <p:tavLst>
                                        <p:tav tm="0">
                                          <p:val>
                                            <p:fltVal val="0"/>
                                          </p:val>
                                        </p:tav>
                                        <p:tav tm="100000">
                                          <p:val>
                                            <p:strVal val="#ppt_h"/>
                                          </p:val>
                                        </p:tav>
                                      </p:tavLst>
                                    </p:anim>
                                    <p:animEffect transition="in" filter="fade">
                                      <p:cBhvr>
                                        <p:cTn id="7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4744" grpId="0" animBg="1"/>
      <p:bldP spid="244746" grpId="0"/>
      <p:bldP spid="244749" grpId="0"/>
      <p:bldP spid="244750" grpId="0" animBg="1"/>
      <p:bldP spid="64" grpId="0" animBg="1"/>
      <p:bldP spid="67" grpId="0" animBg="1"/>
      <p:bldP spid="68" grpId="0"/>
      <p:bldP spid="63" grpId="0" animBg="1"/>
      <p:bldP spid="63" grpId="1"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idx="1"/>
          </p:nvPr>
        </p:nvSpPr>
        <p:spPr>
          <a:xfrm>
            <a:off x="357188" y="714374"/>
            <a:ext cx="5693957" cy="3945607"/>
          </a:xfrm>
        </p:spPr>
        <p:txBody>
          <a:bodyPr/>
          <a:lstStyle/>
          <a:p>
            <a:pPr eaLnBrk="1" hangingPunct="1">
              <a:lnSpc>
                <a:spcPts val="2600"/>
              </a:lnSpc>
              <a:buClrTx/>
              <a:buFont typeface="Wingdings" pitchFamily="2" charset="2"/>
              <a:buChar char="Ø"/>
              <a:defRPr/>
            </a:pPr>
            <a:r>
              <a:rPr lang="zh-CN" altLang="en-US" sz="2000" b="1" dirty="0">
                <a:solidFill>
                  <a:schemeClr val="tx1"/>
                </a:solidFill>
                <a:cs typeface="Times New Roman" pitchFamily="18" charset="0"/>
              </a:rPr>
              <a:t>建立访问链的代码属于</a:t>
            </a:r>
            <a:r>
              <a:rPr lang="zh-CN" altLang="en-US" sz="2000" b="1" dirty="0">
                <a:solidFill>
                  <a:srgbClr val="0070C0"/>
                </a:solidFill>
                <a:cs typeface="Times New Roman" pitchFamily="18" charset="0"/>
              </a:rPr>
              <a:t>调用序列</a:t>
            </a:r>
            <a:r>
              <a:rPr lang="zh-CN" altLang="en-US" sz="2000" b="1" dirty="0">
                <a:solidFill>
                  <a:schemeClr val="tx1"/>
                </a:solidFill>
                <a:cs typeface="Times New Roman" pitchFamily="18" charset="0"/>
              </a:rPr>
              <a:t>的一部分</a:t>
            </a:r>
            <a:endParaRPr lang="en-US" altLang="zh-CN" sz="2000" b="1" dirty="0">
              <a:solidFill>
                <a:schemeClr val="tx1"/>
              </a:solidFill>
              <a:cs typeface="Times New Roman" pitchFamily="18" charset="0"/>
            </a:endParaRPr>
          </a:p>
          <a:p>
            <a:pPr eaLnBrk="1" hangingPunct="1">
              <a:lnSpc>
                <a:spcPts val="2600"/>
              </a:lnSpc>
              <a:buClrTx/>
              <a:buFont typeface="Wingdings" pitchFamily="2" charset="2"/>
              <a:buChar char="Ø"/>
              <a:defRPr/>
            </a:pPr>
            <a:r>
              <a:rPr lang="zh-CN" altLang="en-US" sz="2000" b="1" dirty="0">
                <a:solidFill>
                  <a:schemeClr val="tx1"/>
                </a:solidFill>
                <a:cs typeface="Times New Roman" pitchFamily="18" charset="0"/>
              </a:rPr>
              <a:t>假设</a:t>
            </a:r>
            <a:r>
              <a:rPr lang="zh-CN" altLang="en-US" sz="2000" b="1" dirty="0">
                <a:solidFill>
                  <a:srgbClr val="0070C0"/>
                </a:solidFill>
                <a:cs typeface="Times New Roman" pitchFamily="18" charset="0"/>
              </a:rPr>
              <a:t>嵌套深度为</a:t>
            </a:r>
            <a:r>
              <a:rPr lang="en-US" altLang="zh-CN" sz="2000" b="1" i="1" dirty="0">
                <a:solidFill>
                  <a:srgbClr val="0070C0"/>
                </a:solidFill>
                <a:ea typeface="楷体_GB2312"/>
                <a:cs typeface="Times New Roman" pitchFamily="18" charset="0"/>
              </a:rPr>
              <a:t>n</a:t>
            </a:r>
            <a:r>
              <a:rPr lang="en-US" altLang="zh-CN" sz="2000" b="1" i="1" baseline="-30000" dirty="0">
                <a:solidFill>
                  <a:srgbClr val="0070C0"/>
                </a:solidFill>
                <a:ea typeface="楷体_GB2312"/>
                <a:cs typeface="Times New Roman" pitchFamily="18" charset="0"/>
              </a:rPr>
              <a:t>x</a:t>
            </a:r>
            <a:r>
              <a:rPr lang="zh-CN" altLang="en-US" sz="2000" b="1" dirty="0">
                <a:solidFill>
                  <a:schemeClr val="tx1"/>
                </a:solidFill>
                <a:cs typeface="Times New Roman" pitchFamily="18" charset="0"/>
              </a:rPr>
              <a:t>的过程</a:t>
            </a:r>
            <a:r>
              <a:rPr lang="en-US" altLang="zh-CN" sz="2000" b="1" i="1" dirty="0">
                <a:solidFill>
                  <a:schemeClr val="tx1"/>
                </a:solidFill>
                <a:cs typeface="Times New Roman" pitchFamily="18" charset="0"/>
              </a:rPr>
              <a:t>x</a:t>
            </a:r>
            <a:r>
              <a:rPr lang="zh-CN" altLang="en-US" sz="2000" b="1" dirty="0">
                <a:solidFill>
                  <a:schemeClr val="tx1"/>
                </a:solidFill>
                <a:cs typeface="Times New Roman" pitchFamily="18" charset="0"/>
              </a:rPr>
              <a:t>调用</a:t>
            </a:r>
            <a:r>
              <a:rPr lang="zh-CN" altLang="en-US" sz="2000" b="1" dirty="0">
                <a:solidFill>
                  <a:srgbClr val="0070C0"/>
                </a:solidFill>
                <a:cs typeface="Times New Roman" pitchFamily="18" charset="0"/>
              </a:rPr>
              <a:t>嵌套深度为</a:t>
            </a:r>
            <a:r>
              <a:rPr lang="en-US" altLang="zh-CN" sz="2000" b="1" i="1" dirty="0" err="1">
                <a:solidFill>
                  <a:srgbClr val="0070C0"/>
                </a:solidFill>
                <a:ea typeface="楷体_GB2312"/>
                <a:cs typeface="楷体_GB2312"/>
              </a:rPr>
              <a:t>n</a:t>
            </a:r>
            <a:r>
              <a:rPr lang="en-US" altLang="zh-CN" sz="2000" b="1" i="1" baseline="-30000" dirty="0" err="1">
                <a:solidFill>
                  <a:srgbClr val="0070C0"/>
                </a:solidFill>
                <a:ea typeface="楷体_GB2312"/>
                <a:cs typeface="楷体_GB2312"/>
              </a:rPr>
              <a:t>y</a:t>
            </a:r>
            <a:r>
              <a:rPr lang="zh-CN" altLang="en-US" sz="2000" b="1" dirty="0">
                <a:solidFill>
                  <a:schemeClr val="tx1"/>
                </a:solidFill>
              </a:rPr>
              <a:t>的过程</a:t>
            </a:r>
            <a:r>
              <a:rPr lang="en-US" altLang="zh-CN" sz="2000" b="1" i="1" dirty="0">
                <a:solidFill>
                  <a:schemeClr val="tx1"/>
                </a:solidFill>
              </a:rPr>
              <a:t>y</a:t>
            </a:r>
            <a:r>
              <a:rPr lang="zh-CN" altLang="en-US" sz="2000" b="1" dirty="0">
                <a:solidFill>
                  <a:schemeClr val="tx1"/>
                </a:solidFill>
              </a:rPr>
              <a:t> </a:t>
            </a:r>
            <a:r>
              <a:rPr lang="en-US" altLang="zh-CN" sz="2000" b="1" dirty="0">
                <a:solidFill>
                  <a:schemeClr val="tx1"/>
                </a:solidFill>
                <a:ea typeface="楷体_GB2312"/>
                <a:cs typeface="楷体_GB2312"/>
              </a:rPr>
              <a:t>(</a:t>
            </a:r>
            <a:r>
              <a:rPr lang="en-US" altLang="zh-CN" sz="2000" b="1" i="1" dirty="0" err="1">
                <a:solidFill>
                  <a:schemeClr val="tx1"/>
                </a:solidFill>
                <a:ea typeface="楷体_GB2312"/>
                <a:cs typeface="楷体_GB2312"/>
              </a:rPr>
              <a:t>x</a:t>
            </a:r>
            <a:r>
              <a:rPr lang="en-US" altLang="zh-CN" sz="2000" b="1" dirty="0" err="1">
                <a:solidFill>
                  <a:schemeClr val="tx1"/>
                </a:solidFill>
                <a:ea typeface="楷体_GB2312"/>
                <a:cs typeface="楷体_GB2312"/>
              </a:rPr>
              <a:t>→</a:t>
            </a:r>
            <a:r>
              <a:rPr lang="en-US" altLang="zh-CN" sz="2000" b="1" i="1" dirty="0" err="1">
                <a:solidFill>
                  <a:schemeClr val="tx1"/>
                </a:solidFill>
                <a:ea typeface="楷体_GB2312"/>
                <a:cs typeface="楷体_GB2312"/>
              </a:rPr>
              <a:t>y</a:t>
            </a:r>
            <a:r>
              <a:rPr lang="en-US" altLang="zh-CN" sz="2000" b="1" dirty="0">
                <a:solidFill>
                  <a:schemeClr val="tx1"/>
                </a:solidFill>
                <a:ea typeface="楷体_GB2312"/>
                <a:cs typeface="楷体_GB2312"/>
              </a:rPr>
              <a:t>)</a:t>
            </a:r>
          </a:p>
          <a:p>
            <a:pPr lvl="1" eaLnBrk="1" hangingPunct="1">
              <a:lnSpc>
                <a:spcPts val="2600"/>
              </a:lnSpc>
              <a:buClrTx/>
              <a:buFont typeface="Wingdings" pitchFamily="2" charset="2"/>
              <a:buChar char="Ø"/>
              <a:defRPr/>
            </a:pPr>
            <a:r>
              <a:rPr lang="en-US" altLang="zh-CN" sz="2000" b="1" i="1" dirty="0">
                <a:solidFill>
                  <a:srgbClr val="C00000"/>
                </a:solidFill>
                <a:ea typeface="楷体_GB2312"/>
                <a:cs typeface="楷体_GB2312"/>
              </a:rPr>
              <a:t>n</a:t>
            </a:r>
            <a:r>
              <a:rPr lang="en-US" altLang="zh-CN" sz="2000" b="1" i="1" baseline="-30000" dirty="0">
                <a:solidFill>
                  <a:srgbClr val="C00000"/>
                </a:solidFill>
                <a:ea typeface="楷体_GB2312"/>
                <a:cs typeface="楷体_GB2312"/>
              </a:rPr>
              <a:t>x </a:t>
            </a:r>
            <a:r>
              <a:rPr lang="en-US" altLang="zh-CN" sz="2000" b="1" dirty="0">
                <a:solidFill>
                  <a:srgbClr val="C00000"/>
                </a:solidFill>
                <a:ea typeface="楷体_GB2312"/>
                <a:cs typeface="楷体_GB2312"/>
              </a:rPr>
              <a:t>&lt; </a:t>
            </a:r>
            <a:r>
              <a:rPr lang="en-US" altLang="zh-CN" sz="2000" b="1" i="1" dirty="0" err="1">
                <a:solidFill>
                  <a:srgbClr val="C00000"/>
                </a:solidFill>
                <a:ea typeface="楷体_GB2312"/>
                <a:cs typeface="楷体_GB2312"/>
              </a:rPr>
              <a:t>n</a:t>
            </a:r>
            <a:r>
              <a:rPr lang="en-US" altLang="zh-CN" sz="2000" b="1" i="1" baseline="-30000" dirty="0" err="1">
                <a:solidFill>
                  <a:srgbClr val="C00000"/>
                </a:solidFill>
                <a:ea typeface="楷体_GB2312"/>
                <a:cs typeface="楷体_GB2312"/>
              </a:rPr>
              <a:t>y</a:t>
            </a:r>
            <a:r>
              <a:rPr lang="zh-CN" altLang="en-US" sz="2000" b="1" dirty="0">
                <a:solidFill>
                  <a:srgbClr val="C00000"/>
                </a:solidFill>
                <a:latin typeface="楷体" pitchFamily="49" charset="-122"/>
              </a:rPr>
              <a:t>的情况</a:t>
            </a:r>
            <a:r>
              <a:rPr lang="en-US" altLang="zh-CN" sz="2000" b="1" dirty="0">
                <a:solidFill>
                  <a:schemeClr val="tx1"/>
                </a:solidFill>
                <a:ea typeface="楷体_GB2312"/>
                <a:cs typeface="楷体_GB2312"/>
              </a:rPr>
              <a:t>(</a:t>
            </a:r>
            <a:r>
              <a:rPr lang="zh-CN" altLang="en-US" sz="2000" b="1" dirty="0">
                <a:solidFill>
                  <a:schemeClr val="tx1"/>
                </a:solidFill>
                <a:latin typeface="楷体" pitchFamily="49" charset="-122"/>
              </a:rPr>
              <a:t>外层调用内层</a:t>
            </a:r>
            <a:r>
              <a:rPr lang="en-US" altLang="zh-CN" sz="2000" b="1" dirty="0">
                <a:solidFill>
                  <a:schemeClr val="tx1"/>
                </a:solidFill>
                <a:ea typeface="楷体_GB2312"/>
                <a:cs typeface="楷体_GB2312"/>
              </a:rPr>
              <a:t>)</a:t>
            </a:r>
            <a:endParaRPr lang="zh-CN" altLang="en-US" sz="2000" b="1" dirty="0">
              <a:solidFill>
                <a:schemeClr val="tx1"/>
              </a:solidFill>
              <a:ea typeface="楷体_GB2312"/>
              <a:cs typeface="楷体_GB2312"/>
            </a:endParaRPr>
          </a:p>
          <a:p>
            <a:pPr lvl="2">
              <a:lnSpc>
                <a:spcPts val="2600"/>
              </a:lnSpc>
              <a:buClrTx/>
              <a:buFont typeface="Wingdings" pitchFamily="2" charset="2"/>
              <a:buChar char="Ø"/>
              <a:defRPr/>
            </a:pPr>
            <a:r>
              <a:rPr lang="en-US" altLang="zh-CN" b="1" i="1" dirty="0">
                <a:solidFill>
                  <a:srgbClr val="0070C0"/>
                </a:solidFill>
              </a:rPr>
              <a:t>y</a:t>
            </a:r>
            <a:r>
              <a:rPr lang="zh-CN" altLang="en-US" b="1" dirty="0">
                <a:solidFill>
                  <a:srgbClr val="0070C0"/>
                </a:solidFill>
              </a:rPr>
              <a:t>一定是直接在</a:t>
            </a:r>
            <a:r>
              <a:rPr lang="en-US" altLang="zh-CN" b="1" i="1" dirty="0">
                <a:solidFill>
                  <a:srgbClr val="0070C0"/>
                </a:solidFill>
              </a:rPr>
              <a:t>x</a:t>
            </a:r>
            <a:r>
              <a:rPr lang="zh-CN" altLang="en-US" b="1" dirty="0">
                <a:solidFill>
                  <a:srgbClr val="0070C0"/>
                </a:solidFill>
              </a:rPr>
              <a:t>中定义的 </a:t>
            </a:r>
            <a:r>
              <a:rPr lang="en-US" altLang="zh-CN" b="1" dirty="0">
                <a:solidFill>
                  <a:schemeClr val="tx1"/>
                </a:solidFill>
                <a:ea typeface="楷体_GB2312"/>
                <a:cs typeface="楷体_GB2312"/>
              </a:rPr>
              <a:t>(</a:t>
            </a:r>
            <a:r>
              <a:rPr lang="zh-CN" altLang="en-US" b="1" dirty="0">
                <a:solidFill>
                  <a:schemeClr val="tx1"/>
                </a:solidFill>
                <a:latin typeface="楷体" pitchFamily="49" charset="-122"/>
              </a:rPr>
              <a:t>例如</a:t>
            </a:r>
            <a:r>
              <a:rPr lang="zh-CN" altLang="en-US" b="1" dirty="0">
                <a:solidFill>
                  <a:schemeClr val="tx1"/>
                </a:solidFill>
                <a:ea typeface="楷体_GB2312"/>
                <a:cs typeface="楷体_GB2312"/>
              </a:rPr>
              <a:t>：</a:t>
            </a:r>
            <a:r>
              <a:rPr lang="en-US" altLang="zh-CN" b="1" i="1" dirty="0">
                <a:solidFill>
                  <a:schemeClr val="tx1"/>
                </a:solidFill>
                <a:ea typeface="楷体_GB2312"/>
                <a:cs typeface="楷体_GB2312"/>
              </a:rPr>
              <a:t>s</a:t>
            </a:r>
            <a:r>
              <a:rPr lang="zh-CN" altLang="en-US" b="1" dirty="0">
                <a:solidFill>
                  <a:schemeClr val="tx1"/>
                </a:solidFill>
                <a:ea typeface="楷体_GB2312"/>
                <a:cs typeface="楷体_GB2312"/>
              </a:rPr>
              <a:t>→</a:t>
            </a:r>
            <a:r>
              <a:rPr lang="en-US" altLang="zh-CN" b="1" i="1" dirty="0">
                <a:solidFill>
                  <a:schemeClr val="tx1"/>
                </a:solidFill>
                <a:ea typeface="楷体_GB2312"/>
                <a:cs typeface="楷体_GB2312"/>
              </a:rPr>
              <a:t>q</a:t>
            </a:r>
            <a:r>
              <a:rPr lang="en-US" altLang="zh-CN" b="1" dirty="0">
                <a:solidFill>
                  <a:schemeClr val="tx1"/>
                </a:solidFill>
                <a:ea typeface="楷体_GB2312"/>
                <a:cs typeface="楷体_GB2312"/>
              </a:rPr>
              <a:t>, </a:t>
            </a:r>
            <a:r>
              <a:rPr lang="zh-CN" altLang="en-US" b="1" dirty="0">
                <a:solidFill>
                  <a:schemeClr val="tx1"/>
                </a:solidFill>
                <a:ea typeface="楷体_GB2312"/>
                <a:cs typeface="楷体_GB2312"/>
              </a:rPr>
              <a:t> </a:t>
            </a:r>
            <a:r>
              <a:rPr lang="en-US" altLang="zh-CN" b="1" i="1" dirty="0" err="1">
                <a:solidFill>
                  <a:schemeClr val="tx1"/>
                </a:solidFill>
                <a:ea typeface="楷体_GB2312"/>
                <a:cs typeface="楷体_GB2312"/>
              </a:rPr>
              <a:t>q</a:t>
            </a:r>
            <a:r>
              <a:rPr lang="en-US" altLang="zh-CN" b="1" dirty="0" err="1">
                <a:solidFill>
                  <a:schemeClr val="tx1"/>
                </a:solidFill>
                <a:ea typeface="楷体_GB2312"/>
                <a:cs typeface="楷体_GB2312"/>
              </a:rPr>
              <a:t>→</a:t>
            </a:r>
            <a:r>
              <a:rPr lang="en-US" altLang="zh-CN" b="1" i="1" dirty="0" err="1">
                <a:solidFill>
                  <a:schemeClr val="tx1"/>
                </a:solidFill>
                <a:ea typeface="楷体_GB2312"/>
                <a:cs typeface="楷体_GB2312"/>
              </a:rPr>
              <a:t>p</a:t>
            </a:r>
            <a:r>
              <a:rPr lang="en-US" altLang="zh-CN" b="1" dirty="0">
                <a:solidFill>
                  <a:schemeClr val="tx1"/>
                </a:solidFill>
                <a:ea typeface="楷体_GB2312"/>
                <a:cs typeface="楷体_GB2312"/>
              </a:rPr>
              <a:t>) </a:t>
            </a:r>
            <a:r>
              <a:rPr lang="zh-CN" altLang="en-US" b="1" dirty="0">
                <a:solidFill>
                  <a:schemeClr val="tx1"/>
                </a:solidFill>
              </a:rPr>
              <a:t>，因此，</a:t>
            </a:r>
            <a:r>
              <a:rPr lang="en-US" altLang="zh-CN" b="1" i="1" dirty="0" err="1">
                <a:solidFill>
                  <a:schemeClr val="tx1"/>
                </a:solidFill>
                <a:ea typeface="楷体_GB2312"/>
                <a:cs typeface="楷体_GB2312"/>
              </a:rPr>
              <a:t>n</a:t>
            </a:r>
            <a:r>
              <a:rPr lang="en-US" altLang="zh-CN" b="1" i="1" baseline="-30000" dirty="0" err="1">
                <a:solidFill>
                  <a:schemeClr val="tx1"/>
                </a:solidFill>
                <a:ea typeface="楷体_GB2312"/>
                <a:cs typeface="楷体_GB2312"/>
              </a:rPr>
              <a:t>y</a:t>
            </a:r>
            <a:r>
              <a:rPr lang="en-US" altLang="zh-CN" b="1" dirty="0">
                <a:solidFill>
                  <a:schemeClr val="tx1"/>
                </a:solidFill>
                <a:ea typeface="楷体_GB2312"/>
                <a:cs typeface="楷体_GB2312"/>
              </a:rPr>
              <a:t>=</a:t>
            </a:r>
            <a:r>
              <a:rPr lang="en-US" altLang="zh-CN" b="1" i="1" dirty="0">
                <a:solidFill>
                  <a:schemeClr val="tx1"/>
                </a:solidFill>
                <a:ea typeface="楷体_GB2312"/>
                <a:cs typeface="楷体_GB2312"/>
              </a:rPr>
              <a:t>n</a:t>
            </a:r>
            <a:r>
              <a:rPr lang="en-US" altLang="zh-CN" b="1" i="1" baseline="-30000" dirty="0">
                <a:solidFill>
                  <a:schemeClr val="tx1"/>
                </a:solidFill>
                <a:ea typeface="楷体_GB2312"/>
                <a:cs typeface="楷体_GB2312"/>
              </a:rPr>
              <a:t>x </a:t>
            </a:r>
            <a:r>
              <a:rPr lang="en-US" altLang="zh-CN" b="1" dirty="0">
                <a:solidFill>
                  <a:schemeClr val="tx1"/>
                </a:solidFill>
                <a:ea typeface="楷体_GB2312"/>
                <a:cs typeface="楷体_GB2312"/>
              </a:rPr>
              <a:t>+1</a:t>
            </a:r>
          </a:p>
          <a:p>
            <a:pPr lvl="2">
              <a:lnSpc>
                <a:spcPts val="2600"/>
              </a:lnSpc>
              <a:buClrTx/>
              <a:buFont typeface="Wingdings" pitchFamily="2" charset="2"/>
              <a:buChar char="Ø"/>
              <a:defRPr/>
            </a:pPr>
            <a:r>
              <a:rPr lang="en-US" altLang="zh-CN" b="1" i="1" dirty="0">
                <a:solidFill>
                  <a:srgbClr val="0070C0"/>
                </a:solidFill>
              </a:rPr>
              <a:t>y</a:t>
            </a:r>
            <a:r>
              <a:rPr lang="zh-CN" altLang="en-US" b="1" dirty="0">
                <a:solidFill>
                  <a:srgbClr val="0070C0"/>
                </a:solidFill>
              </a:rPr>
              <a:t>的访问链</a:t>
            </a:r>
            <a:r>
              <a:rPr lang="zh-CN" altLang="en-US" b="1" dirty="0">
                <a:solidFill>
                  <a:schemeClr val="tx1"/>
                </a:solidFill>
              </a:rPr>
              <a:t>设置为</a:t>
            </a:r>
            <a:r>
              <a:rPr lang="zh-CN" altLang="en-US" b="1" dirty="0">
                <a:solidFill>
                  <a:srgbClr val="0070C0"/>
                </a:solidFill>
              </a:rPr>
              <a:t>指向</a:t>
            </a:r>
            <a:r>
              <a:rPr lang="en-US" altLang="zh-CN" b="1" i="1" dirty="0">
                <a:solidFill>
                  <a:srgbClr val="0070C0"/>
                </a:solidFill>
              </a:rPr>
              <a:t>x</a:t>
            </a:r>
            <a:r>
              <a:rPr lang="zh-CN" altLang="en-US" b="1" dirty="0">
                <a:solidFill>
                  <a:srgbClr val="0070C0"/>
                </a:solidFill>
              </a:rPr>
              <a:t>的活动记录</a:t>
            </a:r>
            <a:r>
              <a:rPr lang="zh-CN" altLang="en-US" b="1" dirty="0">
                <a:solidFill>
                  <a:schemeClr val="tx1"/>
                </a:solidFill>
              </a:rPr>
              <a:t>的指针</a:t>
            </a:r>
            <a:endParaRPr lang="en-US" altLang="zh-CN" b="1" dirty="0">
              <a:solidFill>
                <a:schemeClr val="tx1"/>
              </a:solidFill>
              <a:ea typeface="楷体_GB2312"/>
              <a:cs typeface="楷体_GB2312"/>
            </a:endParaRPr>
          </a:p>
        </p:txBody>
      </p:sp>
      <p:sp>
        <p:nvSpPr>
          <p:cNvPr id="113667" name="Rectangle 3"/>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访问链的建立</a:t>
            </a:r>
          </a:p>
        </p:txBody>
      </p:sp>
      <p:grpSp>
        <p:nvGrpSpPr>
          <p:cNvPr id="113668" name="Group 99"/>
          <p:cNvGrpSpPr>
            <a:grpSpLocks/>
          </p:cNvGrpSpPr>
          <p:nvPr/>
        </p:nvGrpSpPr>
        <p:grpSpPr bwMode="auto">
          <a:xfrm>
            <a:off x="6227763" y="96838"/>
            <a:ext cx="923925" cy="647700"/>
            <a:chOff x="975" y="2750"/>
            <a:chExt cx="776" cy="544"/>
          </a:xfrm>
        </p:grpSpPr>
        <p:sp>
          <p:nvSpPr>
            <p:cNvPr id="45"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3706"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srgbClr val="000000"/>
                  </a:solidFill>
                  <a:cs typeface="Times New Roman" panose="02020603050405020304" pitchFamily="18" charset="0"/>
                </a:rPr>
                <a:t>s</a:t>
              </a:r>
            </a:p>
          </p:txBody>
        </p:sp>
        <p:sp>
          <p:nvSpPr>
            <p:cNvPr id="113707"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srgbClr val="000000"/>
                  </a:solidFill>
                  <a:cs typeface="Times New Roman" panose="02020603050405020304" pitchFamily="18" charset="0"/>
                </a:rPr>
                <a:t>a</a:t>
              </a:r>
            </a:p>
          </p:txBody>
        </p:sp>
        <p:sp>
          <p:nvSpPr>
            <p:cNvPr id="113708"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solidFill>
                    <a:srgbClr val="000000"/>
                  </a:solidFill>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49"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0"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grpSp>
      <p:grpSp>
        <p:nvGrpSpPr>
          <p:cNvPr id="113669" name="Group 99"/>
          <p:cNvGrpSpPr>
            <a:grpSpLocks/>
          </p:cNvGrpSpPr>
          <p:nvPr/>
        </p:nvGrpSpPr>
        <p:grpSpPr bwMode="auto">
          <a:xfrm>
            <a:off x="6234113" y="723900"/>
            <a:ext cx="954087" cy="636588"/>
            <a:chOff x="948" y="2750"/>
            <a:chExt cx="802" cy="534"/>
          </a:xfrm>
        </p:grpSpPr>
        <p:sp>
          <p:nvSpPr>
            <p:cNvPr id="52"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3700"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srgbClr val="000000"/>
                  </a:solidFill>
                  <a:cs typeface="Times New Roman" panose="02020603050405020304" pitchFamily="18" charset="0"/>
                </a:rPr>
                <a:t>q</a:t>
              </a:r>
              <a:r>
                <a:rPr lang="en-US" altLang="zh-CN" sz="1200">
                  <a:solidFill>
                    <a:srgbClr val="000000"/>
                  </a:solidFill>
                  <a:cs typeface="Times New Roman" panose="02020603050405020304" pitchFamily="18" charset="0"/>
                </a:rPr>
                <a:t> (1, 9)</a:t>
              </a:r>
            </a:p>
          </p:txBody>
        </p:sp>
        <p:sp>
          <p:nvSpPr>
            <p:cNvPr id="113701"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srgbClr val="000000"/>
                  </a:solidFill>
                  <a:cs typeface="Times New Roman" panose="02020603050405020304" pitchFamily="18" charset="0"/>
                </a:rPr>
                <a:t>v</a:t>
              </a:r>
            </a:p>
          </p:txBody>
        </p:sp>
        <p:sp>
          <p:nvSpPr>
            <p:cNvPr id="113702"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solidFill>
                    <a:srgbClr val="000000"/>
                  </a:solidFill>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56"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7"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grpSp>
      <p:grpSp>
        <p:nvGrpSpPr>
          <p:cNvPr id="113670" name="Group 99"/>
          <p:cNvGrpSpPr>
            <a:grpSpLocks/>
          </p:cNvGrpSpPr>
          <p:nvPr/>
        </p:nvGrpSpPr>
        <p:grpSpPr bwMode="auto">
          <a:xfrm>
            <a:off x="6234113" y="1360488"/>
            <a:ext cx="954087" cy="635000"/>
            <a:chOff x="948" y="2750"/>
            <a:chExt cx="802" cy="534"/>
          </a:xfrm>
        </p:grpSpPr>
        <p:sp>
          <p:nvSpPr>
            <p:cNvPr id="59"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3694"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srgbClr val="000000"/>
                  </a:solidFill>
                  <a:cs typeface="Times New Roman" panose="02020603050405020304" pitchFamily="18" charset="0"/>
                </a:rPr>
                <a:t>q</a:t>
              </a:r>
              <a:r>
                <a:rPr lang="en-US" altLang="zh-CN" sz="1200">
                  <a:solidFill>
                    <a:srgbClr val="000000"/>
                  </a:solidFill>
                  <a:cs typeface="Times New Roman" panose="02020603050405020304" pitchFamily="18" charset="0"/>
                </a:rPr>
                <a:t> (1, 3)</a:t>
              </a:r>
            </a:p>
          </p:txBody>
        </p:sp>
        <p:sp>
          <p:nvSpPr>
            <p:cNvPr id="113695"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srgbClr val="000000"/>
                  </a:solidFill>
                  <a:cs typeface="Times New Roman" panose="02020603050405020304" pitchFamily="18" charset="0"/>
                </a:rPr>
                <a:t>v</a:t>
              </a:r>
            </a:p>
          </p:txBody>
        </p:sp>
        <p:sp>
          <p:nvSpPr>
            <p:cNvPr id="113696"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solidFill>
                    <a:srgbClr val="000000"/>
                  </a:solidFill>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63"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64"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grpSp>
      <p:grpSp>
        <p:nvGrpSpPr>
          <p:cNvPr id="113671" name="Group 99"/>
          <p:cNvGrpSpPr>
            <a:grpSpLocks/>
          </p:cNvGrpSpPr>
          <p:nvPr/>
        </p:nvGrpSpPr>
        <p:grpSpPr bwMode="auto">
          <a:xfrm>
            <a:off x="6234113" y="1997797"/>
            <a:ext cx="954087" cy="635000"/>
            <a:chOff x="948" y="2750"/>
            <a:chExt cx="802" cy="534"/>
          </a:xfrm>
        </p:grpSpPr>
        <p:sp>
          <p:nvSpPr>
            <p:cNvPr id="6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368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srgbClr val="000000"/>
                  </a:solidFill>
                  <a:cs typeface="Times New Roman" panose="02020603050405020304" pitchFamily="18" charset="0"/>
                </a:rPr>
                <a:t>p</a:t>
              </a:r>
              <a:r>
                <a:rPr lang="en-US" altLang="zh-CN" sz="1200">
                  <a:solidFill>
                    <a:srgbClr val="000000"/>
                  </a:solidFill>
                  <a:cs typeface="Times New Roman" panose="02020603050405020304" pitchFamily="18" charset="0"/>
                </a:rPr>
                <a:t> (1, 3)</a:t>
              </a:r>
            </a:p>
          </p:txBody>
        </p:sp>
        <p:sp>
          <p:nvSpPr>
            <p:cNvPr id="11368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srgbClr val="000000"/>
                  </a:solidFill>
                  <a:cs typeface="Times New Roman" panose="02020603050405020304" pitchFamily="18" charset="0"/>
                </a:rPr>
                <a:t>i, j</a:t>
              </a:r>
            </a:p>
          </p:txBody>
        </p:sp>
        <p:sp>
          <p:nvSpPr>
            <p:cNvPr id="11369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solidFill>
                    <a:srgbClr val="000000"/>
                  </a:solidFill>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7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7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grpSp>
      <p:sp>
        <p:nvSpPr>
          <p:cNvPr id="72" name="Freeform 56"/>
          <p:cNvSpPr>
            <a:spLocks/>
          </p:cNvSpPr>
          <p:nvPr/>
        </p:nvSpPr>
        <p:spPr bwMode="auto">
          <a:xfrm rot="-511685">
            <a:off x="7139481" y="1809310"/>
            <a:ext cx="263118" cy="520700"/>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sp>
        <p:nvSpPr>
          <p:cNvPr id="73" name="Freeform 56"/>
          <p:cNvSpPr>
            <a:spLocks/>
          </p:cNvSpPr>
          <p:nvPr/>
        </p:nvSpPr>
        <p:spPr bwMode="auto">
          <a:xfrm rot="-511685">
            <a:off x="7124352" y="526041"/>
            <a:ext cx="242238" cy="496888"/>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grpSp>
        <p:nvGrpSpPr>
          <p:cNvPr id="113674" name="Group 99"/>
          <p:cNvGrpSpPr>
            <a:grpSpLocks/>
          </p:cNvGrpSpPr>
          <p:nvPr/>
        </p:nvGrpSpPr>
        <p:grpSpPr bwMode="auto">
          <a:xfrm>
            <a:off x="6234113" y="2635106"/>
            <a:ext cx="954087" cy="636587"/>
            <a:chOff x="948" y="2750"/>
            <a:chExt cx="802" cy="534"/>
          </a:xfrm>
        </p:grpSpPr>
        <p:sp>
          <p:nvSpPr>
            <p:cNvPr id="75"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3682"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srgbClr val="000000"/>
                  </a:solidFill>
                  <a:cs typeface="Times New Roman" panose="02020603050405020304" pitchFamily="18" charset="0"/>
                </a:rPr>
                <a:t>e</a:t>
              </a:r>
              <a:endParaRPr lang="en-US" altLang="zh-CN" sz="1200">
                <a:solidFill>
                  <a:srgbClr val="000000"/>
                </a:solidFill>
                <a:cs typeface="Times New Roman" panose="02020603050405020304" pitchFamily="18" charset="0"/>
              </a:endParaRPr>
            </a:p>
          </p:txBody>
        </p:sp>
        <p:sp>
          <p:nvSpPr>
            <p:cNvPr id="113683"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en-US" altLang="zh-CN" sz="1200" i="1">
                <a:solidFill>
                  <a:srgbClr val="000000"/>
                </a:solidFill>
                <a:cs typeface="Times New Roman" panose="02020603050405020304" pitchFamily="18" charset="0"/>
              </a:endParaRPr>
            </a:p>
          </p:txBody>
        </p:sp>
        <p:sp>
          <p:nvSpPr>
            <p:cNvPr id="113684"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solidFill>
                    <a:srgbClr val="000000"/>
                  </a:solidFill>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79"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80"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grpSp>
      <p:sp>
        <p:nvSpPr>
          <p:cNvPr id="81" name="任意多边形 80"/>
          <p:cNvSpPr/>
          <p:nvPr/>
        </p:nvSpPr>
        <p:spPr>
          <a:xfrm>
            <a:off x="7153274" y="506413"/>
            <a:ext cx="587077" cy="2487066"/>
          </a:xfrm>
          <a:custGeom>
            <a:avLst/>
            <a:gdLst>
              <a:gd name="connsiteX0" fmla="*/ 0 w 438897"/>
              <a:gd name="connsiteY0" fmla="*/ 2442758 h 2442758"/>
              <a:gd name="connsiteX1" fmla="*/ 421105 w 438897"/>
              <a:gd name="connsiteY1" fmla="*/ 1347884 h 2442758"/>
              <a:gd name="connsiteX2" fmla="*/ 324853 w 438897"/>
              <a:gd name="connsiteY2" fmla="*/ 192852 h 2442758"/>
              <a:gd name="connsiteX3" fmla="*/ 0 w 438897"/>
              <a:gd name="connsiteY3" fmla="*/ 12379 h 2442758"/>
            </a:gdLst>
            <a:ahLst/>
            <a:cxnLst>
              <a:cxn ang="0">
                <a:pos x="connsiteX0" y="connsiteY0"/>
              </a:cxn>
              <a:cxn ang="0">
                <a:pos x="connsiteX1" y="connsiteY1"/>
              </a:cxn>
              <a:cxn ang="0">
                <a:pos x="connsiteX2" y="connsiteY2"/>
              </a:cxn>
              <a:cxn ang="0">
                <a:pos x="connsiteX3" y="connsiteY3"/>
              </a:cxn>
            </a:cxnLst>
            <a:rect l="l" t="t" r="r" b="b"/>
            <a:pathLst>
              <a:path w="438897" h="2442758">
                <a:moveTo>
                  <a:pt x="0" y="2442758"/>
                </a:moveTo>
                <a:cubicBezTo>
                  <a:pt x="183481" y="2082813"/>
                  <a:pt x="366963" y="1722868"/>
                  <a:pt x="421105" y="1347884"/>
                </a:cubicBezTo>
                <a:cubicBezTo>
                  <a:pt x="475247" y="972900"/>
                  <a:pt x="395037" y="415436"/>
                  <a:pt x="324853" y="192852"/>
                </a:cubicBezTo>
                <a:cubicBezTo>
                  <a:pt x="254669" y="-29732"/>
                  <a:pt x="127334" y="-8677"/>
                  <a:pt x="0" y="12379"/>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solidFill>
                <a:prstClr val="white"/>
              </a:solidFill>
            </a:endParaRPr>
          </a:p>
        </p:txBody>
      </p:sp>
      <p:sp>
        <p:nvSpPr>
          <p:cNvPr id="82" name="任意多边形 81"/>
          <p:cNvSpPr/>
          <p:nvPr/>
        </p:nvSpPr>
        <p:spPr>
          <a:xfrm>
            <a:off x="7165559" y="519113"/>
            <a:ext cx="274193" cy="1187925"/>
          </a:xfrm>
          <a:custGeom>
            <a:avLst/>
            <a:gdLst>
              <a:gd name="connsiteX0" fmla="*/ 0 w 252896"/>
              <a:gd name="connsiteY0" fmla="*/ 1106905 h 1106905"/>
              <a:gd name="connsiteX1" fmla="*/ 252663 w 252896"/>
              <a:gd name="connsiteY1" fmla="*/ 204537 h 1106905"/>
              <a:gd name="connsiteX2" fmla="*/ 36095 w 252896"/>
              <a:gd name="connsiteY2" fmla="*/ 0 h 1106905"/>
            </a:gdLst>
            <a:ahLst/>
            <a:cxnLst>
              <a:cxn ang="0">
                <a:pos x="connsiteX0" y="connsiteY0"/>
              </a:cxn>
              <a:cxn ang="0">
                <a:pos x="connsiteX1" y="connsiteY1"/>
              </a:cxn>
              <a:cxn ang="0">
                <a:pos x="connsiteX2" y="connsiteY2"/>
              </a:cxn>
            </a:cxnLst>
            <a:rect l="l" t="t" r="r" b="b"/>
            <a:pathLst>
              <a:path w="252896" h="1106905">
                <a:moveTo>
                  <a:pt x="0" y="1106905"/>
                </a:moveTo>
                <a:cubicBezTo>
                  <a:pt x="123323" y="747963"/>
                  <a:pt x="246647" y="389021"/>
                  <a:pt x="252663" y="204537"/>
                </a:cubicBezTo>
                <a:cubicBezTo>
                  <a:pt x="258679" y="20053"/>
                  <a:pt x="147387" y="10026"/>
                  <a:pt x="36095" y="0"/>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solidFill>
                <a:prstClr val="white"/>
              </a:solidFill>
            </a:endParaRPr>
          </a:p>
        </p:txBody>
      </p:sp>
      <p:grpSp>
        <p:nvGrpSpPr>
          <p:cNvPr id="113677" name="组合 82"/>
          <p:cNvGrpSpPr>
            <a:grpSpLocks/>
          </p:cNvGrpSpPr>
          <p:nvPr/>
        </p:nvGrpSpPr>
        <p:grpSpPr bwMode="auto">
          <a:xfrm>
            <a:off x="6234113" y="3344863"/>
            <a:ext cx="2262187" cy="1728787"/>
            <a:chOff x="78177" y="3363243"/>
            <a:chExt cx="2261575" cy="1728787"/>
          </a:xfrm>
        </p:grpSpPr>
        <p:sp>
          <p:nvSpPr>
            <p:cNvPr id="84" name="Rectangle 4"/>
            <p:cNvSpPr>
              <a:spLocks noChangeArrowheads="1"/>
            </p:cNvSpPr>
            <p:nvPr/>
          </p:nvSpPr>
          <p:spPr bwMode="auto">
            <a:xfrm>
              <a:off x="78177" y="3363243"/>
              <a:ext cx="2261575" cy="1714500"/>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rgbClr val="5EAEFF"/>
                </a:buClr>
                <a:buSzPct val="60000"/>
                <a:defRPr/>
              </a:pPr>
              <a:r>
                <a:rPr lang="zh-CN" altLang="en-US" sz="1200" dirty="0">
                  <a:solidFill>
                    <a:prstClr val="black"/>
                  </a:solidFill>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defTabSz="806450" eaLnBrk="1" hangingPunct="1">
                <a:lnSpc>
                  <a:spcPts val="1800"/>
                </a:lnSpc>
                <a:spcBef>
                  <a:spcPct val="20000"/>
                </a:spcBef>
                <a:buClr>
                  <a:srgbClr val="5EAEFF"/>
                </a:buClr>
                <a:buSzPct val="60000"/>
                <a:defRPr/>
              </a:pPr>
              <a:r>
                <a:rPr lang="en-US" altLang="zh-CN" sz="1800" i="1" dirty="0">
                  <a:solidFill>
                    <a:prstClr val="black"/>
                  </a:solidFill>
                  <a:ea typeface="楷体_GB2312"/>
                  <a:cs typeface="Times New Roman" pitchFamily="18" charset="0"/>
                </a:rPr>
                <a:t>sort</a:t>
              </a:r>
              <a:r>
                <a:rPr lang="en-US" altLang="zh-CN" sz="1800" dirty="0">
                  <a:solidFill>
                    <a:prstClr val="black"/>
                  </a:solidFill>
                  <a:ea typeface="楷体_GB2312"/>
                  <a:cs typeface="Times New Roman" pitchFamily="18" charset="0"/>
                </a:rPr>
                <a:t>		1</a:t>
              </a:r>
            </a:p>
            <a:p>
              <a:pPr marL="257175" indent="-257175" algn="just" defTabSz="806450"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err="1">
                  <a:solidFill>
                    <a:prstClr val="black"/>
                  </a:solidFill>
                  <a:ea typeface="楷体_GB2312"/>
                  <a:cs typeface="Times New Roman" pitchFamily="18" charset="0"/>
                </a:rPr>
                <a:t>readarray</a:t>
              </a:r>
              <a:r>
                <a:rPr lang="en-US" altLang="zh-CN" sz="1800" i="1" dirty="0">
                  <a:solidFill>
                    <a:prstClr val="black"/>
                  </a:solidFill>
                  <a:ea typeface="楷体_GB2312"/>
                  <a:cs typeface="Times New Roman" pitchFamily="18" charset="0"/>
                </a:rPr>
                <a:t>	</a:t>
              </a:r>
              <a:r>
                <a:rPr lang="en-US" altLang="zh-CN" sz="1800" dirty="0">
                  <a:solidFill>
                    <a:prstClr val="black"/>
                  </a:solidFill>
                  <a:ea typeface="楷体_GB2312"/>
                  <a:cs typeface="Times New Roman" pitchFamily="18" charset="0"/>
                </a:rPr>
                <a:t>2</a:t>
              </a:r>
            </a:p>
            <a:p>
              <a:pPr marL="257175" indent="-257175" algn="just" defTabSz="806450"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exchange</a:t>
              </a:r>
              <a:r>
                <a:rPr lang="en-US" altLang="zh-CN" sz="1800" dirty="0">
                  <a:solidFill>
                    <a:prstClr val="black"/>
                  </a:solidFill>
                  <a:ea typeface="楷体_GB2312"/>
                  <a:cs typeface="Times New Roman" pitchFamily="18" charset="0"/>
                </a:rPr>
                <a:t>	2</a:t>
              </a:r>
            </a:p>
            <a:p>
              <a:pPr marL="257175" indent="-257175" algn="just" defTabSz="806450"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quicksort</a:t>
              </a:r>
              <a:r>
                <a:rPr lang="en-US" altLang="zh-CN" sz="1800" dirty="0">
                  <a:solidFill>
                    <a:prstClr val="black"/>
                  </a:solidFill>
                  <a:ea typeface="楷体_GB2312"/>
                  <a:cs typeface="Times New Roman" pitchFamily="18" charset="0"/>
                </a:rPr>
                <a:t>	2</a:t>
              </a:r>
            </a:p>
            <a:p>
              <a:pPr marL="257175" indent="-257175" algn="just" defTabSz="806450"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partition</a:t>
              </a:r>
              <a:r>
                <a:rPr lang="en-US" altLang="zh-CN" sz="1800" dirty="0">
                  <a:solidFill>
                    <a:prstClr val="black"/>
                  </a:solidFill>
                  <a:ea typeface="楷体_GB2312"/>
                  <a:cs typeface="Times New Roman" pitchFamily="18" charset="0"/>
                </a:rPr>
                <a:t>	3</a:t>
              </a:r>
            </a:p>
          </p:txBody>
        </p:sp>
        <p:cxnSp>
          <p:nvCxnSpPr>
            <p:cNvPr id="85" name="直接连接符 84"/>
            <p:cNvCxnSpPr/>
            <p:nvPr/>
          </p:nvCxnSpPr>
          <p:spPr bwMode="auto">
            <a:xfrm>
              <a:off x="78177" y="3648993"/>
              <a:ext cx="226157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直接连接符 85"/>
            <p:cNvCxnSpPr/>
            <p:nvPr/>
          </p:nvCxnSpPr>
          <p:spPr bwMode="auto">
            <a:xfrm>
              <a:off x="1331963" y="3363243"/>
              <a:ext cx="0" cy="17287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16" fill="hold" nodeType="clickEffect">
                                  <p:stCondLst>
                                    <p:cond delay="0"/>
                                  </p:stCondLst>
                                  <p:childTnLst>
                                    <p:set>
                                      <p:cBhvr>
                                        <p:cTn id="6" dur="1" fill="hold">
                                          <p:stCondLst>
                                            <p:cond delay="0"/>
                                          </p:stCondLst>
                                        </p:cTn>
                                        <p:tgtEl>
                                          <p:spTgt spid="715778">
                                            <p:txEl>
                                              <p:pRg st="0" end="0"/>
                                            </p:txEl>
                                          </p:spTgt>
                                        </p:tgtEl>
                                        <p:attrNameLst>
                                          <p:attrName>style.visibility</p:attrName>
                                        </p:attrNameLst>
                                      </p:cBhvr>
                                      <p:to>
                                        <p:strVal val="visible"/>
                                      </p:to>
                                    </p:set>
                                    <p:anim calcmode="lin" valueType="num">
                                      <p:cBhvr>
                                        <p:cTn id="7" dur="500" fill="hold"/>
                                        <p:tgtEl>
                                          <p:spTgt spid="715778">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715778">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715778">
                                            <p:txEl>
                                              <p:pRg st="0" end="0"/>
                                            </p:txEl>
                                          </p:spTgt>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0" fill="hold" nodeType="clickEffect">
                                  <p:stCondLst>
                                    <p:cond delay="0"/>
                                  </p:stCondLst>
                                  <p:childTnLst>
                                    <p:set>
                                      <p:cBhvr>
                                        <p:cTn id="13" dur="1" fill="hold">
                                          <p:stCondLst>
                                            <p:cond delay="0"/>
                                          </p:stCondLst>
                                        </p:cTn>
                                        <p:tgtEl>
                                          <p:spTgt spid="715778">
                                            <p:txEl>
                                              <p:pRg st="1" end="1"/>
                                            </p:txEl>
                                          </p:spTgt>
                                        </p:tgtEl>
                                        <p:attrNameLst>
                                          <p:attrName>style.visibility</p:attrName>
                                        </p:attrNameLst>
                                      </p:cBhvr>
                                      <p:to>
                                        <p:strVal val="visible"/>
                                      </p:to>
                                    </p:set>
                                    <p:anim calcmode="lin" valueType="num">
                                      <p:cBhvr>
                                        <p:cTn id="14" dur="500" fill="hold"/>
                                        <p:tgtEl>
                                          <p:spTgt spid="715778">
                                            <p:txEl>
                                              <p:pRg st="1" end="1"/>
                                            </p:txEl>
                                          </p:spTgt>
                                        </p:tgtEl>
                                        <p:attrNameLst>
                                          <p:attrName>ppt_w</p:attrName>
                                        </p:attrNameLst>
                                      </p:cBhvr>
                                      <p:tavLst>
                                        <p:tav tm="0">
                                          <p:val>
                                            <p:fltVal val="0"/>
                                          </p:val>
                                        </p:tav>
                                        <p:tav tm="100000">
                                          <p:val>
                                            <p:strVal val="#ppt_w"/>
                                          </p:val>
                                        </p:tav>
                                      </p:tavLst>
                                    </p:anim>
                                    <p:anim calcmode="lin" valueType="num">
                                      <p:cBhvr>
                                        <p:cTn id="15" dur="500" fill="hold"/>
                                        <p:tgtEl>
                                          <p:spTgt spid="715778">
                                            <p:txEl>
                                              <p:pRg st="1" end="1"/>
                                            </p:txEl>
                                          </p:spTgt>
                                        </p:tgtEl>
                                        <p:attrNameLst>
                                          <p:attrName>ppt_h</p:attrName>
                                        </p:attrNameLst>
                                      </p:cBhvr>
                                      <p:tavLst>
                                        <p:tav tm="0">
                                          <p:val>
                                            <p:fltVal val="0"/>
                                          </p:val>
                                        </p:tav>
                                        <p:tav tm="100000">
                                          <p:val>
                                            <p:strVal val="#ppt_h"/>
                                          </p:val>
                                        </p:tav>
                                      </p:tavLst>
                                    </p:anim>
                                    <p:animEffect transition="in" filter="fade">
                                      <p:cBhvr>
                                        <p:cTn id="16" dur="500"/>
                                        <p:tgtEl>
                                          <p:spTgt spid="715778">
                                            <p:txEl>
                                              <p:pRg st="1" end="1"/>
                                            </p:txEl>
                                          </p:spTgt>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53" presetClass="entr" presetSubtype="0" fill="hold" nodeType="clickEffect">
                                  <p:stCondLst>
                                    <p:cond delay="0"/>
                                  </p:stCondLst>
                                  <p:childTnLst>
                                    <p:set>
                                      <p:cBhvr>
                                        <p:cTn id="20" dur="1" fill="hold">
                                          <p:stCondLst>
                                            <p:cond delay="0"/>
                                          </p:stCondLst>
                                        </p:cTn>
                                        <p:tgtEl>
                                          <p:spTgt spid="715778">
                                            <p:txEl>
                                              <p:pRg st="2" end="2"/>
                                            </p:txEl>
                                          </p:spTgt>
                                        </p:tgtEl>
                                        <p:attrNameLst>
                                          <p:attrName>style.visibility</p:attrName>
                                        </p:attrNameLst>
                                      </p:cBhvr>
                                      <p:to>
                                        <p:strVal val="visible"/>
                                      </p:to>
                                    </p:set>
                                    <p:anim calcmode="lin" valueType="num">
                                      <p:cBhvr>
                                        <p:cTn id="21" dur="500" fill="hold"/>
                                        <p:tgtEl>
                                          <p:spTgt spid="715778">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715778">
                                            <p:txEl>
                                              <p:pRg st="2" end="2"/>
                                            </p:txEl>
                                          </p:spTgt>
                                        </p:tgtEl>
                                        <p:attrNameLst>
                                          <p:attrName>ppt_h</p:attrName>
                                        </p:attrNameLst>
                                      </p:cBhvr>
                                      <p:tavLst>
                                        <p:tav tm="0">
                                          <p:val>
                                            <p:fltVal val="0"/>
                                          </p:val>
                                        </p:tav>
                                        <p:tav tm="100000">
                                          <p:val>
                                            <p:strVal val="#ppt_h"/>
                                          </p:val>
                                        </p:tav>
                                      </p:tavLst>
                                    </p:anim>
                                    <p:animEffect transition="in" filter="fade">
                                      <p:cBhvr>
                                        <p:cTn id="23" dur="500"/>
                                        <p:tgtEl>
                                          <p:spTgt spid="715778">
                                            <p:txEl>
                                              <p:pRg st="2" end="2"/>
                                            </p:txEl>
                                          </p:spTgt>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53" presetClass="entr" presetSubtype="0" fill="hold" nodeType="clickEffect">
                                  <p:stCondLst>
                                    <p:cond delay="0"/>
                                  </p:stCondLst>
                                  <p:childTnLst>
                                    <p:set>
                                      <p:cBhvr>
                                        <p:cTn id="27" dur="1" fill="hold">
                                          <p:stCondLst>
                                            <p:cond delay="0"/>
                                          </p:stCondLst>
                                        </p:cTn>
                                        <p:tgtEl>
                                          <p:spTgt spid="715778">
                                            <p:txEl>
                                              <p:pRg st="3" end="3"/>
                                            </p:txEl>
                                          </p:spTgt>
                                        </p:tgtEl>
                                        <p:attrNameLst>
                                          <p:attrName>style.visibility</p:attrName>
                                        </p:attrNameLst>
                                      </p:cBhvr>
                                      <p:to>
                                        <p:strVal val="visible"/>
                                      </p:to>
                                    </p:set>
                                    <p:anim calcmode="lin" valueType="num">
                                      <p:cBhvr>
                                        <p:cTn id="28" dur="500" fill="hold"/>
                                        <p:tgtEl>
                                          <p:spTgt spid="715778">
                                            <p:txEl>
                                              <p:pRg st="3" end="3"/>
                                            </p:txEl>
                                          </p:spTgt>
                                        </p:tgtEl>
                                        <p:attrNameLst>
                                          <p:attrName>ppt_w</p:attrName>
                                        </p:attrNameLst>
                                      </p:cBhvr>
                                      <p:tavLst>
                                        <p:tav tm="0">
                                          <p:val>
                                            <p:fltVal val="0"/>
                                          </p:val>
                                        </p:tav>
                                        <p:tav tm="100000">
                                          <p:val>
                                            <p:strVal val="#ppt_w"/>
                                          </p:val>
                                        </p:tav>
                                      </p:tavLst>
                                    </p:anim>
                                    <p:anim calcmode="lin" valueType="num">
                                      <p:cBhvr>
                                        <p:cTn id="29" dur="500" fill="hold"/>
                                        <p:tgtEl>
                                          <p:spTgt spid="715778">
                                            <p:txEl>
                                              <p:pRg st="3" end="3"/>
                                            </p:txEl>
                                          </p:spTgt>
                                        </p:tgtEl>
                                        <p:attrNameLst>
                                          <p:attrName>ppt_h</p:attrName>
                                        </p:attrNameLst>
                                      </p:cBhvr>
                                      <p:tavLst>
                                        <p:tav tm="0">
                                          <p:val>
                                            <p:fltVal val="0"/>
                                          </p:val>
                                        </p:tav>
                                        <p:tav tm="100000">
                                          <p:val>
                                            <p:strVal val="#ppt_h"/>
                                          </p:val>
                                        </p:tav>
                                      </p:tavLst>
                                    </p:anim>
                                    <p:animEffect transition="in" filter="fade">
                                      <p:cBhvr>
                                        <p:cTn id="30" dur="500"/>
                                        <p:tgtEl>
                                          <p:spTgt spid="715778">
                                            <p:txEl>
                                              <p:pRg st="3" end="3"/>
                                            </p:txEl>
                                          </p:spTgt>
                                        </p:tgtEl>
                                      </p:cBhvr>
                                    </p:animEffect>
                                  </p:childTnLst>
                                </p:cTn>
                              </p:par>
                            </p:childTnLst>
                          </p:cTn>
                        </p:par>
                      </p:childTnLst>
                    </p:cTn>
                  </p:par>
                  <p:par>
                    <p:cTn id="31" fill="hold" nodeType="clickPar">
                      <p:stCondLst>
                        <p:cond delay="indefinite"/>
                      </p:stCondLst>
                      <p:childTnLst>
                        <p:par>
                          <p:cTn id="32" fill="hold" nodeType="withGroup">
                            <p:stCondLst>
                              <p:cond delay="0"/>
                            </p:stCondLst>
                            <p:childTnLst>
                              <p:par>
                                <p:cTn id="33" presetID="53" presetClass="entr" presetSubtype="0" fill="hold" nodeType="clickEffect">
                                  <p:stCondLst>
                                    <p:cond delay="0"/>
                                  </p:stCondLst>
                                  <p:childTnLst>
                                    <p:set>
                                      <p:cBhvr>
                                        <p:cTn id="34" dur="1" fill="hold">
                                          <p:stCondLst>
                                            <p:cond delay="0"/>
                                          </p:stCondLst>
                                        </p:cTn>
                                        <p:tgtEl>
                                          <p:spTgt spid="715778">
                                            <p:txEl>
                                              <p:pRg st="4" end="4"/>
                                            </p:txEl>
                                          </p:spTgt>
                                        </p:tgtEl>
                                        <p:attrNameLst>
                                          <p:attrName>style.visibility</p:attrName>
                                        </p:attrNameLst>
                                      </p:cBhvr>
                                      <p:to>
                                        <p:strVal val="visible"/>
                                      </p:to>
                                    </p:set>
                                    <p:anim calcmode="lin" valueType="num">
                                      <p:cBhvr>
                                        <p:cTn id="35" dur="500" fill="hold"/>
                                        <p:tgtEl>
                                          <p:spTgt spid="715778">
                                            <p:txEl>
                                              <p:pRg st="4" end="4"/>
                                            </p:txEl>
                                          </p:spTgt>
                                        </p:tgtEl>
                                        <p:attrNameLst>
                                          <p:attrName>ppt_w</p:attrName>
                                        </p:attrNameLst>
                                      </p:cBhvr>
                                      <p:tavLst>
                                        <p:tav tm="0">
                                          <p:val>
                                            <p:fltVal val="0"/>
                                          </p:val>
                                        </p:tav>
                                        <p:tav tm="100000">
                                          <p:val>
                                            <p:strVal val="#ppt_w"/>
                                          </p:val>
                                        </p:tav>
                                      </p:tavLst>
                                    </p:anim>
                                    <p:anim calcmode="lin" valueType="num">
                                      <p:cBhvr>
                                        <p:cTn id="36" dur="500" fill="hold"/>
                                        <p:tgtEl>
                                          <p:spTgt spid="715778">
                                            <p:txEl>
                                              <p:pRg st="4" end="4"/>
                                            </p:txEl>
                                          </p:spTgt>
                                        </p:tgtEl>
                                        <p:attrNameLst>
                                          <p:attrName>ppt_h</p:attrName>
                                        </p:attrNameLst>
                                      </p:cBhvr>
                                      <p:tavLst>
                                        <p:tav tm="0">
                                          <p:val>
                                            <p:fltVal val="0"/>
                                          </p:val>
                                        </p:tav>
                                        <p:tav tm="100000">
                                          <p:val>
                                            <p:strVal val="#ppt_h"/>
                                          </p:val>
                                        </p:tav>
                                      </p:tavLst>
                                    </p:anim>
                                    <p:animEffect transition="in" filter="fade">
                                      <p:cBhvr>
                                        <p:cTn id="37" dur="500"/>
                                        <p:tgtEl>
                                          <p:spTgt spid="715778">
                                            <p:txEl>
                                              <p:pRg st="4" end="4"/>
                                            </p:txEl>
                                          </p:spTgt>
                                        </p:tgtEl>
                                      </p:cBhvr>
                                    </p:animEffect>
                                  </p:childTnLst>
                                </p:cTn>
                              </p:par>
                            </p:childTnLst>
                          </p:cTn>
                        </p:par>
                      </p:childTnLst>
                    </p:cTn>
                  </p:par>
                  <p:par>
                    <p:cTn id="38" fill="hold" nodeType="clickPar">
                      <p:stCondLst>
                        <p:cond delay="indefinite"/>
                      </p:stCondLst>
                      <p:childTnLst>
                        <p:par>
                          <p:cTn id="39" fill="hold" nodeType="withGroup">
                            <p:stCondLst>
                              <p:cond delay="0"/>
                            </p:stCondLst>
                            <p:childTnLst>
                              <p:par>
                                <p:cTn id="40" presetID="7" presetClass="emph" presetSubtype="1" nodeType="clickEffect">
                                  <p:stCondLst>
                                    <p:cond delay="0"/>
                                  </p:stCondLst>
                                  <p:childTnLst>
                                    <p:set>
                                      <p:cBhvr>
                                        <p:cTn id="41" dur="indefinite"/>
                                        <p:tgtEl>
                                          <p:spTgt spid="73"/>
                                        </p:tgtEl>
                                        <p:attrNameLst>
                                          <p:attrName>stroke.color</p:attrName>
                                        </p:attrNameLst>
                                      </p:cBhvr>
                                      <p:to>
                                        <p:clrVal>
                                          <a:srgbClr val="FF0000"/>
                                        </p:clrVal>
                                      </p:to>
                                    </p:set>
                                    <p:set>
                                      <p:cBhvr>
                                        <p:cTn id="42" dur="indefinite"/>
                                        <p:tgtEl>
                                          <p:spTgt spid="73"/>
                                        </p:tgtEl>
                                        <p:attrNameLst>
                                          <p:attrName>stroke.on</p:attrName>
                                        </p:attrNameLst>
                                      </p:cBhvr>
                                      <p:to>
                                        <p:strVal val="true"/>
                                      </p:to>
                                    </p:set>
                                  </p:childTnLst>
                                </p:cTn>
                              </p:par>
                              <p:par>
                                <p:cTn id="43" presetID="7" presetClass="emph" presetSubtype="1" nodeType="withEffect">
                                  <p:stCondLst>
                                    <p:cond delay="0"/>
                                  </p:stCondLst>
                                  <p:childTnLst>
                                    <p:set>
                                      <p:cBhvr>
                                        <p:cTn id="44" dur="indefinite"/>
                                        <p:tgtEl>
                                          <p:spTgt spid="72"/>
                                        </p:tgtEl>
                                        <p:attrNameLst>
                                          <p:attrName>stroke.color</p:attrName>
                                        </p:attrNameLst>
                                      </p:cBhvr>
                                      <p:to>
                                        <p:clrVal>
                                          <a:srgbClr val="FF0000"/>
                                        </p:clrVal>
                                      </p:to>
                                    </p:set>
                                    <p:set>
                                      <p:cBhvr>
                                        <p:cTn id="45" dur="indefinite"/>
                                        <p:tgtEl>
                                          <p:spTgt spid="72"/>
                                        </p:tgtEl>
                                        <p:attrNameLst>
                                          <p:attrName>stroke.on</p:attrName>
                                        </p:attrNameLst>
                                      </p:cBhvr>
                                      <p:to>
                                        <p:strVal val="true"/>
                                      </p:to>
                                    </p:set>
                                  </p:childTnLst>
                                </p:cTn>
                              </p:par>
                            </p:childTnLst>
                          </p:cTn>
                        </p:par>
                      </p:childTnLst>
                    </p:cTn>
                  </p:par>
                  <p:par>
                    <p:cTn id="46" fill="hold" nodeType="clickPar">
                      <p:stCondLst>
                        <p:cond delay="indefinite"/>
                      </p:stCondLst>
                      <p:childTnLst>
                        <p:par>
                          <p:cTn id="47" fill="hold" nodeType="withGroup">
                            <p:stCondLst>
                              <p:cond delay="0"/>
                            </p:stCondLst>
                            <p:childTnLst>
                              <p:par>
                                <p:cTn id="48" presetID="53" presetClass="exit" presetSubtype="0" fill="hold" nodeType="clickEffect">
                                  <p:stCondLst>
                                    <p:cond delay="0"/>
                                  </p:stCondLst>
                                  <p:childTnLst>
                                    <p:anim calcmode="lin" valueType="num">
                                      <p:cBhvr>
                                        <p:cTn id="49" dur="500"/>
                                        <p:tgtEl>
                                          <p:spTgt spid="715778">
                                            <p:txEl>
                                              <p:pRg st="3" end="3"/>
                                            </p:txEl>
                                          </p:spTgt>
                                        </p:tgtEl>
                                        <p:attrNameLst>
                                          <p:attrName>ppt_w</p:attrName>
                                        </p:attrNameLst>
                                      </p:cBhvr>
                                      <p:tavLst>
                                        <p:tav tm="0">
                                          <p:val>
                                            <p:strVal val="ppt_w"/>
                                          </p:val>
                                        </p:tav>
                                        <p:tav tm="100000">
                                          <p:val>
                                            <p:fltVal val="0"/>
                                          </p:val>
                                        </p:tav>
                                      </p:tavLst>
                                    </p:anim>
                                    <p:anim calcmode="lin" valueType="num">
                                      <p:cBhvr>
                                        <p:cTn id="50" dur="500"/>
                                        <p:tgtEl>
                                          <p:spTgt spid="715778">
                                            <p:txEl>
                                              <p:pRg st="3" end="3"/>
                                            </p:txEl>
                                          </p:spTgt>
                                        </p:tgtEl>
                                        <p:attrNameLst>
                                          <p:attrName>ppt_h</p:attrName>
                                        </p:attrNameLst>
                                      </p:cBhvr>
                                      <p:tavLst>
                                        <p:tav tm="0">
                                          <p:val>
                                            <p:strVal val="ppt_h"/>
                                          </p:val>
                                        </p:tav>
                                        <p:tav tm="100000">
                                          <p:val>
                                            <p:fltVal val="0"/>
                                          </p:val>
                                        </p:tav>
                                      </p:tavLst>
                                    </p:anim>
                                    <p:animEffect transition="out" filter="fade">
                                      <p:cBhvr>
                                        <p:cTn id="51" dur="500"/>
                                        <p:tgtEl>
                                          <p:spTgt spid="715778">
                                            <p:txEl>
                                              <p:pRg st="3" end="3"/>
                                            </p:txEl>
                                          </p:spTgt>
                                        </p:tgtEl>
                                      </p:cBhvr>
                                    </p:animEffect>
                                    <p:set>
                                      <p:cBhvr>
                                        <p:cTn id="52" dur="1" fill="hold">
                                          <p:stCondLst>
                                            <p:cond delay="499"/>
                                          </p:stCondLst>
                                        </p:cTn>
                                        <p:tgtEl>
                                          <p:spTgt spid="715778">
                                            <p:txEl>
                                              <p:pRg st="3" end="3"/>
                                            </p:txEl>
                                          </p:spTgt>
                                        </p:tgtEl>
                                        <p:attrNameLst>
                                          <p:attrName>style.visibility</p:attrName>
                                        </p:attrNameLst>
                                      </p:cBhvr>
                                      <p:to>
                                        <p:strVal val="hidden"/>
                                      </p:to>
                                    </p:set>
                                  </p:childTnLst>
                                </p:cTn>
                              </p:par>
                              <p:par>
                                <p:cTn id="53" presetID="53" presetClass="exit" presetSubtype="0" fill="hold" nodeType="withEffect">
                                  <p:stCondLst>
                                    <p:cond delay="0"/>
                                  </p:stCondLst>
                                  <p:childTnLst>
                                    <p:anim calcmode="lin" valueType="num">
                                      <p:cBhvr>
                                        <p:cTn id="54" dur="500"/>
                                        <p:tgtEl>
                                          <p:spTgt spid="715778">
                                            <p:txEl>
                                              <p:pRg st="4" end="4"/>
                                            </p:txEl>
                                          </p:spTgt>
                                        </p:tgtEl>
                                        <p:attrNameLst>
                                          <p:attrName>ppt_w</p:attrName>
                                        </p:attrNameLst>
                                      </p:cBhvr>
                                      <p:tavLst>
                                        <p:tav tm="0">
                                          <p:val>
                                            <p:strVal val="ppt_w"/>
                                          </p:val>
                                        </p:tav>
                                        <p:tav tm="100000">
                                          <p:val>
                                            <p:fltVal val="0"/>
                                          </p:val>
                                        </p:tav>
                                      </p:tavLst>
                                    </p:anim>
                                    <p:anim calcmode="lin" valueType="num">
                                      <p:cBhvr>
                                        <p:cTn id="55" dur="500"/>
                                        <p:tgtEl>
                                          <p:spTgt spid="715778">
                                            <p:txEl>
                                              <p:pRg st="4" end="4"/>
                                            </p:txEl>
                                          </p:spTgt>
                                        </p:tgtEl>
                                        <p:attrNameLst>
                                          <p:attrName>ppt_h</p:attrName>
                                        </p:attrNameLst>
                                      </p:cBhvr>
                                      <p:tavLst>
                                        <p:tav tm="0">
                                          <p:val>
                                            <p:strVal val="ppt_h"/>
                                          </p:val>
                                        </p:tav>
                                        <p:tav tm="100000">
                                          <p:val>
                                            <p:fltVal val="0"/>
                                          </p:val>
                                        </p:tav>
                                      </p:tavLst>
                                    </p:anim>
                                    <p:animEffect transition="out" filter="fade">
                                      <p:cBhvr>
                                        <p:cTn id="56" dur="500"/>
                                        <p:tgtEl>
                                          <p:spTgt spid="715778">
                                            <p:txEl>
                                              <p:pRg st="4" end="4"/>
                                            </p:txEl>
                                          </p:spTgt>
                                        </p:tgtEl>
                                      </p:cBhvr>
                                    </p:animEffect>
                                    <p:set>
                                      <p:cBhvr>
                                        <p:cTn id="57" dur="1" fill="hold">
                                          <p:stCondLst>
                                            <p:cond delay="499"/>
                                          </p:stCondLst>
                                        </p:cTn>
                                        <p:tgtEl>
                                          <p:spTgt spid="715778">
                                            <p:txEl>
                                              <p:pRg st="4" end="4"/>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5715" name="Group 99"/>
          <p:cNvGrpSpPr>
            <a:grpSpLocks/>
          </p:cNvGrpSpPr>
          <p:nvPr/>
        </p:nvGrpSpPr>
        <p:grpSpPr bwMode="auto">
          <a:xfrm>
            <a:off x="6227763" y="96838"/>
            <a:ext cx="923925" cy="647700"/>
            <a:chOff x="975" y="2750"/>
            <a:chExt cx="776" cy="544"/>
          </a:xfrm>
        </p:grpSpPr>
        <p:sp>
          <p:nvSpPr>
            <p:cNvPr id="47"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5755"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s</a:t>
              </a:r>
            </a:p>
          </p:txBody>
        </p:sp>
        <p:sp>
          <p:nvSpPr>
            <p:cNvPr id="115756"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a</a:t>
              </a:r>
            </a:p>
          </p:txBody>
        </p:sp>
        <p:sp>
          <p:nvSpPr>
            <p:cNvPr id="115757"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51"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52"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grpSp>
        <p:nvGrpSpPr>
          <p:cNvPr id="115716" name="Group 99"/>
          <p:cNvGrpSpPr>
            <a:grpSpLocks/>
          </p:cNvGrpSpPr>
          <p:nvPr/>
        </p:nvGrpSpPr>
        <p:grpSpPr bwMode="auto">
          <a:xfrm>
            <a:off x="6234113" y="723900"/>
            <a:ext cx="954087" cy="636588"/>
            <a:chOff x="948" y="2750"/>
            <a:chExt cx="802" cy="534"/>
          </a:xfrm>
        </p:grpSpPr>
        <p:sp>
          <p:nvSpPr>
            <p:cNvPr id="54"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5749"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q</a:t>
              </a:r>
              <a:r>
                <a:rPr lang="en-US" altLang="zh-CN" sz="1200">
                  <a:cs typeface="Times New Roman" panose="02020603050405020304" pitchFamily="18" charset="0"/>
                </a:rPr>
                <a:t> (1, 9)</a:t>
              </a:r>
            </a:p>
          </p:txBody>
        </p:sp>
        <p:sp>
          <p:nvSpPr>
            <p:cNvPr id="115750"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v</a:t>
              </a:r>
            </a:p>
          </p:txBody>
        </p:sp>
        <p:sp>
          <p:nvSpPr>
            <p:cNvPr id="115751"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58"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59"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grpSp>
        <p:nvGrpSpPr>
          <p:cNvPr id="115717" name="Group 99"/>
          <p:cNvGrpSpPr>
            <a:grpSpLocks/>
          </p:cNvGrpSpPr>
          <p:nvPr/>
        </p:nvGrpSpPr>
        <p:grpSpPr bwMode="auto">
          <a:xfrm>
            <a:off x="6234113" y="1360488"/>
            <a:ext cx="954087" cy="635000"/>
            <a:chOff x="948" y="2750"/>
            <a:chExt cx="802" cy="534"/>
          </a:xfrm>
        </p:grpSpPr>
        <p:sp>
          <p:nvSpPr>
            <p:cNvPr id="61"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5743"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q</a:t>
              </a:r>
              <a:r>
                <a:rPr lang="en-US" altLang="zh-CN" sz="1200">
                  <a:cs typeface="Times New Roman" panose="02020603050405020304" pitchFamily="18" charset="0"/>
                </a:rPr>
                <a:t> (1, 3)</a:t>
              </a:r>
            </a:p>
          </p:txBody>
        </p:sp>
        <p:sp>
          <p:nvSpPr>
            <p:cNvPr id="115744"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v</a:t>
              </a:r>
            </a:p>
          </p:txBody>
        </p:sp>
        <p:sp>
          <p:nvSpPr>
            <p:cNvPr id="115745"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65"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66"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grpSp>
        <p:nvGrpSpPr>
          <p:cNvPr id="115718" name="Group 99"/>
          <p:cNvGrpSpPr>
            <a:grpSpLocks/>
          </p:cNvGrpSpPr>
          <p:nvPr/>
        </p:nvGrpSpPr>
        <p:grpSpPr bwMode="auto">
          <a:xfrm>
            <a:off x="6234113" y="1997797"/>
            <a:ext cx="954087" cy="635000"/>
            <a:chOff x="948" y="2750"/>
            <a:chExt cx="802" cy="534"/>
          </a:xfrm>
        </p:grpSpPr>
        <p:sp>
          <p:nvSpPr>
            <p:cNvPr id="68"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5737"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p</a:t>
              </a:r>
              <a:r>
                <a:rPr lang="en-US" altLang="zh-CN" sz="1200">
                  <a:cs typeface="Times New Roman" panose="02020603050405020304" pitchFamily="18" charset="0"/>
                </a:rPr>
                <a:t> (1, 3)</a:t>
              </a:r>
            </a:p>
          </p:txBody>
        </p:sp>
        <p:sp>
          <p:nvSpPr>
            <p:cNvPr id="115738"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cs typeface="Times New Roman" panose="02020603050405020304" pitchFamily="18" charset="0"/>
                </a:rPr>
                <a:t>i, j</a:t>
              </a:r>
            </a:p>
          </p:txBody>
        </p:sp>
        <p:sp>
          <p:nvSpPr>
            <p:cNvPr id="115739"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72"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73"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115719" name="Freeform 56"/>
          <p:cNvSpPr>
            <a:spLocks/>
          </p:cNvSpPr>
          <p:nvPr/>
        </p:nvSpPr>
        <p:spPr bwMode="auto">
          <a:xfrm rot="-511685">
            <a:off x="7154863" y="1808163"/>
            <a:ext cx="247650" cy="520700"/>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rgbClr val="FF0000"/>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sp>
        <p:nvSpPr>
          <p:cNvPr id="115720" name="Freeform 56"/>
          <p:cNvSpPr>
            <a:spLocks/>
          </p:cNvSpPr>
          <p:nvPr/>
        </p:nvSpPr>
        <p:spPr bwMode="auto">
          <a:xfrm rot="-511685">
            <a:off x="7153275" y="530225"/>
            <a:ext cx="128588" cy="496888"/>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rgbClr val="FF0000"/>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grpSp>
        <p:nvGrpSpPr>
          <p:cNvPr id="115721" name="Group 99"/>
          <p:cNvGrpSpPr>
            <a:grpSpLocks/>
          </p:cNvGrpSpPr>
          <p:nvPr/>
        </p:nvGrpSpPr>
        <p:grpSpPr bwMode="auto">
          <a:xfrm>
            <a:off x="6234113" y="2635106"/>
            <a:ext cx="954087" cy="636587"/>
            <a:chOff x="948" y="2750"/>
            <a:chExt cx="802" cy="534"/>
          </a:xfrm>
        </p:grpSpPr>
        <p:sp>
          <p:nvSpPr>
            <p:cNvPr id="77"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schemeClr val="tx1"/>
                </a:solidFill>
                <a:latin typeface="Times New Roman" panose="02020603050405020304" pitchFamily="18" charset="0"/>
                <a:cs typeface="Times New Roman" panose="02020603050405020304" pitchFamily="18" charset="0"/>
              </a:endParaRPr>
            </a:p>
          </p:txBody>
        </p:sp>
        <p:sp>
          <p:nvSpPr>
            <p:cNvPr id="115731"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cs typeface="Times New Roman" panose="02020603050405020304" pitchFamily="18" charset="0"/>
                </a:rPr>
                <a:t>e</a:t>
              </a:r>
              <a:endParaRPr lang="en-US" altLang="zh-CN" sz="1200">
                <a:cs typeface="Times New Roman" panose="02020603050405020304" pitchFamily="18" charset="0"/>
              </a:endParaRPr>
            </a:p>
          </p:txBody>
        </p:sp>
        <p:sp>
          <p:nvSpPr>
            <p:cNvPr id="115732"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en-US" altLang="zh-CN" sz="1200" i="1">
                <a:cs typeface="Times New Roman" panose="02020603050405020304" pitchFamily="18" charset="0"/>
              </a:endParaRPr>
            </a:p>
          </p:txBody>
        </p:sp>
        <p:sp>
          <p:nvSpPr>
            <p:cNvPr id="115733"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81"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sp>
          <p:nvSpPr>
            <p:cNvPr id="82"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p>
          </p:txBody>
        </p:sp>
      </p:grpSp>
      <p:sp>
        <p:nvSpPr>
          <p:cNvPr id="83" name="任意多边形 82"/>
          <p:cNvSpPr/>
          <p:nvPr/>
        </p:nvSpPr>
        <p:spPr>
          <a:xfrm>
            <a:off x="7153275" y="506413"/>
            <a:ext cx="439738" cy="2443162"/>
          </a:xfrm>
          <a:custGeom>
            <a:avLst/>
            <a:gdLst>
              <a:gd name="connsiteX0" fmla="*/ 0 w 438897"/>
              <a:gd name="connsiteY0" fmla="*/ 2442758 h 2442758"/>
              <a:gd name="connsiteX1" fmla="*/ 421105 w 438897"/>
              <a:gd name="connsiteY1" fmla="*/ 1347884 h 2442758"/>
              <a:gd name="connsiteX2" fmla="*/ 324853 w 438897"/>
              <a:gd name="connsiteY2" fmla="*/ 192852 h 2442758"/>
              <a:gd name="connsiteX3" fmla="*/ 0 w 438897"/>
              <a:gd name="connsiteY3" fmla="*/ 12379 h 2442758"/>
            </a:gdLst>
            <a:ahLst/>
            <a:cxnLst>
              <a:cxn ang="0">
                <a:pos x="connsiteX0" y="connsiteY0"/>
              </a:cxn>
              <a:cxn ang="0">
                <a:pos x="connsiteX1" y="connsiteY1"/>
              </a:cxn>
              <a:cxn ang="0">
                <a:pos x="connsiteX2" y="connsiteY2"/>
              </a:cxn>
              <a:cxn ang="0">
                <a:pos x="connsiteX3" y="connsiteY3"/>
              </a:cxn>
            </a:cxnLst>
            <a:rect l="l" t="t" r="r" b="b"/>
            <a:pathLst>
              <a:path w="438897" h="2442758">
                <a:moveTo>
                  <a:pt x="0" y="2442758"/>
                </a:moveTo>
                <a:cubicBezTo>
                  <a:pt x="183481" y="2082813"/>
                  <a:pt x="366963" y="1722868"/>
                  <a:pt x="421105" y="1347884"/>
                </a:cubicBezTo>
                <a:cubicBezTo>
                  <a:pt x="475247" y="972900"/>
                  <a:pt x="395037" y="415436"/>
                  <a:pt x="324853" y="192852"/>
                </a:cubicBezTo>
                <a:cubicBezTo>
                  <a:pt x="254669" y="-29732"/>
                  <a:pt x="127334" y="-8677"/>
                  <a:pt x="0" y="12379"/>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84" name="任意多边形 83"/>
          <p:cNvSpPr/>
          <p:nvPr/>
        </p:nvSpPr>
        <p:spPr>
          <a:xfrm>
            <a:off x="7129463" y="519113"/>
            <a:ext cx="252412" cy="1106487"/>
          </a:xfrm>
          <a:custGeom>
            <a:avLst/>
            <a:gdLst>
              <a:gd name="connsiteX0" fmla="*/ 0 w 252896"/>
              <a:gd name="connsiteY0" fmla="*/ 1106905 h 1106905"/>
              <a:gd name="connsiteX1" fmla="*/ 252663 w 252896"/>
              <a:gd name="connsiteY1" fmla="*/ 204537 h 1106905"/>
              <a:gd name="connsiteX2" fmla="*/ 36095 w 252896"/>
              <a:gd name="connsiteY2" fmla="*/ 0 h 1106905"/>
            </a:gdLst>
            <a:ahLst/>
            <a:cxnLst>
              <a:cxn ang="0">
                <a:pos x="connsiteX0" y="connsiteY0"/>
              </a:cxn>
              <a:cxn ang="0">
                <a:pos x="connsiteX1" y="connsiteY1"/>
              </a:cxn>
              <a:cxn ang="0">
                <a:pos x="connsiteX2" y="connsiteY2"/>
              </a:cxn>
            </a:cxnLst>
            <a:rect l="l" t="t" r="r" b="b"/>
            <a:pathLst>
              <a:path w="252896" h="1106905">
                <a:moveTo>
                  <a:pt x="0" y="1106905"/>
                </a:moveTo>
                <a:cubicBezTo>
                  <a:pt x="123323" y="747963"/>
                  <a:pt x="246647" y="389021"/>
                  <a:pt x="252663" y="204537"/>
                </a:cubicBezTo>
                <a:cubicBezTo>
                  <a:pt x="258679" y="20053"/>
                  <a:pt x="147387" y="10026"/>
                  <a:pt x="36095" y="0"/>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nvGrpSpPr>
          <p:cNvPr id="115724" name="组合 84"/>
          <p:cNvGrpSpPr>
            <a:grpSpLocks/>
          </p:cNvGrpSpPr>
          <p:nvPr/>
        </p:nvGrpSpPr>
        <p:grpSpPr bwMode="auto">
          <a:xfrm>
            <a:off x="6234113" y="3344863"/>
            <a:ext cx="2262187" cy="1728787"/>
            <a:chOff x="78177" y="3363243"/>
            <a:chExt cx="2261575" cy="1728787"/>
          </a:xfrm>
        </p:grpSpPr>
        <p:sp>
          <p:nvSpPr>
            <p:cNvPr id="86" name="Rectangle 4"/>
            <p:cNvSpPr>
              <a:spLocks noChangeArrowheads="1"/>
            </p:cNvSpPr>
            <p:nvPr/>
          </p:nvSpPr>
          <p:spPr bwMode="auto">
            <a:xfrm>
              <a:off x="78177" y="3363243"/>
              <a:ext cx="2261575" cy="1714500"/>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chemeClr val="folHlink"/>
                </a:buClr>
                <a:buSzPct val="60000"/>
                <a:defRPr/>
              </a:pPr>
              <a:r>
                <a:rPr lang="zh-CN" altLang="en-US" sz="1200" dirty="0">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chemeClr val="folHlink"/>
                </a:buClr>
                <a:buSzPct val="60000"/>
                <a:defRPr/>
              </a:pPr>
              <a:r>
                <a:rPr lang="en-US" altLang="zh-CN" sz="1800" i="1" dirty="0">
                  <a:ea typeface="楷体_GB2312"/>
                  <a:cs typeface="Times New Roman" pitchFamily="18" charset="0"/>
                </a:rPr>
                <a:t>sort</a:t>
              </a:r>
              <a:r>
                <a:rPr lang="en-US" altLang="zh-CN" sz="1800" dirty="0">
                  <a:ea typeface="楷体_GB2312"/>
                  <a:cs typeface="Times New Roman" pitchFamily="18" charset="0"/>
                </a:rPr>
                <a:t>		1</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err="1">
                  <a:ea typeface="楷体_GB2312"/>
                  <a:cs typeface="Times New Roman" pitchFamily="18" charset="0"/>
                </a:rPr>
                <a:t>readarray</a:t>
              </a:r>
              <a:r>
                <a:rPr lang="en-US" altLang="zh-CN" sz="1800" i="1" dirty="0">
                  <a:ea typeface="楷体_GB2312"/>
                  <a:cs typeface="Times New Roman" pitchFamily="18" charset="0"/>
                </a:rPr>
                <a:t>	</a:t>
              </a:r>
              <a:r>
                <a:rPr lang="en-US" altLang="zh-CN" sz="1800" dirty="0">
                  <a:ea typeface="楷体_GB2312"/>
                  <a:cs typeface="Times New Roman" pitchFamily="18" charset="0"/>
                </a:rPr>
                <a:t>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exchange</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quicksort</a:t>
              </a:r>
              <a:r>
                <a:rPr lang="en-US" altLang="zh-CN" sz="1800" dirty="0">
                  <a:ea typeface="楷体_GB2312"/>
                  <a:cs typeface="Times New Roman" pitchFamily="18" charset="0"/>
                </a:rPr>
                <a:t>	2</a:t>
              </a:r>
            </a:p>
            <a:p>
              <a:pPr marL="257175" indent="-257175" algn="just" eaLnBrk="1" hangingPunct="1">
                <a:lnSpc>
                  <a:spcPts val="1800"/>
                </a:lnSpc>
                <a:spcBef>
                  <a:spcPct val="20000"/>
                </a:spcBef>
                <a:buClr>
                  <a:schemeClr val="folHlink"/>
                </a:buClr>
                <a:buSzPct val="60000"/>
                <a:defRPr/>
              </a:pPr>
              <a:r>
                <a:rPr lang="en-US" altLang="zh-CN" sz="1800" dirty="0">
                  <a:ea typeface="楷体_GB2312"/>
                  <a:cs typeface="Times New Roman" pitchFamily="18" charset="0"/>
                </a:rPr>
                <a:t>      </a:t>
              </a:r>
              <a:r>
                <a:rPr lang="en-US" altLang="zh-CN" sz="1800" i="1" dirty="0">
                  <a:ea typeface="楷体_GB2312"/>
                  <a:cs typeface="Times New Roman" pitchFamily="18" charset="0"/>
                </a:rPr>
                <a:t>partition</a:t>
              </a:r>
              <a:r>
                <a:rPr lang="en-US" altLang="zh-CN" sz="1800" dirty="0">
                  <a:ea typeface="楷体_GB2312"/>
                  <a:cs typeface="Times New Roman" pitchFamily="18" charset="0"/>
                </a:rPr>
                <a:t>	3</a:t>
              </a:r>
            </a:p>
          </p:txBody>
        </p:sp>
        <p:cxnSp>
          <p:nvCxnSpPr>
            <p:cNvPr id="87" name="直接连接符 86"/>
            <p:cNvCxnSpPr/>
            <p:nvPr/>
          </p:nvCxnSpPr>
          <p:spPr bwMode="auto">
            <a:xfrm>
              <a:off x="78177" y="3648993"/>
              <a:ext cx="226157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bwMode="auto">
            <a:xfrm>
              <a:off x="1331963" y="3363243"/>
              <a:ext cx="0" cy="17287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5725" name="标题 1"/>
          <p:cNvSpPr>
            <a:spLocks noGrp="1"/>
          </p:cNvSpPr>
          <p:nvPr>
            <p:ph type="title"/>
          </p:nvPr>
        </p:nvSpPr>
        <p:spPr>
          <a:xfrm>
            <a:off x="755650" y="268288"/>
            <a:ext cx="7931150" cy="358775"/>
          </a:xfrm>
        </p:spPr>
        <p:txBody>
          <a:bodyPr/>
          <a:lstStyle/>
          <a:p>
            <a:r>
              <a:rPr lang="zh-CN" altLang="en-US" sz="300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访问链的建立</a:t>
            </a:r>
            <a:endParaRPr lang="zh-CN" altLang="en-US">
              <a:ea typeface="微软雅黑" panose="020B0503020204020204" pitchFamily="34" charset="-122"/>
              <a:cs typeface="Times New Roman" panose="02020603050405020304" pitchFamily="18" charset="0"/>
            </a:endParaRPr>
          </a:p>
        </p:txBody>
      </p:sp>
      <p:sp>
        <p:nvSpPr>
          <p:cNvPr id="89" name="Rectangle 2"/>
          <p:cNvSpPr>
            <a:spLocks noGrp="1" noChangeArrowheads="1"/>
          </p:cNvSpPr>
          <p:nvPr>
            <p:ph idx="1"/>
          </p:nvPr>
        </p:nvSpPr>
        <p:spPr>
          <a:xfrm>
            <a:off x="357188" y="714374"/>
            <a:ext cx="5588000" cy="3873599"/>
          </a:xfrm>
        </p:spPr>
        <p:txBody>
          <a:bodyPr/>
          <a:lstStyle/>
          <a:p>
            <a:pPr eaLnBrk="1" hangingPunct="1">
              <a:lnSpc>
                <a:spcPts val="2600"/>
              </a:lnSpc>
              <a:buClrTx/>
              <a:buFont typeface="Wingdings" pitchFamily="2" charset="2"/>
              <a:buChar char="Ø"/>
              <a:defRPr/>
            </a:pPr>
            <a:r>
              <a:rPr lang="zh-CN" altLang="en-US" sz="2000" b="1" dirty="0">
                <a:solidFill>
                  <a:schemeClr val="tx1"/>
                </a:solidFill>
                <a:cs typeface="Times New Roman" pitchFamily="18" charset="0"/>
              </a:rPr>
              <a:t>建立访问链的代码属于</a:t>
            </a:r>
            <a:r>
              <a:rPr lang="zh-CN" altLang="en-US" sz="2000" b="1" dirty="0">
                <a:solidFill>
                  <a:schemeClr val="tx2">
                    <a:lumMod val="60000"/>
                    <a:lumOff val="40000"/>
                  </a:schemeClr>
                </a:solidFill>
                <a:cs typeface="Times New Roman" pitchFamily="18" charset="0"/>
              </a:rPr>
              <a:t>调用序列</a:t>
            </a:r>
            <a:r>
              <a:rPr lang="zh-CN" altLang="en-US" sz="2000" b="1" dirty="0">
                <a:solidFill>
                  <a:schemeClr val="tx1"/>
                </a:solidFill>
                <a:cs typeface="Times New Roman" pitchFamily="18" charset="0"/>
              </a:rPr>
              <a:t>的一部分</a:t>
            </a:r>
            <a:endParaRPr lang="en-US" altLang="zh-CN" sz="2000" b="1" dirty="0">
              <a:solidFill>
                <a:schemeClr val="tx1"/>
              </a:solidFill>
              <a:cs typeface="Times New Roman" pitchFamily="18" charset="0"/>
            </a:endParaRPr>
          </a:p>
          <a:p>
            <a:pPr eaLnBrk="1" hangingPunct="1">
              <a:lnSpc>
                <a:spcPts val="2600"/>
              </a:lnSpc>
              <a:buClrTx/>
              <a:buFont typeface="Wingdings" pitchFamily="2" charset="2"/>
              <a:buChar char="Ø"/>
              <a:defRPr/>
            </a:pPr>
            <a:r>
              <a:rPr lang="zh-CN" altLang="en-US" sz="2000" b="1" dirty="0">
                <a:solidFill>
                  <a:schemeClr val="tx1"/>
                </a:solidFill>
                <a:cs typeface="Times New Roman" pitchFamily="18" charset="0"/>
              </a:rPr>
              <a:t>假设嵌套深度为</a:t>
            </a:r>
            <a:r>
              <a:rPr lang="en-US" altLang="zh-CN" sz="2000" b="1" i="1" dirty="0">
                <a:solidFill>
                  <a:schemeClr val="tx1"/>
                </a:solidFill>
                <a:ea typeface="楷体_GB2312"/>
                <a:cs typeface="Times New Roman" pitchFamily="18" charset="0"/>
              </a:rPr>
              <a:t>n</a:t>
            </a:r>
            <a:r>
              <a:rPr lang="en-US" altLang="zh-CN" sz="2000" b="1" i="1" baseline="-30000" dirty="0">
                <a:solidFill>
                  <a:schemeClr val="tx1"/>
                </a:solidFill>
                <a:ea typeface="楷体_GB2312"/>
                <a:cs typeface="Times New Roman" pitchFamily="18" charset="0"/>
              </a:rPr>
              <a:t>x</a:t>
            </a:r>
            <a:r>
              <a:rPr lang="zh-CN" altLang="en-US" sz="2000" b="1" dirty="0">
                <a:solidFill>
                  <a:schemeClr val="tx1"/>
                </a:solidFill>
                <a:cs typeface="Times New Roman" pitchFamily="18" charset="0"/>
              </a:rPr>
              <a:t>的过程</a:t>
            </a:r>
            <a:r>
              <a:rPr lang="en-US" altLang="zh-CN" sz="2000" b="1" i="1" dirty="0">
                <a:solidFill>
                  <a:schemeClr val="tx1"/>
                </a:solidFill>
                <a:cs typeface="Times New Roman" pitchFamily="18" charset="0"/>
              </a:rPr>
              <a:t>x</a:t>
            </a:r>
            <a:r>
              <a:rPr lang="zh-CN" altLang="en-US" sz="2000" b="1" dirty="0">
                <a:solidFill>
                  <a:schemeClr val="tx1"/>
                </a:solidFill>
                <a:cs typeface="Times New Roman" pitchFamily="18" charset="0"/>
              </a:rPr>
              <a:t>调用嵌套深度为</a:t>
            </a:r>
            <a:r>
              <a:rPr lang="en-US" altLang="zh-CN" sz="2000" b="1" i="1" dirty="0" err="1">
                <a:solidFill>
                  <a:schemeClr val="tx1"/>
                </a:solidFill>
                <a:ea typeface="楷体_GB2312"/>
                <a:cs typeface="楷体_GB2312"/>
              </a:rPr>
              <a:t>n</a:t>
            </a:r>
            <a:r>
              <a:rPr lang="en-US" altLang="zh-CN" sz="2000" b="1" i="1" baseline="-30000" dirty="0" err="1">
                <a:solidFill>
                  <a:schemeClr val="tx1"/>
                </a:solidFill>
                <a:ea typeface="楷体_GB2312"/>
                <a:cs typeface="楷体_GB2312"/>
              </a:rPr>
              <a:t>y</a:t>
            </a:r>
            <a:r>
              <a:rPr lang="zh-CN" altLang="en-US" sz="2000" b="1" dirty="0">
                <a:solidFill>
                  <a:schemeClr val="tx1"/>
                </a:solidFill>
              </a:rPr>
              <a:t>的过程</a:t>
            </a:r>
            <a:r>
              <a:rPr lang="en-US" altLang="zh-CN" sz="2000" b="1" i="1" dirty="0">
                <a:solidFill>
                  <a:schemeClr val="tx1"/>
                </a:solidFill>
              </a:rPr>
              <a:t>y</a:t>
            </a:r>
            <a:r>
              <a:rPr lang="zh-CN" altLang="en-US" sz="2000" b="1" dirty="0">
                <a:solidFill>
                  <a:schemeClr val="tx1"/>
                </a:solidFill>
              </a:rPr>
              <a:t> </a:t>
            </a:r>
            <a:r>
              <a:rPr lang="en-US" altLang="zh-CN" sz="2000" b="1" dirty="0">
                <a:solidFill>
                  <a:schemeClr val="tx1"/>
                </a:solidFill>
                <a:ea typeface="楷体_GB2312"/>
                <a:cs typeface="楷体_GB2312"/>
              </a:rPr>
              <a:t>(</a:t>
            </a:r>
            <a:r>
              <a:rPr lang="en-US" altLang="zh-CN" sz="2000" b="1" i="1" dirty="0" err="1">
                <a:solidFill>
                  <a:schemeClr val="tx1"/>
                </a:solidFill>
                <a:ea typeface="楷体_GB2312"/>
                <a:cs typeface="楷体_GB2312"/>
              </a:rPr>
              <a:t>x</a:t>
            </a:r>
            <a:r>
              <a:rPr lang="en-US" altLang="zh-CN" sz="2000" b="1" dirty="0" err="1">
                <a:solidFill>
                  <a:schemeClr val="tx1"/>
                </a:solidFill>
                <a:ea typeface="楷体_GB2312"/>
                <a:cs typeface="楷体_GB2312"/>
              </a:rPr>
              <a:t>→</a:t>
            </a:r>
            <a:r>
              <a:rPr lang="en-US" altLang="zh-CN" sz="2000" b="1" i="1" dirty="0" err="1">
                <a:solidFill>
                  <a:schemeClr val="tx1"/>
                </a:solidFill>
                <a:ea typeface="楷体_GB2312"/>
                <a:cs typeface="楷体_GB2312"/>
              </a:rPr>
              <a:t>y</a:t>
            </a:r>
            <a:r>
              <a:rPr lang="en-US" altLang="zh-CN" sz="2000" b="1" dirty="0">
                <a:solidFill>
                  <a:schemeClr val="tx1"/>
                </a:solidFill>
                <a:ea typeface="楷体_GB2312"/>
                <a:cs typeface="楷体_GB2312"/>
              </a:rPr>
              <a:t>)</a:t>
            </a:r>
          </a:p>
          <a:p>
            <a:pPr lvl="1" eaLnBrk="1" hangingPunct="1">
              <a:lnSpc>
                <a:spcPts val="2600"/>
              </a:lnSpc>
              <a:buClrTx/>
              <a:buFont typeface="Wingdings" pitchFamily="2" charset="2"/>
              <a:buChar char="Ø"/>
              <a:defRPr/>
            </a:pPr>
            <a:r>
              <a:rPr lang="en-US" altLang="zh-CN" sz="2000" b="1" i="1" dirty="0">
                <a:solidFill>
                  <a:schemeClr val="tx1"/>
                </a:solidFill>
                <a:ea typeface="楷体_GB2312"/>
                <a:cs typeface="楷体_GB2312"/>
              </a:rPr>
              <a:t>n</a:t>
            </a:r>
            <a:r>
              <a:rPr lang="en-US" altLang="zh-CN" sz="2000" b="1" i="1" baseline="-30000" dirty="0">
                <a:solidFill>
                  <a:schemeClr val="tx1"/>
                </a:solidFill>
                <a:ea typeface="楷体_GB2312"/>
                <a:cs typeface="楷体_GB2312"/>
              </a:rPr>
              <a:t>x </a:t>
            </a:r>
            <a:r>
              <a:rPr lang="en-US" altLang="zh-CN" sz="2000" b="1" dirty="0">
                <a:solidFill>
                  <a:schemeClr val="tx1"/>
                </a:solidFill>
                <a:ea typeface="楷体_GB2312"/>
                <a:cs typeface="楷体_GB2312"/>
              </a:rPr>
              <a:t>&lt; </a:t>
            </a:r>
            <a:r>
              <a:rPr lang="en-US" altLang="zh-CN" sz="2000" b="1" i="1" dirty="0" err="1">
                <a:solidFill>
                  <a:schemeClr val="tx1"/>
                </a:solidFill>
                <a:ea typeface="楷体_GB2312"/>
                <a:cs typeface="楷体_GB2312"/>
              </a:rPr>
              <a:t>n</a:t>
            </a:r>
            <a:r>
              <a:rPr lang="en-US" altLang="zh-CN" sz="2000" b="1" i="1" baseline="-30000" dirty="0" err="1">
                <a:solidFill>
                  <a:schemeClr val="tx1"/>
                </a:solidFill>
                <a:ea typeface="楷体_GB2312"/>
                <a:cs typeface="楷体_GB2312"/>
              </a:rPr>
              <a:t>y</a:t>
            </a:r>
            <a:r>
              <a:rPr lang="zh-CN" altLang="en-US" sz="2000" b="1" dirty="0">
                <a:solidFill>
                  <a:schemeClr val="tx1"/>
                </a:solidFill>
                <a:latin typeface="楷体" pitchFamily="49" charset="-122"/>
              </a:rPr>
              <a:t>的情况</a:t>
            </a:r>
            <a:r>
              <a:rPr lang="en-US" altLang="zh-CN" sz="2000" b="1" dirty="0">
                <a:solidFill>
                  <a:schemeClr val="tx1"/>
                </a:solidFill>
                <a:ea typeface="楷体_GB2312"/>
                <a:cs typeface="楷体_GB2312"/>
              </a:rPr>
              <a:t>(</a:t>
            </a:r>
            <a:r>
              <a:rPr lang="zh-CN" altLang="en-US" sz="2000" b="1" dirty="0">
                <a:solidFill>
                  <a:schemeClr val="tx1"/>
                </a:solidFill>
                <a:latin typeface="楷体" pitchFamily="49" charset="-122"/>
              </a:rPr>
              <a:t>外层调用内层</a:t>
            </a:r>
            <a:r>
              <a:rPr lang="en-US" altLang="zh-CN" sz="2000" b="1" dirty="0">
                <a:solidFill>
                  <a:schemeClr val="tx1"/>
                </a:solidFill>
                <a:ea typeface="楷体_GB2312"/>
                <a:cs typeface="楷体_GB2312"/>
              </a:rPr>
              <a:t>)</a:t>
            </a:r>
          </a:p>
          <a:p>
            <a:pPr lvl="1" eaLnBrk="1" hangingPunct="1">
              <a:lnSpc>
                <a:spcPts val="2600"/>
              </a:lnSpc>
              <a:buClrTx/>
              <a:buFont typeface="Wingdings" pitchFamily="2" charset="2"/>
              <a:buChar char="Ø"/>
              <a:defRPr/>
            </a:pPr>
            <a:r>
              <a:rPr lang="en-US" altLang="zh-CN" sz="2000" b="1" i="1" dirty="0" err="1">
                <a:solidFill>
                  <a:srgbClr val="C00000"/>
                </a:solidFill>
                <a:ea typeface="楷体_GB2312" pitchFamily="49" charset="-122"/>
              </a:rPr>
              <a:t>n</a:t>
            </a:r>
            <a:r>
              <a:rPr lang="en-US" altLang="zh-CN" sz="2000" b="1" i="1" baseline="-30000" dirty="0" err="1">
                <a:solidFill>
                  <a:srgbClr val="C00000"/>
                </a:solidFill>
                <a:ea typeface="楷体" panose="02010609060101010101" pitchFamily="49" charset="-122"/>
                <a:cs typeface="Times New Roman" panose="02020603050405020304" pitchFamily="18" charset="0"/>
              </a:rPr>
              <a:t>x</a:t>
            </a:r>
            <a:r>
              <a:rPr lang="en-US" altLang="zh-CN" sz="2000" b="1" i="1" baseline="-30000" dirty="0">
                <a:solidFill>
                  <a:srgbClr val="C00000"/>
                </a:solidFill>
                <a:ea typeface="楷体" panose="02010609060101010101" pitchFamily="49" charset="-122"/>
                <a:cs typeface="Times New Roman" panose="02020603050405020304" pitchFamily="18" charset="0"/>
              </a:rPr>
              <a:t> </a:t>
            </a:r>
            <a:r>
              <a:rPr lang="en-US" altLang="zh-CN" sz="2000" b="1" dirty="0">
                <a:solidFill>
                  <a:srgbClr val="C00000"/>
                </a:solidFill>
                <a:ea typeface="楷体" panose="02010609060101010101" pitchFamily="49" charset="-122"/>
                <a:cs typeface="Times New Roman" panose="02020603050405020304" pitchFamily="18" charset="0"/>
              </a:rPr>
              <a:t>= </a:t>
            </a:r>
            <a:r>
              <a:rPr lang="en-US" altLang="zh-CN" sz="2000" b="1" i="1" dirty="0" err="1">
                <a:solidFill>
                  <a:srgbClr val="C00000"/>
                </a:solidFill>
                <a:ea typeface="楷体" panose="02010609060101010101" pitchFamily="49" charset="-122"/>
                <a:cs typeface="Times New Roman" panose="02020603050405020304" pitchFamily="18" charset="0"/>
              </a:rPr>
              <a:t>n</a:t>
            </a:r>
            <a:r>
              <a:rPr lang="en-US" altLang="zh-CN" sz="2000" b="1" i="1" baseline="-30000" dirty="0" err="1">
                <a:solidFill>
                  <a:srgbClr val="C00000"/>
                </a:solidFill>
                <a:ea typeface="楷体" panose="02010609060101010101" pitchFamily="49" charset="-122"/>
                <a:cs typeface="Times New Roman" panose="02020603050405020304" pitchFamily="18" charset="0"/>
              </a:rPr>
              <a:t>y</a:t>
            </a:r>
            <a:r>
              <a:rPr lang="zh-CN" altLang="en-US" sz="2000" b="1" dirty="0">
                <a:solidFill>
                  <a:srgbClr val="C00000"/>
                </a:solidFill>
                <a:ea typeface="楷体" panose="02010609060101010101" pitchFamily="49" charset="-122"/>
                <a:cs typeface="Times New Roman" panose="02020603050405020304" pitchFamily="18" charset="0"/>
              </a:rPr>
              <a:t>的情况</a:t>
            </a:r>
            <a:r>
              <a:rPr lang="en-US" altLang="zh-CN" sz="2000" b="1" dirty="0">
                <a:solidFill>
                  <a:prstClr val="black"/>
                </a:solidFill>
                <a:ea typeface="楷体" panose="02010609060101010101" pitchFamily="49" charset="-122"/>
                <a:cs typeface="Times New Roman" panose="02020603050405020304" pitchFamily="18" charset="0"/>
              </a:rPr>
              <a:t>(</a:t>
            </a:r>
            <a:r>
              <a:rPr lang="zh-CN" altLang="en-US" sz="2000" b="1" dirty="0">
                <a:solidFill>
                  <a:schemeClr val="tx1"/>
                </a:solidFill>
                <a:latin typeface="楷体" pitchFamily="49" charset="-122"/>
              </a:rPr>
              <a:t>本层调用本层</a:t>
            </a:r>
            <a:r>
              <a:rPr lang="en-US" altLang="zh-CN" sz="2000" b="1" dirty="0">
                <a:solidFill>
                  <a:prstClr val="black"/>
                </a:solidFill>
                <a:ea typeface="楷体" panose="02010609060101010101" pitchFamily="49" charset="-122"/>
                <a:cs typeface="Times New Roman" panose="02020603050405020304" pitchFamily="18" charset="0"/>
              </a:rPr>
              <a:t> )</a:t>
            </a:r>
          </a:p>
          <a:p>
            <a:pPr marL="685800" lvl="2" indent="228600">
              <a:lnSpc>
                <a:spcPts val="2600"/>
              </a:lnSpc>
              <a:spcBef>
                <a:spcPct val="0"/>
              </a:spcBef>
              <a:buClrTx/>
              <a:buSzTx/>
              <a:buFont typeface="Wingdings" panose="05000000000000000000" pitchFamily="2" charset="2"/>
              <a:buChar char="Ø"/>
              <a:defRPr/>
            </a:pPr>
            <a:r>
              <a:rPr lang="zh-CN" altLang="en-US" b="1" dirty="0">
                <a:solidFill>
                  <a:prstClr val="black"/>
                </a:solidFill>
                <a:ea typeface="楷体" panose="02010609060101010101" pitchFamily="49" charset="-122"/>
                <a:cs typeface="Times New Roman" panose="02020603050405020304" pitchFamily="18" charset="0"/>
              </a:rPr>
              <a:t>例如：递归调用 </a:t>
            </a:r>
            <a:r>
              <a:rPr lang="en-US" altLang="zh-CN" b="1" dirty="0">
                <a:solidFill>
                  <a:prstClr val="black"/>
                </a:solidFill>
                <a:ea typeface="楷体" panose="02010609060101010101" pitchFamily="49" charset="-122"/>
                <a:cs typeface="Times New Roman" panose="02020603050405020304" pitchFamily="18" charset="0"/>
              </a:rPr>
              <a:t>( </a:t>
            </a:r>
            <a:r>
              <a:rPr lang="zh-CN" altLang="en-US" b="1" dirty="0">
                <a:solidFill>
                  <a:prstClr val="black"/>
                </a:solidFill>
                <a:ea typeface="楷体" panose="02010609060101010101" pitchFamily="49" charset="-122"/>
                <a:cs typeface="Times New Roman" panose="02020603050405020304" pitchFamily="18" charset="0"/>
              </a:rPr>
              <a:t>如：</a:t>
            </a:r>
            <a:r>
              <a:rPr lang="en-US" altLang="zh-CN" b="1" i="1" dirty="0" err="1">
                <a:solidFill>
                  <a:prstClr val="black"/>
                </a:solidFill>
                <a:ea typeface="楷体" panose="02010609060101010101" pitchFamily="49" charset="-122"/>
                <a:cs typeface="Times New Roman" panose="02020603050405020304" pitchFamily="18" charset="0"/>
              </a:rPr>
              <a:t>q</a:t>
            </a:r>
            <a:r>
              <a:rPr lang="en-US" altLang="zh-CN" b="1" dirty="0" err="1">
                <a:solidFill>
                  <a:prstClr val="black"/>
                </a:solidFill>
                <a:ea typeface="楷体" panose="02010609060101010101" pitchFamily="49" charset="-122"/>
                <a:cs typeface="Times New Roman" panose="02020603050405020304" pitchFamily="18" charset="0"/>
              </a:rPr>
              <a:t>→</a:t>
            </a:r>
            <a:r>
              <a:rPr lang="en-US" altLang="zh-CN" b="1" i="1" dirty="0" err="1">
                <a:solidFill>
                  <a:prstClr val="black"/>
                </a:solidFill>
                <a:ea typeface="楷体" panose="02010609060101010101" pitchFamily="49" charset="-122"/>
                <a:cs typeface="Times New Roman" panose="02020603050405020304" pitchFamily="18" charset="0"/>
              </a:rPr>
              <a:t>q</a:t>
            </a:r>
            <a:r>
              <a:rPr lang="en-US" altLang="zh-CN" b="1" dirty="0">
                <a:solidFill>
                  <a:prstClr val="black"/>
                </a:solidFill>
                <a:ea typeface="楷体" panose="02010609060101010101" pitchFamily="49" charset="-122"/>
                <a:cs typeface="Times New Roman" panose="02020603050405020304" pitchFamily="18" charset="0"/>
              </a:rPr>
              <a:t> )</a:t>
            </a:r>
          </a:p>
          <a:p>
            <a:pPr marL="685800" lvl="2" indent="228600">
              <a:lnSpc>
                <a:spcPts val="2600"/>
              </a:lnSpc>
              <a:spcBef>
                <a:spcPct val="0"/>
              </a:spcBef>
              <a:buClrTx/>
              <a:buSzTx/>
              <a:buFont typeface="Wingdings" panose="05000000000000000000" pitchFamily="2" charset="2"/>
              <a:buChar char="Ø"/>
              <a:defRPr/>
            </a:pPr>
            <a:r>
              <a:rPr lang="zh-CN" altLang="en-US" b="1" dirty="0">
                <a:solidFill>
                  <a:prstClr val="black"/>
                </a:solidFill>
                <a:ea typeface="楷体" panose="02010609060101010101" pitchFamily="49" charset="-122"/>
                <a:cs typeface="Times New Roman" panose="02020603050405020304" pitchFamily="18" charset="0"/>
              </a:rPr>
              <a:t>被调用者的活动记录的</a:t>
            </a:r>
            <a:r>
              <a:rPr lang="zh-CN" altLang="en-US" b="1" dirty="0">
                <a:solidFill>
                  <a:schemeClr val="accent2"/>
                </a:solidFill>
                <a:ea typeface="楷体" panose="02010609060101010101" pitchFamily="49" charset="-122"/>
                <a:cs typeface="Times New Roman" panose="02020603050405020304" pitchFamily="18" charset="0"/>
              </a:rPr>
              <a:t>访问链</a:t>
            </a:r>
            <a:r>
              <a:rPr lang="zh-CN" altLang="en-US" b="1" dirty="0">
                <a:solidFill>
                  <a:prstClr val="black"/>
                </a:solidFill>
                <a:ea typeface="楷体" panose="02010609060101010101" pitchFamily="49" charset="-122"/>
                <a:cs typeface="Times New Roman" panose="02020603050405020304" pitchFamily="18" charset="0"/>
              </a:rPr>
              <a:t>与调用者的活动记录的访问链是相同的，可以</a:t>
            </a:r>
            <a:r>
              <a:rPr lang="zh-CN" altLang="en-US" b="1" dirty="0">
                <a:solidFill>
                  <a:schemeClr val="accent2"/>
                </a:solidFill>
                <a:ea typeface="楷体" panose="02010609060101010101" pitchFamily="49" charset="-122"/>
                <a:cs typeface="Times New Roman" panose="02020603050405020304" pitchFamily="18" charset="0"/>
              </a:rPr>
              <a:t>直接复制</a:t>
            </a:r>
          </a:p>
          <a:p>
            <a:pPr lvl="1" eaLnBrk="1" hangingPunct="1">
              <a:lnSpc>
                <a:spcPts val="2600"/>
              </a:lnSpc>
              <a:buClrTx/>
              <a:buFont typeface="Wingdings" pitchFamily="2" charset="2"/>
              <a:buChar char="Ø"/>
              <a:defRPr/>
            </a:pPr>
            <a:endParaRPr lang="zh-CN" altLang="en-US" sz="2000" b="1" dirty="0">
              <a:solidFill>
                <a:schemeClr val="tx1"/>
              </a:solidFill>
              <a:ea typeface="楷体_GB2312"/>
              <a:cs typeface="楷体_GB231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16" fill="hold" nodeType="withEffect">
                                  <p:stCondLst>
                                    <p:cond delay="0"/>
                                  </p:stCondLst>
                                  <p:childTnLst>
                                    <p:set>
                                      <p:cBhvr>
                                        <p:cTn id="6" dur="1" fill="hold">
                                          <p:stCondLst>
                                            <p:cond delay="0"/>
                                          </p:stCondLst>
                                        </p:cTn>
                                        <p:tgtEl>
                                          <p:spTgt spid="89">
                                            <p:txEl>
                                              <p:pRg st="3" end="3"/>
                                            </p:txEl>
                                          </p:spTgt>
                                        </p:tgtEl>
                                        <p:attrNameLst>
                                          <p:attrName>style.visibility</p:attrName>
                                        </p:attrNameLst>
                                      </p:cBhvr>
                                      <p:to>
                                        <p:strVal val="visible"/>
                                      </p:to>
                                    </p:set>
                                    <p:anim calcmode="lin" valueType="num">
                                      <p:cBhvr>
                                        <p:cTn id="7" dur="500" fill="hold"/>
                                        <p:tgtEl>
                                          <p:spTgt spid="89">
                                            <p:txEl>
                                              <p:pRg st="3" end="3"/>
                                            </p:txEl>
                                          </p:spTgt>
                                        </p:tgtEl>
                                        <p:attrNameLst>
                                          <p:attrName>ppt_w</p:attrName>
                                        </p:attrNameLst>
                                      </p:cBhvr>
                                      <p:tavLst>
                                        <p:tav tm="0">
                                          <p:val>
                                            <p:fltVal val="0"/>
                                          </p:val>
                                        </p:tav>
                                        <p:tav tm="100000">
                                          <p:val>
                                            <p:strVal val="#ppt_w"/>
                                          </p:val>
                                        </p:tav>
                                      </p:tavLst>
                                    </p:anim>
                                    <p:anim calcmode="lin" valueType="num">
                                      <p:cBhvr>
                                        <p:cTn id="8" dur="500" fill="hold"/>
                                        <p:tgtEl>
                                          <p:spTgt spid="89">
                                            <p:txEl>
                                              <p:pRg st="3" end="3"/>
                                            </p:txEl>
                                          </p:spTgt>
                                        </p:tgtEl>
                                        <p:attrNameLst>
                                          <p:attrName>ppt_h</p:attrName>
                                        </p:attrNameLst>
                                      </p:cBhvr>
                                      <p:tavLst>
                                        <p:tav tm="0">
                                          <p:val>
                                            <p:fltVal val="0"/>
                                          </p:val>
                                        </p:tav>
                                        <p:tav tm="100000">
                                          <p:val>
                                            <p:strVal val="#ppt_h"/>
                                          </p:val>
                                        </p:tav>
                                      </p:tavLst>
                                    </p:anim>
                                    <p:animEffect transition="in" filter="fade">
                                      <p:cBhvr>
                                        <p:cTn id="9" dur="500"/>
                                        <p:tgtEl>
                                          <p:spTgt spid="89">
                                            <p:txEl>
                                              <p:pRg st="3" end="3"/>
                                            </p:txEl>
                                          </p:spTgt>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16" fill="hold" nodeType="clickEffect">
                                  <p:stCondLst>
                                    <p:cond delay="0"/>
                                  </p:stCondLst>
                                  <p:childTnLst>
                                    <p:set>
                                      <p:cBhvr>
                                        <p:cTn id="13" dur="1" fill="hold">
                                          <p:stCondLst>
                                            <p:cond delay="0"/>
                                          </p:stCondLst>
                                        </p:cTn>
                                        <p:tgtEl>
                                          <p:spTgt spid="89">
                                            <p:txEl>
                                              <p:pRg st="4" end="4"/>
                                            </p:txEl>
                                          </p:spTgt>
                                        </p:tgtEl>
                                        <p:attrNameLst>
                                          <p:attrName>style.visibility</p:attrName>
                                        </p:attrNameLst>
                                      </p:cBhvr>
                                      <p:to>
                                        <p:strVal val="visible"/>
                                      </p:to>
                                    </p:set>
                                    <p:anim calcmode="lin" valueType="num">
                                      <p:cBhvr>
                                        <p:cTn id="14" dur="500" fill="hold"/>
                                        <p:tgtEl>
                                          <p:spTgt spid="89">
                                            <p:txEl>
                                              <p:pRg st="4" end="4"/>
                                            </p:txEl>
                                          </p:spTgt>
                                        </p:tgtEl>
                                        <p:attrNameLst>
                                          <p:attrName>ppt_w</p:attrName>
                                        </p:attrNameLst>
                                      </p:cBhvr>
                                      <p:tavLst>
                                        <p:tav tm="0">
                                          <p:val>
                                            <p:fltVal val="0"/>
                                          </p:val>
                                        </p:tav>
                                        <p:tav tm="100000">
                                          <p:val>
                                            <p:strVal val="#ppt_w"/>
                                          </p:val>
                                        </p:tav>
                                      </p:tavLst>
                                    </p:anim>
                                    <p:anim calcmode="lin" valueType="num">
                                      <p:cBhvr>
                                        <p:cTn id="15" dur="500" fill="hold"/>
                                        <p:tgtEl>
                                          <p:spTgt spid="89">
                                            <p:txEl>
                                              <p:pRg st="4" end="4"/>
                                            </p:txEl>
                                          </p:spTgt>
                                        </p:tgtEl>
                                        <p:attrNameLst>
                                          <p:attrName>ppt_h</p:attrName>
                                        </p:attrNameLst>
                                      </p:cBhvr>
                                      <p:tavLst>
                                        <p:tav tm="0">
                                          <p:val>
                                            <p:fltVal val="0"/>
                                          </p:val>
                                        </p:tav>
                                        <p:tav tm="100000">
                                          <p:val>
                                            <p:strVal val="#ppt_h"/>
                                          </p:val>
                                        </p:tav>
                                      </p:tavLst>
                                    </p:anim>
                                    <p:animEffect transition="in" filter="fade">
                                      <p:cBhvr>
                                        <p:cTn id="16" dur="500"/>
                                        <p:tgtEl>
                                          <p:spTgt spid="89">
                                            <p:txEl>
                                              <p:pRg st="4" end="4"/>
                                            </p:txEl>
                                          </p:spTgt>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53" presetClass="entr" presetSubtype="16" fill="hold" nodeType="clickEffect">
                                  <p:stCondLst>
                                    <p:cond delay="0"/>
                                  </p:stCondLst>
                                  <p:childTnLst>
                                    <p:set>
                                      <p:cBhvr>
                                        <p:cTn id="20" dur="1" fill="hold">
                                          <p:stCondLst>
                                            <p:cond delay="0"/>
                                          </p:stCondLst>
                                        </p:cTn>
                                        <p:tgtEl>
                                          <p:spTgt spid="89">
                                            <p:txEl>
                                              <p:pRg st="5" end="5"/>
                                            </p:txEl>
                                          </p:spTgt>
                                        </p:tgtEl>
                                        <p:attrNameLst>
                                          <p:attrName>style.visibility</p:attrName>
                                        </p:attrNameLst>
                                      </p:cBhvr>
                                      <p:to>
                                        <p:strVal val="visible"/>
                                      </p:to>
                                    </p:set>
                                    <p:anim calcmode="lin" valueType="num">
                                      <p:cBhvr>
                                        <p:cTn id="21" dur="500" fill="hold"/>
                                        <p:tgtEl>
                                          <p:spTgt spid="89">
                                            <p:txEl>
                                              <p:pRg st="5" end="5"/>
                                            </p:txEl>
                                          </p:spTgt>
                                        </p:tgtEl>
                                        <p:attrNameLst>
                                          <p:attrName>ppt_w</p:attrName>
                                        </p:attrNameLst>
                                      </p:cBhvr>
                                      <p:tavLst>
                                        <p:tav tm="0">
                                          <p:val>
                                            <p:fltVal val="0"/>
                                          </p:val>
                                        </p:tav>
                                        <p:tav tm="100000">
                                          <p:val>
                                            <p:strVal val="#ppt_w"/>
                                          </p:val>
                                        </p:tav>
                                      </p:tavLst>
                                    </p:anim>
                                    <p:anim calcmode="lin" valueType="num">
                                      <p:cBhvr>
                                        <p:cTn id="22" dur="500" fill="hold"/>
                                        <p:tgtEl>
                                          <p:spTgt spid="89">
                                            <p:txEl>
                                              <p:pRg st="5" end="5"/>
                                            </p:txEl>
                                          </p:spTgt>
                                        </p:tgtEl>
                                        <p:attrNameLst>
                                          <p:attrName>ppt_h</p:attrName>
                                        </p:attrNameLst>
                                      </p:cBhvr>
                                      <p:tavLst>
                                        <p:tav tm="0">
                                          <p:val>
                                            <p:fltVal val="0"/>
                                          </p:val>
                                        </p:tav>
                                        <p:tav tm="100000">
                                          <p:val>
                                            <p:strVal val="#ppt_h"/>
                                          </p:val>
                                        </p:tav>
                                      </p:tavLst>
                                    </p:anim>
                                    <p:animEffect transition="in" filter="fade">
                                      <p:cBhvr>
                                        <p:cTn id="23" dur="500"/>
                                        <p:tgtEl>
                                          <p:spTgt spid="89">
                                            <p:txEl>
                                              <p:pRg st="5" end="5"/>
                                            </p:txEl>
                                          </p:spTgt>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7" presetClass="emph" presetSubtype="1" nodeType="clickEffect">
                                  <p:stCondLst>
                                    <p:cond delay="0"/>
                                  </p:stCondLst>
                                  <p:childTnLst>
                                    <p:set>
                                      <p:cBhvr>
                                        <p:cTn id="27" dur="indefinite"/>
                                        <p:tgtEl>
                                          <p:spTgt spid="84"/>
                                        </p:tgtEl>
                                        <p:attrNameLst>
                                          <p:attrName>stroke.color</p:attrName>
                                        </p:attrNameLst>
                                      </p:cBhvr>
                                      <p:to>
                                        <p:clrVal>
                                          <a:schemeClr val="accent2"/>
                                        </p:clrVal>
                                      </p:to>
                                    </p:set>
                                    <p:set>
                                      <p:cBhvr>
                                        <p:cTn id="28" dur="indefinite"/>
                                        <p:tgtEl>
                                          <p:spTgt spid="84"/>
                                        </p:tgtEl>
                                        <p:attrNameLst>
                                          <p:attrName>stroke.on</p:attrName>
                                        </p:attrNameLst>
                                      </p:cBhvr>
                                      <p:to>
                                        <p:strVal val="true"/>
                                      </p:to>
                                    </p:set>
                                  </p:childTnLst>
                                </p:cTn>
                              </p:par>
                            </p:childTnLst>
                          </p:cTn>
                        </p:par>
                      </p:childTnLst>
                    </p:cTn>
                  </p:par>
                  <p:par>
                    <p:cTn id="29" fill="hold" nodeType="clickPar">
                      <p:stCondLst>
                        <p:cond delay="indefinite"/>
                      </p:stCondLst>
                      <p:childTnLst>
                        <p:par>
                          <p:cTn id="30" fill="hold" nodeType="withGroup">
                            <p:stCondLst>
                              <p:cond delay="0"/>
                            </p:stCondLst>
                            <p:childTnLst>
                              <p:par>
                                <p:cTn id="31" presetID="53" presetClass="exit" presetSubtype="32" fill="hold" nodeType="clickEffect">
                                  <p:stCondLst>
                                    <p:cond delay="0"/>
                                  </p:stCondLst>
                                  <p:childTnLst>
                                    <p:anim calcmode="lin" valueType="num">
                                      <p:cBhvr>
                                        <p:cTn id="32" dur="500"/>
                                        <p:tgtEl>
                                          <p:spTgt spid="89">
                                            <p:txEl>
                                              <p:pRg st="4" end="4"/>
                                            </p:txEl>
                                          </p:spTgt>
                                        </p:tgtEl>
                                        <p:attrNameLst>
                                          <p:attrName>ppt_w</p:attrName>
                                        </p:attrNameLst>
                                      </p:cBhvr>
                                      <p:tavLst>
                                        <p:tav tm="0">
                                          <p:val>
                                            <p:strVal val="ppt_w"/>
                                          </p:val>
                                        </p:tav>
                                        <p:tav tm="100000">
                                          <p:val>
                                            <p:fltVal val="0"/>
                                          </p:val>
                                        </p:tav>
                                      </p:tavLst>
                                    </p:anim>
                                    <p:anim calcmode="lin" valueType="num">
                                      <p:cBhvr>
                                        <p:cTn id="33" dur="500"/>
                                        <p:tgtEl>
                                          <p:spTgt spid="89">
                                            <p:txEl>
                                              <p:pRg st="4" end="4"/>
                                            </p:txEl>
                                          </p:spTgt>
                                        </p:tgtEl>
                                        <p:attrNameLst>
                                          <p:attrName>ppt_h</p:attrName>
                                        </p:attrNameLst>
                                      </p:cBhvr>
                                      <p:tavLst>
                                        <p:tav tm="0">
                                          <p:val>
                                            <p:strVal val="ppt_h"/>
                                          </p:val>
                                        </p:tav>
                                        <p:tav tm="100000">
                                          <p:val>
                                            <p:fltVal val="0"/>
                                          </p:val>
                                        </p:tav>
                                      </p:tavLst>
                                    </p:anim>
                                    <p:animEffect transition="out" filter="fade">
                                      <p:cBhvr>
                                        <p:cTn id="34" dur="500"/>
                                        <p:tgtEl>
                                          <p:spTgt spid="89">
                                            <p:txEl>
                                              <p:pRg st="4" end="4"/>
                                            </p:txEl>
                                          </p:spTgt>
                                        </p:tgtEl>
                                      </p:cBhvr>
                                    </p:animEffect>
                                    <p:set>
                                      <p:cBhvr>
                                        <p:cTn id="35" dur="1" fill="hold">
                                          <p:stCondLst>
                                            <p:cond delay="499"/>
                                          </p:stCondLst>
                                        </p:cTn>
                                        <p:tgtEl>
                                          <p:spTgt spid="89">
                                            <p:txEl>
                                              <p:pRg st="4" end="4"/>
                                            </p:txEl>
                                          </p:spTgt>
                                        </p:tgtEl>
                                        <p:attrNameLst>
                                          <p:attrName>style.visibility</p:attrName>
                                        </p:attrNameLst>
                                      </p:cBhvr>
                                      <p:to>
                                        <p:strVal val="hidden"/>
                                      </p:to>
                                    </p:set>
                                  </p:childTnLst>
                                </p:cTn>
                              </p:par>
                              <p:par>
                                <p:cTn id="36" presetID="53" presetClass="exit" presetSubtype="32" fill="hold" nodeType="withEffect">
                                  <p:stCondLst>
                                    <p:cond delay="0"/>
                                  </p:stCondLst>
                                  <p:childTnLst>
                                    <p:anim calcmode="lin" valueType="num">
                                      <p:cBhvr>
                                        <p:cTn id="37" dur="500"/>
                                        <p:tgtEl>
                                          <p:spTgt spid="89">
                                            <p:txEl>
                                              <p:pRg st="5" end="5"/>
                                            </p:txEl>
                                          </p:spTgt>
                                        </p:tgtEl>
                                        <p:attrNameLst>
                                          <p:attrName>ppt_w</p:attrName>
                                        </p:attrNameLst>
                                      </p:cBhvr>
                                      <p:tavLst>
                                        <p:tav tm="0">
                                          <p:val>
                                            <p:strVal val="ppt_w"/>
                                          </p:val>
                                        </p:tav>
                                        <p:tav tm="100000">
                                          <p:val>
                                            <p:fltVal val="0"/>
                                          </p:val>
                                        </p:tav>
                                      </p:tavLst>
                                    </p:anim>
                                    <p:anim calcmode="lin" valueType="num">
                                      <p:cBhvr>
                                        <p:cTn id="38" dur="500"/>
                                        <p:tgtEl>
                                          <p:spTgt spid="89">
                                            <p:txEl>
                                              <p:pRg st="5" end="5"/>
                                            </p:txEl>
                                          </p:spTgt>
                                        </p:tgtEl>
                                        <p:attrNameLst>
                                          <p:attrName>ppt_h</p:attrName>
                                        </p:attrNameLst>
                                      </p:cBhvr>
                                      <p:tavLst>
                                        <p:tav tm="0">
                                          <p:val>
                                            <p:strVal val="ppt_h"/>
                                          </p:val>
                                        </p:tav>
                                        <p:tav tm="100000">
                                          <p:val>
                                            <p:fltVal val="0"/>
                                          </p:val>
                                        </p:tav>
                                      </p:tavLst>
                                    </p:anim>
                                    <p:animEffect transition="out" filter="fade">
                                      <p:cBhvr>
                                        <p:cTn id="39" dur="500"/>
                                        <p:tgtEl>
                                          <p:spTgt spid="89">
                                            <p:txEl>
                                              <p:pRg st="5" end="5"/>
                                            </p:txEl>
                                          </p:spTgt>
                                        </p:tgtEl>
                                      </p:cBhvr>
                                    </p:animEffect>
                                    <p:set>
                                      <p:cBhvr>
                                        <p:cTn id="40" dur="1" fill="hold">
                                          <p:stCondLst>
                                            <p:cond delay="499"/>
                                          </p:stCondLst>
                                        </p:cTn>
                                        <p:tgtEl>
                                          <p:spTgt spid="89">
                                            <p:txEl>
                                              <p:pRg st="5" end="5"/>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txBox="1">
            <a:spLocks noChangeArrowheads="1"/>
          </p:cNvSpPr>
          <p:nvPr/>
        </p:nvSpPr>
        <p:spPr bwMode="auto">
          <a:xfrm>
            <a:off x="339725" y="2962275"/>
            <a:ext cx="5214938" cy="1697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marL="342900" indent="-342900">
              <a:defRPr sz="1100" b="1">
                <a:solidFill>
                  <a:schemeClr val="tx1"/>
                </a:solidFill>
                <a:latin typeface="Times New Roman" panose="02020603050405020304" pitchFamily="18" charset="0"/>
                <a:ea typeface="楷体_GB2312" pitchFamily="49" charset="-122"/>
              </a:defRPr>
            </a:lvl1pPr>
            <a:lvl2pPr marL="557213" indent="-214313">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lvl="1" eaLnBrk="1" hangingPunct="1">
              <a:lnSpc>
                <a:spcPts val="2600"/>
              </a:lnSpc>
              <a:spcBef>
                <a:spcPct val="20000"/>
              </a:spcBef>
              <a:buSzPct val="100000"/>
              <a:buFont typeface="Wingdings" panose="05000000000000000000" pitchFamily="2" charset="2"/>
              <a:buChar char="Ø"/>
            </a:pPr>
            <a:endParaRPr lang="zh-CN" altLang="en-US" sz="1800">
              <a:solidFill>
                <a:srgbClr val="000000"/>
              </a:solidFill>
              <a:ea typeface="楷体" panose="02010609060101010101" pitchFamily="49" charset="-122"/>
              <a:cs typeface="Times New Roman" panose="02020603050405020304" pitchFamily="18" charset="0"/>
            </a:endParaRPr>
          </a:p>
        </p:txBody>
      </p:sp>
      <p:grpSp>
        <p:nvGrpSpPr>
          <p:cNvPr id="117763" name="Group 99"/>
          <p:cNvGrpSpPr>
            <a:grpSpLocks/>
          </p:cNvGrpSpPr>
          <p:nvPr/>
        </p:nvGrpSpPr>
        <p:grpSpPr bwMode="auto">
          <a:xfrm>
            <a:off x="6227763" y="96838"/>
            <a:ext cx="923925" cy="647700"/>
            <a:chOff x="975" y="2750"/>
            <a:chExt cx="776" cy="544"/>
          </a:xfrm>
        </p:grpSpPr>
        <p:sp>
          <p:nvSpPr>
            <p:cNvPr id="47"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7803"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srgbClr val="000000"/>
                  </a:solidFill>
                  <a:cs typeface="Times New Roman" panose="02020603050405020304" pitchFamily="18" charset="0"/>
                </a:rPr>
                <a:t>s</a:t>
              </a:r>
            </a:p>
          </p:txBody>
        </p:sp>
        <p:sp>
          <p:nvSpPr>
            <p:cNvPr id="117804"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srgbClr val="000000"/>
                  </a:solidFill>
                  <a:cs typeface="Times New Roman" panose="02020603050405020304" pitchFamily="18" charset="0"/>
                </a:rPr>
                <a:t>a</a:t>
              </a:r>
            </a:p>
          </p:txBody>
        </p:sp>
        <p:sp>
          <p:nvSpPr>
            <p:cNvPr id="117805"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solidFill>
                    <a:srgbClr val="000000"/>
                  </a:solidFill>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51"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2"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grpSp>
      <p:grpSp>
        <p:nvGrpSpPr>
          <p:cNvPr id="117764" name="Group 99"/>
          <p:cNvGrpSpPr>
            <a:grpSpLocks/>
          </p:cNvGrpSpPr>
          <p:nvPr/>
        </p:nvGrpSpPr>
        <p:grpSpPr bwMode="auto">
          <a:xfrm>
            <a:off x="6234113" y="723900"/>
            <a:ext cx="954087" cy="636588"/>
            <a:chOff x="948" y="2750"/>
            <a:chExt cx="802" cy="534"/>
          </a:xfrm>
        </p:grpSpPr>
        <p:sp>
          <p:nvSpPr>
            <p:cNvPr id="54"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7797"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srgbClr val="000000"/>
                  </a:solidFill>
                  <a:cs typeface="Times New Roman" panose="02020603050405020304" pitchFamily="18" charset="0"/>
                </a:rPr>
                <a:t>q</a:t>
              </a:r>
              <a:r>
                <a:rPr lang="en-US" altLang="zh-CN" sz="1200">
                  <a:solidFill>
                    <a:srgbClr val="000000"/>
                  </a:solidFill>
                  <a:cs typeface="Times New Roman" panose="02020603050405020304" pitchFamily="18" charset="0"/>
                </a:rPr>
                <a:t> (1, 9)</a:t>
              </a:r>
            </a:p>
          </p:txBody>
        </p:sp>
        <p:sp>
          <p:nvSpPr>
            <p:cNvPr id="117798"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srgbClr val="000000"/>
                  </a:solidFill>
                  <a:cs typeface="Times New Roman" panose="02020603050405020304" pitchFamily="18" charset="0"/>
                </a:rPr>
                <a:t>v</a:t>
              </a:r>
            </a:p>
          </p:txBody>
        </p:sp>
        <p:sp>
          <p:nvSpPr>
            <p:cNvPr id="117799"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solidFill>
                    <a:srgbClr val="000000"/>
                  </a:solidFill>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58"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9"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grpSp>
      <p:grpSp>
        <p:nvGrpSpPr>
          <p:cNvPr id="117765" name="Group 99"/>
          <p:cNvGrpSpPr>
            <a:grpSpLocks/>
          </p:cNvGrpSpPr>
          <p:nvPr/>
        </p:nvGrpSpPr>
        <p:grpSpPr bwMode="auto">
          <a:xfrm>
            <a:off x="6234113" y="1360488"/>
            <a:ext cx="954087" cy="635000"/>
            <a:chOff x="948" y="2750"/>
            <a:chExt cx="802" cy="534"/>
          </a:xfrm>
        </p:grpSpPr>
        <p:sp>
          <p:nvSpPr>
            <p:cNvPr id="61"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7791"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srgbClr val="000000"/>
                  </a:solidFill>
                  <a:cs typeface="Times New Roman" panose="02020603050405020304" pitchFamily="18" charset="0"/>
                </a:rPr>
                <a:t>q</a:t>
              </a:r>
              <a:r>
                <a:rPr lang="en-US" altLang="zh-CN" sz="1200">
                  <a:solidFill>
                    <a:srgbClr val="000000"/>
                  </a:solidFill>
                  <a:cs typeface="Times New Roman" panose="02020603050405020304" pitchFamily="18" charset="0"/>
                </a:rPr>
                <a:t> (1, 3)</a:t>
              </a:r>
            </a:p>
          </p:txBody>
        </p:sp>
        <p:sp>
          <p:nvSpPr>
            <p:cNvPr id="117792"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srgbClr val="000000"/>
                  </a:solidFill>
                  <a:cs typeface="Times New Roman" panose="02020603050405020304" pitchFamily="18" charset="0"/>
                </a:rPr>
                <a:t>v</a:t>
              </a:r>
            </a:p>
          </p:txBody>
        </p:sp>
        <p:sp>
          <p:nvSpPr>
            <p:cNvPr id="117793"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solidFill>
                    <a:srgbClr val="000000"/>
                  </a:solidFill>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65"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66"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grpSp>
      <p:grpSp>
        <p:nvGrpSpPr>
          <p:cNvPr id="117766" name="Group 99"/>
          <p:cNvGrpSpPr>
            <a:grpSpLocks/>
          </p:cNvGrpSpPr>
          <p:nvPr/>
        </p:nvGrpSpPr>
        <p:grpSpPr bwMode="auto">
          <a:xfrm>
            <a:off x="6234113" y="1997797"/>
            <a:ext cx="954087" cy="635000"/>
            <a:chOff x="948" y="2750"/>
            <a:chExt cx="802" cy="534"/>
          </a:xfrm>
        </p:grpSpPr>
        <p:sp>
          <p:nvSpPr>
            <p:cNvPr id="68"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7785"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srgbClr val="000000"/>
                  </a:solidFill>
                  <a:cs typeface="Times New Roman" panose="02020603050405020304" pitchFamily="18" charset="0"/>
                </a:rPr>
                <a:t>p</a:t>
              </a:r>
              <a:r>
                <a:rPr lang="en-US" altLang="zh-CN" sz="1200">
                  <a:solidFill>
                    <a:srgbClr val="000000"/>
                  </a:solidFill>
                  <a:cs typeface="Times New Roman" panose="02020603050405020304" pitchFamily="18" charset="0"/>
                </a:rPr>
                <a:t> (1, 3)</a:t>
              </a:r>
            </a:p>
          </p:txBody>
        </p:sp>
        <p:sp>
          <p:nvSpPr>
            <p:cNvPr id="117786"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srgbClr val="000000"/>
                  </a:solidFill>
                  <a:cs typeface="Times New Roman" panose="02020603050405020304" pitchFamily="18" charset="0"/>
                </a:rPr>
                <a:t>i, j</a:t>
              </a:r>
            </a:p>
          </p:txBody>
        </p:sp>
        <p:sp>
          <p:nvSpPr>
            <p:cNvPr id="117787"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solidFill>
                    <a:srgbClr val="000000"/>
                  </a:solidFill>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72"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73"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grpSp>
      <p:sp>
        <p:nvSpPr>
          <p:cNvPr id="117767" name="Freeform 56"/>
          <p:cNvSpPr>
            <a:spLocks/>
          </p:cNvSpPr>
          <p:nvPr/>
        </p:nvSpPr>
        <p:spPr bwMode="auto">
          <a:xfrm rot="-511685">
            <a:off x="7154863" y="1808163"/>
            <a:ext cx="247650" cy="520700"/>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rgbClr val="FF0000"/>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sp>
        <p:nvSpPr>
          <p:cNvPr id="117768" name="Freeform 56"/>
          <p:cNvSpPr>
            <a:spLocks/>
          </p:cNvSpPr>
          <p:nvPr/>
        </p:nvSpPr>
        <p:spPr bwMode="auto">
          <a:xfrm rot="-511685">
            <a:off x="7153275" y="530225"/>
            <a:ext cx="128588" cy="496888"/>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rgbClr val="FF0000"/>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p>
        </p:txBody>
      </p:sp>
      <p:grpSp>
        <p:nvGrpSpPr>
          <p:cNvPr id="117769" name="Group 99"/>
          <p:cNvGrpSpPr>
            <a:grpSpLocks/>
          </p:cNvGrpSpPr>
          <p:nvPr/>
        </p:nvGrpSpPr>
        <p:grpSpPr bwMode="auto">
          <a:xfrm>
            <a:off x="6234113" y="2635106"/>
            <a:ext cx="954087" cy="636587"/>
            <a:chOff x="948" y="2750"/>
            <a:chExt cx="802" cy="534"/>
          </a:xfrm>
        </p:grpSpPr>
        <p:sp>
          <p:nvSpPr>
            <p:cNvPr id="77"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7779"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srgbClr val="000000"/>
                  </a:solidFill>
                  <a:cs typeface="Times New Roman" panose="02020603050405020304" pitchFamily="18" charset="0"/>
                </a:rPr>
                <a:t>e</a:t>
              </a:r>
              <a:endParaRPr lang="en-US" altLang="zh-CN" sz="1200">
                <a:solidFill>
                  <a:srgbClr val="000000"/>
                </a:solidFill>
                <a:cs typeface="Times New Roman" panose="02020603050405020304" pitchFamily="18" charset="0"/>
              </a:endParaRPr>
            </a:p>
          </p:txBody>
        </p:sp>
        <p:sp>
          <p:nvSpPr>
            <p:cNvPr id="117780"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en-US" altLang="zh-CN" sz="1200" i="1">
                <a:solidFill>
                  <a:srgbClr val="000000"/>
                </a:solidFill>
                <a:cs typeface="Times New Roman" panose="02020603050405020304" pitchFamily="18" charset="0"/>
              </a:endParaRPr>
            </a:p>
          </p:txBody>
        </p:sp>
        <p:sp>
          <p:nvSpPr>
            <p:cNvPr id="117781"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a:solidFill>
                    <a:srgbClr val="000000"/>
                  </a:solidFill>
                  <a:latin typeface="楷体" panose="02010609060101010101" pitchFamily="49" charset="-122"/>
                  <a:ea typeface="楷体" panose="02010609060101010101" pitchFamily="49" charset="-122"/>
                  <a:cs typeface="Times New Roman" panose="02020603050405020304" pitchFamily="18" charset="0"/>
                </a:rPr>
                <a:t>访问链</a:t>
              </a:r>
            </a:p>
          </p:txBody>
        </p:sp>
        <p:sp>
          <p:nvSpPr>
            <p:cNvPr id="81"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82"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grpSp>
      <p:sp>
        <p:nvSpPr>
          <p:cNvPr id="83" name="任意多边形 82"/>
          <p:cNvSpPr/>
          <p:nvPr/>
        </p:nvSpPr>
        <p:spPr>
          <a:xfrm>
            <a:off x="7153275" y="506413"/>
            <a:ext cx="439738" cy="2443162"/>
          </a:xfrm>
          <a:custGeom>
            <a:avLst/>
            <a:gdLst>
              <a:gd name="connsiteX0" fmla="*/ 0 w 438897"/>
              <a:gd name="connsiteY0" fmla="*/ 2442758 h 2442758"/>
              <a:gd name="connsiteX1" fmla="*/ 421105 w 438897"/>
              <a:gd name="connsiteY1" fmla="*/ 1347884 h 2442758"/>
              <a:gd name="connsiteX2" fmla="*/ 324853 w 438897"/>
              <a:gd name="connsiteY2" fmla="*/ 192852 h 2442758"/>
              <a:gd name="connsiteX3" fmla="*/ 0 w 438897"/>
              <a:gd name="connsiteY3" fmla="*/ 12379 h 2442758"/>
            </a:gdLst>
            <a:ahLst/>
            <a:cxnLst>
              <a:cxn ang="0">
                <a:pos x="connsiteX0" y="connsiteY0"/>
              </a:cxn>
              <a:cxn ang="0">
                <a:pos x="connsiteX1" y="connsiteY1"/>
              </a:cxn>
              <a:cxn ang="0">
                <a:pos x="connsiteX2" y="connsiteY2"/>
              </a:cxn>
              <a:cxn ang="0">
                <a:pos x="connsiteX3" y="connsiteY3"/>
              </a:cxn>
            </a:cxnLst>
            <a:rect l="l" t="t" r="r" b="b"/>
            <a:pathLst>
              <a:path w="438897" h="2442758">
                <a:moveTo>
                  <a:pt x="0" y="2442758"/>
                </a:moveTo>
                <a:cubicBezTo>
                  <a:pt x="183481" y="2082813"/>
                  <a:pt x="366963" y="1722868"/>
                  <a:pt x="421105" y="1347884"/>
                </a:cubicBezTo>
                <a:cubicBezTo>
                  <a:pt x="475247" y="972900"/>
                  <a:pt x="395037" y="415436"/>
                  <a:pt x="324853" y="192852"/>
                </a:cubicBezTo>
                <a:cubicBezTo>
                  <a:pt x="254669" y="-29732"/>
                  <a:pt x="127334" y="-8677"/>
                  <a:pt x="0" y="12379"/>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solidFill>
                <a:prstClr val="white"/>
              </a:solidFill>
            </a:endParaRPr>
          </a:p>
        </p:txBody>
      </p:sp>
      <p:sp>
        <p:nvSpPr>
          <p:cNvPr id="84" name="任意多边形 83"/>
          <p:cNvSpPr/>
          <p:nvPr/>
        </p:nvSpPr>
        <p:spPr>
          <a:xfrm>
            <a:off x="7129463" y="519113"/>
            <a:ext cx="252412" cy="1106487"/>
          </a:xfrm>
          <a:custGeom>
            <a:avLst/>
            <a:gdLst>
              <a:gd name="connsiteX0" fmla="*/ 0 w 252896"/>
              <a:gd name="connsiteY0" fmla="*/ 1106905 h 1106905"/>
              <a:gd name="connsiteX1" fmla="*/ 252663 w 252896"/>
              <a:gd name="connsiteY1" fmla="*/ 204537 h 1106905"/>
              <a:gd name="connsiteX2" fmla="*/ 36095 w 252896"/>
              <a:gd name="connsiteY2" fmla="*/ 0 h 1106905"/>
            </a:gdLst>
            <a:ahLst/>
            <a:cxnLst>
              <a:cxn ang="0">
                <a:pos x="connsiteX0" y="connsiteY0"/>
              </a:cxn>
              <a:cxn ang="0">
                <a:pos x="connsiteX1" y="connsiteY1"/>
              </a:cxn>
              <a:cxn ang="0">
                <a:pos x="connsiteX2" y="connsiteY2"/>
              </a:cxn>
            </a:cxnLst>
            <a:rect l="l" t="t" r="r" b="b"/>
            <a:pathLst>
              <a:path w="252896" h="1106905">
                <a:moveTo>
                  <a:pt x="0" y="1106905"/>
                </a:moveTo>
                <a:cubicBezTo>
                  <a:pt x="123323" y="747963"/>
                  <a:pt x="246647" y="389021"/>
                  <a:pt x="252663" y="204537"/>
                </a:cubicBezTo>
                <a:cubicBezTo>
                  <a:pt x="258679" y="20053"/>
                  <a:pt x="147387" y="10026"/>
                  <a:pt x="36095" y="0"/>
                </a:cubicBezTo>
              </a:path>
            </a:pathLst>
          </a:custGeom>
          <a:noFill/>
          <a:ln w="25400">
            <a:solidFill>
              <a:schemeClr val="tx2">
                <a:lumMod val="60000"/>
                <a:lumOff val="40000"/>
              </a:schemeClr>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solidFill>
                <a:prstClr val="white"/>
              </a:solidFill>
            </a:endParaRPr>
          </a:p>
        </p:txBody>
      </p:sp>
      <p:grpSp>
        <p:nvGrpSpPr>
          <p:cNvPr id="117772" name="组合 84"/>
          <p:cNvGrpSpPr>
            <a:grpSpLocks/>
          </p:cNvGrpSpPr>
          <p:nvPr/>
        </p:nvGrpSpPr>
        <p:grpSpPr bwMode="auto">
          <a:xfrm>
            <a:off x="6234113" y="3344863"/>
            <a:ext cx="2262187" cy="1728787"/>
            <a:chOff x="78177" y="3363243"/>
            <a:chExt cx="2261575" cy="1728787"/>
          </a:xfrm>
        </p:grpSpPr>
        <p:sp>
          <p:nvSpPr>
            <p:cNvPr id="86" name="Rectangle 4"/>
            <p:cNvSpPr>
              <a:spLocks noChangeArrowheads="1"/>
            </p:cNvSpPr>
            <p:nvPr/>
          </p:nvSpPr>
          <p:spPr bwMode="auto">
            <a:xfrm>
              <a:off x="78177" y="3363243"/>
              <a:ext cx="2261575" cy="1714500"/>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rgbClr val="5EAEFF"/>
                </a:buClr>
                <a:buSzPct val="60000"/>
                <a:defRPr/>
              </a:pPr>
              <a:r>
                <a:rPr lang="zh-CN" altLang="en-US" sz="1200" dirty="0">
                  <a:solidFill>
                    <a:prstClr val="black"/>
                  </a:solidFill>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defTabSz="806450" eaLnBrk="1" hangingPunct="1">
                <a:lnSpc>
                  <a:spcPts val="1800"/>
                </a:lnSpc>
                <a:spcBef>
                  <a:spcPct val="20000"/>
                </a:spcBef>
                <a:buClr>
                  <a:srgbClr val="5EAEFF"/>
                </a:buClr>
                <a:buSzPct val="60000"/>
                <a:defRPr/>
              </a:pPr>
              <a:r>
                <a:rPr lang="en-US" altLang="zh-CN" sz="1800" i="1" dirty="0">
                  <a:solidFill>
                    <a:prstClr val="black"/>
                  </a:solidFill>
                  <a:ea typeface="楷体_GB2312"/>
                  <a:cs typeface="Times New Roman" pitchFamily="18" charset="0"/>
                </a:rPr>
                <a:t>sort</a:t>
              </a:r>
              <a:r>
                <a:rPr lang="en-US" altLang="zh-CN" sz="1800" dirty="0">
                  <a:solidFill>
                    <a:prstClr val="black"/>
                  </a:solidFill>
                  <a:ea typeface="楷体_GB2312"/>
                  <a:cs typeface="Times New Roman" pitchFamily="18" charset="0"/>
                </a:rPr>
                <a:t>		1</a:t>
              </a:r>
            </a:p>
            <a:p>
              <a:pPr marL="257175" indent="-257175" algn="just" defTabSz="806450"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err="1">
                  <a:solidFill>
                    <a:prstClr val="black"/>
                  </a:solidFill>
                  <a:ea typeface="楷体_GB2312"/>
                  <a:cs typeface="Times New Roman" pitchFamily="18" charset="0"/>
                </a:rPr>
                <a:t>readarray</a:t>
              </a:r>
              <a:r>
                <a:rPr lang="en-US" altLang="zh-CN" sz="1800" i="1" dirty="0">
                  <a:solidFill>
                    <a:prstClr val="black"/>
                  </a:solidFill>
                  <a:ea typeface="楷体_GB2312"/>
                  <a:cs typeface="Times New Roman" pitchFamily="18" charset="0"/>
                </a:rPr>
                <a:t>	</a:t>
              </a:r>
              <a:r>
                <a:rPr lang="en-US" altLang="zh-CN" sz="1800" dirty="0">
                  <a:solidFill>
                    <a:prstClr val="black"/>
                  </a:solidFill>
                  <a:ea typeface="楷体_GB2312"/>
                  <a:cs typeface="Times New Roman" pitchFamily="18" charset="0"/>
                </a:rPr>
                <a:t>2</a:t>
              </a:r>
            </a:p>
            <a:p>
              <a:pPr marL="257175" indent="-257175" algn="just" defTabSz="806450"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exchange</a:t>
              </a:r>
              <a:r>
                <a:rPr lang="en-US" altLang="zh-CN" sz="1800" dirty="0">
                  <a:solidFill>
                    <a:prstClr val="black"/>
                  </a:solidFill>
                  <a:ea typeface="楷体_GB2312"/>
                  <a:cs typeface="Times New Roman" pitchFamily="18" charset="0"/>
                </a:rPr>
                <a:t>	2</a:t>
              </a:r>
            </a:p>
            <a:p>
              <a:pPr marL="257175" indent="-257175" algn="just" defTabSz="806450"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quicksort</a:t>
              </a:r>
              <a:r>
                <a:rPr lang="en-US" altLang="zh-CN" sz="1800" dirty="0">
                  <a:solidFill>
                    <a:prstClr val="black"/>
                  </a:solidFill>
                  <a:ea typeface="楷体_GB2312"/>
                  <a:cs typeface="Times New Roman" pitchFamily="18" charset="0"/>
                </a:rPr>
                <a:t>	2</a:t>
              </a:r>
            </a:p>
            <a:p>
              <a:pPr marL="257175" indent="-257175" algn="just" defTabSz="806450"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partition</a:t>
              </a:r>
              <a:r>
                <a:rPr lang="en-US" altLang="zh-CN" sz="1800" dirty="0">
                  <a:solidFill>
                    <a:prstClr val="black"/>
                  </a:solidFill>
                  <a:ea typeface="楷体_GB2312"/>
                  <a:cs typeface="Times New Roman" pitchFamily="18" charset="0"/>
                </a:rPr>
                <a:t>	3</a:t>
              </a:r>
            </a:p>
          </p:txBody>
        </p:sp>
        <p:cxnSp>
          <p:nvCxnSpPr>
            <p:cNvPr id="87" name="直接连接符 86"/>
            <p:cNvCxnSpPr/>
            <p:nvPr/>
          </p:nvCxnSpPr>
          <p:spPr bwMode="auto">
            <a:xfrm>
              <a:off x="78177" y="3648993"/>
              <a:ext cx="226157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bwMode="auto">
            <a:xfrm>
              <a:off x="1331963" y="3363243"/>
              <a:ext cx="0" cy="17287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773" name="标题 1"/>
          <p:cNvSpPr>
            <a:spLocks noGrp="1"/>
          </p:cNvSpPr>
          <p:nvPr>
            <p:ph type="title"/>
          </p:nvPr>
        </p:nvSpPr>
        <p:spPr>
          <a:xfrm>
            <a:off x="755650" y="268288"/>
            <a:ext cx="7931150" cy="358775"/>
          </a:xfrm>
        </p:spPr>
        <p:txBody>
          <a:bodyPr/>
          <a:lstStyle/>
          <a:p>
            <a:r>
              <a:rPr lang="zh-CN" altLang="en-US" sz="3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访问链的建立</a:t>
            </a:r>
            <a:endParaRPr lang="zh-CN" altLang="en-US" dirty="0">
              <a:ea typeface="微软雅黑" panose="020B0503020204020204" pitchFamily="34" charset="-122"/>
              <a:cs typeface="Times New Roman" panose="02020603050405020304" pitchFamily="18" charset="0"/>
            </a:endParaRPr>
          </a:p>
        </p:txBody>
      </p:sp>
      <p:sp>
        <p:nvSpPr>
          <p:cNvPr id="89" name="Rectangle 2"/>
          <p:cNvSpPr>
            <a:spLocks noGrp="1" noChangeArrowheads="1"/>
          </p:cNvSpPr>
          <p:nvPr>
            <p:ph idx="1"/>
          </p:nvPr>
        </p:nvSpPr>
        <p:spPr>
          <a:xfrm>
            <a:off x="357188" y="714375"/>
            <a:ext cx="5768975" cy="4344988"/>
          </a:xfrm>
        </p:spPr>
        <p:txBody>
          <a:bodyPr/>
          <a:lstStyle/>
          <a:p>
            <a:pPr eaLnBrk="1" hangingPunct="1">
              <a:lnSpc>
                <a:spcPts val="2600"/>
              </a:lnSpc>
              <a:buClrTx/>
              <a:buFont typeface="Wingdings" pitchFamily="2" charset="2"/>
              <a:buChar char="Ø"/>
              <a:defRPr/>
            </a:pPr>
            <a:r>
              <a:rPr lang="zh-CN" altLang="en-US" sz="2000" b="1" dirty="0">
                <a:solidFill>
                  <a:schemeClr val="tx1"/>
                </a:solidFill>
                <a:cs typeface="Times New Roman" pitchFamily="18" charset="0"/>
              </a:rPr>
              <a:t>建立访问链的代码属于</a:t>
            </a:r>
            <a:r>
              <a:rPr lang="zh-CN" altLang="en-US" sz="2000" b="1" dirty="0">
                <a:solidFill>
                  <a:schemeClr val="tx2">
                    <a:lumMod val="60000"/>
                    <a:lumOff val="40000"/>
                  </a:schemeClr>
                </a:solidFill>
                <a:cs typeface="Times New Roman" pitchFamily="18" charset="0"/>
              </a:rPr>
              <a:t>调用序列</a:t>
            </a:r>
            <a:r>
              <a:rPr lang="zh-CN" altLang="en-US" sz="2000" b="1" dirty="0">
                <a:solidFill>
                  <a:schemeClr val="tx1"/>
                </a:solidFill>
                <a:cs typeface="Times New Roman" pitchFamily="18" charset="0"/>
              </a:rPr>
              <a:t>的一部分</a:t>
            </a:r>
            <a:endParaRPr lang="en-US" altLang="zh-CN" sz="2000" b="1" dirty="0">
              <a:solidFill>
                <a:schemeClr val="tx1"/>
              </a:solidFill>
              <a:cs typeface="Times New Roman" pitchFamily="18" charset="0"/>
            </a:endParaRPr>
          </a:p>
          <a:p>
            <a:pPr eaLnBrk="1" hangingPunct="1">
              <a:lnSpc>
                <a:spcPts val="2600"/>
              </a:lnSpc>
              <a:buClrTx/>
              <a:buFont typeface="Wingdings" pitchFamily="2" charset="2"/>
              <a:buChar char="Ø"/>
              <a:defRPr/>
            </a:pPr>
            <a:r>
              <a:rPr lang="zh-CN" altLang="en-US" sz="2000" b="1" dirty="0">
                <a:solidFill>
                  <a:schemeClr val="tx1"/>
                </a:solidFill>
                <a:cs typeface="Times New Roman" pitchFamily="18" charset="0"/>
              </a:rPr>
              <a:t>假设嵌套深度为</a:t>
            </a:r>
            <a:r>
              <a:rPr lang="en-US" altLang="zh-CN" sz="2000" b="1" i="1" dirty="0">
                <a:solidFill>
                  <a:schemeClr val="tx1"/>
                </a:solidFill>
                <a:ea typeface="楷体_GB2312"/>
                <a:cs typeface="Times New Roman" pitchFamily="18" charset="0"/>
              </a:rPr>
              <a:t>n</a:t>
            </a:r>
            <a:r>
              <a:rPr lang="en-US" altLang="zh-CN" sz="2000" b="1" i="1" baseline="-30000" dirty="0">
                <a:solidFill>
                  <a:schemeClr val="tx1"/>
                </a:solidFill>
                <a:ea typeface="楷体_GB2312"/>
                <a:cs typeface="Times New Roman" pitchFamily="18" charset="0"/>
              </a:rPr>
              <a:t>x</a:t>
            </a:r>
            <a:r>
              <a:rPr lang="zh-CN" altLang="en-US" sz="2000" b="1" dirty="0">
                <a:solidFill>
                  <a:schemeClr val="tx1"/>
                </a:solidFill>
                <a:cs typeface="Times New Roman" pitchFamily="18" charset="0"/>
              </a:rPr>
              <a:t>的过程</a:t>
            </a:r>
            <a:r>
              <a:rPr lang="en-US" altLang="zh-CN" sz="2000" b="1" i="1" dirty="0">
                <a:solidFill>
                  <a:schemeClr val="tx1"/>
                </a:solidFill>
                <a:cs typeface="Times New Roman" pitchFamily="18" charset="0"/>
              </a:rPr>
              <a:t>x</a:t>
            </a:r>
            <a:r>
              <a:rPr lang="zh-CN" altLang="en-US" sz="2000" b="1" dirty="0">
                <a:solidFill>
                  <a:schemeClr val="tx1"/>
                </a:solidFill>
                <a:cs typeface="Times New Roman" pitchFamily="18" charset="0"/>
              </a:rPr>
              <a:t>调用嵌套深度为</a:t>
            </a:r>
            <a:r>
              <a:rPr lang="en-US" altLang="zh-CN" sz="2000" b="1" i="1" dirty="0" err="1">
                <a:solidFill>
                  <a:schemeClr val="tx1"/>
                </a:solidFill>
                <a:ea typeface="楷体_GB2312"/>
                <a:cs typeface="楷体_GB2312"/>
              </a:rPr>
              <a:t>n</a:t>
            </a:r>
            <a:r>
              <a:rPr lang="en-US" altLang="zh-CN" sz="2000" b="1" i="1" baseline="-30000" dirty="0" err="1">
                <a:solidFill>
                  <a:schemeClr val="tx1"/>
                </a:solidFill>
                <a:ea typeface="楷体_GB2312"/>
                <a:cs typeface="楷体_GB2312"/>
              </a:rPr>
              <a:t>y</a:t>
            </a:r>
            <a:r>
              <a:rPr lang="zh-CN" altLang="en-US" sz="2000" b="1" dirty="0">
                <a:solidFill>
                  <a:schemeClr val="tx1"/>
                </a:solidFill>
              </a:rPr>
              <a:t>的过程</a:t>
            </a:r>
            <a:r>
              <a:rPr lang="en-US" altLang="zh-CN" sz="2000" b="1" i="1" dirty="0">
                <a:solidFill>
                  <a:schemeClr val="tx1"/>
                </a:solidFill>
              </a:rPr>
              <a:t>y</a:t>
            </a:r>
            <a:r>
              <a:rPr lang="zh-CN" altLang="en-US" sz="2000" b="1" dirty="0">
                <a:solidFill>
                  <a:schemeClr val="tx1"/>
                </a:solidFill>
              </a:rPr>
              <a:t> </a:t>
            </a:r>
            <a:r>
              <a:rPr lang="en-US" altLang="zh-CN" sz="2000" b="1" dirty="0">
                <a:solidFill>
                  <a:schemeClr val="tx1"/>
                </a:solidFill>
                <a:ea typeface="楷体_GB2312"/>
                <a:cs typeface="楷体_GB2312"/>
              </a:rPr>
              <a:t>(</a:t>
            </a:r>
            <a:r>
              <a:rPr lang="en-US" altLang="zh-CN" sz="2000" b="1" i="1" dirty="0" err="1">
                <a:solidFill>
                  <a:schemeClr val="tx1"/>
                </a:solidFill>
                <a:ea typeface="楷体_GB2312"/>
                <a:cs typeface="楷体_GB2312"/>
              </a:rPr>
              <a:t>x</a:t>
            </a:r>
            <a:r>
              <a:rPr lang="en-US" altLang="zh-CN" sz="2000" b="1" dirty="0" err="1">
                <a:solidFill>
                  <a:schemeClr val="tx1"/>
                </a:solidFill>
                <a:ea typeface="楷体_GB2312"/>
                <a:cs typeface="楷体_GB2312"/>
              </a:rPr>
              <a:t>→</a:t>
            </a:r>
            <a:r>
              <a:rPr lang="en-US" altLang="zh-CN" sz="2000" b="1" i="1" dirty="0" err="1">
                <a:solidFill>
                  <a:schemeClr val="tx1"/>
                </a:solidFill>
                <a:ea typeface="楷体_GB2312"/>
                <a:cs typeface="楷体_GB2312"/>
              </a:rPr>
              <a:t>y</a:t>
            </a:r>
            <a:r>
              <a:rPr lang="en-US" altLang="zh-CN" sz="2000" b="1" dirty="0">
                <a:solidFill>
                  <a:schemeClr val="tx1"/>
                </a:solidFill>
                <a:ea typeface="楷体_GB2312"/>
                <a:cs typeface="楷体_GB2312"/>
              </a:rPr>
              <a:t>)</a:t>
            </a:r>
          </a:p>
          <a:p>
            <a:pPr lvl="1" eaLnBrk="1" hangingPunct="1">
              <a:lnSpc>
                <a:spcPts val="2600"/>
              </a:lnSpc>
              <a:buClrTx/>
              <a:buFont typeface="Wingdings" pitchFamily="2" charset="2"/>
              <a:buChar char="Ø"/>
              <a:defRPr/>
            </a:pPr>
            <a:r>
              <a:rPr lang="en-US" altLang="zh-CN" sz="2000" b="1" i="1" dirty="0">
                <a:solidFill>
                  <a:schemeClr val="tx1"/>
                </a:solidFill>
                <a:ea typeface="楷体_GB2312"/>
                <a:cs typeface="楷体_GB2312"/>
              </a:rPr>
              <a:t>n</a:t>
            </a:r>
            <a:r>
              <a:rPr lang="en-US" altLang="zh-CN" sz="2000" b="1" i="1" baseline="-30000" dirty="0">
                <a:solidFill>
                  <a:schemeClr val="tx1"/>
                </a:solidFill>
                <a:ea typeface="楷体_GB2312"/>
                <a:cs typeface="楷体_GB2312"/>
              </a:rPr>
              <a:t>x </a:t>
            </a:r>
            <a:r>
              <a:rPr lang="en-US" altLang="zh-CN" sz="2000" b="1" dirty="0">
                <a:solidFill>
                  <a:schemeClr val="tx1"/>
                </a:solidFill>
                <a:ea typeface="楷体_GB2312"/>
                <a:cs typeface="楷体_GB2312"/>
              </a:rPr>
              <a:t>&lt; </a:t>
            </a:r>
            <a:r>
              <a:rPr lang="en-US" altLang="zh-CN" sz="2000" b="1" i="1" dirty="0" err="1">
                <a:solidFill>
                  <a:schemeClr val="tx1"/>
                </a:solidFill>
                <a:ea typeface="楷体_GB2312"/>
                <a:cs typeface="楷体_GB2312"/>
              </a:rPr>
              <a:t>n</a:t>
            </a:r>
            <a:r>
              <a:rPr lang="en-US" altLang="zh-CN" sz="1800" b="1" i="1" baseline="-30000" dirty="0" err="1">
                <a:solidFill>
                  <a:schemeClr val="tx1"/>
                </a:solidFill>
                <a:ea typeface="楷体_GB2312"/>
                <a:cs typeface="楷体_GB2312"/>
              </a:rPr>
              <a:t>y</a:t>
            </a:r>
            <a:r>
              <a:rPr lang="zh-CN" altLang="en-US" sz="2000" b="1" dirty="0">
                <a:solidFill>
                  <a:schemeClr val="tx1"/>
                </a:solidFill>
                <a:latin typeface="楷体" pitchFamily="49" charset="-122"/>
              </a:rPr>
              <a:t>的情况</a:t>
            </a:r>
            <a:r>
              <a:rPr lang="en-US" altLang="zh-CN" sz="2000" b="1" dirty="0">
                <a:solidFill>
                  <a:schemeClr val="tx1"/>
                </a:solidFill>
                <a:ea typeface="楷体_GB2312"/>
                <a:cs typeface="楷体_GB2312"/>
              </a:rPr>
              <a:t>(</a:t>
            </a:r>
            <a:r>
              <a:rPr lang="zh-CN" altLang="en-US" sz="2000" b="1" dirty="0">
                <a:solidFill>
                  <a:schemeClr val="tx1"/>
                </a:solidFill>
                <a:latin typeface="楷体" pitchFamily="49" charset="-122"/>
              </a:rPr>
              <a:t>外层调用内层</a:t>
            </a:r>
            <a:r>
              <a:rPr lang="en-US" altLang="zh-CN" sz="2000" b="1" dirty="0">
                <a:solidFill>
                  <a:schemeClr val="tx1"/>
                </a:solidFill>
                <a:ea typeface="楷体_GB2312"/>
                <a:cs typeface="楷体_GB2312"/>
              </a:rPr>
              <a:t>)</a:t>
            </a:r>
          </a:p>
          <a:p>
            <a:pPr lvl="1" eaLnBrk="1" hangingPunct="1">
              <a:lnSpc>
                <a:spcPts val="2600"/>
              </a:lnSpc>
              <a:buClrTx/>
              <a:buFont typeface="Wingdings" pitchFamily="2" charset="2"/>
              <a:buChar char="Ø"/>
              <a:defRPr/>
            </a:pPr>
            <a:r>
              <a:rPr lang="en-US" altLang="zh-CN" sz="2000" b="1" i="1" dirty="0" err="1">
                <a:solidFill>
                  <a:prstClr val="black"/>
                </a:solidFill>
                <a:ea typeface="楷体_GB2312" pitchFamily="49" charset="-122"/>
              </a:rPr>
              <a:t>n</a:t>
            </a:r>
            <a:r>
              <a:rPr lang="en-US" altLang="zh-CN" sz="2000" b="1" i="1" baseline="-30000" dirty="0" err="1">
                <a:solidFill>
                  <a:prstClr val="black"/>
                </a:solidFill>
                <a:ea typeface="楷体" panose="02010609060101010101" pitchFamily="49" charset="-122"/>
                <a:cs typeface="Times New Roman" panose="02020603050405020304" pitchFamily="18" charset="0"/>
              </a:rPr>
              <a:t>x</a:t>
            </a:r>
            <a:r>
              <a:rPr lang="en-US" altLang="zh-CN" sz="2000" b="1" i="1" baseline="-30000" dirty="0">
                <a:solidFill>
                  <a:prstClr val="black"/>
                </a:solidFill>
                <a:ea typeface="楷体" panose="02010609060101010101" pitchFamily="49" charset="-122"/>
                <a:cs typeface="Times New Roman" panose="02020603050405020304" pitchFamily="18" charset="0"/>
              </a:rPr>
              <a:t> </a:t>
            </a:r>
            <a:r>
              <a:rPr lang="en-US" altLang="zh-CN" sz="2000" b="1" dirty="0">
                <a:solidFill>
                  <a:prstClr val="black"/>
                </a:solidFill>
                <a:ea typeface="楷体" panose="02010609060101010101" pitchFamily="49" charset="-122"/>
                <a:cs typeface="Times New Roman" panose="02020603050405020304" pitchFamily="18" charset="0"/>
              </a:rPr>
              <a:t>= </a:t>
            </a:r>
            <a:r>
              <a:rPr lang="en-US" altLang="zh-CN" sz="2000" b="1" i="1" dirty="0" err="1">
                <a:solidFill>
                  <a:prstClr val="black"/>
                </a:solidFill>
                <a:ea typeface="楷体" panose="02010609060101010101" pitchFamily="49" charset="-122"/>
                <a:cs typeface="Times New Roman" panose="02020603050405020304" pitchFamily="18" charset="0"/>
              </a:rPr>
              <a:t>n</a:t>
            </a:r>
            <a:r>
              <a:rPr lang="en-US" altLang="zh-CN" sz="1800" b="1" i="1" baseline="-30000" dirty="0" err="1">
                <a:solidFill>
                  <a:prstClr val="black"/>
                </a:solidFill>
                <a:ea typeface="楷体" panose="02010609060101010101" pitchFamily="49" charset="-122"/>
                <a:cs typeface="Times New Roman" panose="02020603050405020304" pitchFamily="18" charset="0"/>
              </a:rPr>
              <a:t>y</a:t>
            </a:r>
            <a:r>
              <a:rPr lang="zh-CN" altLang="en-US" sz="2000" b="1" dirty="0">
                <a:solidFill>
                  <a:prstClr val="black"/>
                </a:solidFill>
                <a:ea typeface="楷体" panose="02010609060101010101" pitchFamily="49" charset="-122"/>
                <a:cs typeface="Times New Roman" panose="02020603050405020304" pitchFamily="18" charset="0"/>
              </a:rPr>
              <a:t>的情况</a:t>
            </a:r>
            <a:r>
              <a:rPr lang="en-US" altLang="zh-CN" sz="2000" b="1" dirty="0">
                <a:solidFill>
                  <a:prstClr val="black"/>
                </a:solidFill>
                <a:ea typeface="楷体" panose="02010609060101010101" pitchFamily="49" charset="-122"/>
                <a:cs typeface="Times New Roman" panose="02020603050405020304" pitchFamily="18" charset="0"/>
              </a:rPr>
              <a:t>(</a:t>
            </a:r>
            <a:r>
              <a:rPr lang="zh-CN" altLang="en-US" sz="2000" b="1" dirty="0">
                <a:solidFill>
                  <a:schemeClr val="tx1"/>
                </a:solidFill>
                <a:latin typeface="楷体" pitchFamily="49" charset="-122"/>
              </a:rPr>
              <a:t>本层调用本层</a:t>
            </a:r>
            <a:r>
              <a:rPr lang="en-US" altLang="zh-CN" sz="2000" b="1" dirty="0">
                <a:solidFill>
                  <a:prstClr val="black"/>
                </a:solidFill>
                <a:ea typeface="楷体" panose="02010609060101010101" pitchFamily="49" charset="-122"/>
                <a:cs typeface="Times New Roman" panose="02020603050405020304" pitchFamily="18" charset="0"/>
              </a:rPr>
              <a:t> )</a:t>
            </a:r>
          </a:p>
          <a:p>
            <a:pPr lvl="1" eaLnBrk="1" hangingPunct="1">
              <a:lnSpc>
                <a:spcPts val="2600"/>
              </a:lnSpc>
              <a:buClrTx/>
              <a:buFont typeface="Wingdings" pitchFamily="2" charset="2"/>
              <a:buChar char="Ø"/>
              <a:defRPr/>
            </a:pPr>
            <a:r>
              <a:rPr lang="en-US" altLang="zh-CN" sz="2000" b="1" i="1" dirty="0" err="1">
                <a:solidFill>
                  <a:srgbClr val="C00000"/>
                </a:solidFill>
                <a:ea typeface="楷体" panose="02010609060101010101" pitchFamily="49" charset="-122"/>
                <a:cs typeface="Times New Roman" panose="02020603050405020304" pitchFamily="18" charset="0"/>
              </a:rPr>
              <a:t>n</a:t>
            </a:r>
            <a:r>
              <a:rPr lang="en-US" altLang="zh-CN" sz="2000" b="1" i="1" baseline="-30000" dirty="0" err="1">
                <a:solidFill>
                  <a:srgbClr val="C00000"/>
                </a:solidFill>
                <a:ea typeface="楷体" panose="02010609060101010101" pitchFamily="49" charset="-122"/>
                <a:cs typeface="Times New Roman" panose="02020603050405020304" pitchFamily="18" charset="0"/>
              </a:rPr>
              <a:t>x</a:t>
            </a:r>
            <a:r>
              <a:rPr lang="en-US" altLang="zh-CN" sz="2000" b="1" i="1" baseline="-30000" dirty="0">
                <a:solidFill>
                  <a:srgbClr val="C00000"/>
                </a:solidFill>
                <a:ea typeface="楷体" panose="02010609060101010101" pitchFamily="49" charset="-122"/>
                <a:cs typeface="Times New Roman" panose="02020603050405020304" pitchFamily="18" charset="0"/>
              </a:rPr>
              <a:t> </a:t>
            </a:r>
            <a:r>
              <a:rPr lang="en-US" altLang="zh-CN" sz="2000" b="1" dirty="0">
                <a:solidFill>
                  <a:srgbClr val="C00000"/>
                </a:solidFill>
                <a:ea typeface="楷体" panose="02010609060101010101" pitchFamily="49" charset="-122"/>
                <a:cs typeface="Times New Roman" panose="02020603050405020304" pitchFamily="18" charset="0"/>
              </a:rPr>
              <a:t>&gt; </a:t>
            </a:r>
            <a:r>
              <a:rPr lang="en-US" altLang="zh-CN" sz="2000" b="1" i="1" dirty="0" err="1">
                <a:solidFill>
                  <a:srgbClr val="C00000"/>
                </a:solidFill>
                <a:ea typeface="楷体" panose="02010609060101010101" pitchFamily="49" charset="-122"/>
                <a:cs typeface="Times New Roman" panose="02020603050405020304" pitchFamily="18" charset="0"/>
              </a:rPr>
              <a:t>n</a:t>
            </a:r>
            <a:r>
              <a:rPr lang="en-US" altLang="zh-CN" sz="1800" b="1" i="1" baseline="-30000" dirty="0" err="1">
                <a:solidFill>
                  <a:srgbClr val="C00000"/>
                </a:solidFill>
                <a:ea typeface="楷体" panose="02010609060101010101" pitchFamily="49" charset="-122"/>
                <a:cs typeface="Times New Roman" panose="02020603050405020304" pitchFamily="18" charset="0"/>
              </a:rPr>
              <a:t>y</a:t>
            </a:r>
            <a:r>
              <a:rPr lang="zh-CN" altLang="en-US" sz="2000" b="1" dirty="0">
                <a:solidFill>
                  <a:srgbClr val="C00000"/>
                </a:solidFill>
                <a:ea typeface="楷体" panose="02010609060101010101" pitchFamily="49" charset="-122"/>
                <a:cs typeface="Times New Roman" panose="02020603050405020304" pitchFamily="18" charset="0"/>
              </a:rPr>
              <a:t>的情况</a:t>
            </a:r>
            <a:r>
              <a:rPr lang="en-US" altLang="zh-CN" sz="2000" b="1" dirty="0">
                <a:solidFill>
                  <a:prstClr val="black"/>
                </a:solidFill>
                <a:ea typeface="楷体" panose="02010609060101010101" pitchFamily="49" charset="-122"/>
                <a:cs typeface="Times New Roman" panose="02020603050405020304" pitchFamily="18" charset="0"/>
              </a:rPr>
              <a:t>(</a:t>
            </a:r>
            <a:r>
              <a:rPr lang="zh-CN" altLang="en-US" sz="2000" b="1" dirty="0">
                <a:solidFill>
                  <a:schemeClr val="tx1"/>
                </a:solidFill>
                <a:latin typeface="楷体" pitchFamily="49" charset="-122"/>
              </a:rPr>
              <a:t>内层调用外层，</a:t>
            </a:r>
            <a:r>
              <a:rPr lang="zh-CN" altLang="en-US" sz="2000" b="1" dirty="0">
                <a:solidFill>
                  <a:prstClr val="black"/>
                </a:solidFill>
                <a:ea typeface="楷体" panose="02010609060101010101" pitchFamily="49" charset="-122"/>
                <a:cs typeface="Times New Roman" panose="02020603050405020304" pitchFamily="18" charset="0"/>
              </a:rPr>
              <a:t>如： </a:t>
            </a:r>
            <a:r>
              <a:rPr lang="en-US" altLang="zh-CN" sz="2000" b="1" i="1" dirty="0" err="1">
                <a:solidFill>
                  <a:prstClr val="black"/>
                </a:solidFill>
                <a:ea typeface="楷体" panose="02010609060101010101" pitchFamily="49" charset="-122"/>
                <a:cs typeface="Times New Roman" panose="02020603050405020304" pitchFamily="18" charset="0"/>
              </a:rPr>
              <a:t>p</a:t>
            </a:r>
            <a:r>
              <a:rPr lang="en-US" altLang="zh-CN" sz="2000" b="1" dirty="0" err="1">
                <a:solidFill>
                  <a:prstClr val="black"/>
                </a:solidFill>
                <a:ea typeface="楷体" panose="02010609060101010101" pitchFamily="49" charset="-122"/>
                <a:cs typeface="Times New Roman" panose="02020603050405020304" pitchFamily="18" charset="0"/>
              </a:rPr>
              <a:t>→</a:t>
            </a:r>
            <a:r>
              <a:rPr lang="en-US" altLang="zh-CN" sz="2000" b="1" i="1" dirty="0" err="1">
                <a:solidFill>
                  <a:prstClr val="black"/>
                </a:solidFill>
                <a:ea typeface="楷体" panose="02010609060101010101" pitchFamily="49" charset="-122"/>
                <a:cs typeface="Times New Roman" panose="02020603050405020304" pitchFamily="18" charset="0"/>
              </a:rPr>
              <a:t>e</a:t>
            </a:r>
            <a:r>
              <a:rPr lang="en-US" altLang="zh-CN" sz="2000" b="1" dirty="0">
                <a:solidFill>
                  <a:prstClr val="black"/>
                </a:solidFill>
                <a:ea typeface="楷体" panose="02010609060101010101" pitchFamily="49" charset="-122"/>
                <a:cs typeface="Times New Roman" panose="02020603050405020304" pitchFamily="18" charset="0"/>
              </a:rPr>
              <a:t> )</a:t>
            </a:r>
          </a:p>
          <a:p>
            <a:pPr lvl="2" eaLnBrk="1" hangingPunct="1">
              <a:lnSpc>
                <a:spcPts val="2600"/>
              </a:lnSpc>
              <a:buClrTx/>
              <a:buFont typeface="Wingdings" pitchFamily="2" charset="2"/>
              <a:buChar char="Ø"/>
              <a:defRPr/>
            </a:pPr>
            <a:r>
              <a:rPr lang="zh-CN" altLang="en-US" sz="1800" b="1" dirty="0">
                <a:solidFill>
                  <a:prstClr val="black"/>
                </a:solidFill>
                <a:ea typeface="楷体" panose="02010609060101010101" pitchFamily="49" charset="-122"/>
                <a:cs typeface="Times New Roman" panose="02020603050405020304" pitchFamily="18" charset="0"/>
              </a:rPr>
              <a:t>调用者</a:t>
            </a:r>
            <a:r>
              <a:rPr lang="en-US" altLang="zh-CN" sz="1800" b="1" i="1" dirty="0">
                <a:solidFill>
                  <a:prstClr val="black"/>
                </a:solidFill>
                <a:ea typeface="楷体" panose="02010609060101010101" pitchFamily="49" charset="-122"/>
                <a:cs typeface="Times New Roman" panose="02020603050405020304" pitchFamily="18" charset="0"/>
              </a:rPr>
              <a:t>x</a:t>
            </a:r>
            <a:r>
              <a:rPr lang="en-US" altLang="zh-CN" sz="1800" b="1" dirty="0">
                <a:solidFill>
                  <a:prstClr val="black"/>
                </a:solidFill>
                <a:ea typeface="楷体" panose="02010609060101010101" pitchFamily="49" charset="-122"/>
                <a:cs typeface="Times New Roman" panose="02020603050405020304" pitchFamily="18" charset="0"/>
              </a:rPr>
              <a:t>(</a:t>
            </a:r>
            <a:r>
              <a:rPr lang="zh-CN" altLang="en-US" sz="1800" b="1" dirty="0">
                <a:solidFill>
                  <a:prstClr val="black"/>
                </a:solidFill>
                <a:ea typeface="楷体" panose="02010609060101010101" pitchFamily="49" charset="-122"/>
                <a:cs typeface="Times New Roman" panose="02020603050405020304" pitchFamily="18" charset="0"/>
              </a:rPr>
              <a:t>如</a:t>
            </a:r>
            <a:r>
              <a:rPr lang="en-US" altLang="zh-CN" sz="1800" b="1" dirty="0">
                <a:solidFill>
                  <a:prstClr val="black"/>
                </a:solidFill>
                <a:ea typeface="楷体" panose="02010609060101010101" pitchFamily="49" charset="-122"/>
                <a:cs typeface="Times New Roman" panose="02020603050405020304" pitchFamily="18" charset="0"/>
              </a:rPr>
              <a:t>: </a:t>
            </a:r>
            <a:r>
              <a:rPr lang="en-US" altLang="zh-CN" sz="1800" b="1" i="1" dirty="0">
                <a:solidFill>
                  <a:prstClr val="black"/>
                </a:solidFill>
                <a:ea typeface="楷体" panose="02010609060101010101" pitchFamily="49" charset="-122"/>
                <a:cs typeface="Times New Roman" panose="02020603050405020304" pitchFamily="18" charset="0"/>
              </a:rPr>
              <a:t>p </a:t>
            </a:r>
            <a:r>
              <a:rPr lang="en-US" altLang="zh-CN" sz="1800" b="1" dirty="0">
                <a:solidFill>
                  <a:prstClr val="black"/>
                </a:solidFill>
                <a:ea typeface="楷体" panose="02010609060101010101" pitchFamily="49" charset="-122"/>
                <a:cs typeface="Times New Roman" panose="02020603050405020304" pitchFamily="18" charset="0"/>
              </a:rPr>
              <a:t>)</a:t>
            </a:r>
            <a:r>
              <a:rPr lang="zh-CN" altLang="en-US" sz="1800" b="1" dirty="0">
                <a:solidFill>
                  <a:prstClr val="black"/>
                </a:solidFill>
                <a:ea typeface="楷体" panose="02010609060101010101" pitchFamily="49" charset="-122"/>
                <a:cs typeface="Times New Roman" panose="02020603050405020304" pitchFamily="18" charset="0"/>
              </a:rPr>
              <a:t>必定嵌套在某个过程</a:t>
            </a:r>
            <a:r>
              <a:rPr lang="en-US" altLang="zh-CN" sz="1800" b="1" i="1" dirty="0">
                <a:solidFill>
                  <a:prstClr val="black"/>
                </a:solidFill>
                <a:ea typeface="楷体" panose="02010609060101010101" pitchFamily="49" charset="-122"/>
                <a:cs typeface="Times New Roman" panose="02020603050405020304" pitchFamily="18" charset="0"/>
              </a:rPr>
              <a:t>z</a:t>
            </a:r>
            <a:r>
              <a:rPr lang="en-US" altLang="zh-CN" sz="1800" b="1" dirty="0">
                <a:solidFill>
                  <a:prstClr val="black"/>
                </a:solidFill>
                <a:ea typeface="楷体" panose="02010609060101010101" pitchFamily="49" charset="-122"/>
                <a:cs typeface="Times New Roman" panose="02020603050405020304" pitchFamily="18" charset="0"/>
              </a:rPr>
              <a:t> (</a:t>
            </a:r>
            <a:r>
              <a:rPr lang="zh-CN" altLang="en-US" sz="1800" b="1" dirty="0">
                <a:solidFill>
                  <a:prstClr val="black"/>
                </a:solidFill>
                <a:ea typeface="楷体" panose="02010609060101010101" pitchFamily="49" charset="-122"/>
                <a:cs typeface="Times New Roman" panose="02020603050405020304" pitchFamily="18" charset="0"/>
              </a:rPr>
              <a:t>如</a:t>
            </a:r>
            <a:r>
              <a:rPr lang="en-US" altLang="zh-CN" sz="1800" b="1" dirty="0">
                <a:solidFill>
                  <a:prstClr val="black"/>
                </a:solidFill>
                <a:ea typeface="楷体" panose="02010609060101010101" pitchFamily="49" charset="-122"/>
                <a:cs typeface="Times New Roman" panose="02020603050405020304" pitchFamily="18" charset="0"/>
              </a:rPr>
              <a:t>: </a:t>
            </a:r>
            <a:r>
              <a:rPr lang="en-US" altLang="zh-CN" sz="1800" b="1" i="1" dirty="0">
                <a:solidFill>
                  <a:prstClr val="black"/>
                </a:solidFill>
                <a:ea typeface="楷体" panose="02010609060101010101" pitchFamily="49" charset="-122"/>
                <a:cs typeface="Times New Roman" panose="02020603050405020304" pitchFamily="18" charset="0"/>
              </a:rPr>
              <a:t>s </a:t>
            </a:r>
            <a:r>
              <a:rPr lang="en-US" altLang="zh-CN" sz="1800" b="1" dirty="0">
                <a:solidFill>
                  <a:prstClr val="black"/>
                </a:solidFill>
                <a:ea typeface="楷体" panose="02010609060101010101" pitchFamily="49" charset="-122"/>
                <a:cs typeface="Times New Roman" panose="02020603050405020304" pitchFamily="18" charset="0"/>
              </a:rPr>
              <a:t>)</a:t>
            </a:r>
            <a:r>
              <a:rPr lang="zh-CN" altLang="en-US" sz="1800" b="1" dirty="0">
                <a:solidFill>
                  <a:prstClr val="black"/>
                </a:solidFill>
                <a:ea typeface="楷体" panose="02010609060101010101" pitchFamily="49" charset="-122"/>
                <a:cs typeface="Times New Roman" panose="02020603050405020304" pitchFamily="18" charset="0"/>
              </a:rPr>
              <a:t>中，而</a:t>
            </a:r>
            <a:r>
              <a:rPr lang="en-US" altLang="zh-CN" sz="1800" b="1" i="1" dirty="0">
                <a:solidFill>
                  <a:prstClr val="black"/>
                </a:solidFill>
                <a:ea typeface="楷体" panose="02010609060101010101" pitchFamily="49" charset="-122"/>
                <a:cs typeface="Times New Roman" panose="02020603050405020304" pitchFamily="18" charset="0"/>
              </a:rPr>
              <a:t>z</a:t>
            </a:r>
            <a:r>
              <a:rPr lang="en-US" altLang="zh-CN" sz="1800" b="1" dirty="0">
                <a:solidFill>
                  <a:prstClr val="black"/>
                </a:solidFill>
                <a:ea typeface="楷体" panose="02010609060101010101" pitchFamily="49" charset="-122"/>
                <a:cs typeface="Times New Roman" panose="02020603050405020304" pitchFamily="18" charset="0"/>
              </a:rPr>
              <a:t> (</a:t>
            </a:r>
            <a:r>
              <a:rPr lang="zh-CN" altLang="en-US" sz="1800" b="1" dirty="0">
                <a:solidFill>
                  <a:prstClr val="black"/>
                </a:solidFill>
                <a:ea typeface="楷体" panose="02010609060101010101" pitchFamily="49" charset="-122"/>
                <a:cs typeface="Times New Roman" panose="02020603050405020304" pitchFamily="18" charset="0"/>
              </a:rPr>
              <a:t>如</a:t>
            </a:r>
            <a:r>
              <a:rPr lang="en-US" altLang="zh-CN" sz="1800" b="1" dirty="0">
                <a:solidFill>
                  <a:prstClr val="black"/>
                </a:solidFill>
                <a:ea typeface="楷体" panose="02010609060101010101" pitchFamily="49" charset="-122"/>
                <a:cs typeface="Times New Roman" panose="02020603050405020304" pitchFamily="18" charset="0"/>
              </a:rPr>
              <a:t>: </a:t>
            </a:r>
            <a:r>
              <a:rPr lang="en-US" altLang="zh-CN" sz="1800" b="1" i="1" dirty="0">
                <a:solidFill>
                  <a:prstClr val="black"/>
                </a:solidFill>
                <a:ea typeface="楷体" panose="02010609060101010101" pitchFamily="49" charset="-122"/>
                <a:cs typeface="Times New Roman" panose="02020603050405020304" pitchFamily="18" charset="0"/>
              </a:rPr>
              <a:t>s </a:t>
            </a:r>
            <a:r>
              <a:rPr lang="en-US" altLang="zh-CN" sz="1800" b="1" dirty="0">
                <a:solidFill>
                  <a:prstClr val="black"/>
                </a:solidFill>
                <a:ea typeface="楷体" panose="02010609060101010101" pitchFamily="49" charset="-122"/>
                <a:cs typeface="Times New Roman" panose="02020603050405020304" pitchFamily="18" charset="0"/>
              </a:rPr>
              <a:t>)</a:t>
            </a:r>
            <a:r>
              <a:rPr lang="zh-CN" altLang="en-US" sz="1800" b="1" dirty="0">
                <a:solidFill>
                  <a:schemeClr val="tx1"/>
                </a:solidFill>
                <a:ea typeface="楷体" panose="02010609060101010101" pitchFamily="49" charset="-122"/>
                <a:cs typeface="Times New Roman" panose="02020603050405020304" pitchFamily="18" charset="0"/>
              </a:rPr>
              <a:t>中</a:t>
            </a:r>
            <a:r>
              <a:rPr lang="zh-CN" altLang="en-US" sz="1800" b="1" dirty="0">
                <a:solidFill>
                  <a:schemeClr val="tx2">
                    <a:lumMod val="60000"/>
                    <a:lumOff val="40000"/>
                  </a:schemeClr>
                </a:solidFill>
                <a:ea typeface="楷体" panose="02010609060101010101" pitchFamily="49" charset="-122"/>
                <a:cs typeface="Times New Roman" panose="02020603050405020304" pitchFamily="18" charset="0"/>
              </a:rPr>
              <a:t>直接定义</a:t>
            </a:r>
            <a:r>
              <a:rPr lang="zh-CN" altLang="en-US" sz="1800" b="1" dirty="0">
                <a:solidFill>
                  <a:prstClr val="black"/>
                </a:solidFill>
                <a:ea typeface="楷体" panose="02010609060101010101" pitchFamily="49" charset="-122"/>
                <a:cs typeface="Times New Roman" panose="02020603050405020304" pitchFamily="18" charset="0"/>
              </a:rPr>
              <a:t>了被调用者</a:t>
            </a:r>
            <a:r>
              <a:rPr lang="en-US" altLang="zh-CN" sz="1800" b="1" i="1" dirty="0">
                <a:solidFill>
                  <a:prstClr val="black"/>
                </a:solidFill>
                <a:ea typeface="楷体" panose="02010609060101010101" pitchFamily="49" charset="-122"/>
                <a:cs typeface="Times New Roman" panose="02020603050405020304" pitchFamily="18" charset="0"/>
              </a:rPr>
              <a:t>y</a:t>
            </a:r>
            <a:r>
              <a:rPr lang="en-US" altLang="zh-CN" sz="1800" b="1" dirty="0">
                <a:solidFill>
                  <a:prstClr val="black"/>
                </a:solidFill>
                <a:ea typeface="楷体" panose="02010609060101010101" pitchFamily="49" charset="-122"/>
                <a:cs typeface="Times New Roman" panose="02020603050405020304" pitchFamily="18" charset="0"/>
              </a:rPr>
              <a:t> (</a:t>
            </a:r>
            <a:r>
              <a:rPr lang="zh-CN" altLang="en-US" sz="1800" b="1" dirty="0">
                <a:solidFill>
                  <a:prstClr val="black"/>
                </a:solidFill>
                <a:ea typeface="楷体" panose="02010609060101010101" pitchFamily="49" charset="-122"/>
                <a:cs typeface="Times New Roman" panose="02020603050405020304" pitchFamily="18" charset="0"/>
              </a:rPr>
              <a:t>如</a:t>
            </a:r>
            <a:r>
              <a:rPr lang="en-US" altLang="zh-CN" sz="1800" b="1" dirty="0">
                <a:solidFill>
                  <a:prstClr val="black"/>
                </a:solidFill>
                <a:ea typeface="楷体" panose="02010609060101010101" pitchFamily="49" charset="-122"/>
                <a:cs typeface="Times New Roman" panose="02020603050405020304" pitchFamily="18" charset="0"/>
              </a:rPr>
              <a:t>: </a:t>
            </a:r>
            <a:r>
              <a:rPr lang="en-US" altLang="zh-CN" sz="1800" b="1" i="1" dirty="0">
                <a:solidFill>
                  <a:prstClr val="black"/>
                </a:solidFill>
                <a:ea typeface="楷体" panose="02010609060101010101" pitchFamily="49" charset="-122"/>
                <a:cs typeface="Times New Roman" panose="02020603050405020304" pitchFamily="18" charset="0"/>
              </a:rPr>
              <a:t>p </a:t>
            </a:r>
            <a:r>
              <a:rPr lang="en-US" altLang="zh-CN" sz="1800" b="1" dirty="0">
                <a:solidFill>
                  <a:prstClr val="black"/>
                </a:solidFill>
                <a:ea typeface="楷体" panose="02010609060101010101" pitchFamily="49" charset="-122"/>
                <a:cs typeface="Times New Roman" panose="02020603050405020304" pitchFamily="18" charset="0"/>
              </a:rPr>
              <a:t>)</a:t>
            </a:r>
            <a:endParaRPr lang="en-US" altLang="zh-CN" sz="1800" b="1" i="1" dirty="0">
              <a:solidFill>
                <a:prstClr val="black"/>
              </a:solidFill>
              <a:ea typeface="楷体" panose="02010609060101010101" pitchFamily="49" charset="-122"/>
              <a:cs typeface="Times New Roman" panose="02020603050405020304" pitchFamily="18" charset="0"/>
            </a:endParaRPr>
          </a:p>
          <a:p>
            <a:pPr lvl="2" eaLnBrk="1" hangingPunct="1">
              <a:lnSpc>
                <a:spcPts val="2600"/>
              </a:lnSpc>
              <a:buClrTx/>
              <a:buFont typeface="Wingdings" pitchFamily="2" charset="2"/>
              <a:buChar char="Ø"/>
              <a:defRPr/>
            </a:pPr>
            <a:r>
              <a:rPr lang="zh-CN" altLang="en-US" sz="1800" b="1" dirty="0">
                <a:solidFill>
                  <a:prstClr val="black"/>
                </a:solidFill>
                <a:ea typeface="楷体" panose="02010609060101010101" pitchFamily="49" charset="-122"/>
                <a:cs typeface="Times New Roman" panose="02020603050405020304" pitchFamily="18" charset="0"/>
              </a:rPr>
              <a:t>从</a:t>
            </a:r>
            <a:r>
              <a:rPr lang="en-US" altLang="zh-CN" sz="1800" b="1" i="1" dirty="0">
                <a:solidFill>
                  <a:prstClr val="black"/>
                </a:solidFill>
                <a:ea typeface="楷体" panose="02010609060101010101" pitchFamily="49" charset="-122"/>
                <a:cs typeface="Times New Roman" panose="02020603050405020304" pitchFamily="18" charset="0"/>
              </a:rPr>
              <a:t>x</a:t>
            </a:r>
            <a:r>
              <a:rPr lang="zh-CN" altLang="en-US" sz="1800" b="1" dirty="0">
                <a:solidFill>
                  <a:prstClr val="black"/>
                </a:solidFill>
                <a:ea typeface="楷体" panose="02010609060101010101" pitchFamily="49" charset="-122"/>
                <a:cs typeface="Times New Roman" panose="02020603050405020304" pitchFamily="18" charset="0"/>
              </a:rPr>
              <a:t>的活动记录开始，</a:t>
            </a:r>
            <a:r>
              <a:rPr lang="zh-CN" altLang="en-US" sz="1800" b="1" dirty="0">
                <a:solidFill>
                  <a:srgbClr val="0070C0"/>
                </a:solidFill>
                <a:ea typeface="楷体" panose="02010609060101010101" pitchFamily="49" charset="-122"/>
                <a:cs typeface="Times New Roman" panose="02020603050405020304" pitchFamily="18" charset="0"/>
              </a:rPr>
              <a:t>沿着访问链经过</a:t>
            </a:r>
            <a:r>
              <a:rPr lang="en-US" altLang="zh-CN" sz="1800" b="1" i="1" dirty="0" err="1">
                <a:solidFill>
                  <a:srgbClr val="0070C0"/>
                </a:solidFill>
                <a:ea typeface="楷体" panose="02010609060101010101" pitchFamily="49" charset="-122"/>
                <a:cs typeface="Times New Roman" panose="02020603050405020304" pitchFamily="18" charset="0"/>
              </a:rPr>
              <a:t>n</a:t>
            </a:r>
            <a:r>
              <a:rPr lang="en-US" altLang="zh-CN" sz="1800" b="1" i="1" baseline="-30000" dirty="0" err="1">
                <a:solidFill>
                  <a:srgbClr val="0070C0"/>
                </a:solidFill>
                <a:ea typeface="楷体" panose="02010609060101010101" pitchFamily="49" charset="-122"/>
                <a:cs typeface="Times New Roman" panose="02020603050405020304" pitchFamily="18" charset="0"/>
              </a:rPr>
              <a:t>x</a:t>
            </a:r>
            <a:r>
              <a:rPr lang="en-US" altLang="zh-CN" sz="1800" b="1" i="1" dirty="0">
                <a:solidFill>
                  <a:srgbClr val="0070C0"/>
                </a:solidFill>
                <a:ea typeface="楷体" panose="02010609060101010101" pitchFamily="49" charset="-122"/>
                <a:cs typeface="Times New Roman" panose="02020603050405020304" pitchFamily="18" charset="0"/>
              </a:rPr>
              <a:t> </a:t>
            </a:r>
            <a:r>
              <a:rPr lang="en-US" altLang="zh-CN" sz="1800" b="1" dirty="0">
                <a:solidFill>
                  <a:srgbClr val="0070C0"/>
                </a:solidFill>
                <a:ea typeface="楷体" panose="02010609060101010101" pitchFamily="49" charset="-122"/>
                <a:cs typeface="Times New Roman" panose="02020603050405020304" pitchFamily="18" charset="0"/>
              </a:rPr>
              <a:t>- </a:t>
            </a:r>
            <a:r>
              <a:rPr lang="en-US" altLang="zh-CN" sz="1800" b="1" i="1" dirty="0" err="1">
                <a:solidFill>
                  <a:srgbClr val="0070C0"/>
                </a:solidFill>
                <a:ea typeface="楷体" panose="02010609060101010101" pitchFamily="49" charset="-122"/>
                <a:cs typeface="Times New Roman" panose="02020603050405020304" pitchFamily="18" charset="0"/>
              </a:rPr>
              <a:t>n</a:t>
            </a:r>
            <a:r>
              <a:rPr lang="en-US" altLang="zh-CN" sz="1800" b="1" i="1" baseline="-30000" dirty="0" err="1">
                <a:solidFill>
                  <a:srgbClr val="0070C0"/>
                </a:solidFill>
                <a:ea typeface="楷体" panose="02010609060101010101" pitchFamily="49" charset="-122"/>
                <a:cs typeface="Times New Roman" panose="02020603050405020304" pitchFamily="18" charset="0"/>
              </a:rPr>
              <a:t>y</a:t>
            </a:r>
            <a:r>
              <a:rPr lang="en-US" altLang="zh-CN" sz="1800" b="1" i="1" dirty="0">
                <a:solidFill>
                  <a:srgbClr val="0070C0"/>
                </a:solidFill>
                <a:ea typeface="楷体" panose="02010609060101010101" pitchFamily="49" charset="-122"/>
                <a:cs typeface="Times New Roman" panose="02020603050405020304" pitchFamily="18" charset="0"/>
              </a:rPr>
              <a:t> </a:t>
            </a:r>
            <a:r>
              <a:rPr lang="en-US" altLang="zh-CN" sz="1800" b="1" dirty="0">
                <a:solidFill>
                  <a:srgbClr val="0070C0"/>
                </a:solidFill>
                <a:ea typeface="楷体" panose="02010609060101010101" pitchFamily="49" charset="-122"/>
                <a:cs typeface="Times New Roman" panose="02020603050405020304" pitchFamily="18" charset="0"/>
              </a:rPr>
              <a:t>+ 1</a:t>
            </a:r>
            <a:r>
              <a:rPr lang="zh-CN" altLang="en-US" sz="1800" b="1" dirty="0">
                <a:solidFill>
                  <a:srgbClr val="0070C0"/>
                </a:solidFill>
                <a:ea typeface="楷体" panose="02010609060101010101" pitchFamily="49" charset="-122"/>
                <a:cs typeface="Times New Roman" panose="02020603050405020304" pitchFamily="18" charset="0"/>
              </a:rPr>
              <a:t>步</a:t>
            </a:r>
            <a:r>
              <a:rPr lang="zh-CN" altLang="en-US" sz="1800" b="1" dirty="0">
                <a:solidFill>
                  <a:prstClr val="black"/>
                </a:solidFill>
                <a:ea typeface="楷体" panose="02010609060101010101" pitchFamily="49" charset="-122"/>
                <a:cs typeface="Times New Roman" panose="02020603050405020304" pitchFamily="18" charset="0"/>
              </a:rPr>
              <a:t>就可以找到离栈顶最近的</a:t>
            </a:r>
            <a:r>
              <a:rPr lang="en-US" altLang="zh-CN" sz="1800" b="1" i="1" dirty="0">
                <a:solidFill>
                  <a:prstClr val="black"/>
                </a:solidFill>
                <a:ea typeface="楷体" panose="02010609060101010101" pitchFamily="49" charset="-122"/>
                <a:cs typeface="Times New Roman" panose="02020603050405020304" pitchFamily="18" charset="0"/>
              </a:rPr>
              <a:t>z</a:t>
            </a:r>
            <a:r>
              <a:rPr lang="zh-CN" altLang="en-US" sz="1800" b="1" dirty="0">
                <a:solidFill>
                  <a:prstClr val="black"/>
                </a:solidFill>
                <a:ea typeface="楷体" panose="02010609060101010101" pitchFamily="49" charset="-122"/>
                <a:cs typeface="Times New Roman" panose="02020603050405020304" pitchFamily="18" charset="0"/>
              </a:rPr>
              <a:t>的活动记录。</a:t>
            </a:r>
            <a:r>
              <a:rPr lang="en-US" altLang="zh-CN" sz="1800" b="1" i="1" dirty="0">
                <a:solidFill>
                  <a:prstClr val="black"/>
                </a:solidFill>
                <a:ea typeface="楷体" panose="02010609060101010101" pitchFamily="49" charset="-122"/>
                <a:cs typeface="Times New Roman" panose="02020603050405020304" pitchFamily="18" charset="0"/>
              </a:rPr>
              <a:t> y</a:t>
            </a:r>
            <a:r>
              <a:rPr lang="zh-CN" altLang="en-US" sz="1800" b="1" dirty="0">
                <a:solidFill>
                  <a:prstClr val="black"/>
                </a:solidFill>
                <a:ea typeface="楷体" panose="02010609060101010101" pitchFamily="49" charset="-122"/>
                <a:cs typeface="Times New Roman" panose="02020603050405020304" pitchFamily="18" charset="0"/>
              </a:rPr>
              <a:t>的访问链必须指向</a:t>
            </a:r>
            <a:r>
              <a:rPr lang="en-US" altLang="zh-CN" sz="1800" b="1" i="1" dirty="0">
                <a:solidFill>
                  <a:prstClr val="black"/>
                </a:solidFill>
                <a:ea typeface="楷体" panose="02010609060101010101" pitchFamily="49" charset="-122"/>
                <a:cs typeface="Times New Roman" panose="02020603050405020304" pitchFamily="18" charset="0"/>
              </a:rPr>
              <a:t>z</a:t>
            </a:r>
            <a:r>
              <a:rPr lang="zh-CN" altLang="en-US" sz="1800" b="1" dirty="0">
                <a:solidFill>
                  <a:prstClr val="black"/>
                </a:solidFill>
                <a:ea typeface="楷体" panose="02010609060101010101" pitchFamily="49" charset="-122"/>
                <a:cs typeface="Times New Roman" panose="02020603050405020304" pitchFamily="18" charset="0"/>
              </a:rPr>
              <a:t>的这个活动记录</a:t>
            </a:r>
          </a:p>
          <a:p>
            <a:pPr lvl="1" eaLnBrk="1" hangingPunct="1">
              <a:lnSpc>
                <a:spcPts val="2600"/>
              </a:lnSpc>
              <a:buClrTx/>
              <a:buFont typeface="Wingdings" pitchFamily="2" charset="2"/>
              <a:buChar char="Ø"/>
              <a:defRPr/>
            </a:pPr>
            <a:endParaRPr lang="zh-CN" altLang="en-US" sz="1800" b="1" dirty="0">
              <a:solidFill>
                <a:schemeClr val="tx1"/>
              </a:solidFill>
              <a:ea typeface="楷体_GB2312"/>
              <a:cs typeface="楷体_GB2312"/>
            </a:endParaRPr>
          </a:p>
        </p:txBody>
      </p:sp>
      <p:sp>
        <p:nvSpPr>
          <p:cNvPr id="48" name="矩形 47">
            <a:extLst>
              <a:ext uri="{FF2B5EF4-FFF2-40B4-BE49-F238E27FC236}">
                <a16:creationId xmlns:a16="http://schemas.microsoft.com/office/drawing/2014/main" id="{566221E9-3995-40A5-A17D-CC978ABE9CB9}"/>
              </a:ext>
            </a:extLst>
          </p:cNvPr>
          <p:cNvSpPr/>
          <p:nvPr/>
        </p:nvSpPr>
        <p:spPr>
          <a:xfrm>
            <a:off x="441404" y="4689250"/>
            <a:ext cx="5570756" cy="400110"/>
          </a:xfrm>
          <a:prstGeom prst="rect">
            <a:avLst/>
          </a:prstGeom>
          <a:solidFill>
            <a:schemeClr val="accent5">
              <a:lumMod val="20000"/>
              <a:lumOff val="80000"/>
            </a:schemeClr>
          </a:solidFill>
          <a:ln>
            <a:solidFill>
              <a:schemeClr val="tx1"/>
            </a:solidFill>
          </a:ln>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2000" b="1" i="0" u="none" strike="noStrike" kern="1200" cap="none" spc="0" normalizeH="0" baseline="0" noProof="0" dirty="0">
                <a:ln>
                  <a:noFill/>
                </a:ln>
                <a:solidFill>
                  <a:prstClr val="black"/>
                </a:solidFill>
                <a:effectLst/>
                <a:uLnTx/>
                <a:uFillTx/>
                <a:latin typeface="华文楷体" panose="02010600040101010101" pitchFamily="2" charset="-122"/>
                <a:ea typeface="华文楷体" panose="02010600040101010101" pitchFamily="2" charset="-122"/>
                <a:cs typeface="+mn-cs"/>
              </a:rPr>
              <a:t>嵌套深度是在编译阶段通过</a:t>
            </a:r>
            <a:r>
              <a:rPr kumimoji="0" lang="zh-CN" altLang="en-US" sz="2000" b="1" i="0" u="none" strike="noStrike" kern="1200" cap="none" spc="0" normalizeH="0" baseline="0" noProof="0" dirty="0">
                <a:ln>
                  <a:noFill/>
                </a:ln>
                <a:solidFill>
                  <a:srgbClr val="FF0000"/>
                </a:solidFill>
                <a:effectLst/>
                <a:uLnTx/>
                <a:uFillTx/>
                <a:latin typeface="华文楷体" panose="02010600040101010101" pitchFamily="2" charset="-122"/>
                <a:ea typeface="华文楷体" panose="02010600040101010101" pitchFamily="2" charset="-122"/>
                <a:cs typeface="+mn-cs"/>
              </a:rPr>
              <a:t>静态分析</a:t>
            </a:r>
            <a:r>
              <a:rPr kumimoji="0" lang="zh-CN" altLang="en-US" sz="2000" b="1" i="0" u="none" strike="noStrike" kern="1200" cap="none" spc="0" normalizeH="0" baseline="0" noProof="0" dirty="0">
                <a:ln>
                  <a:noFill/>
                </a:ln>
                <a:solidFill>
                  <a:prstClr val="black"/>
                </a:solidFill>
                <a:effectLst/>
                <a:uLnTx/>
                <a:uFillTx/>
                <a:latin typeface="华文楷体" panose="02010600040101010101" pitchFamily="2" charset="-122"/>
                <a:ea typeface="华文楷体" panose="02010600040101010101" pitchFamily="2" charset="-122"/>
                <a:cs typeface="+mn-cs"/>
              </a:rPr>
              <a:t>就能确定的</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16" fill="hold" nodeType="withEffect">
                                  <p:stCondLst>
                                    <p:cond delay="0"/>
                                  </p:stCondLst>
                                  <p:childTnLst>
                                    <p:set>
                                      <p:cBhvr>
                                        <p:cTn id="6" dur="1" fill="hold">
                                          <p:stCondLst>
                                            <p:cond delay="0"/>
                                          </p:stCondLst>
                                        </p:cTn>
                                        <p:tgtEl>
                                          <p:spTgt spid="89">
                                            <p:txEl>
                                              <p:pRg st="4" end="4"/>
                                            </p:txEl>
                                          </p:spTgt>
                                        </p:tgtEl>
                                        <p:attrNameLst>
                                          <p:attrName>style.visibility</p:attrName>
                                        </p:attrNameLst>
                                      </p:cBhvr>
                                      <p:to>
                                        <p:strVal val="visible"/>
                                      </p:to>
                                    </p:set>
                                    <p:anim calcmode="lin" valueType="num">
                                      <p:cBhvr>
                                        <p:cTn id="7" dur="500" fill="hold"/>
                                        <p:tgtEl>
                                          <p:spTgt spid="89">
                                            <p:txEl>
                                              <p:pRg st="4" end="4"/>
                                            </p:txEl>
                                          </p:spTgt>
                                        </p:tgtEl>
                                        <p:attrNameLst>
                                          <p:attrName>ppt_w</p:attrName>
                                        </p:attrNameLst>
                                      </p:cBhvr>
                                      <p:tavLst>
                                        <p:tav tm="0">
                                          <p:val>
                                            <p:fltVal val="0"/>
                                          </p:val>
                                        </p:tav>
                                        <p:tav tm="100000">
                                          <p:val>
                                            <p:strVal val="#ppt_w"/>
                                          </p:val>
                                        </p:tav>
                                      </p:tavLst>
                                    </p:anim>
                                    <p:anim calcmode="lin" valueType="num">
                                      <p:cBhvr>
                                        <p:cTn id="8" dur="500" fill="hold"/>
                                        <p:tgtEl>
                                          <p:spTgt spid="89">
                                            <p:txEl>
                                              <p:pRg st="4" end="4"/>
                                            </p:txEl>
                                          </p:spTgt>
                                        </p:tgtEl>
                                        <p:attrNameLst>
                                          <p:attrName>ppt_h</p:attrName>
                                        </p:attrNameLst>
                                      </p:cBhvr>
                                      <p:tavLst>
                                        <p:tav tm="0">
                                          <p:val>
                                            <p:fltVal val="0"/>
                                          </p:val>
                                        </p:tav>
                                        <p:tav tm="100000">
                                          <p:val>
                                            <p:strVal val="#ppt_h"/>
                                          </p:val>
                                        </p:tav>
                                      </p:tavLst>
                                    </p:anim>
                                    <p:animEffect transition="in" filter="fade">
                                      <p:cBhvr>
                                        <p:cTn id="9" dur="500"/>
                                        <p:tgtEl>
                                          <p:spTgt spid="89">
                                            <p:txEl>
                                              <p:pRg st="4" end="4"/>
                                            </p:txEl>
                                          </p:spTgt>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16" fill="hold" nodeType="clickEffect">
                                  <p:stCondLst>
                                    <p:cond delay="0"/>
                                  </p:stCondLst>
                                  <p:childTnLst>
                                    <p:set>
                                      <p:cBhvr>
                                        <p:cTn id="13" dur="1" fill="hold">
                                          <p:stCondLst>
                                            <p:cond delay="0"/>
                                          </p:stCondLst>
                                        </p:cTn>
                                        <p:tgtEl>
                                          <p:spTgt spid="89">
                                            <p:txEl>
                                              <p:pRg st="5" end="5"/>
                                            </p:txEl>
                                          </p:spTgt>
                                        </p:tgtEl>
                                        <p:attrNameLst>
                                          <p:attrName>style.visibility</p:attrName>
                                        </p:attrNameLst>
                                      </p:cBhvr>
                                      <p:to>
                                        <p:strVal val="visible"/>
                                      </p:to>
                                    </p:set>
                                    <p:anim calcmode="lin" valueType="num">
                                      <p:cBhvr>
                                        <p:cTn id="14" dur="500" fill="hold"/>
                                        <p:tgtEl>
                                          <p:spTgt spid="89">
                                            <p:txEl>
                                              <p:pRg st="5" end="5"/>
                                            </p:txEl>
                                          </p:spTgt>
                                        </p:tgtEl>
                                        <p:attrNameLst>
                                          <p:attrName>ppt_w</p:attrName>
                                        </p:attrNameLst>
                                      </p:cBhvr>
                                      <p:tavLst>
                                        <p:tav tm="0">
                                          <p:val>
                                            <p:fltVal val="0"/>
                                          </p:val>
                                        </p:tav>
                                        <p:tav tm="100000">
                                          <p:val>
                                            <p:strVal val="#ppt_w"/>
                                          </p:val>
                                        </p:tav>
                                      </p:tavLst>
                                    </p:anim>
                                    <p:anim calcmode="lin" valueType="num">
                                      <p:cBhvr>
                                        <p:cTn id="15" dur="500" fill="hold"/>
                                        <p:tgtEl>
                                          <p:spTgt spid="89">
                                            <p:txEl>
                                              <p:pRg st="5" end="5"/>
                                            </p:txEl>
                                          </p:spTgt>
                                        </p:tgtEl>
                                        <p:attrNameLst>
                                          <p:attrName>ppt_h</p:attrName>
                                        </p:attrNameLst>
                                      </p:cBhvr>
                                      <p:tavLst>
                                        <p:tav tm="0">
                                          <p:val>
                                            <p:fltVal val="0"/>
                                          </p:val>
                                        </p:tav>
                                        <p:tav tm="100000">
                                          <p:val>
                                            <p:strVal val="#ppt_h"/>
                                          </p:val>
                                        </p:tav>
                                      </p:tavLst>
                                    </p:anim>
                                    <p:animEffect transition="in" filter="fade">
                                      <p:cBhvr>
                                        <p:cTn id="16" dur="500"/>
                                        <p:tgtEl>
                                          <p:spTgt spid="89">
                                            <p:txEl>
                                              <p:pRg st="5" end="5"/>
                                            </p:txEl>
                                          </p:spTgt>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53" presetClass="entr" presetSubtype="16" fill="hold" nodeType="clickEffect">
                                  <p:stCondLst>
                                    <p:cond delay="0"/>
                                  </p:stCondLst>
                                  <p:childTnLst>
                                    <p:set>
                                      <p:cBhvr>
                                        <p:cTn id="20" dur="1" fill="hold">
                                          <p:stCondLst>
                                            <p:cond delay="0"/>
                                          </p:stCondLst>
                                        </p:cTn>
                                        <p:tgtEl>
                                          <p:spTgt spid="89">
                                            <p:txEl>
                                              <p:pRg st="6" end="6"/>
                                            </p:txEl>
                                          </p:spTgt>
                                        </p:tgtEl>
                                        <p:attrNameLst>
                                          <p:attrName>style.visibility</p:attrName>
                                        </p:attrNameLst>
                                      </p:cBhvr>
                                      <p:to>
                                        <p:strVal val="visible"/>
                                      </p:to>
                                    </p:set>
                                    <p:anim calcmode="lin" valueType="num">
                                      <p:cBhvr>
                                        <p:cTn id="21" dur="500" fill="hold"/>
                                        <p:tgtEl>
                                          <p:spTgt spid="89">
                                            <p:txEl>
                                              <p:pRg st="6" end="6"/>
                                            </p:txEl>
                                          </p:spTgt>
                                        </p:tgtEl>
                                        <p:attrNameLst>
                                          <p:attrName>ppt_w</p:attrName>
                                        </p:attrNameLst>
                                      </p:cBhvr>
                                      <p:tavLst>
                                        <p:tav tm="0">
                                          <p:val>
                                            <p:fltVal val="0"/>
                                          </p:val>
                                        </p:tav>
                                        <p:tav tm="100000">
                                          <p:val>
                                            <p:strVal val="#ppt_w"/>
                                          </p:val>
                                        </p:tav>
                                      </p:tavLst>
                                    </p:anim>
                                    <p:anim calcmode="lin" valueType="num">
                                      <p:cBhvr>
                                        <p:cTn id="22" dur="500" fill="hold"/>
                                        <p:tgtEl>
                                          <p:spTgt spid="89">
                                            <p:txEl>
                                              <p:pRg st="6" end="6"/>
                                            </p:txEl>
                                          </p:spTgt>
                                        </p:tgtEl>
                                        <p:attrNameLst>
                                          <p:attrName>ppt_h</p:attrName>
                                        </p:attrNameLst>
                                      </p:cBhvr>
                                      <p:tavLst>
                                        <p:tav tm="0">
                                          <p:val>
                                            <p:fltVal val="0"/>
                                          </p:val>
                                        </p:tav>
                                        <p:tav tm="100000">
                                          <p:val>
                                            <p:strVal val="#ppt_h"/>
                                          </p:val>
                                        </p:tav>
                                      </p:tavLst>
                                    </p:anim>
                                    <p:animEffect transition="in" filter="fade">
                                      <p:cBhvr>
                                        <p:cTn id="23" dur="500"/>
                                        <p:tgtEl>
                                          <p:spTgt spid="89">
                                            <p:txEl>
                                              <p:pRg st="6" end="6"/>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grpId="0" nodeType="clickEffect">
                                  <p:stCondLst>
                                    <p:cond delay="0"/>
                                  </p:stCondLst>
                                  <p:childTnLst>
                                    <p:set>
                                      <p:cBhvr>
                                        <p:cTn id="27" dur="1" fill="hold">
                                          <p:stCondLst>
                                            <p:cond delay="0"/>
                                          </p:stCondLst>
                                        </p:cTn>
                                        <p:tgtEl>
                                          <p:spTgt spid="48"/>
                                        </p:tgtEl>
                                        <p:attrNameLst>
                                          <p:attrName>style.visibility</p:attrName>
                                        </p:attrNameLst>
                                      </p:cBhvr>
                                      <p:to>
                                        <p:strVal val="visible"/>
                                      </p:to>
                                    </p:set>
                                    <p:anim calcmode="lin" valueType="num">
                                      <p:cBhvr>
                                        <p:cTn id="28" dur="500" fill="hold"/>
                                        <p:tgtEl>
                                          <p:spTgt spid="48"/>
                                        </p:tgtEl>
                                        <p:attrNameLst>
                                          <p:attrName>ppt_w</p:attrName>
                                        </p:attrNameLst>
                                      </p:cBhvr>
                                      <p:tavLst>
                                        <p:tav tm="0">
                                          <p:val>
                                            <p:fltVal val="0"/>
                                          </p:val>
                                        </p:tav>
                                        <p:tav tm="100000">
                                          <p:val>
                                            <p:strVal val="#ppt_w"/>
                                          </p:val>
                                        </p:tav>
                                      </p:tavLst>
                                    </p:anim>
                                    <p:anim calcmode="lin" valueType="num">
                                      <p:cBhvr>
                                        <p:cTn id="29" dur="500" fill="hold"/>
                                        <p:tgtEl>
                                          <p:spTgt spid="48"/>
                                        </p:tgtEl>
                                        <p:attrNameLst>
                                          <p:attrName>ppt_h</p:attrName>
                                        </p:attrNameLst>
                                      </p:cBhvr>
                                      <p:tavLst>
                                        <p:tav tm="0">
                                          <p:val>
                                            <p:fltVal val="0"/>
                                          </p:val>
                                        </p:tav>
                                        <p:tav tm="100000">
                                          <p:val>
                                            <p:strVal val="#ppt_h"/>
                                          </p:val>
                                        </p:tav>
                                      </p:tavLst>
                                    </p:anim>
                                    <p:animEffect transition="in" filter="fade">
                                      <p:cBhvr>
                                        <p:cTn id="30"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3"/>
          <p:cNvSpPr>
            <a:spLocks noGrp="1" noChangeArrowheads="1"/>
          </p:cNvSpPr>
          <p:nvPr>
            <p:ph idx="1"/>
          </p:nvPr>
        </p:nvSpPr>
        <p:spPr>
          <a:xfrm>
            <a:off x="428625" y="785813"/>
            <a:ext cx="8391525" cy="3946177"/>
          </a:xfrm>
        </p:spPr>
        <p:txBody>
          <a:bodyPr/>
          <a:lstStyle/>
          <a:p>
            <a:pPr>
              <a:lnSpc>
                <a:spcPts val="3500"/>
              </a:lnSpc>
              <a:buClrTx/>
              <a:buFont typeface="Wingdings" pitchFamily="2" charset="2"/>
              <a:buChar char="Ø"/>
              <a:defRPr/>
            </a:pPr>
            <a:r>
              <a:rPr lang="zh-CN" altLang="en-US" b="1" dirty="0">
                <a:solidFill>
                  <a:schemeClr val="tx1"/>
                </a:solidFill>
                <a:cs typeface="Times New Roman" pitchFamily="18" charset="0"/>
              </a:rPr>
              <a:t>访问链方法存在的问题</a:t>
            </a:r>
            <a:endParaRPr lang="en-US" altLang="zh-CN" b="1" dirty="0">
              <a:solidFill>
                <a:schemeClr val="tx1"/>
              </a:solidFill>
              <a:cs typeface="Times New Roman" pitchFamily="18" charset="0"/>
            </a:endParaRPr>
          </a:p>
          <a:p>
            <a:pPr lvl="1">
              <a:buClrTx/>
              <a:buFont typeface="Wingdings" pitchFamily="2" charset="2"/>
              <a:buChar char="Ø"/>
              <a:defRPr/>
            </a:pPr>
            <a:r>
              <a:rPr lang="zh-CN" altLang="en-US" sz="2000" b="1" dirty="0">
                <a:solidFill>
                  <a:schemeClr val="tx1"/>
                </a:solidFill>
                <a:cs typeface="Times New Roman" pitchFamily="18" charset="0"/>
              </a:rPr>
              <a:t>访问外层过程名字的效率比较低，需要沿访问链寻找</a:t>
            </a:r>
            <a:endParaRPr lang="en-US" altLang="zh-CN" sz="2000" b="1" dirty="0">
              <a:solidFill>
                <a:schemeClr val="tx1"/>
              </a:solidFill>
              <a:cs typeface="Times New Roman" pitchFamily="18" charset="0"/>
            </a:endParaRPr>
          </a:p>
          <a:p>
            <a:pPr lvl="0">
              <a:lnSpc>
                <a:spcPts val="3500"/>
              </a:lnSpc>
              <a:buClrTx/>
              <a:buFont typeface="Wingdings" pitchFamily="2" charset="2"/>
              <a:buChar char="Ø"/>
              <a:defRPr/>
            </a:pPr>
            <a:r>
              <a:rPr lang="en-US" altLang="zh-CN" b="1" dirty="0">
                <a:solidFill>
                  <a:prstClr val="black"/>
                </a:solidFill>
                <a:cs typeface="Times New Roman" pitchFamily="18" charset="0"/>
              </a:rPr>
              <a:t>display</a:t>
            </a:r>
            <a:r>
              <a:rPr lang="zh-CN" altLang="en-US" b="1" dirty="0">
                <a:solidFill>
                  <a:prstClr val="black"/>
                </a:solidFill>
                <a:cs typeface="Times New Roman" pitchFamily="18" charset="0"/>
              </a:rPr>
              <a:t>表</a:t>
            </a:r>
            <a:endParaRPr lang="en-US" altLang="zh-CN" b="1" dirty="0">
              <a:solidFill>
                <a:prstClr val="black"/>
              </a:solidFill>
              <a:cs typeface="Times New Roman" pitchFamily="18" charset="0"/>
            </a:endParaRPr>
          </a:p>
          <a:p>
            <a:pPr lvl="1">
              <a:buClrTx/>
              <a:buFont typeface="Wingdings" pitchFamily="2" charset="2"/>
              <a:buChar char="Ø"/>
              <a:defRPr/>
            </a:pPr>
            <a:r>
              <a:rPr lang="zh-CN" altLang="en-US" sz="2000" b="1" dirty="0">
                <a:solidFill>
                  <a:prstClr val="black"/>
                </a:solidFill>
                <a:cs typeface="Times New Roman" pitchFamily="18" charset="0"/>
              </a:rPr>
              <a:t>是一个</a:t>
            </a:r>
            <a:r>
              <a:rPr lang="zh-CN" altLang="en-US" sz="2000" b="1" dirty="0">
                <a:solidFill>
                  <a:srgbClr val="0070C0"/>
                </a:solidFill>
                <a:cs typeface="Times New Roman" pitchFamily="18" charset="0"/>
              </a:rPr>
              <a:t>指针数组 </a:t>
            </a:r>
            <a:r>
              <a:rPr lang="en-US" altLang="zh-CN" sz="2000" b="1" i="1" dirty="0">
                <a:solidFill>
                  <a:prstClr val="black"/>
                </a:solidFill>
                <a:cs typeface="Times New Roman" pitchFamily="18" charset="0"/>
              </a:rPr>
              <a:t>d </a:t>
            </a:r>
            <a:r>
              <a:rPr lang="zh-CN" altLang="en-US" sz="2000" b="1" i="1" dirty="0">
                <a:solidFill>
                  <a:prstClr val="black"/>
                </a:solidFill>
                <a:cs typeface="Times New Roman" pitchFamily="18" charset="0"/>
              </a:rPr>
              <a:t>，</a:t>
            </a:r>
            <a:r>
              <a:rPr lang="zh-CN" altLang="en-US" sz="2000" b="1" dirty="0">
                <a:solidFill>
                  <a:prstClr val="black"/>
                </a:solidFill>
                <a:cs typeface="Times New Roman" pitchFamily="18" charset="0"/>
              </a:rPr>
              <a:t>长度为程序中所有过程嵌套深度</a:t>
            </a:r>
            <a:r>
              <a:rPr lang="en-US" altLang="zh-CN" sz="2000" b="1" dirty="0">
                <a:solidFill>
                  <a:prstClr val="black"/>
                </a:solidFill>
                <a:cs typeface="Times New Roman" pitchFamily="18" charset="0"/>
              </a:rPr>
              <a:t>(</a:t>
            </a:r>
            <a:r>
              <a:rPr lang="zh-CN" altLang="en-US" sz="2000" b="1" dirty="0">
                <a:solidFill>
                  <a:prstClr val="black"/>
                </a:solidFill>
                <a:cs typeface="Times New Roman" pitchFamily="18" charset="0"/>
              </a:rPr>
              <a:t>层号</a:t>
            </a:r>
            <a:r>
              <a:rPr lang="en-US" altLang="zh-CN" sz="2000" b="1" dirty="0">
                <a:solidFill>
                  <a:prstClr val="black"/>
                </a:solidFill>
                <a:cs typeface="Times New Roman" pitchFamily="18" charset="0"/>
              </a:rPr>
              <a:t>)</a:t>
            </a:r>
            <a:r>
              <a:rPr lang="zh-CN" altLang="en-US" sz="2000" b="1" dirty="0">
                <a:solidFill>
                  <a:prstClr val="black"/>
                </a:solidFill>
                <a:cs typeface="Times New Roman" pitchFamily="18" charset="0"/>
              </a:rPr>
              <a:t>的最大值</a:t>
            </a:r>
          </a:p>
          <a:p>
            <a:pPr lvl="1">
              <a:buClrTx/>
              <a:buFont typeface="Wingdings" pitchFamily="2" charset="2"/>
              <a:buChar char="Ø"/>
              <a:defRPr/>
            </a:pPr>
            <a:r>
              <a:rPr lang="zh-CN" altLang="en-US" sz="2000" b="1" dirty="0">
                <a:solidFill>
                  <a:prstClr val="black"/>
                </a:solidFill>
                <a:cs typeface="Times New Roman" pitchFamily="18" charset="0"/>
              </a:rPr>
              <a:t>在任何时刻，</a:t>
            </a:r>
            <a:r>
              <a:rPr lang="en-US" altLang="zh-CN" sz="2000" b="1" i="1" dirty="0">
                <a:solidFill>
                  <a:srgbClr val="0070C0"/>
                </a:solidFill>
                <a:cs typeface="Times New Roman" pitchFamily="18" charset="0"/>
              </a:rPr>
              <a:t>d</a:t>
            </a:r>
            <a:r>
              <a:rPr lang="en-US" altLang="zh-CN" sz="2000" b="1" dirty="0">
                <a:solidFill>
                  <a:srgbClr val="0070C0"/>
                </a:solidFill>
                <a:cs typeface="Times New Roman" pitchFamily="18" charset="0"/>
              </a:rPr>
              <a:t>[</a:t>
            </a:r>
            <a:r>
              <a:rPr lang="en-US" altLang="zh-CN" sz="2000" b="1" i="1" dirty="0" err="1">
                <a:solidFill>
                  <a:srgbClr val="0070C0"/>
                </a:solidFill>
                <a:cs typeface="Times New Roman" pitchFamily="18" charset="0"/>
              </a:rPr>
              <a:t>i</a:t>
            </a:r>
            <a:r>
              <a:rPr lang="en-US" altLang="zh-CN" sz="2000" b="1" dirty="0">
                <a:solidFill>
                  <a:srgbClr val="0070C0"/>
                </a:solidFill>
                <a:cs typeface="Times New Roman" pitchFamily="18" charset="0"/>
              </a:rPr>
              <a:t>]</a:t>
            </a:r>
            <a:r>
              <a:rPr lang="zh-CN" altLang="en-US" sz="2000" b="1" dirty="0">
                <a:solidFill>
                  <a:prstClr val="black"/>
                </a:solidFill>
                <a:cs typeface="Times New Roman" pitchFamily="18" charset="0"/>
              </a:rPr>
              <a:t>均</a:t>
            </a:r>
            <a:r>
              <a:rPr lang="zh-CN" altLang="en-US" sz="2000" b="1" dirty="0">
                <a:solidFill>
                  <a:srgbClr val="0070C0"/>
                </a:solidFill>
                <a:cs typeface="Times New Roman" pitchFamily="18" charset="0"/>
              </a:rPr>
              <a:t>指向</a:t>
            </a:r>
            <a:r>
              <a:rPr lang="zh-CN" altLang="en-US" sz="2000" b="1" dirty="0">
                <a:solidFill>
                  <a:prstClr val="black"/>
                </a:solidFill>
                <a:cs typeface="Times New Roman" pitchFamily="18" charset="0"/>
              </a:rPr>
              <a:t>运行栈中</a:t>
            </a:r>
            <a:r>
              <a:rPr lang="zh-CN" altLang="en-US" sz="2000" b="1" dirty="0">
                <a:solidFill>
                  <a:srgbClr val="0070C0"/>
                </a:solidFill>
                <a:cs typeface="Times New Roman" pitchFamily="18" charset="0"/>
              </a:rPr>
              <a:t>最新建立的嵌套深度为</a:t>
            </a:r>
            <a:r>
              <a:rPr lang="en-US" altLang="zh-CN" sz="2000" b="1" i="1" dirty="0" err="1">
                <a:solidFill>
                  <a:srgbClr val="0070C0"/>
                </a:solidFill>
                <a:cs typeface="Times New Roman" pitchFamily="18" charset="0"/>
              </a:rPr>
              <a:t>i</a:t>
            </a:r>
            <a:r>
              <a:rPr lang="zh-CN" altLang="en-US" sz="2000" b="1" dirty="0">
                <a:solidFill>
                  <a:prstClr val="black"/>
                </a:solidFill>
                <a:cs typeface="Times New Roman" pitchFamily="18" charset="0"/>
              </a:rPr>
              <a:t>的过程的</a:t>
            </a:r>
            <a:r>
              <a:rPr lang="zh-CN" altLang="en-US" sz="2000" b="1" dirty="0">
                <a:solidFill>
                  <a:srgbClr val="0070C0"/>
                </a:solidFill>
                <a:cs typeface="Times New Roman" pitchFamily="18" charset="0"/>
              </a:rPr>
              <a:t>活动记录</a:t>
            </a:r>
            <a:r>
              <a:rPr lang="zh-CN" altLang="en-US" sz="2000" b="1" dirty="0">
                <a:solidFill>
                  <a:prstClr val="black"/>
                </a:solidFill>
                <a:cs typeface="Times New Roman" pitchFamily="18" charset="0"/>
              </a:rPr>
              <a:t>（在运行栈中</a:t>
            </a:r>
            <a:r>
              <a:rPr lang="zh-CN" altLang="en-US" sz="2000" b="1" dirty="0">
                <a:solidFill>
                  <a:srgbClr val="0070C0"/>
                </a:solidFill>
                <a:cs typeface="Times New Roman" pitchFamily="18" charset="0"/>
              </a:rPr>
              <a:t>可能</a:t>
            </a:r>
            <a:r>
              <a:rPr lang="zh-CN" altLang="en-US" sz="2000" b="1" dirty="0">
                <a:solidFill>
                  <a:prstClr val="black"/>
                </a:solidFill>
                <a:cs typeface="Times New Roman" pitchFamily="18" charset="0"/>
              </a:rPr>
              <a:t>存在</a:t>
            </a:r>
            <a:r>
              <a:rPr lang="zh-CN" altLang="en-US" sz="2000" b="1" dirty="0">
                <a:solidFill>
                  <a:srgbClr val="0070C0"/>
                </a:solidFill>
                <a:cs typeface="Times New Roman" pitchFamily="18" charset="0"/>
              </a:rPr>
              <a:t>多个</a:t>
            </a:r>
            <a:r>
              <a:rPr lang="zh-CN" altLang="en-US" sz="2000" b="1" dirty="0">
                <a:solidFill>
                  <a:prstClr val="black"/>
                </a:solidFill>
                <a:cs typeface="Times New Roman" pitchFamily="18" charset="0"/>
              </a:rPr>
              <a:t>嵌套深度为</a:t>
            </a:r>
            <a:r>
              <a:rPr lang="en-US" altLang="zh-CN" sz="2000" b="1" i="1" dirty="0" err="1">
                <a:solidFill>
                  <a:prstClr val="black"/>
                </a:solidFill>
                <a:cs typeface="Times New Roman" pitchFamily="18" charset="0"/>
              </a:rPr>
              <a:t>i</a:t>
            </a:r>
            <a:r>
              <a:rPr lang="zh-CN" altLang="en-US" sz="2000" b="1" dirty="0">
                <a:solidFill>
                  <a:prstClr val="black"/>
                </a:solidFill>
                <a:cs typeface="Times New Roman" pitchFamily="18" charset="0"/>
              </a:rPr>
              <a:t>的过程的活动记录）</a:t>
            </a:r>
            <a:endParaRPr lang="en-US" altLang="zh-CN" sz="2000" b="1" dirty="0">
              <a:solidFill>
                <a:prstClr val="black"/>
              </a:solidFill>
              <a:cs typeface="Times New Roman" pitchFamily="18" charset="0"/>
            </a:endParaRPr>
          </a:p>
          <a:p>
            <a:pPr>
              <a:lnSpc>
                <a:spcPts val="3000"/>
              </a:lnSpc>
              <a:buClrTx/>
              <a:buFont typeface="Wingdings" pitchFamily="2" charset="2"/>
              <a:buChar char="Ø"/>
              <a:defRPr/>
            </a:pPr>
            <a:r>
              <a:rPr lang="zh-CN" altLang="en-US" b="1" dirty="0">
                <a:solidFill>
                  <a:prstClr val="black"/>
                </a:solidFill>
                <a:cs typeface="Times New Roman" pitchFamily="18" charset="0"/>
              </a:rPr>
              <a:t>基于</a:t>
            </a:r>
            <a:r>
              <a:rPr lang="en-US" altLang="zh-CN" b="1" dirty="0">
                <a:solidFill>
                  <a:prstClr val="black"/>
                </a:solidFill>
                <a:cs typeface="Times New Roman" pitchFamily="18" charset="0"/>
              </a:rPr>
              <a:t>display</a:t>
            </a:r>
            <a:r>
              <a:rPr lang="zh-CN" altLang="en-US" b="1" dirty="0">
                <a:solidFill>
                  <a:prstClr val="black"/>
                </a:solidFill>
                <a:cs typeface="Times New Roman" pitchFamily="18" charset="0"/>
              </a:rPr>
              <a:t>表的非局部数据访问</a:t>
            </a:r>
            <a:endParaRPr lang="en-US" altLang="zh-CN" b="1" dirty="0">
              <a:solidFill>
                <a:prstClr val="black"/>
              </a:solidFill>
              <a:cs typeface="Times New Roman" pitchFamily="18" charset="0"/>
            </a:endParaRPr>
          </a:p>
          <a:p>
            <a:pPr lvl="1">
              <a:buClrTx/>
              <a:buFont typeface="Wingdings" pitchFamily="2" charset="2"/>
              <a:buChar char="Ø"/>
              <a:defRPr/>
            </a:pPr>
            <a:r>
              <a:rPr lang="zh-CN" altLang="en-US" sz="2000" b="1" dirty="0">
                <a:solidFill>
                  <a:prstClr val="black"/>
                </a:solidFill>
                <a:cs typeface="Times New Roman" pitchFamily="18" charset="0"/>
              </a:rPr>
              <a:t>如果要</a:t>
            </a:r>
            <a:r>
              <a:rPr lang="zh-CN" altLang="en-US" sz="2000" b="1" dirty="0">
                <a:solidFill>
                  <a:srgbClr val="0070C0"/>
                </a:solidFill>
                <a:cs typeface="Times New Roman" pitchFamily="18" charset="0"/>
              </a:rPr>
              <a:t>访问</a:t>
            </a:r>
            <a:r>
              <a:rPr lang="zh-CN" altLang="en-US" sz="2000" b="1" dirty="0">
                <a:solidFill>
                  <a:prstClr val="black"/>
                </a:solidFill>
                <a:cs typeface="Times New Roman" pitchFamily="18" charset="0"/>
              </a:rPr>
              <a:t>某个</a:t>
            </a:r>
            <a:r>
              <a:rPr lang="zh-CN" altLang="en-US" sz="2000" b="1" dirty="0">
                <a:solidFill>
                  <a:srgbClr val="0070C0"/>
                </a:solidFill>
                <a:cs typeface="Times New Roman" pitchFamily="18" charset="0"/>
              </a:rPr>
              <a:t>嵌套深度为</a:t>
            </a:r>
            <a:r>
              <a:rPr lang="en-US" altLang="zh-CN" sz="2000" b="1" i="1" dirty="0" err="1">
                <a:solidFill>
                  <a:srgbClr val="0070C0"/>
                </a:solidFill>
                <a:cs typeface="Times New Roman" pitchFamily="18" charset="0"/>
              </a:rPr>
              <a:t>i</a:t>
            </a:r>
            <a:r>
              <a:rPr lang="zh-CN" altLang="en-US" sz="2000" b="1" dirty="0">
                <a:solidFill>
                  <a:srgbClr val="0070C0"/>
                </a:solidFill>
                <a:cs typeface="Times New Roman" pitchFamily="18" charset="0"/>
              </a:rPr>
              <a:t>的非局部名字</a:t>
            </a:r>
            <a:r>
              <a:rPr lang="en-US" altLang="zh-CN" sz="2000" b="1" i="1" dirty="0">
                <a:solidFill>
                  <a:srgbClr val="0070C0"/>
                </a:solidFill>
                <a:cs typeface="Times New Roman" pitchFamily="18" charset="0"/>
              </a:rPr>
              <a:t>x</a:t>
            </a:r>
            <a:r>
              <a:rPr lang="zh-CN" altLang="en-US" sz="2000" b="1" dirty="0">
                <a:solidFill>
                  <a:prstClr val="black"/>
                </a:solidFill>
                <a:cs typeface="Times New Roman" pitchFamily="18" charset="0"/>
              </a:rPr>
              <a:t>，只要沿着指针</a:t>
            </a:r>
            <a:r>
              <a:rPr lang="en-US" altLang="zh-CN" sz="2000" b="1" dirty="0">
                <a:solidFill>
                  <a:srgbClr val="0070C0"/>
                </a:solidFill>
                <a:cs typeface="Times New Roman" pitchFamily="18" charset="0"/>
              </a:rPr>
              <a:t>d[</a:t>
            </a:r>
            <a:r>
              <a:rPr lang="en-US" altLang="zh-CN" sz="2000" b="1" i="1" dirty="0" err="1">
                <a:solidFill>
                  <a:srgbClr val="0070C0"/>
                </a:solidFill>
                <a:cs typeface="Times New Roman" pitchFamily="18" charset="0"/>
              </a:rPr>
              <a:t>i</a:t>
            </a:r>
            <a:r>
              <a:rPr lang="en-US" altLang="zh-CN" sz="2000" b="1" dirty="0">
                <a:solidFill>
                  <a:srgbClr val="0070C0"/>
                </a:solidFill>
                <a:cs typeface="Times New Roman" pitchFamily="18" charset="0"/>
              </a:rPr>
              <a:t>]</a:t>
            </a:r>
            <a:r>
              <a:rPr lang="zh-CN" altLang="en-US" sz="2000" b="1" dirty="0">
                <a:solidFill>
                  <a:prstClr val="black"/>
                </a:solidFill>
                <a:cs typeface="Times New Roman" pitchFamily="18" charset="0"/>
              </a:rPr>
              <a:t>找到</a:t>
            </a:r>
            <a:r>
              <a:rPr lang="en-US" altLang="zh-CN" sz="2000" b="1" i="1" dirty="0">
                <a:solidFill>
                  <a:prstClr val="black"/>
                </a:solidFill>
                <a:cs typeface="Times New Roman" pitchFamily="18" charset="0"/>
              </a:rPr>
              <a:t>x</a:t>
            </a:r>
            <a:r>
              <a:rPr lang="zh-CN" altLang="en-US" sz="2000" b="1" dirty="0">
                <a:solidFill>
                  <a:prstClr val="black"/>
                </a:solidFill>
                <a:cs typeface="Times New Roman" pitchFamily="18" charset="0"/>
              </a:rPr>
              <a:t>所属过程的</a:t>
            </a:r>
            <a:r>
              <a:rPr lang="zh-CN" altLang="en-US" sz="2000" b="1" dirty="0">
                <a:solidFill>
                  <a:srgbClr val="0070C0"/>
                </a:solidFill>
                <a:cs typeface="Times New Roman" pitchFamily="18" charset="0"/>
              </a:rPr>
              <a:t>活动记录</a:t>
            </a:r>
            <a:r>
              <a:rPr lang="zh-CN" altLang="en-US" sz="2000" b="1" dirty="0">
                <a:solidFill>
                  <a:prstClr val="black"/>
                </a:solidFill>
                <a:cs typeface="Times New Roman" pitchFamily="18" charset="0"/>
              </a:rPr>
              <a:t>，再根据已知的</a:t>
            </a:r>
            <a:r>
              <a:rPr lang="zh-CN" altLang="en-US" sz="2000" b="1" dirty="0">
                <a:solidFill>
                  <a:srgbClr val="0070C0"/>
                </a:solidFill>
                <a:cs typeface="Times New Roman" pitchFamily="18" charset="0"/>
              </a:rPr>
              <a:t>偏移量</a:t>
            </a:r>
            <a:r>
              <a:rPr lang="zh-CN" altLang="en-US" sz="2000" b="1" dirty="0">
                <a:solidFill>
                  <a:prstClr val="black"/>
                </a:solidFill>
                <a:cs typeface="Times New Roman" pitchFamily="18" charset="0"/>
              </a:rPr>
              <a:t>就可以在活动记录中找到</a:t>
            </a:r>
            <a:r>
              <a:rPr lang="en-US" altLang="zh-CN" sz="2000" b="1" i="1" dirty="0">
                <a:solidFill>
                  <a:prstClr val="black"/>
                </a:solidFill>
                <a:cs typeface="Times New Roman" pitchFamily="18" charset="0"/>
              </a:rPr>
              <a:t>x</a:t>
            </a:r>
            <a:r>
              <a:rPr lang="zh-CN" altLang="en-US" sz="2000" b="1" i="1" dirty="0">
                <a:solidFill>
                  <a:prstClr val="black"/>
                </a:solidFill>
                <a:cs typeface="Times New Roman" pitchFamily="18" charset="0"/>
              </a:rPr>
              <a:t>，</a:t>
            </a:r>
            <a:r>
              <a:rPr lang="zh-CN" altLang="en-US" sz="2000" b="1" dirty="0">
                <a:solidFill>
                  <a:prstClr val="black"/>
                </a:solidFill>
                <a:cs typeface="Times New Roman" pitchFamily="18" charset="0"/>
              </a:rPr>
              <a:t>此时</a:t>
            </a:r>
            <a:r>
              <a:rPr lang="en-US" altLang="zh-CN" sz="2000" b="1" i="1" dirty="0">
                <a:solidFill>
                  <a:srgbClr val="0070C0"/>
                </a:solidFill>
                <a:cs typeface="Times New Roman" pitchFamily="18" charset="0"/>
              </a:rPr>
              <a:t>x</a:t>
            </a:r>
            <a:r>
              <a:rPr lang="zh-CN" altLang="en-US" sz="2000" b="1" dirty="0">
                <a:solidFill>
                  <a:srgbClr val="0070C0"/>
                </a:solidFill>
                <a:cs typeface="Times New Roman" pitchFamily="18" charset="0"/>
              </a:rPr>
              <a:t>的地址</a:t>
            </a:r>
            <a:r>
              <a:rPr lang="zh-CN" altLang="en-US" sz="2000" b="1" dirty="0">
                <a:solidFill>
                  <a:prstClr val="black"/>
                </a:solidFill>
                <a:cs typeface="Times New Roman" pitchFamily="18" charset="0"/>
              </a:rPr>
              <a:t>使用如下二元组表示：</a:t>
            </a:r>
            <a:r>
              <a:rPr lang="zh-CN" altLang="en-US" sz="2000" b="1" dirty="0">
                <a:solidFill>
                  <a:srgbClr val="0070C0"/>
                </a:solidFill>
                <a:cs typeface="Times New Roman" pitchFamily="18" charset="0"/>
              </a:rPr>
              <a:t>（嵌套深度，偏移量）</a:t>
            </a:r>
            <a:endParaRPr lang="en-US" altLang="zh-CN" sz="2000" b="1" dirty="0">
              <a:solidFill>
                <a:srgbClr val="0070C0"/>
              </a:solidFill>
              <a:cs typeface="Times New Roman" pitchFamily="18" charset="0"/>
            </a:endParaRPr>
          </a:p>
        </p:txBody>
      </p:sp>
      <p:sp>
        <p:nvSpPr>
          <p:cNvPr id="101379" name="Rectangle 2"/>
          <p:cNvSpPr>
            <a:spLocks noGrp="1" noChangeArrowheads="1"/>
          </p:cNvSpPr>
          <p:nvPr>
            <p:ph type="title"/>
          </p:nvPr>
        </p:nvSpPr>
        <p:spPr>
          <a:xfrm>
            <a:off x="755650" y="268288"/>
            <a:ext cx="7931150" cy="358775"/>
          </a:xfrm>
        </p:spPr>
        <p:txBody>
          <a:bodyPr/>
          <a:lstStyle/>
          <a:p>
            <a:pPr eaLnBrk="1" hangingPunct="1"/>
            <a:r>
              <a:rPr lang="en-US" altLang="zh-CN" sz="3000" dirty="0">
                <a:solidFill>
                  <a:schemeClr val="tx1"/>
                </a:solidFill>
                <a:ea typeface="微软雅黑" panose="020B0503020204020204" pitchFamily="34" charset="-122"/>
                <a:cs typeface="Times New Roman" panose="02020603050405020304" pitchFamily="18" charset="0"/>
              </a:rPr>
              <a:t>display</a:t>
            </a:r>
            <a:r>
              <a:rPr lang="zh-CN" altLang="en-US" sz="3000" dirty="0">
                <a:solidFill>
                  <a:schemeClr val="tx1"/>
                </a:solidFill>
                <a:ea typeface="微软雅黑" panose="020B0503020204020204" pitchFamily="34" charset="-122"/>
                <a:cs typeface="Times New Roman" panose="02020603050405020304" pitchFamily="18" charset="0"/>
              </a:rPr>
              <a:t>表（嵌套层次显示表）</a:t>
            </a:r>
            <a:endParaRPr lang="zh-CN" altLang="en-US" sz="2500" dirty="0">
              <a:solidFill>
                <a:schemeClr val="tx1"/>
              </a:solidFill>
              <a:ea typeface="楷体_GB2312" pitchFamily="49" charset="-122"/>
              <a:cs typeface="Times New Roman" panose="02020603050405020304" pitchFamily="18" charset="0"/>
            </a:endParaRPr>
          </a:p>
        </p:txBody>
      </p:sp>
    </p:spTree>
    <p:extLst>
      <p:ext uri="{BB962C8B-B14F-4D97-AF65-F5344CB8AC3E}">
        <p14:creationId xmlns:p14="http://schemas.microsoft.com/office/powerpoint/2010/main" val="1641795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45059">
                                            <p:txEl>
                                              <p:pRg st="0" end="0"/>
                                            </p:txEl>
                                          </p:spTgt>
                                        </p:tgtEl>
                                        <p:attrNameLst>
                                          <p:attrName>style.visibility</p:attrName>
                                        </p:attrNameLst>
                                      </p:cBhvr>
                                      <p:to>
                                        <p:strVal val="visible"/>
                                      </p:to>
                                    </p:set>
                                    <p:anim calcmode="lin" valueType="num">
                                      <p:cBhvr>
                                        <p:cTn id="7" dur="500" fill="hold"/>
                                        <p:tgtEl>
                                          <p:spTgt spid="45059">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45059">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45059">
                                            <p:txEl>
                                              <p:pRg st="0" end="0"/>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45059">
                                            <p:txEl>
                                              <p:pRg st="1" end="1"/>
                                            </p:txEl>
                                          </p:spTgt>
                                        </p:tgtEl>
                                        <p:attrNameLst>
                                          <p:attrName>style.visibility</p:attrName>
                                        </p:attrNameLst>
                                      </p:cBhvr>
                                      <p:to>
                                        <p:strVal val="visible"/>
                                      </p:to>
                                    </p:set>
                                    <p:anim calcmode="lin" valueType="num">
                                      <p:cBhvr>
                                        <p:cTn id="14" dur="500" fill="hold"/>
                                        <p:tgtEl>
                                          <p:spTgt spid="45059">
                                            <p:txEl>
                                              <p:pRg st="1" end="1"/>
                                            </p:txEl>
                                          </p:spTgt>
                                        </p:tgtEl>
                                        <p:attrNameLst>
                                          <p:attrName>ppt_w</p:attrName>
                                        </p:attrNameLst>
                                      </p:cBhvr>
                                      <p:tavLst>
                                        <p:tav tm="0">
                                          <p:val>
                                            <p:fltVal val="0"/>
                                          </p:val>
                                        </p:tav>
                                        <p:tav tm="100000">
                                          <p:val>
                                            <p:strVal val="#ppt_w"/>
                                          </p:val>
                                        </p:tav>
                                      </p:tavLst>
                                    </p:anim>
                                    <p:anim calcmode="lin" valueType="num">
                                      <p:cBhvr>
                                        <p:cTn id="15" dur="500" fill="hold"/>
                                        <p:tgtEl>
                                          <p:spTgt spid="45059">
                                            <p:txEl>
                                              <p:pRg st="1" end="1"/>
                                            </p:txEl>
                                          </p:spTgt>
                                        </p:tgtEl>
                                        <p:attrNameLst>
                                          <p:attrName>ppt_h</p:attrName>
                                        </p:attrNameLst>
                                      </p:cBhvr>
                                      <p:tavLst>
                                        <p:tav tm="0">
                                          <p:val>
                                            <p:fltVal val="0"/>
                                          </p:val>
                                        </p:tav>
                                        <p:tav tm="100000">
                                          <p:val>
                                            <p:strVal val="#ppt_h"/>
                                          </p:val>
                                        </p:tav>
                                      </p:tavLst>
                                    </p:anim>
                                    <p:animEffect transition="in" filter="fade">
                                      <p:cBhvr>
                                        <p:cTn id="16" dur="500"/>
                                        <p:tgtEl>
                                          <p:spTgt spid="45059">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nodeType="clickEffect">
                                  <p:stCondLst>
                                    <p:cond delay="0"/>
                                  </p:stCondLst>
                                  <p:childTnLst>
                                    <p:set>
                                      <p:cBhvr>
                                        <p:cTn id="20" dur="1" fill="hold">
                                          <p:stCondLst>
                                            <p:cond delay="0"/>
                                          </p:stCondLst>
                                        </p:cTn>
                                        <p:tgtEl>
                                          <p:spTgt spid="45059">
                                            <p:txEl>
                                              <p:pRg st="2" end="2"/>
                                            </p:txEl>
                                          </p:spTgt>
                                        </p:tgtEl>
                                        <p:attrNameLst>
                                          <p:attrName>style.visibility</p:attrName>
                                        </p:attrNameLst>
                                      </p:cBhvr>
                                      <p:to>
                                        <p:strVal val="visible"/>
                                      </p:to>
                                    </p:set>
                                    <p:anim calcmode="lin" valueType="num">
                                      <p:cBhvr>
                                        <p:cTn id="21" dur="500" fill="hold"/>
                                        <p:tgtEl>
                                          <p:spTgt spid="45059">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45059">
                                            <p:txEl>
                                              <p:pRg st="2" end="2"/>
                                            </p:txEl>
                                          </p:spTgt>
                                        </p:tgtEl>
                                        <p:attrNameLst>
                                          <p:attrName>ppt_h</p:attrName>
                                        </p:attrNameLst>
                                      </p:cBhvr>
                                      <p:tavLst>
                                        <p:tav tm="0">
                                          <p:val>
                                            <p:fltVal val="0"/>
                                          </p:val>
                                        </p:tav>
                                        <p:tav tm="100000">
                                          <p:val>
                                            <p:strVal val="#ppt_h"/>
                                          </p:val>
                                        </p:tav>
                                      </p:tavLst>
                                    </p:anim>
                                    <p:animEffect transition="in" filter="fade">
                                      <p:cBhvr>
                                        <p:cTn id="23" dur="500"/>
                                        <p:tgtEl>
                                          <p:spTgt spid="45059">
                                            <p:txEl>
                                              <p:pRg st="2" end="2"/>
                                            </p:txEl>
                                          </p:spTgt>
                                        </p:tgtEl>
                                      </p:cBhvr>
                                    </p:animEffect>
                                  </p:childTnLst>
                                </p:cTn>
                              </p:par>
                              <p:par>
                                <p:cTn id="24" presetID="53" presetClass="entr" presetSubtype="16" fill="hold" nodeType="withEffect">
                                  <p:stCondLst>
                                    <p:cond delay="0"/>
                                  </p:stCondLst>
                                  <p:childTnLst>
                                    <p:set>
                                      <p:cBhvr>
                                        <p:cTn id="25" dur="1" fill="hold">
                                          <p:stCondLst>
                                            <p:cond delay="0"/>
                                          </p:stCondLst>
                                        </p:cTn>
                                        <p:tgtEl>
                                          <p:spTgt spid="45059">
                                            <p:txEl>
                                              <p:pRg st="3" end="3"/>
                                            </p:txEl>
                                          </p:spTgt>
                                        </p:tgtEl>
                                        <p:attrNameLst>
                                          <p:attrName>style.visibility</p:attrName>
                                        </p:attrNameLst>
                                      </p:cBhvr>
                                      <p:to>
                                        <p:strVal val="visible"/>
                                      </p:to>
                                    </p:set>
                                    <p:anim calcmode="lin" valueType="num">
                                      <p:cBhvr>
                                        <p:cTn id="26" dur="500" fill="hold"/>
                                        <p:tgtEl>
                                          <p:spTgt spid="45059">
                                            <p:txEl>
                                              <p:pRg st="3" end="3"/>
                                            </p:txEl>
                                          </p:spTgt>
                                        </p:tgtEl>
                                        <p:attrNameLst>
                                          <p:attrName>ppt_w</p:attrName>
                                        </p:attrNameLst>
                                      </p:cBhvr>
                                      <p:tavLst>
                                        <p:tav tm="0">
                                          <p:val>
                                            <p:fltVal val="0"/>
                                          </p:val>
                                        </p:tav>
                                        <p:tav tm="100000">
                                          <p:val>
                                            <p:strVal val="#ppt_w"/>
                                          </p:val>
                                        </p:tav>
                                      </p:tavLst>
                                    </p:anim>
                                    <p:anim calcmode="lin" valueType="num">
                                      <p:cBhvr>
                                        <p:cTn id="27" dur="500" fill="hold"/>
                                        <p:tgtEl>
                                          <p:spTgt spid="45059">
                                            <p:txEl>
                                              <p:pRg st="3" end="3"/>
                                            </p:txEl>
                                          </p:spTgt>
                                        </p:tgtEl>
                                        <p:attrNameLst>
                                          <p:attrName>ppt_h</p:attrName>
                                        </p:attrNameLst>
                                      </p:cBhvr>
                                      <p:tavLst>
                                        <p:tav tm="0">
                                          <p:val>
                                            <p:fltVal val="0"/>
                                          </p:val>
                                        </p:tav>
                                        <p:tav tm="100000">
                                          <p:val>
                                            <p:strVal val="#ppt_h"/>
                                          </p:val>
                                        </p:tav>
                                      </p:tavLst>
                                    </p:anim>
                                    <p:animEffect transition="in" filter="fade">
                                      <p:cBhvr>
                                        <p:cTn id="28" dur="500"/>
                                        <p:tgtEl>
                                          <p:spTgt spid="45059">
                                            <p:txEl>
                                              <p:pRg st="3" end="3"/>
                                            </p:txEl>
                                          </p:spTgt>
                                        </p:tgtEl>
                                      </p:cBhvr>
                                    </p:animEffect>
                                  </p:childTnLst>
                                </p:cTn>
                              </p:par>
                              <p:par>
                                <p:cTn id="29" presetID="53" presetClass="entr" presetSubtype="16" fill="hold" nodeType="withEffect">
                                  <p:stCondLst>
                                    <p:cond delay="0"/>
                                  </p:stCondLst>
                                  <p:childTnLst>
                                    <p:set>
                                      <p:cBhvr>
                                        <p:cTn id="30" dur="1" fill="hold">
                                          <p:stCondLst>
                                            <p:cond delay="0"/>
                                          </p:stCondLst>
                                        </p:cTn>
                                        <p:tgtEl>
                                          <p:spTgt spid="45059">
                                            <p:txEl>
                                              <p:pRg st="4" end="4"/>
                                            </p:txEl>
                                          </p:spTgt>
                                        </p:tgtEl>
                                        <p:attrNameLst>
                                          <p:attrName>style.visibility</p:attrName>
                                        </p:attrNameLst>
                                      </p:cBhvr>
                                      <p:to>
                                        <p:strVal val="visible"/>
                                      </p:to>
                                    </p:set>
                                    <p:anim calcmode="lin" valueType="num">
                                      <p:cBhvr>
                                        <p:cTn id="31" dur="500" fill="hold"/>
                                        <p:tgtEl>
                                          <p:spTgt spid="45059">
                                            <p:txEl>
                                              <p:pRg st="4" end="4"/>
                                            </p:txEl>
                                          </p:spTgt>
                                        </p:tgtEl>
                                        <p:attrNameLst>
                                          <p:attrName>ppt_w</p:attrName>
                                        </p:attrNameLst>
                                      </p:cBhvr>
                                      <p:tavLst>
                                        <p:tav tm="0">
                                          <p:val>
                                            <p:fltVal val="0"/>
                                          </p:val>
                                        </p:tav>
                                        <p:tav tm="100000">
                                          <p:val>
                                            <p:strVal val="#ppt_w"/>
                                          </p:val>
                                        </p:tav>
                                      </p:tavLst>
                                    </p:anim>
                                    <p:anim calcmode="lin" valueType="num">
                                      <p:cBhvr>
                                        <p:cTn id="32" dur="500" fill="hold"/>
                                        <p:tgtEl>
                                          <p:spTgt spid="45059">
                                            <p:txEl>
                                              <p:pRg st="4" end="4"/>
                                            </p:txEl>
                                          </p:spTgt>
                                        </p:tgtEl>
                                        <p:attrNameLst>
                                          <p:attrName>ppt_h</p:attrName>
                                        </p:attrNameLst>
                                      </p:cBhvr>
                                      <p:tavLst>
                                        <p:tav tm="0">
                                          <p:val>
                                            <p:fltVal val="0"/>
                                          </p:val>
                                        </p:tav>
                                        <p:tav tm="100000">
                                          <p:val>
                                            <p:strVal val="#ppt_h"/>
                                          </p:val>
                                        </p:tav>
                                      </p:tavLst>
                                    </p:anim>
                                    <p:animEffect transition="in" filter="fade">
                                      <p:cBhvr>
                                        <p:cTn id="33" dur="500"/>
                                        <p:tgtEl>
                                          <p:spTgt spid="45059">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53" presetClass="entr" presetSubtype="16" fill="hold" nodeType="clickEffect">
                                  <p:stCondLst>
                                    <p:cond delay="0"/>
                                  </p:stCondLst>
                                  <p:childTnLst>
                                    <p:set>
                                      <p:cBhvr>
                                        <p:cTn id="37" dur="1" fill="hold">
                                          <p:stCondLst>
                                            <p:cond delay="0"/>
                                          </p:stCondLst>
                                        </p:cTn>
                                        <p:tgtEl>
                                          <p:spTgt spid="45059">
                                            <p:txEl>
                                              <p:pRg st="5" end="5"/>
                                            </p:txEl>
                                          </p:spTgt>
                                        </p:tgtEl>
                                        <p:attrNameLst>
                                          <p:attrName>style.visibility</p:attrName>
                                        </p:attrNameLst>
                                      </p:cBhvr>
                                      <p:to>
                                        <p:strVal val="visible"/>
                                      </p:to>
                                    </p:set>
                                    <p:anim calcmode="lin" valueType="num">
                                      <p:cBhvr>
                                        <p:cTn id="38" dur="500" fill="hold"/>
                                        <p:tgtEl>
                                          <p:spTgt spid="45059">
                                            <p:txEl>
                                              <p:pRg st="5" end="5"/>
                                            </p:txEl>
                                          </p:spTgt>
                                        </p:tgtEl>
                                        <p:attrNameLst>
                                          <p:attrName>ppt_w</p:attrName>
                                        </p:attrNameLst>
                                      </p:cBhvr>
                                      <p:tavLst>
                                        <p:tav tm="0">
                                          <p:val>
                                            <p:fltVal val="0"/>
                                          </p:val>
                                        </p:tav>
                                        <p:tav tm="100000">
                                          <p:val>
                                            <p:strVal val="#ppt_w"/>
                                          </p:val>
                                        </p:tav>
                                      </p:tavLst>
                                    </p:anim>
                                    <p:anim calcmode="lin" valueType="num">
                                      <p:cBhvr>
                                        <p:cTn id="39" dur="500" fill="hold"/>
                                        <p:tgtEl>
                                          <p:spTgt spid="45059">
                                            <p:txEl>
                                              <p:pRg st="5" end="5"/>
                                            </p:txEl>
                                          </p:spTgt>
                                        </p:tgtEl>
                                        <p:attrNameLst>
                                          <p:attrName>ppt_h</p:attrName>
                                        </p:attrNameLst>
                                      </p:cBhvr>
                                      <p:tavLst>
                                        <p:tav tm="0">
                                          <p:val>
                                            <p:fltVal val="0"/>
                                          </p:val>
                                        </p:tav>
                                        <p:tav tm="100000">
                                          <p:val>
                                            <p:strVal val="#ppt_h"/>
                                          </p:val>
                                        </p:tav>
                                      </p:tavLst>
                                    </p:anim>
                                    <p:animEffect transition="in" filter="fade">
                                      <p:cBhvr>
                                        <p:cTn id="40" dur="500"/>
                                        <p:tgtEl>
                                          <p:spTgt spid="45059">
                                            <p:txEl>
                                              <p:pRg st="5" end="5"/>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53" presetClass="entr" presetSubtype="16" fill="hold" nodeType="clickEffect">
                                  <p:stCondLst>
                                    <p:cond delay="0"/>
                                  </p:stCondLst>
                                  <p:childTnLst>
                                    <p:set>
                                      <p:cBhvr>
                                        <p:cTn id="44" dur="1" fill="hold">
                                          <p:stCondLst>
                                            <p:cond delay="0"/>
                                          </p:stCondLst>
                                        </p:cTn>
                                        <p:tgtEl>
                                          <p:spTgt spid="45059">
                                            <p:txEl>
                                              <p:pRg st="6" end="6"/>
                                            </p:txEl>
                                          </p:spTgt>
                                        </p:tgtEl>
                                        <p:attrNameLst>
                                          <p:attrName>style.visibility</p:attrName>
                                        </p:attrNameLst>
                                      </p:cBhvr>
                                      <p:to>
                                        <p:strVal val="visible"/>
                                      </p:to>
                                    </p:set>
                                    <p:anim calcmode="lin" valueType="num">
                                      <p:cBhvr>
                                        <p:cTn id="45" dur="500" fill="hold"/>
                                        <p:tgtEl>
                                          <p:spTgt spid="45059">
                                            <p:txEl>
                                              <p:pRg st="6" end="6"/>
                                            </p:txEl>
                                          </p:spTgt>
                                        </p:tgtEl>
                                        <p:attrNameLst>
                                          <p:attrName>ppt_w</p:attrName>
                                        </p:attrNameLst>
                                      </p:cBhvr>
                                      <p:tavLst>
                                        <p:tav tm="0">
                                          <p:val>
                                            <p:fltVal val="0"/>
                                          </p:val>
                                        </p:tav>
                                        <p:tav tm="100000">
                                          <p:val>
                                            <p:strVal val="#ppt_w"/>
                                          </p:val>
                                        </p:tav>
                                      </p:tavLst>
                                    </p:anim>
                                    <p:anim calcmode="lin" valueType="num">
                                      <p:cBhvr>
                                        <p:cTn id="46" dur="500" fill="hold"/>
                                        <p:tgtEl>
                                          <p:spTgt spid="45059">
                                            <p:txEl>
                                              <p:pRg st="6" end="6"/>
                                            </p:txEl>
                                          </p:spTgt>
                                        </p:tgtEl>
                                        <p:attrNameLst>
                                          <p:attrName>ppt_h</p:attrName>
                                        </p:attrNameLst>
                                      </p:cBhvr>
                                      <p:tavLst>
                                        <p:tav tm="0">
                                          <p:val>
                                            <p:fltVal val="0"/>
                                          </p:val>
                                        </p:tav>
                                        <p:tav tm="100000">
                                          <p:val>
                                            <p:strVal val="#ppt_h"/>
                                          </p:val>
                                        </p:tav>
                                      </p:tavLst>
                                    </p:anim>
                                    <p:animEffect transition="in" filter="fade">
                                      <p:cBhvr>
                                        <p:cTn id="47" dur="500"/>
                                        <p:tgtEl>
                                          <p:spTgt spid="45059">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111619" name="Rectangle 18"/>
          <p:cNvSpPr>
            <a:spLocks noChangeArrowheads="1"/>
          </p:cNvSpPr>
          <p:nvPr/>
        </p:nvSpPr>
        <p:spPr bwMode="auto">
          <a:xfrm>
            <a:off x="6284913" y="2000250"/>
            <a:ext cx="963612"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11620"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111621" name="Line 20"/>
          <p:cNvSpPr>
            <a:spLocks noChangeShapeType="1"/>
          </p:cNvSpPr>
          <p:nvPr/>
        </p:nvSpPr>
        <p:spPr bwMode="auto">
          <a:xfrm flipH="1">
            <a:off x="6732588" y="1714500"/>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46086"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44744" name="Line 23"/>
          <p:cNvSpPr>
            <a:spLocks noChangeShapeType="1"/>
          </p:cNvSpPr>
          <p:nvPr/>
        </p:nvSpPr>
        <p:spPr bwMode="auto">
          <a:xfrm flipH="1">
            <a:off x="6735763" y="2357438"/>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11625" name="Rectangle 24"/>
          <p:cNvSpPr>
            <a:spLocks noChangeArrowheads="1"/>
          </p:cNvSpPr>
          <p:nvPr/>
        </p:nvSpPr>
        <p:spPr bwMode="auto">
          <a:xfrm>
            <a:off x="5337175" y="2692400"/>
            <a:ext cx="966788" cy="531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244746" name="Rectangle 25"/>
          <p:cNvSpPr>
            <a:spLocks noChangeArrowheads="1"/>
          </p:cNvSpPr>
          <p:nvPr/>
        </p:nvSpPr>
        <p:spPr bwMode="auto">
          <a:xfrm>
            <a:off x="6300788" y="2709863"/>
            <a:ext cx="965200" cy="531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dirty="0">
                <a:solidFill>
                  <a:srgbClr val="000000"/>
                </a:solidFill>
                <a:ea typeface="宋体" panose="02010600030101010101" pitchFamily="2" charset="-122"/>
                <a:cs typeface="Times New Roman" panose="02020603050405020304" pitchFamily="18" charset="0"/>
              </a:rPr>
              <a:t>q</a:t>
            </a:r>
            <a:r>
              <a:rPr lang="en-US" altLang="zh-CN" sz="1800" dirty="0">
                <a:solidFill>
                  <a:srgbClr val="000000"/>
                </a:solidFill>
                <a:ea typeface="宋体" panose="02010600030101010101" pitchFamily="2" charset="-122"/>
                <a:cs typeface="Times New Roman" panose="02020603050405020304" pitchFamily="18" charset="0"/>
              </a:rPr>
              <a:t>(1,3)</a:t>
            </a:r>
          </a:p>
        </p:txBody>
      </p:sp>
      <p:sp>
        <p:nvSpPr>
          <p:cNvPr id="244749" name="Rectangle 28"/>
          <p:cNvSpPr>
            <a:spLocks noChangeArrowheads="1"/>
          </p:cNvSpPr>
          <p:nvPr/>
        </p:nvSpPr>
        <p:spPr bwMode="auto">
          <a:xfrm>
            <a:off x="5621338" y="3419475"/>
            <a:ext cx="966787"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dirty="0">
                <a:solidFill>
                  <a:srgbClr val="000000"/>
                </a:solidFill>
                <a:ea typeface="宋体" panose="02010600030101010101" pitchFamily="2" charset="-122"/>
                <a:cs typeface="Times New Roman" panose="02020603050405020304" pitchFamily="18" charset="0"/>
              </a:rPr>
              <a:t>p</a:t>
            </a:r>
            <a:r>
              <a:rPr lang="en-US" altLang="zh-CN" sz="1800" dirty="0">
                <a:solidFill>
                  <a:srgbClr val="000000"/>
                </a:solidFill>
                <a:ea typeface="宋体" panose="02010600030101010101" pitchFamily="2" charset="-122"/>
                <a:cs typeface="Times New Roman" panose="02020603050405020304" pitchFamily="18" charset="0"/>
              </a:rPr>
              <a:t>(1,3)</a:t>
            </a:r>
          </a:p>
        </p:txBody>
      </p:sp>
      <p:sp>
        <p:nvSpPr>
          <p:cNvPr id="244750" name="Line 29"/>
          <p:cNvSpPr>
            <a:spLocks noChangeShapeType="1"/>
          </p:cNvSpPr>
          <p:nvPr/>
        </p:nvSpPr>
        <p:spPr bwMode="auto">
          <a:xfrm flipH="1">
            <a:off x="5899150" y="3055938"/>
            <a:ext cx="601663" cy="44450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11629"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11630" name="组合 113"/>
          <p:cNvGrpSpPr>
            <a:grpSpLocks/>
          </p:cNvGrpSpPr>
          <p:nvPr/>
        </p:nvGrpSpPr>
        <p:grpSpPr bwMode="auto">
          <a:xfrm>
            <a:off x="179388" y="2787650"/>
            <a:ext cx="3140075" cy="1728788"/>
            <a:chOff x="5003799" y="500048"/>
            <a:chExt cx="3282977" cy="1803794"/>
          </a:xfrm>
        </p:grpSpPr>
        <p:sp>
          <p:nvSpPr>
            <p:cNvPr id="21"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rgbClr val="5EAEFF"/>
                </a:buClr>
                <a:buSzPct val="60000"/>
                <a:defRPr/>
              </a:pPr>
              <a:r>
                <a:rPr lang="zh-CN" altLang="en-US" sz="1200" dirty="0">
                  <a:solidFill>
                    <a:prstClr val="black"/>
                  </a:solidFill>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rgbClr val="5EAEFF"/>
                </a:buClr>
                <a:buSzPct val="60000"/>
                <a:defRPr/>
              </a:pPr>
              <a:r>
                <a:rPr lang="en-US" altLang="zh-CN" sz="1800" i="1" dirty="0">
                  <a:solidFill>
                    <a:prstClr val="black"/>
                  </a:solidFill>
                  <a:ea typeface="楷体_GB2312"/>
                  <a:cs typeface="Times New Roman" pitchFamily="18" charset="0"/>
                </a:rPr>
                <a:t>sort</a:t>
              </a:r>
              <a:r>
                <a:rPr lang="en-US" altLang="zh-CN" sz="1800" dirty="0">
                  <a:solidFill>
                    <a:prstClr val="black"/>
                  </a:solidFill>
                  <a:ea typeface="楷体_GB2312"/>
                  <a:cs typeface="Times New Roman" pitchFamily="18" charset="0"/>
                </a:rPr>
                <a:t>		            1</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err="1">
                  <a:solidFill>
                    <a:prstClr val="black"/>
                  </a:solidFill>
                  <a:ea typeface="楷体_GB2312"/>
                  <a:cs typeface="Times New Roman" pitchFamily="18" charset="0"/>
                </a:rPr>
                <a:t>readarray</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exchange</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quicksort</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partition</a:t>
              </a:r>
              <a:r>
                <a:rPr lang="en-US" altLang="zh-CN" sz="1800" dirty="0">
                  <a:solidFill>
                    <a:prstClr val="black"/>
                  </a:solidFill>
                  <a:ea typeface="楷体_GB2312"/>
                  <a:cs typeface="Times New Roman" pitchFamily="18" charset="0"/>
                </a:rPr>
                <a:t>	            3</a:t>
              </a:r>
            </a:p>
          </p:txBody>
        </p:sp>
        <p:cxnSp>
          <p:nvCxnSpPr>
            <p:cNvPr id="22" name="直接连接符 21"/>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1631" name="Group 99"/>
          <p:cNvGrpSpPr>
            <a:grpSpLocks/>
          </p:cNvGrpSpPr>
          <p:nvPr/>
        </p:nvGrpSpPr>
        <p:grpSpPr bwMode="auto">
          <a:xfrm>
            <a:off x="3898900" y="444500"/>
            <a:ext cx="923925" cy="647700"/>
            <a:chOff x="975" y="2750"/>
            <a:chExt cx="776" cy="544"/>
          </a:xfrm>
        </p:grpSpPr>
        <p:sp>
          <p:nvSpPr>
            <p:cNvPr id="30"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9"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5"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70"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s</a:t>
              </a:r>
            </a:p>
          </p:txBody>
        </p:sp>
        <p:sp>
          <p:nvSpPr>
            <p:cNvPr id="111671"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a</a:t>
              </a:r>
            </a:p>
          </p:txBody>
        </p:sp>
        <p:sp>
          <p:nvSpPr>
            <p:cNvPr id="111672"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d[1]</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111632"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11633" name="Group 99"/>
          <p:cNvGrpSpPr>
            <a:grpSpLocks/>
          </p:cNvGrpSpPr>
          <p:nvPr/>
        </p:nvGrpSpPr>
        <p:grpSpPr bwMode="auto">
          <a:xfrm>
            <a:off x="3905250" y="1092345"/>
            <a:ext cx="954088" cy="636587"/>
            <a:chOff x="948" y="2750"/>
            <a:chExt cx="802" cy="534"/>
          </a:xfrm>
        </p:grpSpPr>
        <p:sp>
          <p:nvSpPr>
            <p:cNvPr id="38"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7"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3"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64"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q</a:t>
              </a:r>
              <a:r>
                <a:rPr lang="en-US" altLang="zh-CN" sz="1200">
                  <a:solidFill>
                    <a:prstClr val="black"/>
                  </a:solidFill>
                  <a:cs typeface="Times New Roman" panose="02020603050405020304" pitchFamily="18" charset="0"/>
                </a:rPr>
                <a:t> (1, 9)</a:t>
              </a:r>
            </a:p>
          </p:txBody>
        </p:sp>
        <p:sp>
          <p:nvSpPr>
            <p:cNvPr id="111665"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v</a:t>
              </a:r>
            </a:p>
          </p:txBody>
        </p:sp>
        <p:sp>
          <p:nvSpPr>
            <p:cNvPr id="111666"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grpSp>
        <p:nvGrpSpPr>
          <p:cNvPr id="7" name="Group 99"/>
          <p:cNvGrpSpPr>
            <a:grpSpLocks/>
          </p:cNvGrpSpPr>
          <p:nvPr/>
        </p:nvGrpSpPr>
        <p:grpSpPr bwMode="auto">
          <a:xfrm>
            <a:off x="3905250" y="1728932"/>
            <a:ext cx="954088" cy="635000"/>
            <a:chOff x="948" y="2750"/>
            <a:chExt cx="802" cy="534"/>
          </a:xfrm>
        </p:grpSpPr>
        <p:sp>
          <p:nvSpPr>
            <p:cNvPr id="54"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3"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49"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5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q</a:t>
              </a:r>
              <a:r>
                <a:rPr lang="en-US" altLang="zh-CN" sz="1200">
                  <a:solidFill>
                    <a:prstClr val="black"/>
                  </a:solidFill>
                  <a:cs typeface="Times New Roman" panose="02020603050405020304" pitchFamily="18" charset="0"/>
                </a:rPr>
                <a:t> (1, 3)</a:t>
              </a:r>
            </a:p>
          </p:txBody>
        </p:sp>
        <p:sp>
          <p:nvSpPr>
            <p:cNvPr id="11165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v</a:t>
              </a:r>
            </a:p>
          </p:txBody>
        </p:sp>
        <p:sp>
          <p:nvSpPr>
            <p:cNvPr id="11166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grpSp>
        <p:nvGrpSpPr>
          <p:cNvPr id="8" name="Group 99"/>
          <p:cNvGrpSpPr>
            <a:grpSpLocks/>
          </p:cNvGrpSpPr>
          <p:nvPr/>
        </p:nvGrpSpPr>
        <p:grpSpPr bwMode="auto">
          <a:xfrm>
            <a:off x="3905250" y="2356968"/>
            <a:ext cx="954088" cy="635000"/>
            <a:chOff x="948" y="2750"/>
            <a:chExt cx="802" cy="534"/>
          </a:xfrm>
        </p:grpSpPr>
        <p:sp>
          <p:nvSpPr>
            <p:cNvPr id="6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6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52"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p</a:t>
              </a:r>
              <a:r>
                <a:rPr lang="en-US" altLang="zh-CN" sz="1200">
                  <a:solidFill>
                    <a:prstClr val="black"/>
                  </a:solidFill>
                  <a:cs typeface="Times New Roman" panose="02020603050405020304" pitchFamily="18" charset="0"/>
                </a:rPr>
                <a:t> (1, 3)</a:t>
              </a:r>
            </a:p>
          </p:txBody>
        </p:sp>
        <p:sp>
          <p:nvSpPr>
            <p:cNvPr id="111653"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i, j</a:t>
              </a:r>
            </a:p>
          </p:txBody>
        </p:sp>
        <p:sp>
          <p:nvSpPr>
            <p:cNvPr id="111654"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d[3]</a:t>
              </a: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62" name="Line 12"/>
          <p:cNvSpPr>
            <a:spLocks noChangeShapeType="1"/>
          </p:cNvSpPr>
          <p:nvPr/>
        </p:nvSpPr>
        <p:spPr bwMode="auto">
          <a:xfrm flipH="1">
            <a:off x="5632450" y="3027363"/>
            <a:ext cx="0" cy="293687"/>
          </a:xfrm>
          <a:prstGeom prst="line">
            <a:avLst/>
          </a:prstGeom>
          <a:noFill/>
          <a:ln w="25400">
            <a:solidFill>
              <a:schemeClr val="tx2">
                <a:lumMod val="60000"/>
                <a:lumOff val="40000"/>
              </a:schemeClr>
            </a:solidFill>
            <a:round/>
            <a:headEnd/>
            <a:tailEnd/>
          </a:ln>
        </p:spPr>
        <p:txBody>
          <a:bodyPr/>
          <a:lstStyle/>
          <a:p>
            <a:pPr eaLnBrk="1" hangingPunct="1">
              <a:defRPr/>
            </a:pPr>
            <a:endParaRPr lang="zh-CN" altLang="en-US">
              <a:solidFill>
                <a:prstClr val="black"/>
              </a:solidFill>
              <a:ea typeface="宋体" pitchFamily="2" charset="-122"/>
            </a:endParaRPr>
          </a:p>
        </p:txBody>
      </p:sp>
      <p:sp>
        <p:nvSpPr>
          <p:cNvPr id="111637" name="Rectangle 22"/>
          <p:cNvSpPr>
            <a:spLocks noChangeArrowheads="1"/>
          </p:cNvSpPr>
          <p:nvPr/>
        </p:nvSpPr>
        <p:spPr bwMode="auto">
          <a:xfrm>
            <a:off x="5468938" y="3243263"/>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solidFill>
                  <a:prstClr val="black"/>
                </a:solidFill>
                <a:ea typeface="宋体" panose="02010600030101010101" pitchFamily="2" charset="-122"/>
              </a:rPr>
              <a:t>e</a:t>
            </a:r>
          </a:p>
        </p:txBody>
      </p:sp>
      <p:sp>
        <p:nvSpPr>
          <p:cNvPr id="67" name="Line 12"/>
          <p:cNvSpPr>
            <a:spLocks noChangeShapeType="1"/>
          </p:cNvSpPr>
          <p:nvPr/>
        </p:nvSpPr>
        <p:spPr bwMode="auto">
          <a:xfrm flipH="1">
            <a:off x="5834063" y="3741738"/>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solidFill>
                <a:prstClr val="black"/>
              </a:solidFill>
            </a:endParaRPr>
          </a:p>
        </p:txBody>
      </p:sp>
      <p:sp>
        <p:nvSpPr>
          <p:cNvPr id="68" name="Rectangle 22"/>
          <p:cNvSpPr>
            <a:spLocks noChangeArrowheads="1"/>
          </p:cNvSpPr>
          <p:nvPr/>
        </p:nvSpPr>
        <p:spPr bwMode="auto">
          <a:xfrm>
            <a:off x="5670550" y="3957638"/>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solidFill>
                  <a:prstClr val="black"/>
                </a:solidFill>
                <a:ea typeface="宋体" panose="02010600030101010101" pitchFamily="2" charset="-122"/>
              </a:rPr>
              <a:t>e</a:t>
            </a:r>
          </a:p>
        </p:txBody>
      </p:sp>
      <p:grpSp>
        <p:nvGrpSpPr>
          <p:cNvPr id="9" name="Group 99"/>
          <p:cNvGrpSpPr>
            <a:grpSpLocks/>
          </p:cNvGrpSpPr>
          <p:nvPr/>
        </p:nvGrpSpPr>
        <p:grpSpPr bwMode="auto">
          <a:xfrm>
            <a:off x="3905250" y="2994277"/>
            <a:ext cx="954088" cy="636588"/>
            <a:chOff x="948" y="2750"/>
            <a:chExt cx="802" cy="534"/>
          </a:xfrm>
        </p:grpSpPr>
        <p:sp>
          <p:nvSpPr>
            <p:cNvPr id="75"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74"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70"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46"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e</a:t>
              </a:r>
              <a:endParaRPr lang="en-US" altLang="zh-CN" sz="1200">
                <a:solidFill>
                  <a:prstClr val="black"/>
                </a:solidFill>
                <a:cs typeface="Times New Roman" panose="02020603050405020304" pitchFamily="18" charset="0"/>
              </a:endParaRPr>
            </a:p>
          </p:txBody>
        </p:sp>
        <p:sp>
          <p:nvSpPr>
            <p:cNvPr id="111647"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en-US" altLang="zh-CN" sz="1200" i="1">
                <a:solidFill>
                  <a:prstClr val="black"/>
                </a:solidFill>
                <a:cs typeface="Times New Roman" panose="02020603050405020304" pitchFamily="18" charset="0"/>
              </a:endParaRPr>
            </a:p>
          </p:txBody>
        </p:sp>
        <p:sp>
          <p:nvSpPr>
            <p:cNvPr id="111648"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3" name="任意多边形 2"/>
          <p:cNvSpPr/>
          <p:nvPr/>
        </p:nvSpPr>
        <p:spPr>
          <a:xfrm>
            <a:off x="4824413" y="2082080"/>
            <a:ext cx="439737" cy="1215158"/>
          </a:xfrm>
          <a:custGeom>
            <a:avLst/>
            <a:gdLst>
              <a:gd name="connsiteX0" fmla="*/ 0 w 438897"/>
              <a:gd name="connsiteY0" fmla="*/ 2442758 h 2442758"/>
              <a:gd name="connsiteX1" fmla="*/ 421105 w 438897"/>
              <a:gd name="connsiteY1" fmla="*/ 1347884 h 2442758"/>
              <a:gd name="connsiteX2" fmla="*/ 324853 w 438897"/>
              <a:gd name="connsiteY2" fmla="*/ 192852 h 2442758"/>
              <a:gd name="connsiteX3" fmla="*/ 0 w 438897"/>
              <a:gd name="connsiteY3" fmla="*/ 12379 h 2442758"/>
            </a:gdLst>
            <a:ahLst/>
            <a:cxnLst>
              <a:cxn ang="0">
                <a:pos x="connsiteX0" y="connsiteY0"/>
              </a:cxn>
              <a:cxn ang="0">
                <a:pos x="connsiteX1" y="connsiteY1"/>
              </a:cxn>
              <a:cxn ang="0">
                <a:pos x="connsiteX2" y="connsiteY2"/>
              </a:cxn>
              <a:cxn ang="0">
                <a:pos x="connsiteX3" y="connsiteY3"/>
              </a:cxn>
            </a:cxnLst>
            <a:rect l="l" t="t" r="r" b="b"/>
            <a:pathLst>
              <a:path w="438897" h="2442758">
                <a:moveTo>
                  <a:pt x="0" y="2442758"/>
                </a:moveTo>
                <a:cubicBezTo>
                  <a:pt x="183481" y="2082813"/>
                  <a:pt x="366963" y="1722868"/>
                  <a:pt x="421105" y="1347884"/>
                </a:cubicBezTo>
                <a:cubicBezTo>
                  <a:pt x="475247" y="972900"/>
                  <a:pt x="395037" y="415436"/>
                  <a:pt x="324853" y="192852"/>
                </a:cubicBezTo>
                <a:cubicBezTo>
                  <a:pt x="254669" y="-29732"/>
                  <a:pt x="127334" y="-8677"/>
                  <a:pt x="0" y="12379"/>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solidFill>
                <a:prstClr val="white"/>
              </a:solidFill>
            </a:endParaRPr>
          </a:p>
        </p:txBody>
      </p:sp>
      <p:sp>
        <p:nvSpPr>
          <p:cNvPr id="63" name="Line 22"/>
          <p:cNvSpPr>
            <a:spLocks noChangeShapeType="1"/>
          </p:cNvSpPr>
          <p:nvPr/>
        </p:nvSpPr>
        <p:spPr bwMode="auto">
          <a:xfrm flipH="1">
            <a:off x="5688013" y="2355850"/>
            <a:ext cx="709612" cy="354013"/>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65" name="Line 22"/>
          <p:cNvSpPr>
            <a:spLocks noChangeShapeType="1"/>
          </p:cNvSpPr>
          <p:nvPr/>
        </p:nvSpPr>
        <p:spPr bwMode="auto">
          <a:xfrm flipH="1">
            <a:off x="5688013" y="2359025"/>
            <a:ext cx="709612" cy="354013"/>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lIns="68580" tIns="34290" rIns="68580" bIns="34290"/>
          <a:lstStyle/>
          <a:p>
            <a:pPr>
              <a:defRPr/>
            </a:pPr>
            <a:endParaRPr lang="zh-CN" altLang="en-US">
              <a:solidFill>
                <a:prstClr val="black"/>
              </a:solidFill>
            </a:endParaRPr>
          </a:p>
        </p:txBody>
      </p:sp>
      <p:sp>
        <p:nvSpPr>
          <p:cNvPr id="66" name="Rectangle 7"/>
          <p:cNvSpPr>
            <a:spLocks noChangeArrowheads="1"/>
          </p:cNvSpPr>
          <p:nvPr/>
        </p:nvSpPr>
        <p:spPr bwMode="auto">
          <a:xfrm>
            <a:off x="2769975" y="72092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sp>
        <p:nvSpPr>
          <p:cNvPr id="69" name="Text Box 8"/>
          <p:cNvSpPr txBox="1">
            <a:spLocks noChangeArrowheads="1"/>
          </p:cNvSpPr>
          <p:nvPr/>
        </p:nvSpPr>
        <p:spPr bwMode="auto">
          <a:xfrm>
            <a:off x="2627840" y="313413"/>
            <a:ext cx="11677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spcBef>
                <a:spcPct val="50000"/>
              </a:spcBef>
            </a:pPr>
            <a:r>
              <a:rPr kumimoji="1" lang="en-US" altLang="zh-CN" sz="1800" b="0" dirty="0">
                <a:solidFill>
                  <a:srgbClr val="000000"/>
                </a:solidFill>
                <a:ea typeface="宋体" panose="02010600030101010101" pitchFamily="2" charset="-122"/>
              </a:rPr>
              <a:t>display</a:t>
            </a:r>
            <a:r>
              <a:rPr kumimoji="1" lang="zh-CN" altLang="en-US" sz="1800" b="0" dirty="0">
                <a:solidFill>
                  <a:srgbClr val="000000"/>
                </a:solidFill>
                <a:ea typeface="宋体" panose="02010600030101010101" pitchFamily="2" charset="-122"/>
              </a:rPr>
              <a:t>表</a:t>
            </a:r>
            <a:endParaRPr kumimoji="1" lang="en-US" altLang="zh-CN" sz="1800" b="0" dirty="0">
              <a:solidFill>
                <a:srgbClr val="000000"/>
              </a:solidFill>
              <a:ea typeface="宋体" panose="02010600030101010101" pitchFamily="2" charset="-122"/>
            </a:endParaRPr>
          </a:p>
        </p:txBody>
      </p:sp>
      <p:sp>
        <p:nvSpPr>
          <p:cNvPr id="71" name="Text Box 12"/>
          <p:cNvSpPr txBox="1">
            <a:spLocks noChangeArrowheads="1"/>
          </p:cNvSpPr>
          <p:nvPr/>
        </p:nvSpPr>
        <p:spPr bwMode="auto">
          <a:xfrm>
            <a:off x="2253243" y="67419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d[1]</a:t>
            </a:r>
          </a:p>
        </p:txBody>
      </p:sp>
      <p:cxnSp>
        <p:nvCxnSpPr>
          <p:cNvPr id="72" name="直接箭头连接符 71"/>
          <p:cNvCxnSpPr/>
          <p:nvPr/>
        </p:nvCxnSpPr>
        <p:spPr>
          <a:xfrm>
            <a:off x="3315399" y="876673"/>
            <a:ext cx="52396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3" name="组合 72"/>
          <p:cNvGrpSpPr/>
          <p:nvPr/>
        </p:nvGrpSpPr>
        <p:grpSpPr>
          <a:xfrm>
            <a:off x="2253243" y="950619"/>
            <a:ext cx="1234705" cy="369332"/>
            <a:chOff x="2253243" y="950619"/>
            <a:chExt cx="1234705" cy="369332"/>
          </a:xfrm>
        </p:grpSpPr>
        <p:sp>
          <p:nvSpPr>
            <p:cNvPr id="76"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d[2]</a:t>
              </a:r>
            </a:p>
          </p:txBody>
        </p:sp>
        <p:sp>
          <p:nvSpPr>
            <p:cNvPr id="77"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78" name="组合 77"/>
          <p:cNvGrpSpPr/>
          <p:nvPr/>
        </p:nvGrpSpPr>
        <p:grpSpPr>
          <a:xfrm>
            <a:off x="2250361" y="1226984"/>
            <a:ext cx="1234705" cy="369332"/>
            <a:chOff x="2253243" y="950619"/>
            <a:chExt cx="1234705" cy="369332"/>
          </a:xfrm>
        </p:grpSpPr>
        <p:sp>
          <p:nvSpPr>
            <p:cNvPr id="79"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d[3]</a:t>
              </a:r>
            </a:p>
          </p:txBody>
        </p:sp>
        <p:sp>
          <p:nvSpPr>
            <p:cNvPr id="80"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84" name="组合 83"/>
          <p:cNvGrpSpPr/>
          <p:nvPr/>
        </p:nvGrpSpPr>
        <p:grpSpPr>
          <a:xfrm>
            <a:off x="3319463" y="1121966"/>
            <a:ext cx="519904" cy="1017841"/>
            <a:chOff x="3319463" y="1121966"/>
            <a:chExt cx="519904" cy="1017841"/>
          </a:xfrm>
        </p:grpSpPr>
        <p:cxnSp>
          <p:nvCxnSpPr>
            <p:cNvPr id="85" name="直接箭头连接符 84"/>
            <p:cNvCxnSpPr/>
            <p:nvPr/>
          </p:nvCxnSpPr>
          <p:spPr>
            <a:xfrm>
              <a:off x="3608785" y="1121966"/>
              <a:ext cx="230582" cy="101784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直接连接符 85"/>
            <p:cNvCxnSpPr/>
            <p:nvPr/>
          </p:nvCxnSpPr>
          <p:spPr>
            <a:xfrm>
              <a:off x="3319463" y="1131590"/>
              <a:ext cx="27801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7" name="Freeform 56"/>
          <p:cNvSpPr>
            <a:spLocks/>
          </p:cNvSpPr>
          <p:nvPr/>
        </p:nvSpPr>
        <p:spPr bwMode="auto">
          <a:xfrm rot="-511685">
            <a:off x="4810801" y="1399303"/>
            <a:ext cx="290707" cy="610954"/>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solidFill>
                <a:prstClr val="black"/>
              </a:solidFill>
            </a:endParaRPr>
          </a:p>
        </p:txBody>
      </p:sp>
      <p:grpSp>
        <p:nvGrpSpPr>
          <p:cNvPr id="81" name="组合 80"/>
          <p:cNvGrpSpPr/>
          <p:nvPr/>
        </p:nvGrpSpPr>
        <p:grpSpPr>
          <a:xfrm>
            <a:off x="3316581" y="1419622"/>
            <a:ext cx="522786" cy="1367885"/>
            <a:chOff x="3319463" y="1121966"/>
            <a:chExt cx="522786" cy="1367885"/>
          </a:xfrm>
        </p:grpSpPr>
        <p:cxnSp>
          <p:nvCxnSpPr>
            <p:cNvPr id="82" name="直接箭头连接符 81"/>
            <p:cNvCxnSpPr/>
            <p:nvPr/>
          </p:nvCxnSpPr>
          <p:spPr>
            <a:xfrm>
              <a:off x="3608785" y="1121966"/>
              <a:ext cx="233464" cy="136788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接连接符 82"/>
            <p:cNvCxnSpPr/>
            <p:nvPr/>
          </p:nvCxnSpPr>
          <p:spPr>
            <a:xfrm>
              <a:off x="3319463" y="1131590"/>
              <a:ext cx="27801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8"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Tree>
    <p:extLst>
      <p:ext uri="{BB962C8B-B14F-4D97-AF65-F5344CB8AC3E}">
        <p14:creationId xmlns:p14="http://schemas.microsoft.com/office/powerpoint/2010/main" val="2574933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down)">
                                      <p:cBhvr>
                                        <p:cTn id="7" dur="500"/>
                                        <p:tgtEl>
                                          <p:spTgt spid="67"/>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68"/>
                                        </p:tgtEl>
                                        <p:attrNameLst>
                                          <p:attrName>style.visibility</p:attrName>
                                        </p:attrNameLst>
                                      </p:cBhvr>
                                      <p:to>
                                        <p:strVal val="visible"/>
                                      </p:to>
                                    </p:set>
                                    <p:animEffect transition="in" filter="wipe(down)">
                                      <p:cBhvr>
                                        <p:cTn id="10" dur="500"/>
                                        <p:tgtEl>
                                          <p:spTgt spid="68"/>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down)">
                                      <p:cBhvr>
                                        <p:cTn id="15" dur="500"/>
                                        <p:tgtEl>
                                          <p:spTgt spid="9"/>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P spid="68" grpId="0"/>
      <p:bldP spid="3"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3"/>
          <p:cNvSpPr>
            <a:spLocks noGrp="1" noChangeArrowheads="1"/>
          </p:cNvSpPr>
          <p:nvPr>
            <p:ph idx="1"/>
          </p:nvPr>
        </p:nvSpPr>
        <p:spPr>
          <a:xfrm>
            <a:off x="428625" y="785813"/>
            <a:ext cx="8258175" cy="4089399"/>
          </a:xfrm>
        </p:spPr>
        <p:txBody>
          <a:bodyPr/>
          <a:lstStyle/>
          <a:p>
            <a:pPr>
              <a:spcBef>
                <a:spcPts val="600"/>
              </a:spcBef>
              <a:buClrTx/>
              <a:buFont typeface="Wingdings" pitchFamily="2" charset="2"/>
              <a:buChar char="Ø"/>
              <a:defRPr/>
            </a:pPr>
            <a:r>
              <a:rPr lang="zh-CN" altLang="en-US" b="1" dirty="0">
                <a:solidFill>
                  <a:schemeClr val="tx1"/>
                </a:solidFill>
                <a:cs typeface="Times New Roman" pitchFamily="18" charset="0"/>
              </a:rPr>
              <a:t>每当</a:t>
            </a:r>
            <a:r>
              <a:rPr lang="zh-CN" altLang="en-US" b="1" dirty="0">
                <a:solidFill>
                  <a:srgbClr val="0070C0"/>
                </a:solidFill>
                <a:cs typeface="Times New Roman" pitchFamily="18" charset="0"/>
              </a:rPr>
              <a:t>开始</a:t>
            </a:r>
            <a:r>
              <a:rPr lang="zh-CN" altLang="en-US" b="1" dirty="0">
                <a:solidFill>
                  <a:schemeClr val="tx1"/>
                </a:solidFill>
                <a:cs typeface="Times New Roman" pitchFamily="18" charset="0"/>
              </a:rPr>
              <a:t>一个新活动时都要</a:t>
            </a:r>
            <a:r>
              <a:rPr lang="zh-CN" altLang="en-US" b="1" dirty="0">
                <a:solidFill>
                  <a:srgbClr val="0070C0"/>
                </a:solidFill>
                <a:cs typeface="Times New Roman" pitchFamily="18" charset="0"/>
              </a:rPr>
              <a:t>修改</a:t>
            </a:r>
            <a:r>
              <a:rPr lang="en-US" altLang="zh-CN" b="1" dirty="0">
                <a:solidFill>
                  <a:schemeClr val="tx1"/>
                </a:solidFill>
                <a:cs typeface="Times New Roman" pitchFamily="18" charset="0"/>
              </a:rPr>
              <a:t>display</a:t>
            </a:r>
            <a:r>
              <a:rPr lang="zh-CN" altLang="en-US" b="1" dirty="0">
                <a:solidFill>
                  <a:schemeClr val="tx1"/>
                </a:solidFill>
                <a:cs typeface="Times New Roman" pitchFamily="18" charset="0"/>
              </a:rPr>
              <a:t>表。</a:t>
            </a:r>
            <a:endParaRPr lang="en-US" altLang="zh-CN" b="1" dirty="0">
              <a:solidFill>
                <a:schemeClr val="tx1"/>
              </a:solidFill>
              <a:cs typeface="Times New Roman" pitchFamily="18" charset="0"/>
            </a:endParaRPr>
          </a:p>
          <a:p>
            <a:pPr lvl="1">
              <a:spcBef>
                <a:spcPts val="600"/>
              </a:spcBef>
              <a:buClrTx/>
              <a:buFont typeface="Wingdings" pitchFamily="2" charset="2"/>
              <a:buChar char="Ø"/>
              <a:defRPr/>
            </a:pPr>
            <a:r>
              <a:rPr lang="zh-CN" altLang="en-US" b="1" dirty="0">
                <a:solidFill>
                  <a:schemeClr val="tx1"/>
                </a:solidFill>
                <a:cs typeface="Times New Roman" pitchFamily="18" charset="0"/>
              </a:rPr>
              <a:t>如果嵌套深度为</a:t>
            </a:r>
            <a:r>
              <a:rPr lang="en-US" altLang="zh-CN" b="1" i="1" dirty="0">
                <a:solidFill>
                  <a:schemeClr val="tx1"/>
                </a:solidFill>
                <a:cs typeface="Times New Roman" pitchFamily="18" charset="0"/>
              </a:rPr>
              <a:t>n</a:t>
            </a:r>
            <a:r>
              <a:rPr lang="en-US" altLang="zh-CN" b="1" i="1" baseline="-25000" dirty="0">
                <a:solidFill>
                  <a:schemeClr val="tx1"/>
                </a:solidFill>
                <a:cs typeface="Times New Roman" pitchFamily="18" charset="0"/>
              </a:rPr>
              <a:t>p</a:t>
            </a:r>
            <a:r>
              <a:rPr lang="zh-CN" altLang="en-US" b="1" dirty="0">
                <a:solidFill>
                  <a:schemeClr val="tx1"/>
                </a:solidFill>
                <a:cs typeface="Times New Roman" pitchFamily="18" charset="0"/>
              </a:rPr>
              <a:t>的过程 </a:t>
            </a:r>
            <a:r>
              <a:rPr lang="en-US" altLang="zh-CN" b="1" i="1" dirty="0">
                <a:solidFill>
                  <a:srgbClr val="0070C0"/>
                </a:solidFill>
                <a:cs typeface="Times New Roman" pitchFamily="18" charset="0"/>
              </a:rPr>
              <a:t>p</a:t>
            </a:r>
            <a:r>
              <a:rPr lang="zh-CN" altLang="en-US" b="1" dirty="0">
                <a:solidFill>
                  <a:srgbClr val="0070C0"/>
                </a:solidFill>
                <a:cs typeface="Times New Roman" pitchFamily="18" charset="0"/>
              </a:rPr>
              <a:t>被调用</a:t>
            </a:r>
            <a:r>
              <a:rPr lang="zh-CN" altLang="en-US" b="1" dirty="0">
                <a:solidFill>
                  <a:schemeClr val="tx1"/>
                </a:solidFill>
                <a:cs typeface="Times New Roman" pitchFamily="18" charset="0"/>
              </a:rPr>
              <a:t>，并且栈中已存在嵌套深度为</a:t>
            </a:r>
            <a:r>
              <a:rPr lang="en-US" altLang="zh-CN" b="1" i="1" dirty="0">
                <a:solidFill>
                  <a:schemeClr val="tx1"/>
                </a:solidFill>
                <a:cs typeface="Times New Roman" pitchFamily="18" charset="0"/>
              </a:rPr>
              <a:t>n</a:t>
            </a:r>
            <a:r>
              <a:rPr lang="en-US" altLang="zh-CN" b="1" i="1" baseline="-25000" dirty="0">
                <a:solidFill>
                  <a:schemeClr val="tx1"/>
                </a:solidFill>
                <a:cs typeface="Times New Roman" pitchFamily="18" charset="0"/>
              </a:rPr>
              <a:t>p</a:t>
            </a:r>
            <a:r>
              <a:rPr lang="zh-CN" altLang="en-US" b="1" dirty="0">
                <a:solidFill>
                  <a:schemeClr val="tx1"/>
                </a:solidFill>
                <a:cs typeface="Times New Roman" pitchFamily="18" charset="0"/>
              </a:rPr>
              <a:t>的活动记录，则 </a:t>
            </a:r>
            <a:r>
              <a:rPr lang="en-US" altLang="zh-CN" b="1" i="1" dirty="0">
                <a:solidFill>
                  <a:srgbClr val="0070C0"/>
                </a:solidFill>
                <a:cs typeface="Times New Roman" pitchFamily="18" charset="0"/>
              </a:rPr>
              <a:t>p</a:t>
            </a:r>
            <a:r>
              <a:rPr lang="zh-CN" altLang="en-US" b="1" dirty="0">
                <a:solidFill>
                  <a:srgbClr val="0070C0"/>
                </a:solidFill>
                <a:cs typeface="Times New Roman" pitchFamily="18" charset="0"/>
              </a:rPr>
              <a:t>的活动记录</a:t>
            </a:r>
            <a:r>
              <a:rPr lang="zh-CN" altLang="en-US" b="1" dirty="0">
                <a:solidFill>
                  <a:schemeClr val="tx1"/>
                </a:solidFill>
                <a:cs typeface="Times New Roman" pitchFamily="18" charset="0"/>
              </a:rPr>
              <a:t>要</a:t>
            </a:r>
            <a:r>
              <a:rPr lang="zh-CN" altLang="en-US" b="1" dirty="0">
                <a:solidFill>
                  <a:srgbClr val="0070C0"/>
                </a:solidFill>
                <a:cs typeface="Times New Roman" pitchFamily="18" charset="0"/>
              </a:rPr>
              <a:t>保存</a:t>
            </a:r>
            <a:r>
              <a:rPr lang="en-US" altLang="zh-CN" b="1" i="1" dirty="0">
                <a:solidFill>
                  <a:srgbClr val="0070C0"/>
                </a:solidFill>
                <a:cs typeface="Times New Roman" pitchFamily="18" charset="0"/>
              </a:rPr>
              <a:t>d</a:t>
            </a:r>
            <a:r>
              <a:rPr lang="en-US" altLang="zh-CN" b="1" dirty="0">
                <a:solidFill>
                  <a:srgbClr val="0070C0"/>
                </a:solidFill>
                <a:cs typeface="Times New Roman" pitchFamily="18" charset="0"/>
              </a:rPr>
              <a:t>[</a:t>
            </a:r>
            <a:r>
              <a:rPr lang="en-US" altLang="zh-CN" b="1" i="1" dirty="0">
                <a:solidFill>
                  <a:srgbClr val="0070C0"/>
                </a:solidFill>
                <a:cs typeface="Times New Roman" pitchFamily="18" charset="0"/>
              </a:rPr>
              <a:t>n</a:t>
            </a:r>
            <a:r>
              <a:rPr lang="en-US" altLang="zh-CN" b="1" i="1" baseline="-25000" dirty="0">
                <a:solidFill>
                  <a:srgbClr val="0070C0"/>
                </a:solidFill>
                <a:cs typeface="Times New Roman" pitchFamily="18" charset="0"/>
              </a:rPr>
              <a:t>p</a:t>
            </a:r>
            <a:r>
              <a:rPr lang="en-US" altLang="zh-CN" b="1" dirty="0">
                <a:solidFill>
                  <a:srgbClr val="0070C0"/>
                </a:solidFill>
                <a:cs typeface="Times New Roman" pitchFamily="18" charset="0"/>
              </a:rPr>
              <a:t>]</a:t>
            </a:r>
            <a:r>
              <a:rPr lang="zh-CN" altLang="en-US" b="1" dirty="0">
                <a:solidFill>
                  <a:srgbClr val="0070C0"/>
                </a:solidFill>
                <a:cs typeface="Times New Roman" pitchFamily="18" charset="0"/>
              </a:rPr>
              <a:t>原来的值</a:t>
            </a:r>
            <a:r>
              <a:rPr lang="zh-CN" altLang="en-US" b="1" dirty="0">
                <a:solidFill>
                  <a:schemeClr val="tx1"/>
                </a:solidFill>
                <a:cs typeface="Times New Roman" pitchFamily="18" charset="0"/>
              </a:rPr>
              <a:t>，同时置</a:t>
            </a:r>
            <a:r>
              <a:rPr lang="en-US" altLang="zh-CN" b="1" i="1" dirty="0">
                <a:solidFill>
                  <a:srgbClr val="0070C0"/>
                </a:solidFill>
                <a:cs typeface="Times New Roman" pitchFamily="18" charset="0"/>
              </a:rPr>
              <a:t>d</a:t>
            </a:r>
            <a:r>
              <a:rPr lang="en-US" altLang="zh-CN" b="1" dirty="0">
                <a:solidFill>
                  <a:srgbClr val="0070C0"/>
                </a:solidFill>
                <a:cs typeface="Times New Roman" pitchFamily="18" charset="0"/>
              </a:rPr>
              <a:t>[</a:t>
            </a:r>
            <a:r>
              <a:rPr lang="en-US" altLang="zh-CN" b="1" i="1" dirty="0">
                <a:solidFill>
                  <a:srgbClr val="0070C0"/>
                </a:solidFill>
                <a:cs typeface="Times New Roman" pitchFamily="18" charset="0"/>
              </a:rPr>
              <a:t>n</a:t>
            </a:r>
            <a:r>
              <a:rPr lang="en-US" altLang="zh-CN" b="1" i="1" baseline="-25000" dirty="0">
                <a:solidFill>
                  <a:srgbClr val="0070C0"/>
                </a:solidFill>
                <a:cs typeface="Times New Roman" pitchFamily="18" charset="0"/>
              </a:rPr>
              <a:t>p</a:t>
            </a:r>
            <a:r>
              <a:rPr lang="en-US" altLang="zh-CN" b="1" dirty="0">
                <a:solidFill>
                  <a:srgbClr val="0070C0"/>
                </a:solidFill>
                <a:cs typeface="Times New Roman" pitchFamily="18" charset="0"/>
              </a:rPr>
              <a:t>]</a:t>
            </a:r>
            <a:r>
              <a:rPr lang="zh-CN" altLang="en-US" b="1" dirty="0">
                <a:solidFill>
                  <a:srgbClr val="0070C0"/>
                </a:solidFill>
                <a:cs typeface="Times New Roman" pitchFamily="18" charset="0"/>
              </a:rPr>
              <a:t>指向</a:t>
            </a:r>
            <a:r>
              <a:rPr lang="en-US" altLang="zh-CN" b="1" i="1" dirty="0">
                <a:solidFill>
                  <a:srgbClr val="0070C0"/>
                </a:solidFill>
                <a:cs typeface="Times New Roman" pitchFamily="18" charset="0"/>
              </a:rPr>
              <a:t>p</a:t>
            </a:r>
            <a:r>
              <a:rPr lang="zh-CN" altLang="en-US" b="1" dirty="0">
                <a:solidFill>
                  <a:schemeClr val="tx1"/>
                </a:solidFill>
                <a:cs typeface="Times New Roman" pitchFamily="18" charset="0"/>
              </a:rPr>
              <a:t>的这个活动记录</a:t>
            </a:r>
          </a:p>
          <a:p>
            <a:pPr>
              <a:spcBef>
                <a:spcPts val="600"/>
              </a:spcBef>
              <a:buClrTx/>
              <a:buFont typeface="Wingdings" pitchFamily="2" charset="2"/>
              <a:buChar char="Ø"/>
              <a:defRPr/>
            </a:pPr>
            <a:r>
              <a:rPr lang="zh-CN" altLang="en-US" b="1" dirty="0">
                <a:solidFill>
                  <a:schemeClr val="tx1"/>
                </a:solidFill>
                <a:cs typeface="Times New Roman" pitchFamily="18" charset="0"/>
              </a:rPr>
              <a:t>而当控制从新活动中</a:t>
            </a:r>
            <a:r>
              <a:rPr lang="zh-CN" altLang="en-US" b="1" dirty="0">
                <a:solidFill>
                  <a:srgbClr val="0070C0"/>
                </a:solidFill>
                <a:cs typeface="Times New Roman" pitchFamily="18" charset="0"/>
              </a:rPr>
              <a:t>返回</a:t>
            </a:r>
            <a:r>
              <a:rPr lang="zh-CN" altLang="en-US" b="1" dirty="0">
                <a:solidFill>
                  <a:schemeClr val="tx1"/>
                </a:solidFill>
                <a:cs typeface="Times New Roman" pitchFamily="18" charset="0"/>
              </a:rPr>
              <a:t>时，又必须</a:t>
            </a:r>
            <a:r>
              <a:rPr lang="zh-CN" altLang="en-US" b="1" dirty="0">
                <a:solidFill>
                  <a:srgbClr val="0070C0"/>
                </a:solidFill>
                <a:cs typeface="Times New Roman" pitchFamily="18" charset="0"/>
              </a:rPr>
              <a:t>恢复</a:t>
            </a:r>
            <a:r>
              <a:rPr lang="en-US" altLang="zh-CN" b="1" dirty="0">
                <a:solidFill>
                  <a:schemeClr val="tx1"/>
                </a:solidFill>
                <a:cs typeface="Times New Roman" pitchFamily="18" charset="0"/>
              </a:rPr>
              <a:t>display</a:t>
            </a:r>
            <a:r>
              <a:rPr lang="zh-CN" altLang="en-US" b="1" dirty="0">
                <a:solidFill>
                  <a:schemeClr val="tx1"/>
                </a:solidFill>
                <a:cs typeface="Times New Roman" pitchFamily="18" charset="0"/>
              </a:rPr>
              <a:t>表的状态</a:t>
            </a:r>
          </a:p>
          <a:p>
            <a:pPr lvl="1">
              <a:spcBef>
                <a:spcPts val="600"/>
              </a:spcBef>
              <a:buClrTx/>
              <a:buFont typeface="Wingdings" pitchFamily="2" charset="2"/>
              <a:buChar char="Ø"/>
              <a:defRPr/>
            </a:pPr>
            <a:r>
              <a:rPr lang="zh-CN" altLang="en-US" b="1" dirty="0">
                <a:solidFill>
                  <a:schemeClr val="tx1"/>
                </a:solidFill>
                <a:cs typeface="Times New Roman" pitchFamily="18" charset="0"/>
              </a:rPr>
              <a:t>当 </a:t>
            </a:r>
            <a:r>
              <a:rPr lang="en-US" altLang="zh-CN" b="1" i="1" dirty="0">
                <a:solidFill>
                  <a:schemeClr val="tx1"/>
                </a:solidFill>
                <a:cs typeface="Times New Roman" pitchFamily="18" charset="0"/>
              </a:rPr>
              <a:t>p</a:t>
            </a:r>
            <a:r>
              <a:rPr lang="zh-CN" altLang="en-US" b="1" dirty="0">
                <a:solidFill>
                  <a:srgbClr val="0070C0"/>
                </a:solidFill>
                <a:cs typeface="Times New Roman" pitchFamily="18" charset="0"/>
              </a:rPr>
              <a:t>返回</a:t>
            </a:r>
            <a:r>
              <a:rPr lang="zh-CN" altLang="en-US" b="1" dirty="0">
                <a:solidFill>
                  <a:schemeClr val="tx1"/>
                </a:solidFill>
                <a:cs typeface="Times New Roman" pitchFamily="18" charset="0"/>
              </a:rPr>
              <a:t>且它的活动记录出栈时，再将</a:t>
            </a:r>
            <a:r>
              <a:rPr lang="en-US" altLang="zh-CN" b="1" i="1" dirty="0">
                <a:solidFill>
                  <a:schemeClr val="tx1"/>
                </a:solidFill>
                <a:cs typeface="Times New Roman" pitchFamily="18" charset="0"/>
              </a:rPr>
              <a:t>d</a:t>
            </a:r>
            <a:r>
              <a:rPr lang="en-US" altLang="zh-CN" b="1" dirty="0">
                <a:solidFill>
                  <a:schemeClr val="tx1"/>
                </a:solidFill>
                <a:cs typeface="Times New Roman" pitchFamily="18" charset="0"/>
              </a:rPr>
              <a:t>[</a:t>
            </a:r>
            <a:r>
              <a:rPr lang="en-US" altLang="zh-CN" b="1" i="1" dirty="0">
                <a:solidFill>
                  <a:schemeClr val="tx1"/>
                </a:solidFill>
                <a:cs typeface="Times New Roman" pitchFamily="18" charset="0"/>
              </a:rPr>
              <a:t>n</a:t>
            </a:r>
            <a:r>
              <a:rPr lang="en-US" altLang="zh-CN" b="1" i="1" baseline="-25000" dirty="0">
                <a:solidFill>
                  <a:schemeClr val="tx1"/>
                </a:solidFill>
                <a:cs typeface="Times New Roman" pitchFamily="18" charset="0"/>
              </a:rPr>
              <a:t>p</a:t>
            </a:r>
            <a:r>
              <a:rPr lang="en-US" altLang="zh-CN" b="1" dirty="0">
                <a:solidFill>
                  <a:schemeClr val="tx1"/>
                </a:solidFill>
                <a:cs typeface="Times New Roman" pitchFamily="18" charset="0"/>
              </a:rPr>
              <a:t>]</a:t>
            </a:r>
            <a:r>
              <a:rPr lang="zh-CN" altLang="en-US" b="1" dirty="0">
                <a:solidFill>
                  <a:srgbClr val="0070C0"/>
                </a:solidFill>
                <a:cs typeface="Times New Roman" pitchFamily="18" charset="0"/>
              </a:rPr>
              <a:t>恢复</a:t>
            </a:r>
            <a:r>
              <a:rPr lang="zh-CN" altLang="en-US" b="1" dirty="0">
                <a:solidFill>
                  <a:schemeClr val="tx1"/>
                </a:solidFill>
                <a:cs typeface="Times New Roman" pitchFamily="18" charset="0"/>
              </a:rPr>
              <a:t>为调用</a:t>
            </a:r>
            <a:r>
              <a:rPr lang="en-US" altLang="zh-CN" b="1" i="1" dirty="0">
                <a:solidFill>
                  <a:schemeClr val="tx1"/>
                </a:solidFill>
                <a:cs typeface="Times New Roman" pitchFamily="18" charset="0"/>
              </a:rPr>
              <a:t>p</a:t>
            </a:r>
            <a:r>
              <a:rPr lang="zh-CN" altLang="en-US" b="1" dirty="0">
                <a:solidFill>
                  <a:schemeClr val="tx1"/>
                </a:solidFill>
                <a:cs typeface="Times New Roman" pitchFamily="18" charset="0"/>
              </a:rPr>
              <a:t>之前的旧值即 </a:t>
            </a:r>
            <a:r>
              <a:rPr lang="en-US" altLang="zh-CN" b="1" i="1" dirty="0">
                <a:solidFill>
                  <a:schemeClr val="tx1"/>
                </a:solidFill>
                <a:cs typeface="Times New Roman" pitchFamily="18" charset="0"/>
              </a:rPr>
              <a:t>p </a:t>
            </a:r>
            <a:r>
              <a:rPr lang="zh-CN" altLang="en-US" b="1" dirty="0">
                <a:solidFill>
                  <a:schemeClr val="tx1"/>
                </a:solidFill>
                <a:cs typeface="Times New Roman" pitchFamily="18" charset="0"/>
              </a:rPr>
              <a:t>活动记录中</a:t>
            </a:r>
            <a:r>
              <a:rPr lang="zh-CN" altLang="en-US" b="1" dirty="0">
                <a:solidFill>
                  <a:srgbClr val="0070C0"/>
                </a:solidFill>
                <a:cs typeface="Times New Roman" pitchFamily="18" charset="0"/>
              </a:rPr>
              <a:t>保存的</a:t>
            </a:r>
            <a:r>
              <a:rPr lang="en-US" altLang="zh-CN" b="1" i="1" dirty="0">
                <a:solidFill>
                  <a:srgbClr val="0070C0"/>
                </a:solidFill>
                <a:cs typeface="Times New Roman" pitchFamily="18" charset="0"/>
              </a:rPr>
              <a:t>d</a:t>
            </a:r>
            <a:r>
              <a:rPr lang="en-US" altLang="zh-CN" b="1" dirty="0">
                <a:solidFill>
                  <a:srgbClr val="0070C0"/>
                </a:solidFill>
                <a:cs typeface="Times New Roman" pitchFamily="18" charset="0"/>
              </a:rPr>
              <a:t>[</a:t>
            </a:r>
            <a:r>
              <a:rPr lang="en-US" altLang="zh-CN" b="1" i="1" dirty="0">
                <a:solidFill>
                  <a:srgbClr val="0070C0"/>
                </a:solidFill>
                <a:cs typeface="Times New Roman" pitchFamily="18" charset="0"/>
              </a:rPr>
              <a:t>n</a:t>
            </a:r>
            <a:r>
              <a:rPr lang="en-US" altLang="zh-CN" b="1" i="1" baseline="-25000" dirty="0">
                <a:solidFill>
                  <a:srgbClr val="0070C0"/>
                </a:solidFill>
                <a:cs typeface="Times New Roman" pitchFamily="18" charset="0"/>
              </a:rPr>
              <a:t>p</a:t>
            </a:r>
            <a:r>
              <a:rPr lang="en-US" altLang="zh-CN" b="1" dirty="0">
                <a:solidFill>
                  <a:srgbClr val="0070C0"/>
                </a:solidFill>
                <a:cs typeface="Times New Roman" pitchFamily="18" charset="0"/>
              </a:rPr>
              <a:t>]</a:t>
            </a:r>
            <a:endParaRPr lang="zh-CN" altLang="en-US" b="1" dirty="0">
              <a:solidFill>
                <a:srgbClr val="0070C0"/>
              </a:solidFill>
              <a:cs typeface="Times New Roman" pitchFamily="18" charset="0"/>
            </a:endParaRPr>
          </a:p>
          <a:p>
            <a:pPr>
              <a:spcBef>
                <a:spcPts val="600"/>
              </a:spcBef>
              <a:buClrTx/>
              <a:buFont typeface="Wingdings" pitchFamily="2" charset="2"/>
              <a:buChar char="Ø"/>
              <a:defRPr/>
            </a:pPr>
            <a:r>
              <a:rPr lang="zh-CN" altLang="en-US" b="1" dirty="0">
                <a:solidFill>
                  <a:schemeClr val="tx1"/>
                </a:solidFill>
                <a:cs typeface="Times New Roman" pitchFamily="18" charset="0"/>
              </a:rPr>
              <a:t>如果运行栈中存在</a:t>
            </a:r>
            <a:r>
              <a:rPr lang="zh-CN" altLang="en-US" b="1" dirty="0">
                <a:solidFill>
                  <a:srgbClr val="0070C0"/>
                </a:solidFill>
                <a:cs typeface="Times New Roman" pitchFamily="18" charset="0"/>
              </a:rPr>
              <a:t>多个嵌套深度为</a:t>
            </a:r>
            <a:r>
              <a:rPr lang="en-US" altLang="zh-CN" b="1" i="1" dirty="0" err="1">
                <a:solidFill>
                  <a:srgbClr val="0070C0"/>
                </a:solidFill>
                <a:cs typeface="Times New Roman" pitchFamily="18" charset="0"/>
              </a:rPr>
              <a:t>i</a:t>
            </a:r>
            <a:r>
              <a:rPr lang="zh-CN" altLang="en-US" b="1" dirty="0">
                <a:solidFill>
                  <a:schemeClr val="tx1"/>
                </a:solidFill>
                <a:cs typeface="Times New Roman" pitchFamily="18" charset="0"/>
              </a:rPr>
              <a:t>的过程的活动记录，则通过这些</a:t>
            </a:r>
            <a:r>
              <a:rPr lang="zh-CN" altLang="en-US" b="1" dirty="0">
                <a:solidFill>
                  <a:srgbClr val="0070C0"/>
                </a:solidFill>
                <a:cs typeface="Times New Roman" pitchFamily="18" charset="0"/>
              </a:rPr>
              <a:t>保存的</a:t>
            </a:r>
            <a:r>
              <a:rPr lang="en-US" altLang="zh-CN" b="1" i="1" dirty="0">
                <a:solidFill>
                  <a:srgbClr val="0070C0"/>
                </a:solidFill>
                <a:cs typeface="Times New Roman" pitchFamily="18" charset="0"/>
              </a:rPr>
              <a:t>d</a:t>
            </a:r>
            <a:r>
              <a:rPr lang="en-US" altLang="zh-CN" b="1" dirty="0">
                <a:solidFill>
                  <a:srgbClr val="0070C0"/>
                </a:solidFill>
                <a:cs typeface="Times New Roman" pitchFamily="18" charset="0"/>
              </a:rPr>
              <a:t>[</a:t>
            </a:r>
            <a:r>
              <a:rPr lang="en-US" altLang="zh-CN" b="1" i="1" dirty="0" err="1">
                <a:solidFill>
                  <a:srgbClr val="0070C0"/>
                </a:solidFill>
                <a:cs typeface="Times New Roman" pitchFamily="18" charset="0"/>
              </a:rPr>
              <a:t>i</a:t>
            </a:r>
            <a:r>
              <a:rPr lang="en-US" altLang="zh-CN" b="1" dirty="0">
                <a:solidFill>
                  <a:srgbClr val="0070C0"/>
                </a:solidFill>
                <a:cs typeface="Times New Roman" pitchFamily="18" charset="0"/>
              </a:rPr>
              <a:t>]</a:t>
            </a:r>
            <a:r>
              <a:rPr lang="zh-CN" altLang="en-US" b="1" dirty="0">
                <a:solidFill>
                  <a:schemeClr val="tx1"/>
                </a:solidFill>
                <a:cs typeface="Times New Roman" pitchFamily="18" charset="0"/>
              </a:rPr>
              <a:t>就将它们</a:t>
            </a:r>
            <a:r>
              <a:rPr lang="zh-CN" altLang="en-US" b="1" dirty="0">
                <a:solidFill>
                  <a:srgbClr val="0070C0"/>
                </a:solidFill>
                <a:cs typeface="Times New Roman" pitchFamily="18" charset="0"/>
              </a:rPr>
              <a:t>链接</a:t>
            </a:r>
            <a:r>
              <a:rPr lang="zh-CN" altLang="en-US" b="1" dirty="0">
                <a:solidFill>
                  <a:schemeClr val="tx1"/>
                </a:solidFill>
                <a:cs typeface="Times New Roman" pitchFamily="18" charset="0"/>
              </a:rPr>
              <a:t>在了一起，但是</a:t>
            </a:r>
            <a:r>
              <a:rPr lang="en-US" altLang="zh-CN" b="1" i="1" dirty="0">
                <a:solidFill>
                  <a:srgbClr val="0070C0"/>
                </a:solidFill>
                <a:cs typeface="Times New Roman" pitchFamily="18" charset="0"/>
              </a:rPr>
              <a:t>d</a:t>
            </a:r>
            <a:r>
              <a:rPr lang="en-US" altLang="zh-CN" b="1" dirty="0">
                <a:solidFill>
                  <a:srgbClr val="0070C0"/>
                </a:solidFill>
                <a:cs typeface="Times New Roman" pitchFamily="18" charset="0"/>
              </a:rPr>
              <a:t>[</a:t>
            </a:r>
            <a:r>
              <a:rPr lang="en-US" altLang="zh-CN" b="1" i="1" dirty="0" err="1">
                <a:solidFill>
                  <a:srgbClr val="0070C0"/>
                </a:solidFill>
                <a:cs typeface="Times New Roman" pitchFamily="18" charset="0"/>
              </a:rPr>
              <a:t>i</a:t>
            </a:r>
            <a:r>
              <a:rPr lang="en-US" altLang="zh-CN" b="1" dirty="0">
                <a:solidFill>
                  <a:srgbClr val="0070C0"/>
                </a:solidFill>
                <a:cs typeface="Times New Roman" pitchFamily="18" charset="0"/>
              </a:rPr>
              <a:t>]</a:t>
            </a:r>
            <a:r>
              <a:rPr lang="zh-CN" altLang="en-US" b="1" dirty="0">
                <a:solidFill>
                  <a:schemeClr val="tx1"/>
                </a:solidFill>
                <a:cs typeface="Times New Roman" pitchFamily="18" charset="0"/>
              </a:rPr>
              <a:t>始终指向</a:t>
            </a:r>
            <a:r>
              <a:rPr lang="zh-CN" altLang="en-US" b="1" dirty="0">
                <a:solidFill>
                  <a:srgbClr val="0070C0"/>
                </a:solidFill>
                <a:cs typeface="Times New Roman" pitchFamily="18" charset="0"/>
              </a:rPr>
              <a:t>最接近栈顶</a:t>
            </a:r>
            <a:r>
              <a:rPr lang="zh-CN" altLang="en-US" b="1" dirty="0">
                <a:solidFill>
                  <a:schemeClr val="tx1"/>
                </a:solidFill>
                <a:cs typeface="Times New Roman" pitchFamily="18" charset="0"/>
              </a:rPr>
              <a:t>的且嵌套深度为</a:t>
            </a:r>
            <a:r>
              <a:rPr lang="en-US" altLang="zh-CN" b="1" i="1" dirty="0" err="1">
                <a:solidFill>
                  <a:srgbClr val="0070C0"/>
                </a:solidFill>
                <a:cs typeface="Times New Roman" pitchFamily="18" charset="0"/>
              </a:rPr>
              <a:t>i</a:t>
            </a:r>
            <a:r>
              <a:rPr lang="zh-CN" altLang="en-US" b="1" dirty="0">
                <a:solidFill>
                  <a:schemeClr val="tx1"/>
                </a:solidFill>
                <a:cs typeface="Times New Roman" pitchFamily="18" charset="0"/>
              </a:rPr>
              <a:t>的活动记录</a:t>
            </a:r>
          </a:p>
        </p:txBody>
      </p:sp>
      <p:sp>
        <p:nvSpPr>
          <p:cNvPr id="101379" name="Rectangle 2"/>
          <p:cNvSpPr>
            <a:spLocks noGrp="1" noChangeArrowheads="1"/>
          </p:cNvSpPr>
          <p:nvPr>
            <p:ph type="title"/>
          </p:nvPr>
        </p:nvSpPr>
        <p:spPr>
          <a:xfrm>
            <a:off x="755650" y="268288"/>
            <a:ext cx="7931150" cy="358775"/>
          </a:xfrm>
        </p:spPr>
        <p:txBody>
          <a:bodyPr/>
          <a:lstStyle/>
          <a:p>
            <a:pPr eaLnBrk="1" hangingPunct="1"/>
            <a:r>
              <a:rPr lang="en-US" altLang="zh-CN" sz="3000" dirty="0">
                <a:solidFill>
                  <a:schemeClr val="tx1"/>
                </a:solidFill>
                <a:ea typeface="微软雅黑" panose="020B0503020204020204" pitchFamily="34" charset="-122"/>
                <a:cs typeface="Times New Roman" panose="02020603050405020304" pitchFamily="18" charset="0"/>
              </a:rPr>
              <a:t>display</a:t>
            </a:r>
            <a:r>
              <a:rPr lang="zh-CN" altLang="en-US" sz="3000" dirty="0">
                <a:solidFill>
                  <a:schemeClr val="tx1"/>
                </a:solidFill>
                <a:ea typeface="微软雅黑" panose="020B0503020204020204" pitchFamily="34" charset="-122"/>
                <a:cs typeface="Times New Roman" panose="02020603050405020304" pitchFamily="18" charset="0"/>
              </a:rPr>
              <a:t>表的维护</a:t>
            </a:r>
            <a:endParaRPr lang="zh-CN" altLang="en-US" sz="2500" dirty="0">
              <a:solidFill>
                <a:schemeClr val="tx1"/>
              </a:solidFill>
              <a:ea typeface="楷体_GB2312" pitchFamily="49" charset="-122"/>
              <a:cs typeface="Times New Roman" panose="02020603050405020304" pitchFamily="18" charset="0"/>
            </a:endParaRPr>
          </a:p>
        </p:txBody>
      </p:sp>
    </p:spTree>
    <p:extLst>
      <p:ext uri="{BB962C8B-B14F-4D97-AF65-F5344CB8AC3E}">
        <p14:creationId xmlns:p14="http://schemas.microsoft.com/office/powerpoint/2010/main" val="1021618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45059">
                                            <p:txEl>
                                              <p:pRg st="0" end="0"/>
                                            </p:txEl>
                                          </p:spTgt>
                                        </p:tgtEl>
                                        <p:attrNameLst>
                                          <p:attrName>style.visibility</p:attrName>
                                        </p:attrNameLst>
                                      </p:cBhvr>
                                      <p:to>
                                        <p:strVal val="visible"/>
                                      </p:to>
                                    </p:set>
                                    <p:animEffect transition="in" filter="wipe(down)">
                                      <p:cBhvr>
                                        <p:cTn id="7" dur="500"/>
                                        <p:tgtEl>
                                          <p:spTgt spid="4505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45059">
                                            <p:txEl>
                                              <p:pRg st="1" end="1"/>
                                            </p:txEl>
                                          </p:spTgt>
                                        </p:tgtEl>
                                        <p:attrNameLst>
                                          <p:attrName>style.visibility</p:attrName>
                                        </p:attrNameLst>
                                      </p:cBhvr>
                                      <p:to>
                                        <p:strVal val="visible"/>
                                      </p:to>
                                    </p:set>
                                    <p:animEffect transition="in" filter="wipe(down)">
                                      <p:cBhvr>
                                        <p:cTn id="12" dur="500"/>
                                        <p:tgtEl>
                                          <p:spTgt spid="4505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45059">
                                            <p:txEl>
                                              <p:pRg st="2" end="2"/>
                                            </p:txEl>
                                          </p:spTgt>
                                        </p:tgtEl>
                                        <p:attrNameLst>
                                          <p:attrName>style.visibility</p:attrName>
                                        </p:attrNameLst>
                                      </p:cBhvr>
                                      <p:to>
                                        <p:strVal val="visible"/>
                                      </p:to>
                                    </p:set>
                                    <p:animEffect transition="in" filter="wipe(down)">
                                      <p:cBhvr>
                                        <p:cTn id="17" dur="500"/>
                                        <p:tgtEl>
                                          <p:spTgt spid="4505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45059">
                                            <p:txEl>
                                              <p:pRg st="3" end="3"/>
                                            </p:txEl>
                                          </p:spTgt>
                                        </p:tgtEl>
                                        <p:attrNameLst>
                                          <p:attrName>style.visibility</p:attrName>
                                        </p:attrNameLst>
                                      </p:cBhvr>
                                      <p:to>
                                        <p:strVal val="visible"/>
                                      </p:to>
                                    </p:set>
                                    <p:animEffect transition="in" filter="wipe(down)">
                                      <p:cBhvr>
                                        <p:cTn id="22" dur="500"/>
                                        <p:tgtEl>
                                          <p:spTgt spid="45059">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45059">
                                            <p:txEl>
                                              <p:pRg st="4" end="4"/>
                                            </p:txEl>
                                          </p:spTgt>
                                        </p:tgtEl>
                                        <p:attrNameLst>
                                          <p:attrName>style.visibility</p:attrName>
                                        </p:attrNameLst>
                                      </p:cBhvr>
                                      <p:to>
                                        <p:strVal val="visible"/>
                                      </p:to>
                                    </p:set>
                                    <p:animEffect transition="in" filter="wipe(down)">
                                      <p:cBhvr>
                                        <p:cTn id="27" dur="500"/>
                                        <p:tgtEl>
                                          <p:spTgt spid="4505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059"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rPr>
              <a:t>s</a:t>
            </a:r>
          </a:p>
        </p:txBody>
      </p:sp>
      <p:sp>
        <p:nvSpPr>
          <p:cNvPr id="105475"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sp>
        <p:nvSpPr>
          <p:cNvPr id="105477"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05478" name="组合 113"/>
          <p:cNvGrpSpPr>
            <a:grpSpLocks/>
          </p:cNvGrpSpPr>
          <p:nvPr/>
        </p:nvGrpSpPr>
        <p:grpSpPr bwMode="auto">
          <a:xfrm>
            <a:off x="179388" y="2787650"/>
            <a:ext cx="3140075" cy="1728788"/>
            <a:chOff x="5003799" y="500048"/>
            <a:chExt cx="3282977" cy="1803794"/>
          </a:xfrm>
        </p:grpSpPr>
        <p:sp>
          <p:nvSpPr>
            <p:cNvPr id="26" name="Rectangle 4"/>
            <p:cNvSpPr>
              <a:spLocks noChangeArrowheads="1"/>
            </p:cNvSpPr>
            <p:nvPr/>
          </p:nvSpPr>
          <p:spPr bwMode="auto">
            <a:xfrm>
              <a:off x="5003799" y="500048"/>
              <a:ext cx="3282977" cy="1788886"/>
            </a:xfrm>
            <a:prstGeom prst="rect">
              <a:avLst/>
            </a:prstGeom>
            <a:solidFill>
              <a:schemeClr val="accent5">
                <a:lumMod val="60000"/>
                <a:lumOff val="40000"/>
                <a:alpha val="99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rgbClr val="5EAEFF"/>
                </a:buClr>
                <a:buSzPct val="60000"/>
                <a:defRPr/>
              </a:pPr>
              <a:r>
                <a:rPr lang="zh-CN" altLang="en-US" sz="1200" dirty="0">
                  <a:solidFill>
                    <a:prstClr val="black"/>
                  </a:solidFill>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rgbClr val="5EAEFF"/>
                </a:buClr>
                <a:buSzPct val="60000"/>
                <a:defRPr/>
              </a:pPr>
              <a:r>
                <a:rPr lang="en-US" altLang="zh-CN" sz="1800" i="1" dirty="0">
                  <a:solidFill>
                    <a:prstClr val="black"/>
                  </a:solidFill>
                  <a:ea typeface="楷体_GB2312"/>
                  <a:cs typeface="Times New Roman" pitchFamily="18" charset="0"/>
                </a:rPr>
                <a:t>sort</a:t>
              </a:r>
              <a:r>
                <a:rPr lang="en-US" altLang="zh-CN" sz="1800" dirty="0">
                  <a:solidFill>
                    <a:prstClr val="black"/>
                  </a:solidFill>
                  <a:ea typeface="楷体_GB2312"/>
                  <a:cs typeface="Times New Roman" pitchFamily="18" charset="0"/>
                </a:rPr>
                <a:t>		            1</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err="1">
                  <a:solidFill>
                    <a:prstClr val="black"/>
                  </a:solidFill>
                  <a:ea typeface="楷体_GB2312"/>
                  <a:cs typeface="Times New Roman" pitchFamily="18" charset="0"/>
                </a:rPr>
                <a:t>readarray</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exchange</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quicksort</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partition</a:t>
              </a:r>
              <a:r>
                <a:rPr lang="en-US" altLang="zh-CN" sz="1800" dirty="0">
                  <a:solidFill>
                    <a:prstClr val="black"/>
                  </a:solidFill>
                  <a:ea typeface="楷体_GB2312"/>
                  <a:cs typeface="Times New Roman" pitchFamily="18" charset="0"/>
                </a:rPr>
                <a:t>	            3</a:t>
              </a:r>
            </a:p>
          </p:txBody>
        </p:sp>
        <p:cxnSp>
          <p:nvCxnSpPr>
            <p:cNvPr id="27" name="直接连接符 26"/>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6" name="Rectangle 7"/>
          <p:cNvSpPr>
            <a:spLocks noChangeArrowheads="1"/>
          </p:cNvSpPr>
          <p:nvPr/>
        </p:nvSpPr>
        <p:spPr bwMode="auto">
          <a:xfrm>
            <a:off x="2769975" y="72092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Tahoma" panose="020B0604030504040204" pitchFamily="34" charset="0"/>
              <a:ea typeface="宋体" panose="02010600030101010101" pitchFamily="2" charset="-122"/>
            </a:endParaRPr>
          </a:p>
        </p:txBody>
      </p:sp>
      <p:sp>
        <p:nvSpPr>
          <p:cNvPr id="17" name="Text Box 8"/>
          <p:cNvSpPr txBox="1">
            <a:spLocks noChangeArrowheads="1"/>
          </p:cNvSpPr>
          <p:nvPr/>
        </p:nvSpPr>
        <p:spPr bwMode="auto">
          <a:xfrm>
            <a:off x="2627840" y="313413"/>
            <a:ext cx="11677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spcBef>
                <a:spcPct val="50000"/>
              </a:spcBef>
            </a:pPr>
            <a:r>
              <a:rPr kumimoji="1" lang="en-US" altLang="zh-CN" sz="1800" b="0" dirty="0">
                <a:solidFill>
                  <a:srgbClr val="000000"/>
                </a:solidFill>
                <a:ea typeface="宋体" panose="02010600030101010101" pitchFamily="2" charset="-122"/>
              </a:rPr>
              <a:t>display</a:t>
            </a:r>
            <a:r>
              <a:rPr kumimoji="1" lang="zh-CN" altLang="en-US" sz="1800" b="0" dirty="0">
                <a:solidFill>
                  <a:srgbClr val="000000"/>
                </a:solidFill>
                <a:ea typeface="宋体" panose="02010600030101010101" pitchFamily="2" charset="-122"/>
              </a:rPr>
              <a:t>表</a:t>
            </a:r>
            <a:endParaRPr kumimoji="1" lang="en-US" altLang="zh-CN" sz="1800" b="0" dirty="0">
              <a:solidFill>
                <a:srgbClr val="000000"/>
              </a:solidFill>
              <a:ea typeface="宋体" panose="02010600030101010101" pitchFamily="2" charset="-122"/>
            </a:endParaRPr>
          </a:p>
        </p:txBody>
      </p:sp>
      <p:sp>
        <p:nvSpPr>
          <p:cNvPr id="25" name="Text Box 12"/>
          <p:cNvSpPr txBox="1">
            <a:spLocks noChangeArrowheads="1"/>
          </p:cNvSpPr>
          <p:nvPr/>
        </p:nvSpPr>
        <p:spPr bwMode="auto">
          <a:xfrm>
            <a:off x="2253243" y="67419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d[1]</a:t>
            </a:r>
          </a:p>
        </p:txBody>
      </p:sp>
      <p:cxnSp>
        <p:nvCxnSpPr>
          <p:cNvPr id="3" name="直接箭头连接符 2"/>
          <p:cNvCxnSpPr/>
          <p:nvPr/>
        </p:nvCxnSpPr>
        <p:spPr>
          <a:xfrm>
            <a:off x="3315399" y="876673"/>
            <a:ext cx="52396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4" name="Group 99"/>
          <p:cNvGrpSpPr>
            <a:grpSpLocks/>
          </p:cNvGrpSpPr>
          <p:nvPr/>
        </p:nvGrpSpPr>
        <p:grpSpPr bwMode="auto">
          <a:xfrm>
            <a:off x="3898900" y="444500"/>
            <a:ext cx="923925" cy="647700"/>
            <a:chOff x="975" y="2750"/>
            <a:chExt cx="776" cy="544"/>
          </a:xfrm>
        </p:grpSpPr>
        <p:sp>
          <p:nvSpPr>
            <p:cNvPr id="35"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6"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7"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3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s</a:t>
              </a:r>
            </a:p>
          </p:txBody>
        </p:sp>
        <p:sp>
          <p:nvSpPr>
            <p:cNvPr id="3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a</a:t>
              </a:r>
            </a:p>
          </p:txBody>
        </p:sp>
        <p:sp>
          <p:nvSpPr>
            <p:cNvPr id="4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lvl="0"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d[1]</a:t>
              </a:r>
              <a:endParaRPr lang="zh-CN" altLang="en-US" sz="1200" dirty="0">
                <a:solidFill>
                  <a:prstClr val="black"/>
                </a:solidFill>
                <a:ea typeface="楷体" panose="02010609060101010101" pitchFamily="49" charset="-122"/>
                <a:cs typeface="Times New Roman" panose="02020603050405020304" pitchFamily="18" charset="0"/>
              </a:endParaRPr>
            </a:p>
          </p:txBody>
        </p:sp>
      </p:grpSp>
    </p:spTree>
    <p:extLst>
      <p:ext uri="{BB962C8B-B14F-4D97-AF65-F5344CB8AC3E}">
        <p14:creationId xmlns:p14="http://schemas.microsoft.com/office/powerpoint/2010/main" val="2308803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500" fill="hold"/>
                                        <p:tgtEl>
                                          <p:spTgt spid="16"/>
                                        </p:tgtEl>
                                        <p:attrNameLst>
                                          <p:attrName>ppt_w</p:attrName>
                                        </p:attrNameLst>
                                      </p:cBhvr>
                                      <p:tavLst>
                                        <p:tav tm="0">
                                          <p:val>
                                            <p:fltVal val="0"/>
                                          </p:val>
                                        </p:tav>
                                        <p:tav tm="100000">
                                          <p:val>
                                            <p:strVal val="#ppt_w"/>
                                          </p:val>
                                        </p:tav>
                                      </p:tavLst>
                                    </p:anim>
                                    <p:anim calcmode="lin" valueType="num">
                                      <p:cBhvr>
                                        <p:cTn id="8" dur="500" fill="hold"/>
                                        <p:tgtEl>
                                          <p:spTgt spid="16"/>
                                        </p:tgtEl>
                                        <p:attrNameLst>
                                          <p:attrName>ppt_h</p:attrName>
                                        </p:attrNameLst>
                                      </p:cBhvr>
                                      <p:tavLst>
                                        <p:tav tm="0">
                                          <p:val>
                                            <p:fltVal val="0"/>
                                          </p:val>
                                        </p:tav>
                                        <p:tav tm="100000">
                                          <p:val>
                                            <p:strVal val="#ppt_h"/>
                                          </p:val>
                                        </p:tav>
                                      </p:tavLst>
                                    </p:anim>
                                    <p:animEffect transition="in" filter="fade">
                                      <p:cBhvr>
                                        <p:cTn id="9" dur="500"/>
                                        <p:tgtEl>
                                          <p:spTgt spid="16"/>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17"/>
                                        </p:tgtEl>
                                        <p:attrNameLst>
                                          <p:attrName>style.visibility</p:attrName>
                                        </p:attrNameLst>
                                      </p:cBhvr>
                                      <p:to>
                                        <p:strVal val="visible"/>
                                      </p:to>
                                    </p:se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animEffect transition="in" filter="fade">
                                      <p:cBhvr>
                                        <p:cTn id="14" dur="500"/>
                                        <p:tgtEl>
                                          <p:spTgt spid="17"/>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 calcmode="lin" valueType="num">
                                      <p:cBhvr>
                                        <p:cTn id="17" dur="500" fill="hold"/>
                                        <p:tgtEl>
                                          <p:spTgt spid="25"/>
                                        </p:tgtEl>
                                        <p:attrNameLst>
                                          <p:attrName>ppt_w</p:attrName>
                                        </p:attrNameLst>
                                      </p:cBhvr>
                                      <p:tavLst>
                                        <p:tav tm="0">
                                          <p:val>
                                            <p:fltVal val="0"/>
                                          </p:val>
                                        </p:tav>
                                        <p:tav tm="100000">
                                          <p:val>
                                            <p:strVal val="#ppt_w"/>
                                          </p:val>
                                        </p:tav>
                                      </p:tavLst>
                                    </p:anim>
                                    <p:anim calcmode="lin" valueType="num">
                                      <p:cBhvr>
                                        <p:cTn id="18" dur="500" fill="hold"/>
                                        <p:tgtEl>
                                          <p:spTgt spid="25"/>
                                        </p:tgtEl>
                                        <p:attrNameLst>
                                          <p:attrName>ppt_h</p:attrName>
                                        </p:attrNameLst>
                                      </p:cBhvr>
                                      <p:tavLst>
                                        <p:tav tm="0">
                                          <p:val>
                                            <p:fltVal val="0"/>
                                          </p:val>
                                        </p:tav>
                                        <p:tav tm="100000">
                                          <p:val>
                                            <p:strVal val="#ppt_h"/>
                                          </p:val>
                                        </p:tav>
                                      </p:tavLst>
                                    </p:anim>
                                    <p:animEffect transition="in" filter="fade">
                                      <p:cBhvr>
                                        <p:cTn id="19" dur="500"/>
                                        <p:tgtEl>
                                          <p:spTgt spid="25"/>
                                        </p:tgtEl>
                                      </p:cBhvr>
                                    </p:animEffect>
                                  </p:childTnLst>
                                </p:cTn>
                              </p:par>
                              <p:par>
                                <p:cTn id="20" presetID="53" presetClass="entr" presetSubtype="16" fill="hold" nodeType="withEffect">
                                  <p:stCondLst>
                                    <p:cond delay="0"/>
                                  </p:stCondLst>
                                  <p:childTnLst>
                                    <p:set>
                                      <p:cBhvr>
                                        <p:cTn id="21" dur="1" fill="hold">
                                          <p:stCondLst>
                                            <p:cond delay="0"/>
                                          </p:stCondLst>
                                        </p:cTn>
                                        <p:tgtEl>
                                          <p:spTgt spid="3"/>
                                        </p:tgtEl>
                                        <p:attrNameLst>
                                          <p:attrName>style.visibility</p:attrName>
                                        </p:attrNameLst>
                                      </p:cBhvr>
                                      <p:to>
                                        <p:strVal val="visible"/>
                                      </p:to>
                                    </p:set>
                                    <p:anim calcmode="lin" valueType="num">
                                      <p:cBhvr>
                                        <p:cTn id="22" dur="500" fill="hold"/>
                                        <p:tgtEl>
                                          <p:spTgt spid="3"/>
                                        </p:tgtEl>
                                        <p:attrNameLst>
                                          <p:attrName>ppt_w</p:attrName>
                                        </p:attrNameLst>
                                      </p:cBhvr>
                                      <p:tavLst>
                                        <p:tav tm="0">
                                          <p:val>
                                            <p:fltVal val="0"/>
                                          </p:val>
                                        </p:tav>
                                        <p:tav tm="100000">
                                          <p:val>
                                            <p:strVal val="#ppt_w"/>
                                          </p:val>
                                        </p:tav>
                                      </p:tavLst>
                                    </p:anim>
                                    <p:anim calcmode="lin" valueType="num">
                                      <p:cBhvr>
                                        <p:cTn id="23" dur="500" fill="hold"/>
                                        <p:tgtEl>
                                          <p:spTgt spid="3"/>
                                        </p:tgtEl>
                                        <p:attrNameLst>
                                          <p:attrName>ppt_h</p:attrName>
                                        </p:attrNameLst>
                                      </p:cBhvr>
                                      <p:tavLst>
                                        <p:tav tm="0">
                                          <p:val>
                                            <p:fltVal val="0"/>
                                          </p:val>
                                        </p:tav>
                                        <p:tav tm="100000">
                                          <p:val>
                                            <p:strVal val="#ppt_h"/>
                                          </p:val>
                                        </p:tav>
                                      </p:tavLst>
                                    </p:anim>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p:bldP spid="25"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528" name="Group 99"/>
          <p:cNvGrpSpPr>
            <a:grpSpLocks/>
          </p:cNvGrpSpPr>
          <p:nvPr/>
        </p:nvGrpSpPr>
        <p:grpSpPr bwMode="auto">
          <a:xfrm>
            <a:off x="3898900" y="444500"/>
            <a:ext cx="923925" cy="647700"/>
            <a:chOff x="975" y="2750"/>
            <a:chExt cx="776" cy="544"/>
          </a:xfrm>
        </p:grpSpPr>
        <p:sp>
          <p:nvSpPr>
            <p:cNvPr id="31"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0"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6"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7539"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s</a:t>
              </a:r>
            </a:p>
          </p:txBody>
        </p:sp>
        <p:sp>
          <p:nvSpPr>
            <p:cNvPr id="107540"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a</a:t>
              </a:r>
            </a:p>
          </p:txBody>
        </p:sp>
        <p:sp>
          <p:nvSpPr>
            <p:cNvPr id="107541"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lvl="0"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d[1]</a:t>
              </a:r>
              <a:endParaRPr lang="zh-CN" altLang="en-US" sz="1200" dirty="0">
                <a:solidFill>
                  <a:prstClr val="black"/>
                </a:solidFill>
                <a:ea typeface="楷体" panose="02010609060101010101" pitchFamily="49" charset="-122"/>
                <a:cs typeface="Times New Roman" panose="02020603050405020304" pitchFamily="18" charset="0"/>
              </a:endParaRPr>
            </a:p>
          </p:txBody>
        </p:sp>
      </p:grpSp>
      <p:sp>
        <p:nvSpPr>
          <p:cNvPr id="107522"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234500"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234502" name="Line 21"/>
          <p:cNvSpPr>
            <a:spLocks noChangeShapeType="1"/>
          </p:cNvSpPr>
          <p:nvPr/>
        </p:nvSpPr>
        <p:spPr bwMode="auto">
          <a:xfrm flipH="1">
            <a:off x="5684838" y="1735138"/>
            <a:ext cx="933450" cy="3905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07525"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sp>
        <p:nvSpPr>
          <p:cNvPr id="107526"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07527" name="组合 113"/>
          <p:cNvGrpSpPr>
            <a:grpSpLocks/>
          </p:cNvGrpSpPr>
          <p:nvPr/>
        </p:nvGrpSpPr>
        <p:grpSpPr bwMode="auto">
          <a:xfrm>
            <a:off x="179388" y="2787650"/>
            <a:ext cx="3140075" cy="1728788"/>
            <a:chOff x="5003799" y="500048"/>
            <a:chExt cx="3282977" cy="1803794"/>
          </a:xfrm>
        </p:grpSpPr>
        <p:sp>
          <p:nvSpPr>
            <p:cNvPr id="12"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rgbClr val="5EAEFF"/>
                </a:buClr>
                <a:buSzPct val="60000"/>
                <a:defRPr/>
              </a:pPr>
              <a:r>
                <a:rPr lang="zh-CN" altLang="en-US" sz="1200" dirty="0">
                  <a:solidFill>
                    <a:prstClr val="black"/>
                  </a:solidFill>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rgbClr val="5EAEFF"/>
                </a:buClr>
                <a:buSzPct val="60000"/>
                <a:defRPr/>
              </a:pPr>
              <a:r>
                <a:rPr lang="en-US" altLang="zh-CN" sz="1800" i="1" dirty="0">
                  <a:solidFill>
                    <a:prstClr val="black"/>
                  </a:solidFill>
                  <a:ea typeface="楷体_GB2312"/>
                  <a:cs typeface="Times New Roman" pitchFamily="18" charset="0"/>
                </a:rPr>
                <a:t>sort</a:t>
              </a:r>
              <a:r>
                <a:rPr lang="en-US" altLang="zh-CN" sz="1800" dirty="0">
                  <a:solidFill>
                    <a:prstClr val="black"/>
                  </a:solidFill>
                  <a:ea typeface="楷体_GB2312"/>
                  <a:cs typeface="Times New Roman" pitchFamily="18" charset="0"/>
                </a:rPr>
                <a:t>		            1</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err="1">
                  <a:solidFill>
                    <a:prstClr val="black"/>
                  </a:solidFill>
                  <a:ea typeface="楷体_GB2312"/>
                  <a:cs typeface="Times New Roman" pitchFamily="18" charset="0"/>
                </a:rPr>
                <a:t>readarray</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exchange</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quicksort</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partition</a:t>
              </a:r>
              <a:r>
                <a:rPr lang="en-US" altLang="zh-CN" sz="1800" dirty="0">
                  <a:solidFill>
                    <a:prstClr val="black"/>
                  </a:solidFill>
                  <a:ea typeface="楷体_GB2312"/>
                  <a:cs typeface="Times New Roman" pitchFamily="18" charset="0"/>
                </a:rPr>
                <a:t>	            3</a:t>
              </a:r>
            </a:p>
          </p:txBody>
        </p:sp>
        <p:cxnSp>
          <p:nvCxnSpPr>
            <p:cNvPr id="13" name="直接连接符 12"/>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 name="Group 99"/>
          <p:cNvGrpSpPr>
            <a:grpSpLocks/>
          </p:cNvGrpSpPr>
          <p:nvPr/>
        </p:nvGrpSpPr>
        <p:grpSpPr bwMode="auto">
          <a:xfrm>
            <a:off x="3898900" y="1079645"/>
            <a:ext cx="923925" cy="647700"/>
            <a:chOff x="975" y="2750"/>
            <a:chExt cx="776" cy="544"/>
          </a:xfrm>
        </p:grpSpPr>
        <p:sp>
          <p:nvSpPr>
            <p:cNvPr id="37"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8"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3"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7533"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r</a:t>
              </a:r>
            </a:p>
          </p:txBody>
        </p:sp>
        <p:sp>
          <p:nvSpPr>
            <p:cNvPr id="107534"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i</a:t>
              </a:r>
            </a:p>
          </p:txBody>
        </p:sp>
        <p:sp>
          <p:nvSpPr>
            <p:cNvPr id="107535"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lvl="0"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p:txBody>
        </p:sp>
      </p:grpSp>
      <p:sp>
        <p:nvSpPr>
          <p:cNvPr id="28"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lIns="68580" tIns="34290" rIns="68580" bIns="34290"/>
          <a:lstStyle/>
          <a:p>
            <a:pPr>
              <a:defRPr/>
            </a:pPr>
            <a:endParaRPr lang="zh-CN" altLang="en-US">
              <a:solidFill>
                <a:prstClr val="black"/>
              </a:solidFill>
            </a:endParaRPr>
          </a:p>
        </p:txBody>
      </p:sp>
      <p:sp>
        <p:nvSpPr>
          <p:cNvPr id="27" name="Rectangle 7"/>
          <p:cNvSpPr>
            <a:spLocks noChangeArrowheads="1"/>
          </p:cNvSpPr>
          <p:nvPr/>
        </p:nvSpPr>
        <p:spPr bwMode="auto">
          <a:xfrm>
            <a:off x="2769975" y="72092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Tahoma" panose="020B0604030504040204" pitchFamily="34" charset="0"/>
              <a:ea typeface="宋体" panose="02010600030101010101" pitchFamily="2" charset="-122"/>
            </a:endParaRPr>
          </a:p>
        </p:txBody>
      </p:sp>
      <p:sp>
        <p:nvSpPr>
          <p:cNvPr id="29" name="Text Box 8"/>
          <p:cNvSpPr txBox="1">
            <a:spLocks noChangeArrowheads="1"/>
          </p:cNvSpPr>
          <p:nvPr/>
        </p:nvSpPr>
        <p:spPr bwMode="auto">
          <a:xfrm>
            <a:off x="2627840" y="313413"/>
            <a:ext cx="11677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spcBef>
                <a:spcPct val="50000"/>
              </a:spcBef>
            </a:pPr>
            <a:r>
              <a:rPr kumimoji="1" lang="en-US" altLang="zh-CN" sz="1800" b="0" dirty="0">
                <a:solidFill>
                  <a:srgbClr val="000000"/>
                </a:solidFill>
                <a:ea typeface="宋体" panose="02010600030101010101" pitchFamily="2" charset="-122"/>
              </a:rPr>
              <a:t>display</a:t>
            </a:r>
            <a:r>
              <a:rPr kumimoji="1" lang="zh-CN" altLang="en-US" sz="1800" b="0" dirty="0">
                <a:solidFill>
                  <a:srgbClr val="000000"/>
                </a:solidFill>
                <a:ea typeface="宋体" panose="02010600030101010101" pitchFamily="2" charset="-122"/>
              </a:rPr>
              <a:t>表</a:t>
            </a:r>
            <a:endParaRPr kumimoji="1" lang="en-US" altLang="zh-CN" sz="1800" b="0" dirty="0">
              <a:solidFill>
                <a:srgbClr val="000000"/>
              </a:solidFill>
              <a:ea typeface="宋体" panose="02010600030101010101" pitchFamily="2" charset="-122"/>
            </a:endParaRPr>
          </a:p>
        </p:txBody>
      </p:sp>
      <p:sp>
        <p:nvSpPr>
          <p:cNvPr id="32" name="Text Box 12"/>
          <p:cNvSpPr txBox="1">
            <a:spLocks noChangeArrowheads="1"/>
          </p:cNvSpPr>
          <p:nvPr/>
        </p:nvSpPr>
        <p:spPr bwMode="auto">
          <a:xfrm>
            <a:off x="2253243" y="67419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d[1]</a:t>
            </a:r>
          </a:p>
        </p:txBody>
      </p:sp>
      <p:cxnSp>
        <p:nvCxnSpPr>
          <p:cNvPr id="34" name="直接箭头连接符 33"/>
          <p:cNvCxnSpPr/>
          <p:nvPr/>
        </p:nvCxnSpPr>
        <p:spPr>
          <a:xfrm>
            <a:off x="3315399" y="876673"/>
            <a:ext cx="52396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9" name="组合 8"/>
          <p:cNvGrpSpPr/>
          <p:nvPr/>
        </p:nvGrpSpPr>
        <p:grpSpPr>
          <a:xfrm>
            <a:off x="2253243" y="950619"/>
            <a:ext cx="1234705" cy="369332"/>
            <a:chOff x="2253243" y="950619"/>
            <a:chExt cx="1234705" cy="369332"/>
          </a:xfrm>
        </p:grpSpPr>
        <p:sp>
          <p:nvSpPr>
            <p:cNvPr id="36"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d[2]</a:t>
              </a:r>
            </a:p>
          </p:txBody>
        </p:sp>
        <p:sp>
          <p:nvSpPr>
            <p:cNvPr id="35"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Tahoma" panose="020B0604030504040204" pitchFamily="34" charset="0"/>
                <a:ea typeface="宋体" panose="02010600030101010101" pitchFamily="2" charset="-122"/>
              </a:endParaRPr>
            </a:p>
          </p:txBody>
        </p:sp>
      </p:grpSp>
      <p:grpSp>
        <p:nvGrpSpPr>
          <p:cNvPr id="10" name="组合 9"/>
          <p:cNvGrpSpPr/>
          <p:nvPr/>
        </p:nvGrpSpPr>
        <p:grpSpPr>
          <a:xfrm>
            <a:off x="3319463" y="1121966"/>
            <a:ext cx="579437" cy="369094"/>
            <a:chOff x="3319463" y="1121966"/>
            <a:chExt cx="579437" cy="369094"/>
          </a:xfrm>
        </p:grpSpPr>
        <p:cxnSp>
          <p:nvCxnSpPr>
            <p:cNvPr id="39" name="直接箭头连接符 38"/>
            <p:cNvCxnSpPr/>
            <p:nvPr/>
          </p:nvCxnSpPr>
          <p:spPr>
            <a:xfrm>
              <a:off x="3608785" y="1121966"/>
              <a:ext cx="290115" cy="369094"/>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接连接符 5"/>
            <p:cNvCxnSpPr>
              <a:cxnSpLocks/>
            </p:cNvCxnSpPr>
            <p:nvPr/>
          </p:nvCxnSpPr>
          <p:spPr>
            <a:xfrm>
              <a:off x="3319463" y="1131590"/>
              <a:ext cx="28932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058858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0" fill="hold" grpId="0" nodeType="withEffect">
                                  <p:stCondLst>
                                    <p:cond delay="0"/>
                                  </p:stCondLst>
                                  <p:childTnLst>
                                    <p:set>
                                      <p:cBhvr>
                                        <p:cTn id="6" dur="1" fill="hold">
                                          <p:stCondLst>
                                            <p:cond delay="0"/>
                                          </p:stCondLst>
                                        </p:cTn>
                                        <p:tgtEl>
                                          <p:spTgt spid="234502"/>
                                        </p:tgtEl>
                                        <p:attrNameLst>
                                          <p:attrName>style.visibility</p:attrName>
                                        </p:attrNameLst>
                                      </p:cBhvr>
                                      <p:to>
                                        <p:strVal val="visible"/>
                                      </p:to>
                                    </p:set>
                                    <p:anim calcmode="lin" valueType="num">
                                      <p:cBhvr>
                                        <p:cTn id="7" dur="500" fill="hold"/>
                                        <p:tgtEl>
                                          <p:spTgt spid="234502"/>
                                        </p:tgtEl>
                                        <p:attrNameLst>
                                          <p:attrName>ppt_w</p:attrName>
                                        </p:attrNameLst>
                                      </p:cBhvr>
                                      <p:tavLst>
                                        <p:tav tm="0">
                                          <p:val>
                                            <p:fltVal val="0"/>
                                          </p:val>
                                        </p:tav>
                                        <p:tav tm="100000">
                                          <p:val>
                                            <p:strVal val="#ppt_w"/>
                                          </p:val>
                                        </p:tav>
                                      </p:tavLst>
                                    </p:anim>
                                    <p:anim calcmode="lin" valueType="num">
                                      <p:cBhvr>
                                        <p:cTn id="8" dur="500" fill="hold"/>
                                        <p:tgtEl>
                                          <p:spTgt spid="234502"/>
                                        </p:tgtEl>
                                        <p:attrNameLst>
                                          <p:attrName>ppt_h</p:attrName>
                                        </p:attrNameLst>
                                      </p:cBhvr>
                                      <p:tavLst>
                                        <p:tav tm="0">
                                          <p:val>
                                            <p:fltVal val="0"/>
                                          </p:val>
                                        </p:tav>
                                        <p:tav tm="100000">
                                          <p:val>
                                            <p:strVal val="#ppt_h"/>
                                          </p:val>
                                        </p:tav>
                                      </p:tavLst>
                                    </p:anim>
                                    <p:animEffect transition="in" filter="fade">
                                      <p:cBhvr>
                                        <p:cTn id="9" dur="500"/>
                                        <p:tgtEl>
                                          <p:spTgt spid="234502"/>
                                        </p:tgtEl>
                                      </p:cBhvr>
                                    </p:animEffect>
                                  </p:childTnLst>
                                </p:cTn>
                              </p:par>
                              <p:par>
                                <p:cTn id="10" presetID="53" presetClass="entr" presetSubtype="0" fill="hold" grpId="0" nodeType="withEffect">
                                  <p:stCondLst>
                                    <p:cond delay="0"/>
                                  </p:stCondLst>
                                  <p:childTnLst>
                                    <p:set>
                                      <p:cBhvr>
                                        <p:cTn id="11" dur="1" fill="hold">
                                          <p:stCondLst>
                                            <p:cond delay="0"/>
                                          </p:stCondLst>
                                        </p:cTn>
                                        <p:tgtEl>
                                          <p:spTgt spid="234500"/>
                                        </p:tgtEl>
                                        <p:attrNameLst>
                                          <p:attrName>style.visibility</p:attrName>
                                        </p:attrNameLst>
                                      </p:cBhvr>
                                      <p:to>
                                        <p:strVal val="visible"/>
                                      </p:to>
                                    </p:set>
                                    <p:anim calcmode="lin" valueType="num">
                                      <p:cBhvr>
                                        <p:cTn id="12" dur="500" fill="hold"/>
                                        <p:tgtEl>
                                          <p:spTgt spid="234500"/>
                                        </p:tgtEl>
                                        <p:attrNameLst>
                                          <p:attrName>ppt_w</p:attrName>
                                        </p:attrNameLst>
                                      </p:cBhvr>
                                      <p:tavLst>
                                        <p:tav tm="0">
                                          <p:val>
                                            <p:fltVal val="0"/>
                                          </p:val>
                                        </p:tav>
                                        <p:tav tm="100000">
                                          <p:val>
                                            <p:strVal val="#ppt_w"/>
                                          </p:val>
                                        </p:tav>
                                      </p:tavLst>
                                    </p:anim>
                                    <p:anim calcmode="lin" valueType="num">
                                      <p:cBhvr>
                                        <p:cTn id="13" dur="500" fill="hold"/>
                                        <p:tgtEl>
                                          <p:spTgt spid="234500"/>
                                        </p:tgtEl>
                                        <p:attrNameLst>
                                          <p:attrName>ppt_h</p:attrName>
                                        </p:attrNameLst>
                                      </p:cBhvr>
                                      <p:tavLst>
                                        <p:tav tm="0">
                                          <p:val>
                                            <p:fltVal val="0"/>
                                          </p:val>
                                        </p:tav>
                                        <p:tav tm="100000">
                                          <p:val>
                                            <p:strVal val="#ppt_h"/>
                                          </p:val>
                                        </p:tav>
                                      </p:tavLst>
                                    </p:anim>
                                    <p:animEffect transition="in" filter="fade">
                                      <p:cBhvr>
                                        <p:cTn id="14" dur="500"/>
                                        <p:tgtEl>
                                          <p:spTgt spid="234500"/>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p:cTn id="19" dur="500" fill="hold"/>
                                        <p:tgtEl>
                                          <p:spTgt spid="4"/>
                                        </p:tgtEl>
                                        <p:attrNameLst>
                                          <p:attrName>ppt_w</p:attrName>
                                        </p:attrNameLst>
                                      </p:cBhvr>
                                      <p:tavLst>
                                        <p:tav tm="0">
                                          <p:val>
                                            <p:fltVal val="0"/>
                                          </p:val>
                                        </p:tav>
                                        <p:tav tm="100000">
                                          <p:val>
                                            <p:strVal val="#ppt_w"/>
                                          </p:val>
                                        </p:tav>
                                      </p:tavLst>
                                    </p:anim>
                                    <p:anim calcmode="lin" valueType="num">
                                      <p:cBhvr>
                                        <p:cTn id="20" dur="500" fill="hold"/>
                                        <p:tgtEl>
                                          <p:spTgt spid="4"/>
                                        </p:tgtEl>
                                        <p:attrNameLst>
                                          <p:attrName>ppt_h</p:attrName>
                                        </p:attrNameLst>
                                      </p:cBhvr>
                                      <p:tavLst>
                                        <p:tav tm="0">
                                          <p:val>
                                            <p:fltVal val="0"/>
                                          </p:val>
                                        </p:tav>
                                        <p:tav tm="100000">
                                          <p:val>
                                            <p:strVal val="#ppt_h"/>
                                          </p:val>
                                        </p:tav>
                                      </p:tavLst>
                                    </p:anim>
                                    <p:animEffect transition="in" filter="fade">
                                      <p:cBhvr>
                                        <p:cTn id="21" dur="500"/>
                                        <p:tgtEl>
                                          <p:spTgt spid="4"/>
                                        </p:tgtEl>
                                      </p:cBhvr>
                                    </p:animEffect>
                                  </p:childTnLst>
                                </p:cTn>
                              </p:par>
                              <p:par>
                                <p:cTn id="22" presetID="53" presetClass="entr" presetSubtype="16"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 calcmode="lin" valueType="num">
                                      <p:cBhvr>
                                        <p:cTn id="24" dur="500" fill="hold"/>
                                        <p:tgtEl>
                                          <p:spTgt spid="9"/>
                                        </p:tgtEl>
                                        <p:attrNameLst>
                                          <p:attrName>ppt_w</p:attrName>
                                        </p:attrNameLst>
                                      </p:cBhvr>
                                      <p:tavLst>
                                        <p:tav tm="0">
                                          <p:val>
                                            <p:fltVal val="0"/>
                                          </p:val>
                                        </p:tav>
                                        <p:tav tm="100000">
                                          <p:val>
                                            <p:strVal val="#ppt_w"/>
                                          </p:val>
                                        </p:tav>
                                      </p:tavLst>
                                    </p:anim>
                                    <p:anim calcmode="lin" valueType="num">
                                      <p:cBhvr>
                                        <p:cTn id="25" dur="500" fill="hold"/>
                                        <p:tgtEl>
                                          <p:spTgt spid="9"/>
                                        </p:tgtEl>
                                        <p:attrNameLst>
                                          <p:attrName>ppt_h</p:attrName>
                                        </p:attrNameLst>
                                      </p:cBhvr>
                                      <p:tavLst>
                                        <p:tav tm="0">
                                          <p:val>
                                            <p:fltVal val="0"/>
                                          </p:val>
                                        </p:tav>
                                        <p:tav tm="100000">
                                          <p:val>
                                            <p:strVal val="#ppt_h"/>
                                          </p:val>
                                        </p:tav>
                                      </p:tavLst>
                                    </p:anim>
                                    <p:animEffect transition="in" filter="fade">
                                      <p:cBhvr>
                                        <p:cTn id="26" dur="500"/>
                                        <p:tgtEl>
                                          <p:spTgt spid="9"/>
                                        </p:tgtEl>
                                      </p:cBhvr>
                                    </p:animEffect>
                                  </p:childTnLst>
                                </p:cTn>
                              </p:par>
                              <p:par>
                                <p:cTn id="27" presetID="53" presetClass="entr" presetSubtype="16" fill="hold" nodeType="withEffect">
                                  <p:stCondLst>
                                    <p:cond delay="0"/>
                                  </p:stCondLst>
                                  <p:childTnLst>
                                    <p:set>
                                      <p:cBhvr>
                                        <p:cTn id="28" dur="1" fill="hold">
                                          <p:stCondLst>
                                            <p:cond delay="0"/>
                                          </p:stCondLst>
                                        </p:cTn>
                                        <p:tgtEl>
                                          <p:spTgt spid="10"/>
                                        </p:tgtEl>
                                        <p:attrNameLst>
                                          <p:attrName>style.visibility</p:attrName>
                                        </p:attrNameLst>
                                      </p:cBhvr>
                                      <p:to>
                                        <p:strVal val="visible"/>
                                      </p:to>
                                    </p:set>
                                    <p:anim calcmode="lin" valueType="num">
                                      <p:cBhvr>
                                        <p:cTn id="29" dur="500" fill="hold"/>
                                        <p:tgtEl>
                                          <p:spTgt spid="10"/>
                                        </p:tgtEl>
                                        <p:attrNameLst>
                                          <p:attrName>ppt_w</p:attrName>
                                        </p:attrNameLst>
                                      </p:cBhvr>
                                      <p:tavLst>
                                        <p:tav tm="0">
                                          <p:val>
                                            <p:fltVal val="0"/>
                                          </p:val>
                                        </p:tav>
                                        <p:tav tm="100000">
                                          <p:val>
                                            <p:strVal val="#ppt_w"/>
                                          </p:val>
                                        </p:tav>
                                      </p:tavLst>
                                    </p:anim>
                                    <p:anim calcmode="lin" valueType="num">
                                      <p:cBhvr>
                                        <p:cTn id="30" dur="500" fill="hold"/>
                                        <p:tgtEl>
                                          <p:spTgt spid="10"/>
                                        </p:tgtEl>
                                        <p:attrNameLst>
                                          <p:attrName>ppt_h</p:attrName>
                                        </p:attrNameLst>
                                      </p:cBhvr>
                                      <p:tavLst>
                                        <p:tav tm="0">
                                          <p:val>
                                            <p:fltVal val="0"/>
                                          </p:val>
                                        </p:tav>
                                        <p:tav tm="100000">
                                          <p:val>
                                            <p:strVal val="#ppt_h"/>
                                          </p:val>
                                        </p:tav>
                                      </p:tavLst>
                                    </p:anim>
                                    <p:animEffect transition="in" filter="fade">
                                      <p:cBhvr>
                                        <p:cTn id="31" dur="5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0" fill="hold" nodeType="clickEffect">
                                  <p:stCondLst>
                                    <p:cond delay="0"/>
                                  </p:stCondLst>
                                  <p:childTnLst>
                                    <p:set>
                                      <p:cBhvr>
                                        <p:cTn id="35" dur="1" fill="hold">
                                          <p:stCondLst>
                                            <p:cond delay="0"/>
                                          </p:stCondLst>
                                        </p:cTn>
                                        <p:tgtEl>
                                          <p:spTgt spid="28"/>
                                        </p:tgtEl>
                                        <p:attrNameLst>
                                          <p:attrName>style.visibility</p:attrName>
                                        </p:attrNameLst>
                                      </p:cBhvr>
                                      <p:to>
                                        <p:strVal val="visible"/>
                                      </p:to>
                                    </p:set>
                                    <p:anim calcmode="lin" valueType="num">
                                      <p:cBhvr>
                                        <p:cTn id="36" dur="500" fill="hold"/>
                                        <p:tgtEl>
                                          <p:spTgt spid="28"/>
                                        </p:tgtEl>
                                        <p:attrNameLst>
                                          <p:attrName>ppt_w</p:attrName>
                                        </p:attrNameLst>
                                      </p:cBhvr>
                                      <p:tavLst>
                                        <p:tav tm="0">
                                          <p:val>
                                            <p:fltVal val="0"/>
                                          </p:val>
                                        </p:tav>
                                        <p:tav tm="100000">
                                          <p:val>
                                            <p:strVal val="#ppt_w"/>
                                          </p:val>
                                        </p:tav>
                                      </p:tavLst>
                                    </p:anim>
                                    <p:anim calcmode="lin" valueType="num">
                                      <p:cBhvr>
                                        <p:cTn id="37" dur="500" fill="hold"/>
                                        <p:tgtEl>
                                          <p:spTgt spid="28"/>
                                        </p:tgtEl>
                                        <p:attrNameLst>
                                          <p:attrName>ppt_h</p:attrName>
                                        </p:attrNameLst>
                                      </p:cBhvr>
                                      <p:tavLst>
                                        <p:tav tm="0">
                                          <p:val>
                                            <p:fltVal val="0"/>
                                          </p:val>
                                        </p:tav>
                                        <p:tav tm="100000">
                                          <p:val>
                                            <p:strVal val="#ppt_h"/>
                                          </p:val>
                                        </p:tav>
                                      </p:tavLst>
                                    </p:anim>
                                    <p:animEffect transition="in" filter="fade">
                                      <p:cBhvr>
                                        <p:cTn id="38" dur="500"/>
                                        <p:tgtEl>
                                          <p:spTgt spid="28"/>
                                        </p:tgtEl>
                                      </p:cBhvr>
                                    </p:animEffect>
                                  </p:childTnLst>
                                </p:cTn>
                              </p:par>
                            </p:childTnLst>
                          </p:cTn>
                        </p:par>
                      </p:childTnLst>
                    </p:cTn>
                  </p:par>
                  <p:par>
                    <p:cTn id="39" fill="hold" nodeType="clickPar">
                      <p:stCondLst>
                        <p:cond delay="indefinite"/>
                      </p:stCondLst>
                      <p:childTnLst>
                        <p:par>
                          <p:cTn id="40" fill="hold" nodeType="withGroup">
                            <p:stCondLst>
                              <p:cond delay="0"/>
                            </p:stCondLst>
                            <p:childTnLst>
                              <p:par>
                                <p:cTn id="41" presetID="53" presetClass="exit" presetSubtype="32" fill="hold" nodeType="clickEffect">
                                  <p:stCondLst>
                                    <p:cond delay="0"/>
                                  </p:stCondLst>
                                  <p:childTnLst>
                                    <p:anim calcmode="lin" valueType="num">
                                      <p:cBhvr>
                                        <p:cTn id="42" dur="500"/>
                                        <p:tgtEl>
                                          <p:spTgt spid="4"/>
                                        </p:tgtEl>
                                        <p:attrNameLst>
                                          <p:attrName>ppt_w</p:attrName>
                                        </p:attrNameLst>
                                      </p:cBhvr>
                                      <p:tavLst>
                                        <p:tav tm="0">
                                          <p:val>
                                            <p:strVal val="ppt_w"/>
                                          </p:val>
                                        </p:tav>
                                        <p:tav tm="100000">
                                          <p:val>
                                            <p:fltVal val="0"/>
                                          </p:val>
                                        </p:tav>
                                      </p:tavLst>
                                    </p:anim>
                                    <p:anim calcmode="lin" valueType="num">
                                      <p:cBhvr>
                                        <p:cTn id="43" dur="500"/>
                                        <p:tgtEl>
                                          <p:spTgt spid="4"/>
                                        </p:tgtEl>
                                        <p:attrNameLst>
                                          <p:attrName>ppt_h</p:attrName>
                                        </p:attrNameLst>
                                      </p:cBhvr>
                                      <p:tavLst>
                                        <p:tav tm="0">
                                          <p:val>
                                            <p:strVal val="ppt_h"/>
                                          </p:val>
                                        </p:tav>
                                        <p:tav tm="100000">
                                          <p:val>
                                            <p:fltVal val="0"/>
                                          </p:val>
                                        </p:tav>
                                      </p:tavLst>
                                    </p:anim>
                                    <p:animEffect transition="out" filter="fade">
                                      <p:cBhvr>
                                        <p:cTn id="44" dur="500"/>
                                        <p:tgtEl>
                                          <p:spTgt spid="4"/>
                                        </p:tgtEl>
                                      </p:cBhvr>
                                    </p:animEffect>
                                    <p:set>
                                      <p:cBhvr>
                                        <p:cTn id="45" dur="1" fill="hold">
                                          <p:stCondLst>
                                            <p:cond delay="499"/>
                                          </p:stCondLst>
                                        </p:cTn>
                                        <p:tgtEl>
                                          <p:spTgt spid="4"/>
                                        </p:tgtEl>
                                        <p:attrNameLst>
                                          <p:attrName>style.visibility</p:attrName>
                                        </p:attrNameLst>
                                      </p:cBhvr>
                                      <p:to>
                                        <p:strVal val="hidden"/>
                                      </p:to>
                                    </p:set>
                                  </p:childTnLst>
                                </p:cTn>
                              </p:par>
                              <p:par>
                                <p:cTn id="46" presetID="53" presetClass="exit" presetSubtype="32" fill="hold" nodeType="withEffect">
                                  <p:stCondLst>
                                    <p:cond delay="0"/>
                                  </p:stCondLst>
                                  <p:childTnLst>
                                    <p:anim calcmode="lin" valueType="num">
                                      <p:cBhvr>
                                        <p:cTn id="47" dur="500"/>
                                        <p:tgtEl>
                                          <p:spTgt spid="10"/>
                                        </p:tgtEl>
                                        <p:attrNameLst>
                                          <p:attrName>ppt_w</p:attrName>
                                        </p:attrNameLst>
                                      </p:cBhvr>
                                      <p:tavLst>
                                        <p:tav tm="0">
                                          <p:val>
                                            <p:strVal val="ppt_w"/>
                                          </p:val>
                                        </p:tav>
                                        <p:tav tm="100000">
                                          <p:val>
                                            <p:fltVal val="0"/>
                                          </p:val>
                                        </p:tav>
                                      </p:tavLst>
                                    </p:anim>
                                    <p:anim calcmode="lin" valueType="num">
                                      <p:cBhvr>
                                        <p:cTn id="48" dur="500"/>
                                        <p:tgtEl>
                                          <p:spTgt spid="10"/>
                                        </p:tgtEl>
                                        <p:attrNameLst>
                                          <p:attrName>ppt_h</p:attrName>
                                        </p:attrNameLst>
                                      </p:cBhvr>
                                      <p:tavLst>
                                        <p:tav tm="0">
                                          <p:val>
                                            <p:strVal val="ppt_h"/>
                                          </p:val>
                                        </p:tav>
                                        <p:tav tm="100000">
                                          <p:val>
                                            <p:fltVal val="0"/>
                                          </p:val>
                                        </p:tav>
                                      </p:tavLst>
                                    </p:anim>
                                    <p:animEffect transition="out" filter="fade">
                                      <p:cBhvr>
                                        <p:cTn id="49" dur="500"/>
                                        <p:tgtEl>
                                          <p:spTgt spid="10"/>
                                        </p:tgtEl>
                                      </p:cBhvr>
                                    </p:animEffect>
                                    <p:set>
                                      <p:cBhvr>
                                        <p:cTn id="50" dur="1" fill="hold">
                                          <p:stCondLst>
                                            <p:cond delay="49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4500" grpId="0"/>
      <p:bldP spid="234502"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238595" name="Rectangle 18"/>
          <p:cNvSpPr>
            <a:spLocks noChangeArrowheads="1"/>
          </p:cNvSpPr>
          <p:nvPr/>
        </p:nvSpPr>
        <p:spPr bwMode="auto">
          <a:xfrm>
            <a:off x="6284913" y="2000250"/>
            <a:ext cx="963612"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09572"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238597" name="Line 20"/>
          <p:cNvSpPr>
            <a:spLocks noChangeShapeType="1"/>
          </p:cNvSpPr>
          <p:nvPr/>
        </p:nvSpPr>
        <p:spPr bwMode="auto">
          <a:xfrm flipH="1">
            <a:off x="6732588" y="1714500"/>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45062"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38599" name="Line 22"/>
          <p:cNvSpPr>
            <a:spLocks noChangeShapeType="1"/>
          </p:cNvSpPr>
          <p:nvPr/>
        </p:nvSpPr>
        <p:spPr bwMode="auto">
          <a:xfrm flipH="1">
            <a:off x="5688013" y="2355850"/>
            <a:ext cx="709612" cy="354013"/>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238601" name="Rectangle 24"/>
          <p:cNvSpPr>
            <a:spLocks noChangeArrowheads="1"/>
          </p:cNvSpPr>
          <p:nvPr/>
        </p:nvSpPr>
        <p:spPr bwMode="auto">
          <a:xfrm>
            <a:off x="5337175" y="2692400"/>
            <a:ext cx="966788" cy="531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dirty="0">
                <a:solidFill>
                  <a:srgbClr val="000000"/>
                </a:solidFill>
                <a:ea typeface="宋体" panose="02010600030101010101" pitchFamily="2" charset="-122"/>
                <a:cs typeface="Times New Roman" panose="02020603050405020304" pitchFamily="18" charset="0"/>
              </a:rPr>
              <a:t>p</a:t>
            </a:r>
            <a:r>
              <a:rPr lang="en-US" altLang="zh-CN" sz="1800" dirty="0">
                <a:solidFill>
                  <a:srgbClr val="000000"/>
                </a:solidFill>
                <a:ea typeface="宋体" panose="02010600030101010101" pitchFamily="2" charset="-122"/>
                <a:cs typeface="Times New Roman" panose="02020603050405020304" pitchFamily="18" charset="0"/>
              </a:rPr>
              <a:t>(1,9)</a:t>
            </a:r>
          </a:p>
        </p:txBody>
      </p:sp>
      <p:sp>
        <p:nvSpPr>
          <p:cNvPr id="109577"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09578" name="Group 99"/>
          <p:cNvGrpSpPr>
            <a:grpSpLocks/>
          </p:cNvGrpSpPr>
          <p:nvPr/>
        </p:nvGrpSpPr>
        <p:grpSpPr bwMode="auto">
          <a:xfrm>
            <a:off x="3898900" y="444500"/>
            <a:ext cx="923925" cy="647700"/>
            <a:chOff x="975" y="2750"/>
            <a:chExt cx="776" cy="544"/>
          </a:xfrm>
        </p:grpSpPr>
        <p:sp>
          <p:nvSpPr>
            <p:cNvPr id="21"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0"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16"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613"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s</a:t>
              </a:r>
            </a:p>
          </p:txBody>
        </p:sp>
        <p:sp>
          <p:nvSpPr>
            <p:cNvPr id="109614"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a</a:t>
              </a:r>
            </a:p>
          </p:txBody>
        </p:sp>
        <p:sp>
          <p:nvSpPr>
            <p:cNvPr id="109615"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lvl="0"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d[1]</a:t>
              </a:r>
              <a:endParaRPr lang="zh-CN" altLang="en-US" sz="1200" dirty="0">
                <a:solidFill>
                  <a:prstClr val="black"/>
                </a:solidFill>
                <a:ea typeface="楷体" panose="02010609060101010101" pitchFamily="49" charset="-122"/>
                <a:cs typeface="Times New Roman" panose="02020603050405020304" pitchFamily="18" charset="0"/>
              </a:endParaRPr>
            </a:p>
          </p:txBody>
        </p:sp>
      </p:grpSp>
      <p:sp>
        <p:nvSpPr>
          <p:cNvPr id="109579"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09580" name="组合 113"/>
          <p:cNvGrpSpPr>
            <a:grpSpLocks/>
          </p:cNvGrpSpPr>
          <p:nvPr/>
        </p:nvGrpSpPr>
        <p:grpSpPr bwMode="auto">
          <a:xfrm>
            <a:off x="179388" y="2787650"/>
            <a:ext cx="3140075" cy="1728788"/>
            <a:chOff x="5003799" y="500048"/>
            <a:chExt cx="3282977" cy="1803794"/>
          </a:xfrm>
        </p:grpSpPr>
        <p:sp>
          <p:nvSpPr>
            <p:cNvPr id="24"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rgbClr val="5EAEFF"/>
                </a:buClr>
                <a:buSzPct val="60000"/>
                <a:defRPr/>
              </a:pPr>
              <a:r>
                <a:rPr lang="zh-CN" altLang="en-US" sz="1200" dirty="0">
                  <a:solidFill>
                    <a:prstClr val="black"/>
                  </a:solidFill>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rgbClr val="5EAEFF"/>
                </a:buClr>
                <a:buSzPct val="60000"/>
                <a:defRPr/>
              </a:pPr>
              <a:r>
                <a:rPr lang="en-US" altLang="zh-CN" sz="1800" i="1" dirty="0">
                  <a:solidFill>
                    <a:prstClr val="black"/>
                  </a:solidFill>
                  <a:ea typeface="楷体_GB2312"/>
                  <a:cs typeface="Times New Roman" pitchFamily="18" charset="0"/>
                </a:rPr>
                <a:t>sort</a:t>
              </a:r>
              <a:r>
                <a:rPr lang="en-US" altLang="zh-CN" sz="1800" dirty="0">
                  <a:solidFill>
                    <a:prstClr val="black"/>
                  </a:solidFill>
                  <a:ea typeface="楷体_GB2312"/>
                  <a:cs typeface="Times New Roman" pitchFamily="18" charset="0"/>
                </a:rPr>
                <a:t>		            1</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err="1">
                  <a:solidFill>
                    <a:prstClr val="black"/>
                  </a:solidFill>
                  <a:ea typeface="楷体_GB2312"/>
                  <a:cs typeface="Times New Roman" pitchFamily="18" charset="0"/>
                </a:rPr>
                <a:t>readarray</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exchange</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quicksort</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partition</a:t>
              </a:r>
              <a:r>
                <a:rPr lang="en-US" altLang="zh-CN" sz="1800" dirty="0">
                  <a:solidFill>
                    <a:prstClr val="black"/>
                  </a:solidFill>
                  <a:ea typeface="楷体_GB2312"/>
                  <a:cs typeface="Times New Roman" pitchFamily="18" charset="0"/>
                </a:rPr>
                <a:t>	            3</a:t>
              </a:r>
            </a:p>
          </p:txBody>
        </p:sp>
        <p:cxnSp>
          <p:nvCxnSpPr>
            <p:cNvPr id="25" name="直接连接符 24"/>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 name="Group 99"/>
          <p:cNvGrpSpPr>
            <a:grpSpLocks/>
          </p:cNvGrpSpPr>
          <p:nvPr/>
        </p:nvGrpSpPr>
        <p:grpSpPr bwMode="auto">
          <a:xfrm>
            <a:off x="3905250" y="1092345"/>
            <a:ext cx="954088" cy="636587"/>
            <a:chOff x="948" y="2750"/>
            <a:chExt cx="802" cy="534"/>
          </a:xfrm>
        </p:grpSpPr>
        <p:sp>
          <p:nvSpPr>
            <p:cNvPr id="33"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2"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8"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604"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q</a:t>
              </a:r>
              <a:r>
                <a:rPr lang="en-US" altLang="zh-CN" sz="1200">
                  <a:solidFill>
                    <a:prstClr val="black"/>
                  </a:solidFill>
                  <a:cs typeface="Times New Roman" panose="02020603050405020304" pitchFamily="18" charset="0"/>
                </a:rPr>
                <a:t> (1, 9)</a:t>
              </a:r>
            </a:p>
          </p:txBody>
        </p:sp>
        <p:sp>
          <p:nvSpPr>
            <p:cNvPr id="109605"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v</a:t>
              </a:r>
            </a:p>
          </p:txBody>
        </p:sp>
        <p:sp>
          <p:nvSpPr>
            <p:cNvPr id="109606"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lvl="0"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grpSp>
        <p:nvGrpSpPr>
          <p:cNvPr id="5" name="Group 99"/>
          <p:cNvGrpSpPr>
            <a:grpSpLocks/>
          </p:cNvGrpSpPr>
          <p:nvPr/>
        </p:nvGrpSpPr>
        <p:grpSpPr bwMode="auto">
          <a:xfrm>
            <a:off x="3905250" y="1728932"/>
            <a:ext cx="954088" cy="635000"/>
            <a:chOff x="948" y="2750"/>
            <a:chExt cx="802" cy="534"/>
          </a:xfrm>
        </p:grpSpPr>
        <p:sp>
          <p:nvSpPr>
            <p:cNvPr id="4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4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59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p</a:t>
              </a:r>
              <a:r>
                <a:rPr lang="en-US" altLang="zh-CN" sz="1200">
                  <a:solidFill>
                    <a:prstClr val="black"/>
                  </a:solidFill>
                  <a:cs typeface="Times New Roman" panose="02020603050405020304" pitchFamily="18" charset="0"/>
                </a:rPr>
                <a:t> (1, 9)</a:t>
              </a:r>
            </a:p>
          </p:txBody>
        </p:sp>
        <p:sp>
          <p:nvSpPr>
            <p:cNvPr id="10959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i, j</a:t>
              </a:r>
            </a:p>
          </p:txBody>
        </p:sp>
        <p:sp>
          <p:nvSpPr>
            <p:cNvPr id="10960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lvl="0"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d[3]</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43" name="Line 12"/>
          <p:cNvSpPr>
            <a:spLocks noChangeShapeType="1"/>
          </p:cNvSpPr>
          <p:nvPr/>
        </p:nvSpPr>
        <p:spPr bwMode="auto">
          <a:xfrm flipH="1">
            <a:off x="5632450" y="30273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solidFill>
                <a:prstClr val="black"/>
              </a:solidFill>
            </a:endParaRPr>
          </a:p>
        </p:txBody>
      </p:sp>
      <p:sp>
        <p:nvSpPr>
          <p:cNvPr id="44" name="Rectangle 22"/>
          <p:cNvSpPr>
            <a:spLocks noChangeArrowheads="1"/>
          </p:cNvSpPr>
          <p:nvPr/>
        </p:nvSpPr>
        <p:spPr bwMode="auto">
          <a:xfrm>
            <a:off x="5468938" y="3243263"/>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dirty="0">
                <a:solidFill>
                  <a:prstClr val="black"/>
                </a:solidFill>
                <a:ea typeface="宋体" panose="02010600030101010101" pitchFamily="2" charset="-122"/>
              </a:rPr>
              <a:t>e</a:t>
            </a:r>
          </a:p>
        </p:txBody>
      </p:sp>
      <p:grpSp>
        <p:nvGrpSpPr>
          <p:cNvPr id="6" name="Group 99"/>
          <p:cNvGrpSpPr>
            <a:grpSpLocks/>
          </p:cNvGrpSpPr>
          <p:nvPr/>
        </p:nvGrpSpPr>
        <p:grpSpPr bwMode="auto">
          <a:xfrm>
            <a:off x="3905250" y="2365480"/>
            <a:ext cx="954088" cy="635000"/>
            <a:chOff x="948" y="2750"/>
            <a:chExt cx="802" cy="534"/>
          </a:xfrm>
        </p:grpSpPr>
        <p:sp>
          <p:nvSpPr>
            <p:cNvPr id="5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4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592"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e</a:t>
              </a:r>
              <a:endParaRPr lang="en-US" altLang="zh-CN" sz="1200">
                <a:solidFill>
                  <a:prstClr val="black"/>
                </a:solidFill>
                <a:cs typeface="Times New Roman" panose="02020603050405020304" pitchFamily="18" charset="0"/>
              </a:endParaRPr>
            </a:p>
          </p:txBody>
        </p:sp>
        <p:sp>
          <p:nvSpPr>
            <p:cNvPr id="109593"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en-US" altLang="zh-CN" sz="1200" i="1">
                <a:solidFill>
                  <a:prstClr val="black"/>
                </a:solidFill>
                <a:cs typeface="Times New Roman" panose="02020603050405020304" pitchFamily="18" charset="0"/>
              </a:endParaRPr>
            </a:p>
          </p:txBody>
        </p:sp>
        <p:sp>
          <p:nvSpPr>
            <p:cNvPr id="109594"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lvl="0"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54" name="Rectangle 7"/>
          <p:cNvSpPr>
            <a:spLocks noChangeArrowheads="1"/>
          </p:cNvSpPr>
          <p:nvPr/>
        </p:nvSpPr>
        <p:spPr bwMode="auto">
          <a:xfrm>
            <a:off x="2769975" y="72092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Tahoma" panose="020B0604030504040204" pitchFamily="34" charset="0"/>
              <a:ea typeface="宋体" panose="02010600030101010101" pitchFamily="2" charset="-122"/>
            </a:endParaRPr>
          </a:p>
        </p:txBody>
      </p:sp>
      <p:sp>
        <p:nvSpPr>
          <p:cNvPr id="55" name="Text Box 8"/>
          <p:cNvSpPr txBox="1">
            <a:spLocks noChangeArrowheads="1"/>
          </p:cNvSpPr>
          <p:nvPr/>
        </p:nvSpPr>
        <p:spPr bwMode="auto">
          <a:xfrm>
            <a:off x="2627840" y="313413"/>
            <a:ext cx="11677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spcBef>
                <a:spcPct val="50000"/>
              </a:spcBef>
            </a:pPr>
            <a:r>
              <a:rPr kumimoji="1" lang="en-US" altLang="zh-CN" sz="1800" b="0" dirty="0">
                <a:solidFill>
                  <a:srgbClr val="000000"/>
                </a:solidFill>
                <a:ea typeface="宋体" panose="02010600030101010101" pitchFamily="2" charset="-122"/>
              </a:rPr>
              <a:t>display</a:t>
            </a:r>
            <a:r>
              <a:rPr kumimoji="1" lang="zh-CN" altLang="en-US" sz="1800" b="0" dirty="0">
                <a:solidFill>
                  <a:srgbClr val="000000"/>
                </a:solidFill>
                <a:ea typeface="宋体" panose="02010600030101010101" pitchFamily="2" charset="-122"/>
              </a:rPr>
              <a:t>表</a:t>
            </a:r>
            <a:endParaRPr kumimoji="1" lang="en-US" altLang="zh-CN" sz="1800" b="0" dirty="0">
              <a:solidFill>
                <a:srgbClr val="000000"/>
              </a:solidFill>
              <a:ea typeface="宋体" panose="02010600030101010101" pitchFamily="2" charset="-122"/>
            </a:endParaRPr>
          </a:p>
        </p:txBody>
      </p:sp>
      <p:sp>
        <p:nvSpPr>
          <p:cNvPr id="57" name="Text Box 12"/>
          <p:cNvSpPr txBox="1">
            <a:spLocks noChangeArrowheads="1"/>
          </p:cNvSpPr>
          <p:nvPr/>
        </p:nvSpPr>
        <p:spPr bwMode="auto">
          <a:xfrm>
            <a:off x="2253243" y="67419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d[1]</a:t>
            </a:r>
          </a:p>
        </p:txBody>
      </p:sp>
      <p:cxnSp>
        <p:nvCxnSpPr>
          <p:cNvPr id="58" name="直接箭头连接符 57"/>
          <p:cNvCxnSpPr/>
          <p:nvPr/>
        </p:nvCxnSpPr>
        <p:spPr>
          <a:xfrm>
            <a:off x="3315399" y="876673"/>
            <a:ext cx="52396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59" name="组合 58"/>
          <p:cNvGrpSpPr/>
          <p:nvPr/>
        </p:nvGrpSpPr>
        <p:grpSpPr>
          <a:xfrm>
            <a:off x="2253243" y="950619"/>
            <a:ext cx="1234705" cy="369332"/>
            <a:chOff x="2253243" y="950619"/>
            <a:chExt cx="1234705" cy="369332"/>
          </a:xfrm>
        </p:grpSpPr>
        <p:sp>
          <p:nvSpPr>
            <p:cNvPr id="60"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d[2]</a:t>
              </a:r>
            </a:p>
          </p:txBody>
        </p:sp>
        <p:sp>
          <p:nvSpPr>
            <p:cNvPr id="61"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Tahoma" panose="020B0604030504040204" pitchFamily="34" charset="0"/>
                <a:ea typeface="宋体" panose="02010600030101010101" pitchFamily="2" charset="-122"/>
              </a:endParaRPr>
            </a:p>
          </p:txBody>
        </p:sp>
      </p:grpSp>
      <p:grpSp>
        <p:nvGrpSpPr>
          <p:cNvPr id="65" name="组合 64"/>
          <p:cNvGrpSpPr/>
          <p:nvPr/>
        </p:nvGrpSpPr>
        <p:grpSpPr>
          <a:xfrm>
            <a:off x="3319463" y="1121966"/>
            <a:ext cx="579437" cy="369094"/>
            <a:chOff x="3319463" y="1121966"/>
            <a:chExt cx="579437" cy="369094"/>
          </a:xfrm>
        </p:grpSpPr>
        <p:cxnSp>
          <p:nvCxnSpPr>
            <p:cNvPr id="66" name="直接箭头连接符 65"/>
            <p:cNvCxnSpPr/>
            <p:nvPr/>
          </p:nvCxnSpPr>
          <p:spPr>
            <a:xfrm>
              <a:off x="3608785" y="1121966"/>
              <a:ext cx="290115" cy="369094"/>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连接符 66"/>
            <p:cNvCxnSpPr>
              <a:cxnSpLocks/>
            </p:cNvCxnSpPr>
            <p:nvPr/>
          </p:nvCxnSpPr>
          <p:spPr>
            <a:xfrm>
              <a:off x="3319463" y="1131590"/>
              <a:ext cx="2864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8" name="组合 67"/>
          <p:cNvGrpSpPr/>
          <p:nvPr/>
        </p:nvGrpSpPr>
        <p:grpSpPr>
          <a:xfrm>
            <a:off x="2250361" y="1226984"/>
            <a:ext cx="1234705" cy="369332"/>
            <a:chOff x="2253243" y="950619"/>
            <a:chExt cx="1234705" cy="369332"/>
          </a:xfrm>
        </p:grpSpPr>
        <p:sp>
          <p:nvSpPr>
            <p:cNvPr id="69"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d[3]</a:t>
              </a:r>
            </a:p>
          </p:txBody>
        </p:sp>
        <p:sp>
          <p:nvSpPr>
            <p:cNvPr id="70"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000000"/>
                </a:solidFill>
                <a:effectLst/>
                <a:uLnTx/>
                <a:uFillTx/>
                <a:latin typeface="Tahoma" panose="020B0604030504040204" pitchFamily="34" charset="0"/>
                <a:ea typeface="宋体" panose="02010600030101010101" pitchFamily="2" charset="-122"/>
              </a:endParaRPr>
            </a:p>
          </p:txBody>
        </p:sp>
      </p:grpSp>
      <p:grpSp>
        <p:nvGrpSpPr>
          <p:cNvPr id="71" name="组合 70"/>
          <p:cNvGrpSpPr/>
          <p:nvPr/>
        </p:nvGrpSpPr>
        <p:grpSpPr>
          <a:xfrm>
            <a:off x="3316581" y="1419622"/>
            <a:ext cx="587479" cy="741476"/>
            <a:chOff x="3319463" y="1121966"/>
            <a:chExt cx="587479" cy="741476"/>
          </a:xfrm>
        </p:grpSpPr>
        <p:cxnSp>
          <p:nvCxnSpPr>
            <p:cNvPr id="72" name="直接箭头连接符 71"/>
            <p:cNvCxnSpPr/>
            <p:nvPr/>
          </p:nvCxnSpPr>
          <p:spPr>
            <a:xfrm>
              <a:off x="3608785" y="1121966"/>
              <a:ext cx="298157" cy="74147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接连接符 72"/>
            <p:cNvCxnSpPr>
              <a:cxnSpLocks/>
            </p:cNvCxnSpPr>
            <p:nvPr/>
          </p:nvCxnSpPr>
          <p:spPr>
            <a:xfrm>
              <a:off x="3319463" y="1131590"/>
              <a:ext cx="28932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74" name="Freeform 56"/>
          <p:cNvSpPr>
            <a:spLocks/>
          </p:cNvSpPr>
          <p:nvPr/>
        </p:nvSpPr>
        <p:spPr bwMode="auto">
          <a:xfrm rot="-511685">
            <a:off x="4788289" y="1485656"/>
            <a:ext cx="342604" cy="1187907"/>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solidFill>
                <a:prstClr val="black"/>
              </a:solidFill>
            </a:endParaRPr>
          </a:p>
        </p:txBody>
      </p:sp>
    </p:spTree>
    <p:extLst>
      <p:ext uri="{BB962C8B-B14F-4D97-AF65-F5344CB8AC3E}">
        <p14:creationId xmlns:p14="http://schemas.microsoft.com/office/powerpoint/2010/main" val="266999866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0" fill="hold" grpId="0" nodeType="withEffect">
                                  <p:stCondLst>
                                    <p:cond delay="0"/>
                                  </p:stCondLst>
                                  <p:childTnLst>
                                    <p:set>
                                      <p:cBhvr>
                                        <p:cTn id="6" dur="1" fill="hold">
                                          <p:stCondLst>
                                            <p:cond delay="0"/>
                                          </p:stCondLst>
                                        </p:cTn>
                                        <p:tgtEl>
                                          <p:spTgt spid="238597"/>
                                        </p:tgtEl>
                                        <p:attrNameLst>
                                          <p:attrName>style.visibility</p:attrName>
                                        </p:attrNameLst>
                                      </p:cBhvr>
                                      <p:to>
                                        <p:strVal val="visible"/>
                                      </p:to>
                                    </p:set>
                                    <p:anim calcmode="lin" valueType="num">
                                      <p:cBhvr>
                                        <p:cTn id="7" dur="500" fill="hold"/>
                                        <p:tgtEl>
                                          <p:spTgt spid="238597"/>
                                        </p:tgtEl>
                                        <p:attrNameLst>
                                          <p:attrName>ppt_w</p:attrName>
                                        </p:attrNameLst>
                                      </p:cBhvr>
                                      <p:tavLst>
                                        <p:tav tm="0">
                                          <p:val>
                                            <p:fltVal val="0"/>
                                          </p:val>
                                        </p:tav>
                                        <p:tav tm="100000">
                                          <p:val>
                                            <p:strVal val="#ppt_w"/>
                                          </p:val>
                                        </p:tav>
                                      </p:tavLst>
                                    </p:anim>
                                    <p:anim calcmode="lin" valueType="num">
                                      <p:cBhvr>
                                        <p:cTn id="8" dur="500" fill="hold"/>
                                        <p:tgtEl>
                                          <p:spTgt spid="238597"/>
                                        </p:tgtEl>
                                        <p:attrNameLst>
                                          <p:attrName>ppt_h</p:attrName>
                                        </p:attrNameLst>
                                      </p:cBhvr>
                                      <p:tavLst>
                                        <p:tav tm="0">
                                          <p:val>
                                            <p:fltVal val="0"/>
                                          </p:val>
                                        </p:tav>
                                        <p:tav tm="100000">
                                          <p:val>
                                            <p:strVal val="#ppt_h"/>
                                          </p:val>
                                        </p:tav>
                                      </p:tavLst>
                                    </p:anim>
                                    <p:animEffect transition="in" filter="fade">
                                      <p:cBhvr>
                                        <p:cTn id="9" dur="500"/>
                                        <p:tgtEl>
                                          <p:spTgt spid="238597"/>
                                        </p:tgtEl>
                                      </p:cBhvr>
                                    </p:animEffect>
                                  </p:childTnLst>
                                </p:cTn>
                              </p:par>
                              <p:par>
                                <p:cTn id="10" presetID="53" presetClass="entr" presetSubtype="0" fill="hold" nodeType="withEffect">
                                  <p:stCondLst>
                                    <p:cond delay="0"/>
                                  </p:stCondLst>
                                  <p:childTnLst>
                                    <p:set>
                                      <p:cBhvr>
                                        <p:cTn id="11" dur="1" fill="hold">
                                          <p:stCondLst>
                                            <p:cond delay="0"/>
                                          </p:stCondLst>
                                        </p:cTn>
                                        <p:tgtEl>
                                          <p:spTgt spid="238595"/>
                                        </p:tgtEl>
                                        <p:attrNameLst>
                                          <p:attrName>style.visibility</p:attrName>
                                        </p:attrNameLst>
                                      </p:cBhvr>
                                      <p:to>
                                        <p:strVal val="visible"/>
                                      </p:to>
                                    </p:set>
                                    <p:anim calcmode="lin" valueType="num">
                                      <p:cBhvr>
                                        <p:cTn id="12" dur="500" fill="hold"/>
                                        <p:tgtEl>
                                          <p:spTgt spid="238595"/>
                                        </p:tgtEl>
                                        <p:attrNameLst>
                                          <p:attrName>ppt_w</p:attrName>
                                        </p:attrNameLst>
                                      </p:cBhvr>
                                      <p:tavLst>
                                        <p:tav tm="0">
                                          <p:val>
                                            <p:fltVal val="0"/>
                                          </p:val>
                                        </p:tav>
                                        <p:tav tm="100000">
                                          <p:val>
                                            <p:strVal val="#ppt_w"/>
                                          </p:val>
                                        </p:tav>
                                      </p:tavLst>
                                    </p:anim>
                                    <p:anim calcmode="lin" valueType="num">
                                      <p:cBhvr>
                                        <p:cTn id="13" dur="500" fill="hold"/>
                                        <p:tgtEl>
                                          <p:spTgt spid="238595"/>
                                        </p:tgtEl>
                                        <p:attrNameLst>
                                          <p:attrName>ppt_h</p:attrName>
                                        </p:attrNameLst>
                                      </p:cBhvr>
                                      <p:tavLst>
                                        <p:tav tm="0">
                                          <p:val>
                                            <p:fltVal val="0"/>
                                          </p:val>
                                        </p:tav>
                                        <p:tav tm="100000">
                                          <p:val>
                                            <p:strVal val="#ppt_h"/>
                                          </p:val>
                                        </p:tav>
                                      </p:tavLst>
                                    </p:anim>
                                    <p:animEffect transition="in" filter="fade">
                                      <p:cBhvr>
                                        <p:cTn id="14" dur="500"/>
                                        <p:tgtEl>
                                          <p:spTgt spid="238595"/>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p:cTn id="19" dur="500" fill="hold"/>
                                        <p:tgtEl>
                                          <p:spTgt spid="4"/>
                                        </p:tgtEl>
                                        <p:attrNameLst>
                                          <p:attrName>ppt_w</p:attrName>
                                        </p:attrNameLst>
                                      </p:cBhvr>
                                      <p:tavLst>
                                        <p:tav tm="0">
                                          <p:val>
                                            <p:fltVal val="0"/>
                                          </p:val>
                                        </p:tav>
                                        <p:tav tm="100000">
                                          <p:val>
                                            <p:strVal val="#ppt_w"/>
                                          </p:val>
                                        </p:tav>
                                      </p:tavLst>
                                    </p:anim>
                                    <p:anim calcmode="lin" valueType="num">
                                      <p:cBhvr>
                                        <p:cTn id="20" dur="500" fill="hold"/>
                                        <p:tgtEl>
                                          <p:spTgt spid="4"/>
                                        </p:tgtEl>
                                        <p:attrNameLst>
                                          <p:attrName>ppt_h</p:attrName>
                                        </p:attrNameLst>
                                      </p:cBhvr>
                                      <p:tavLst>
                                        <p:tav tm="0">
                                          <p:val>
                                            <p:fltVal val="0"/>
                                          </p:val>
                                        </p:tav>
                                        <p:tav tm="100000">
                                          <p:val>
                                            <p:strVal val="#ppt_h"/>
                                          </p:val>
                                        </p:tav>
                                      </p:tavLst>
                                    </p:anim>
                                    <p:animEffect transition="in" filter="fade">
                                      <p:cBhvr>
                                        <p:cTn id="21" dur="500"/>
                                        <p:tgtEl>
                                          <p:spTgt spid="4"/>
                                        </p:tgtEl>
                                      </p:cBhvr>
                                    </p:animEffect>
                                  </p:childTnLst>
                                </p:cTn>
                              </p:par>
                              <p:par>
                                <p:cTn id="22" presetID="53" presetClass="entr" presetSubtype="16" fill="hold" nodeType="withEffect">
                                  <p:stCondLst>
                                    <p:cond delay="0"/>
                                  </p:stCondLst>
                                  <p:childTnLst>
                                    <p:set>
                                      <p:cBhvr>
                                        <p:cTn id="23" dur="1" fill="hold">
                                          <p:stCondLst>
                                            <p:cond delay="0"/>
                                          </p:stCondLst>
                                        </p:cTn>
                                        <p:tgtEl>
                                          <p:spTgt spid="65"/>
                                        </p:tgtEl>
                                        <p:attrNameLst>
                                          <p:attrName>style.visibility</p:attrName>
                                        </p:attrNameLst>
                                      </p:cBhvr>
                                      <p:to>
                                        <p:strVal val="visible"/>
                                      </p:to>
                                    </p:set>
                                    <p:anim calcmode="lin" valueType="num">
                                      <p:cBhvr>
                                        <p:cTn id="24" dur="500" fill="hold"/>
                                        <p:tgtEl>
                                          <p:spTgt spid="65"/>
                                        </p:tgtEl>
                                        <p:attrNameLst>
                                          <p:attrName>ppt_w</p:attrName>
                                        </p:attrNameLst>
                                      </p:cBhvr>
                                      <p:tavLst>
                                        <p:tav tm="0">
                                          <p:val>
                                            <p:fltVal val="0"/>
                                          </p:val>
                                        </p:tav>
                                        <p:tav tm="100000">
                                          <p:val>
                                            <p:strVal val="#ppt_w"/>
                                          </p:val>
                                        </p:tav>
                                      </p:tavLst>
                                    </p:anim>
                                    <p:anim calcmode="lin" valueType="num">
                                      <p:cBhvr>
                                        <p:cTn id="25" dur="500" fill="hold"/>
                                        <p:tgtEl>
                                          <p:spTgt spid="65"/>
                                        </p:tgtEl>
                                        <p:attrNameLst>
                                          <p:attrName>ppt_h</p:attrName>
                                        </p:attrNameLst>
                                      </p:cBhvr>
                                      <p:tavLst>
                                        <p:tav tm="0">
                                          <p:val>
                                            <p:fltVal val="0"/>
                                          </p:val>
                                        </p:tav>
                                        <p:tav tm="100000">
                                          <p:val>
                                            <p:strVal val="#ppt_h"/>
                                          </p:val>
                                        </p:tav>
                                      </p:tavLst>
                                    </p:anim>
                                    <p:animEffect transition="in" filter="fade">
                                      <p:cBhvr>
                                        <p:cTn id="26" dur="500"/>
                                        <p:tgtEl>
                                          <p:spTgt spid="65"/>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53" presetClass="entr" presetSubtype="0" fill="hold" grpId="0" nodeType="clickEffect">
                                  <p:stCondLst>
                                    <p:cond delay="0"/>
                                  </p:stCondLst>
                                  <p:childTnLst>
                                    <p:set>
                                      <p:cBhvr>
                                        <p:cTn id="30" dur="1" fill="hold">
                                          <p:stCondLst>
                                            <p:cond delay="0"/>
                                          </p:stCondLst>
                                        </p:cTn>
                                        <p:tgtEl>
                                          <p:spTgt spid="238599"/>
                                        </p:tgtEl>
                                        <p:attrNameLst>
                                          <p:attrName>style.visibility</p:attrName>
                                        </p:attrNameLst>
                                      </p:cBhvr>
                                      <p:to>
                                        <p:strVal val="visible"/>
                                      </p:to>
                                    </p:set>
                                    <p:anim calcmode="lin" valueType="num">
                                      <p:cBhvr>
                                        <p:cTn id="31" dur="500" fill="hold"/>
                                        <p:tgtEl>
                                          <p:spTgt spid="238599"/>
                                        </p:tgtEl>
                                        <p:attrNameLst>
                                          <p:attrName>ppt_w</p:attrName>
                                        </p:attrNameLst>
                                      </p:cBhvr>
                                      <p:tavLst>
                                        <p:tav tm="0">
                                          <p:val>
                                            <p:fltVal val="0"/>
                                          </p:val>
                                        </p:tav>
                                        <p:tav tm="100000">
                                          <p:val>
                                            <p:strVal val="#ppt_w"/>
                                          </p:val>
                                        </p:tav>
                                      </p:tavLst>
                                    </p:anim>
                                    <p:anim calcmode="lin" valueType="num">
                                      <p:cBhvr>
                                        <p:cTn id="32" dur="500" fill="hold"/>
                                        <p:tgtEl>
                                          <p:spTgt spid="238599"/>
                                        </p:tgtEl>
                                        <p:attrNameLst>
                                          <p:attrName>ppt_h</p:attrName>
                                        </p:attrNameLst>
                                      </p:cBhvr>
                                      <p:tavLst>
                                        <p:tav tm="0">
                                          <p:val>
                                            <p:fltVal val="0"/>
                                          </p:val>
                                        </p:tav>
                                        <p:tav tm="100000">
                                          <p:val>
                                            <p:strVal val="#ppt_h"/>
                                          </p:val>
                                        </p:tav>
                                      </p:tavLst>
                                    </p:anim>
                                    <p:animEffect transition="in" filter="fade">
                                      <p:cBhvr>
                                        <p:cTn id="33" dur="500"/>
                                        <p:tgtEl>
                                          <p:spTgt spid="238599"/>
                                        </p:tgtEl>
                                      </p:cBhvr>
                                    </p:animEffect>
                                  </p:childTnLst>
                                </p:cTn>
                              </p:par>
                              <p:par>
                                <p:cTn id="34" presetID="53" presetClass="entr" presetSubtype="0" fill="hold" grpId="0" nodeType="withEffect">
                                  <p:stCondLst>
                                    <p:cond delay="0"/>
                                  </p:stCondLst>
                                  <p:childTnLst>
                                    <p:set>
                                      <p:cBhvr>
                                        <p:cTn id="35" dur="1" fill="hold">
                                          <p:stCondLst>
                                            <p:cond delay="0"/>
                                          </p:stCondLst>
                                        </p:cTn>
                                        <p:tgtEl>
                                          <p:spTgt spid="238601"/>
                                        </p:tgtEl>
                                        <p:attrNameLst>
                                          <p:attrName>style.visibility</p:attrName>
                                        </p:attrNameLst>
                                      </p:cBhvr>
                                      <p:to>
                                        <p:strVal val="visible"/>
                                      </p:to>
                                    </p:set>
                                    <p:anim calcmode="lin" valueType="num">
                                      <p:cBhvr>
                                        <p:cTn id="36" dur="500" fill="hold"/>
                                        <p:tgtEl>
                                          <p:spTgt spid="238601"/>
                                        </p:tgtEl>
                                        <p:attrNameLst>
                                          <p:attrName>ppt_w</p:attrName>
                                        </p:attrNameLst>
                                      </p:cBhvr>
                                      <p:tavLst>
                                        <p:tav tm="0">
                                          <p:val>
                                            <p:fltVal val="0"/>
                                          </p:val>
                                        </p:tav>
                                        <p:tav tm="100000">
                                          <p:val>
                                            <p:strVal val="#ppt_w"/>
                                          </p:val>
                                        </p:tav>
                                      </p:tavLst>
                                    </p:anim>
                                    <p:anim calcmode="lin" valueType="num">
                                      <p:cBhvr>
                                        <p:cTn id="37" dur="500" fill="hold"/>
                                        <p:tgtEl>
                                          <p:spTgt spid="238601"/>
                                        </p:tgtEl>
                                        <p:attrNameLst>
                                          <p:attrName>ppt_h</p:attrName>
                                        </p:attrNameLst>
                                      </p:cBhvr>
                                      <p:tavLst>
                                        <p:tav tm="0">
                                          <p:val>
                                            <p:fltVal val="0"/>
                                          </p:val>
                                        </p:tav>
                                        <p:tav tm="100000">
                                          <p:val>
                                            <p:strVal val="#ppt_h"/>
                                          </p:val>
                                        </p:tav>
                                      </p:tavLst>
                                    </p:anim>
                                    <p:animEffect transition="in" filter="fade">
                                      <p:cBhvr>
                                        <p:cTn id="38" dur="500"/>
                                        <p:tgtEl>
                                          <p:spTgt spid="238601"/>
                                        </p:tgtEl>
                                      </p:cBhvr>
                                    </p:animEffect>
                                  </p:childTnLst>
                                </p:cTn>
                              </p:par>
                            </p:childTnLst>
                          </p:cTn>
                        </p:par>
                      </p:childTnLst>
                    </p:cTn>
                  </p:par>
                  <p:par>
                    <p:cTn id="39" fill="hold" nodeType="clickPar">
                      <p:stCondLst>
                        <p:cond delay="indefinite"/>
                      </p:stCondLst>
                      <p:childTnLst>
                        <p:par>
                          <p:cTn id="40" fill="hold" nodeType="withGroup">
                            <p:stCondLst>
                              <p:cond delay="0"/>
                            </p:stCondLst>
                            <p:childTnLst>
                              <p:par>
                                <p:cTn id="41" presetID="53" presetClass="entr" presetSubtype="16" fill="hold" nodeType="clickEffect">
                                  <p:stCondLst>
                                    <p:cond delay="0"/>
                                  </p:stCondLst>
                                  <p:childTnLst>
                                    <p:set>
                                      <p:cBhvr>
                                        <p:cTn id="42" dur="1" fill="hold">
                                          <p:stCondLst>
                                            <p:cond delay="0"/>
                                          </p:stCondLst>
                                        </p:cTn>
                                        <p:tgtEl>
                                          <p:spTgt spid="5"/>
                                        </p:tgtEl>
                                        <p:attrNameLst>
                                          <p:attrName>style.visibility</p:attrName>
                                        </p:attrNameLst>
                                      </p:cBhvr>
                                      <p:to>
                                        <p:strVal val="visible"/>
                                      </p:to>
                                    </p:set>
                                    <p:anim calcmode="lin" valueType="num">
                                      <p:cBhvr>
                                        <p:cTn id="43" dur="500" fill="hold"/>
                                        <p:tgtEl>
                                          <p:spTgt spid="5"/>
                                        </p:tgtEl>
                                        <p:attrNameLst>
                                          <p:attrName>ppt_w</p:attrName>
                                        </p:attrNameLst>
                                      </p:cBhvr>
                                      <p:tavLst>
                                        <p:tav tm="0">
                                          <p:val>
                                            <p:fltVal val="0"/>
                                          </p:val>
                                        </p:tav>
                                        <p:tav tm="100000">
                                          <p:val>
                                            <p:strVal val="#ppt_w"/>
                                          </p:val>
                                        </p:tav>
                                      </p:tavLst>
                                    </p:anim>
                                    <p:anim calcmode="lin" valueType="num">
                                      <p:cBhvr>
                                        <p:cTn id="44" dur="500" fill="hold"/>
                                        <p:tgtEl>
                                          <p:spTgt spid="5"/>
                                        </p:tgtEl>
                                        <p:attrNameLst>
                                          <p:attrName>ppt_h</p:attrName>
                                        </p:attrNameLst>
                                      </p:cBhvr>
                                      <p:tavLst>
                                        <p:tav tm="0">
                                          <p:val>
                                            <p:fltVal val="0"/>
                                          </p:val>
                                        </p:tav>
                                        <p:tav tm="100000">
                                          <p:val>
                                            <p:strVal val="#ppt_h"/>
                                          </p:val>
                                        </p:tav>
                                      </p:tavLst>
                                    </p:anim>
                                    <p:animEffect transition="in" filter="fade">
                                      <p:cBhvr>
                                        <p:cTn id="45" dur="500"/>
                                        <p:tgtEl>
                                          <p:spTgt spid="5"/>
                                        </p:tgtEl>
                                      </p:cBhvr>
                                    </p:animEffect>
                                  </p:childTnLst>
                                </p:cTn>
                              </p:par>
                              <p:par>
                                <p:cTn id="46" presetID="53" presetClass="entr" presetSubtype="16" fill="hold" nodeType="withEffect">
                                  <p:stCondLst>
                                    <p:cond delay="0"/>
                                  </p:stCondLst>
                                  <p:childTnLst>
                                    <p:set>
                                      <p:cBhvr>
                                        <p:cTn id="47" dur="1" fill="hold">
                                          <p:stCondLst>
                                            <p:cond delay="0"/>
                                          </p:stCondLst>
                                        </p:cTn>
                                        <p:tgtEl>
                                          <p:spTgt spid="68"/>
                                        </p:tgtEl>
                                        <p:attrNameLst>
                                          <p:attrName>style.visibility</p:attrName>
                                        </p:attrNameLst>
                                      </p:cBhvr>
                                      <p:to>
                                        <p:strVal val="visible"/>
                                      </p:to>
                                    </p:set>
                                    <p:anim calcmode="lin" valueType="num">
                                      <p:cBhvr>
                                        <p:cTn id="48" dur="500" fill="hold"/>
                                        <p:tgtEl>
                                          <p:spTgt spid="68"/>
                                        </p:tgtEl>
                                        <p:attrNameLst>
                                          <p:attrName>ppt_w</p:attrName>
                                        </p:attrNameLst>
                                      </p:cBhvr>
                                      <p:tavLst>
                                        <p:tav tm="0">
                                          <p:val>
                                            <p:fltVal val="0"/>
                                          </p:val>
                                        </p:tav>
                                        <p:tav tm="100000">
                                          <p:val>
                                            <p:strVal val="#ppt_w"/>
                                          </p:val>
                                        </p:tav>
                                      </p:tavLst>
                                    </p:anim>
                                    <p:anim calcmode="lin" valueType="num">
                                      <p:cBhvr>
                                        <p:cTn id="49" dur="500" fill="hold"/>
                                        <p:tgtEl>
                                          <p:spTgt spid="68"/>
                                        </p:tgtEl>
                                        <p:attrNameLst>
                                          <p:attrName>ppt_h</p:attrName>
                                        </p:attrNameLst>
                                      </p:cBhvr>
                                      <p:tavLst>
                                        <p:tav tm="0">
                                          <p:val>
                                            <p:fltVal val="0"/>
                                          </p:val>
                                        </p:tav>
                                        <p:tav tm="100000">
                                          <p:val>
                                            <p:strVal val="#ppt_h"/>
                                          </p:val>
                                        </p:tav>
                                      </p:tavLst>
                                    </p:anim>
                                    <p:animEffect transition="in" filter="fade">
                                      <p:cBhvr>
                                        <p:cTn id="50" dur="500"/>
                                        <p:tgtEl>
                                          <p:spTgt spid="68"/>
                                        </p:tgtEl>
                                      </p:cBhvr>
                                    </p:animEffect>
                                  </p:childTnLst>
                                </p:cTn>
                              </p:par>
                              <p:par>
                                <p:cTn id="51" presetID="53" presetClass="entr" presetSubtype="16" fill="hold" nodeType="withEffect">
                                  <p:stCondLst>
                                    <p:cond delay="0"/>
                                  </p:stCondLst>
                                  <p:childTnLst>
                                    <p:set>
                                      <p:cBhvr>
                                        <p:cTn id="52" dur="1" fill="hold">
                                          <p:stCondLst>
                                            <p:cond delay="0"/>
                                          </p:stCondLst>
                                        </p:cTn>
                                        <p:tgtEl>
                                          <p:spTgt spid="71"/>
                                        </p:tgtEl>
                                        <p:attrNameLst>
                                          <p:attrName>style.visibility</p:attrName>
                                        </p:attrNameLst>
                                      </p:cBhvr>
                                      <p:to>
                                        <p:strVal val="visible"/>
                                      </p:to>
                                    </p:set>
                                    <p:anim calcmode="lin" valueType="num">
                                      <p:cBhvr>
                                        <p:cTn id="53" dur="500" fill="hold"/>
                                        <p:tgtEl>
                                          <p:spTgt spid="71"/>
                                        </p:tgtEl>
                                        <p:attrNameLst>
                                          <p:attrName>ppt_w</p:attrName>
                                        </p:attrNameLst>
                                      </p:cBhvr>
                                      <p:tavLst>
                                        <p:tav tm="0">
                                          <p:val>
                                            <p:fltVal val="0"/>
                                          </p:val>
                                        </p:tav>
                                        <p:tav tm="100000">
                                          <p:val>
                                            <p:strVal val="#ppt_w"/>
                                          </p:val>
                                        </p:tav>
                                      </p:tavLst>
                                    </p:anim>
                                    <p:anim calcmode="lin" valueType="num">
                                      <p:cBhvr>
                                        <p:cTn id="54" dur="500" fill="hold"/>
                                        <p:tgtEl>
                                          <p:spTgt spid="71"/>
                                        </p:tgtEl>
                                        <p:attrNameLst>
                                          <p:attrName>ppt_h</p:attrName>
                                        </p:attrNameLst>
                                      </p:cBhvr>
                                      <p:tavLst>
                                        <p:tav tm="0">
                                          <p:val>
                                            <p:fltVal val="0"/>
                                          </p:val>
                                        </p:tav>
                                        <p:tav tm="100000">
                                          <p:val>
                                            <p:strVal val="#ppt_h"/>
                                          </p:val>
                                        </p:tav>
                                      </p:tavLst>
                                    </p:anim>
                                    <p:animEffect transition="in" filter="fade">
                                      <p:cBhvr>
                                        <p:cTn id="55" dur="500"/>
                                        <p:tgtEl>
                                          <p:spTgt spid="71"/>
                                        </p:tgtEl>
                                      </p:cBhvr>
                                    </p:animEffect>
                                  </p:childTnLst>
                                </p:cTn>
                              </p:par>
                            </p:childTnLst>
                          </p:cTn>
                        </p:par>
                      </p:childTnLst>
                    </p:cTn>
                  </p:par>
                  <p:par>
                    <p:cTn id="56" fill="hold" nodeType="clickPar">
                      <p:stCondLst>
                        <p:cond delay="indefinite"/>
                      </p:stCondLst>
                      <p:childTnLst>
                        <p:par>
                          <p:cTn id="57" fill="hold" nodeType="withGroup">
                            <p:stCondLst>
                              <p:cond delay="0"/>
                            </p:stCondLst>
                            <p:childTnLst>
                              <p:par>
                                <p:cTn id="58" presetID="53" presetClass="entr" presetSubtype="16" fill="hold" grpId="0" nodeType="clickEffect">
                                  <p:stCondLst>
                                    <p:cond delay="0"/>
                                  </p:stCondLst>
                                  <p:childTnLst>
                                    <p:set>
                                      <p:cBhvr>
                                        <p:cTn id="59" dur="1" fill="hold">
                                          <p:stCondLst>
                                            <p:cond delay="0"/>
                                          </p:stCondLst>
                                        </p:cTn>
                                        <p:tgtEl>
                                          <p:spTgt spid="43"/>
                                        </p:tgtEl>
                                        <p:attrNameLst>
                                          <p:attrName>style.visibility</p:attrName>
                                        </p:attrNameLst>
                                      </p:cBhvr>
                                      <p:to>
                                        <p:strVal val="visible"/>
                                      </p:to>
                                    </p:set>
                                    <p:anim calcmode="lin" valueType="num">
                                      <p:cBhvr>
                                        <p:cTn id="60" dur="500" fill="hold"/>
                                        <p:tgtEl>
                                          <p:spTgt spid="43"/>
                                        </p:tgtEl>
                                        <p:attrNameLst>
                                          <p:attrName>ppt_w</p:attrName>
                                        </p:attrNameLst>
                                      </p:cBhvr>
                                      <p:tavLst>
                                        <p:tav tm="0">
                                          <p:val>
                                            <p:fltVal val="0"/>
                                          </p:val>
                                        </p:tav>
                                        <p:tav tm="100000">
                                          <p:val>
                                            <p:strVal val="#ppt_w"/>
                                          </p:val>
                                        </p:tav>
                                      </p:tavLst>
                                    </p:anim>
                                    <p:anim calcmode="lin" valueType="num">
                                      <p:cBhvr>
                                        <p:cTn id="61" dur="500" fill="hold"/>
                                        <p:tgtEl>
                                          <p:spTgt spid="43"/>
                                        </p:tgtEl>
                                        <p:attrNameLst>
                                          <p:attrName>ppt_h</p:attrName>
                                        </p:attrNameLst>
                                      </p:cBhvr>
                                      <p:tavLst>
                                        <p:tav tm="0">
                                          <p:val>
                                            <p:fltVal val="0"/>
                                          </p:val>
                                        </p:tav>
                                        <p:tav tm="100000">
                                          <p:val>
                                            <p:strVal val="#ppt_h"/>
                                          </p:val>
                                        </p:tav>
                                      </p:tavLst>
                                    </p:anim>
                                    <p:animEffect transition="in" filter="fade">
                                      <p:cBhvr>
                                        <p:cTn id="62" dur="500"/>
                                        <p:tgtEl>
                                          <p:spTgt spid="43"/>
                                        </p:tgtEl>
                                      </p:cBhvr>
                                    </p:animEffect>
                                  </p:childTnLst>
                                </p:cTn>
                              </p:par>
                              <p:par>
                                <p:cTn id="63" presetID="53" presetClass="entr" presetSubtype="16" fill="hold" grpId="0" nodeType="withEffect">
                                  <p:stCondLst>
                                    <p:cond delay="0"/>
                                  </p:stCondLst>
                                  <p:childTnLst>
                                    <p:set>
                                      <p:cBhvr>
                                        <p:cTn id="64" dur="1" fill="hold">
                                          <p:stCondLst>
                                            <p:cond delay="0"/>
                                          </p:stCondLst>
                                        </p:cTn>
                                        <p:tgtEl>
                                          <p:spTgt spid="44"/>
                                        </p:tgtEl>
                                        <p:attrNameLst>
                                          <p:attrName>style.visibility</p:attrName>
                                        </p:attrNameLst>
                                      </p:cBhvr>
                                      <p:to>
                                        <p:strVal val="visible"/>
                                      </p:to>
                                    </p:set>
                                    <p:anim calcmode="lin" valueType="num">
                                      <p:cBhvr>
                                        <p:cTn id="65" dur="500" fill="hold"/>
                                        <p:tgtEl>
                                          <p:spTgt spid="44"/>
                                        </p:tgtEl>
                                        <p:attrNameLst>
                                          <p:attrName>ppt_w</p:attrName>
                                        </p:attrNameLst>
                                      </p:cBhvr>
                                      <p:tavLst>
                                        <p:tav tm="0">
                                          <p:val>
                                            <p:fltVal val="0"/>
                                          </p:val>
                                        </p:tav>
                                        <p:tav tm="100000">
                                          <p:val>
                                            <p:strVal val="#ppt_w"/>
                                          </p:val>
                                        </p:tav>
                                      </p:tavLst>
                                    </p:anim>
                                    <p:anim calcmode="lin" valueType="num">
                                      <p:cBhvr>
                                        <p:cTn id="66" dur="500" fill="hold"/>
                                        <p:tgtEl>
                                          <p:spTgt spid="44"/>
                                        </p:tgtEl>
                                        <p:attrNameLst>
                                          <p:attrName>ppt_h</p:attrName>
                                        </p:attrNameLst>
                                      </p:cBhvr>
                                      <p:tavLst>
                                        <p:tav tm="0">
                                          <p:val>
                                            <p:fltVal val="0"/>
                                          </p:val>
                                        </p:tav>
                                        <p:tav tm="100000">
                                          <p:val>
                                            <p:strVal val="#ppt_h"/>
                                          </p:val>
                                        </p:tav>
                                      </p:tavLst>
                                    </p:anim>
                                    <p:animEffect transition="in" filter="fade">
                                      <p:cBhvr>
                                        <p:cTn id="67" dur="500"/>
                                        <p:tgtEl>
                                          <p:spTgt spid="44"/>
                                        </p:tgtEl>
                                      </p:cBhvr>
                                    </p:animEffect>
                                  </p:childTnLst>
                                </p:cTn>
                              </p:par>
                            </p:childTnLst>
                          </p:cTn>
                        </p:par>
                      </p:childTnLst>
                    </p:cTn>
                  </p:par>
                  <p:par>
                    <p:cTn id="68" fill="hold" nodeType="clickPar">
                      <p:stCondLst>
                        <p:cond delay="indefinite"/>
                      </p:stCondLst>
                      <p:childTnLst>
                        <p:par>
                          <p:cTn id="69" fill="hold" nodeType="withGroup">
                            <p:stCondLst>
                              <p:cond delay="0"/>
                            </p:stCondLst>
                            <p:childTnLst>
                              <p:par>
                                <p:cTn id="70" presetID="53" presetClass="entr" presetSubtype="16" fill="hold" nodeType="clickEffect">
                                  <p:stCondLst>
                                    <p:cond delay="0"/>
                                  </p:stCondLst>
                                  <p:childTnLst>
                                    <p:set>
                                      <p:cBhvr>
                                        <p:cTn id="71" dur="1" fill="hold">
                                          <p:stCondLst>
                                            <p:cond delay="0"/>
                                          </p:stCondLst>
                                        </p:cTn>
                                        <p:tgtEl>
                                          <p:spTgt spid="6"/>
                                        </p:tgtEl>
                                        <p:attrNameLst>
                                          <p:attrName>style.visibility</p:attrName>
                                        </p:attrNameLst>
                                      </p:cBhvr>
                                      <p:to>
                                        <p:strVal val="visible"/>
                                      </p:to>
                                    </p:set>
                                    <p:anim calcmode="lin" valueType="num">
                                      <p:cBhvr>
                                        <p:cTn id="72" dur="500" fill="hold"/>
                                        <p:tgtEl>
                                          <p:spTgt spid="6"/>
                                        </p:tgtEl>
                                        <p:attrNameLst>
                                          <p:attrName>ppt_w</p:attrName>
                                        </p:attrNameLst>
                                      </p:cBhvr>
                                      <p:tavLst>
                                        <p:tav tm="0">
                                          <p:val>
                                            <p:fltVal val="0"/>
                                          </p:val>
                                        </p:tav>
                                        <p:tav tm="100000">
                                          <p:val>
                                            <p:strVal val="#ppt_w"/>
                                          </p:val>
                                        </p:tav>
                                      </p:tavLst>
                                    </p:anim>
                                    <p:anim calcmode="lin" valueType="num">
                                      <p:cBhvr>
                                        <p:cTn id="73" dur="500" fill="hold"/>
                                        <p:tgtEl>
                                          <p:spTgt spid="6"/>
                                        </p:tgtEl>
                                        <p:attrNameLst>
                                          <p:attrName>ppt_h</p:attrName>
                                        </p:attrNameLst>
                                      </p:cBhvr>
                                      <p:tavLst>
                                        <p:tav tm="0">
                                          <p:val>
                                            <p:fltVal val="0"/>
                                          </p:val>
                                        </p:tav>
                                        <p:tav tm="100000">
                                          <p:val>
                                            <p:strVal val="#ppt_h"/>
                                          </p:val>
                                        </p:tav>
                                      </p:tavLst>
                                    </p:anim>
                                    <p:animEffect transition="in" filter="fade">
                                      <p:cBhvr>
                                        <p:cTn id="74" dur="500"/>
                                        <p:tgtEl>
                                          <p:spTgt spid="6"/>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74"/>
                                        </p:tgtEl>
                                        <p:attrNameLst>
                                          <p:attrName>style.visibility</p:attrName>
                                        </p:attrNameLst>
                                      </p:cBhvr>
                                      <p:to>
                                        <p:strVal val="visible"/>
                                      </p:to>
                                    </p:set>
                                    <p:anim calcmode="lin" valueType="num">
                                      <p:cBhvr>
                                        <p:cTn id="77" dur="500" fill="hold"/>
                                        <p:tgtEl>
                                          <p:spTgt spid="74"/>
                                        </p:tgtEl>
                                        <p:attrNameLst>
                                          <p:attrName>ppt_w</p:attrName>
                                        </p:attrNameLst>
                                      </p:cBhvr>
                                      <p:tavLst>
                                        <p:tav tm="0">
                                          <p:val>
                                            <p:fltVal val="0"/>
                                          </p:val>
                                        </p:tav>
                                        <p:tav tm="100000">
                                          <p:val>
                                            <p:strVal val="#ppt_w"/>
                                          </p:val>
                                        </p:tav>
                                      </p:tavLst>
                                    </p:anim>
                                    <p:anim calcmode="lin" valueType="num">
                                      <p:cBhvr>
                                        <p:cTn id="78" dur="500" fill="hold"/>
                                        <p:tgtEl>
                                          <p:spTgt spid="74"/>
                                        </p:tgtEl>
                                        <p:attrNameLst>
                                          <p:attrName>ppt_h</p:attrName>
                                        </p:attrNameLst>
                                      </p:cBhvr>
                                      <p:tavLst>
                                        <p:tav tm="0">
                                          <p:val>
                                            <p:fltVal val="0"/>
                                          </p:val>
                                        </p:tav>
                                        <p:tav tm="100000">
                                          <p:val>
                                            <p:strVal val="#ppt_h"/>
                                          </p:val>
                                        </p:tav>
                                      </p:tavLst>
                                    </p:anim>
                                    <p:animEffect transition="in" filter="fade">
                                      <p:cBhvr>
                                        <p:cTn id="79" dur="500"/>
                                        <p:tgtEl>
                                          <p:spTgt spid="74"/>
                                        </p:tgtEl>
                                      </p:cBhvr>
                                    </p:animEffect>
                                  </p:childTnLst>
                                </p:cTn>
                              </p:par>
                            </p:childTnLst>
                          </p:cTn>
                        </p:par>
                      </p:childTnLst>
                    </p:cTn>
                  </p:par>
                  <p:par>
                    <p:cTn id="80" fill="hold" nodeType="clickPar">
                      <p:stCondLst>
                        <p:cond delay="indefinite"/>
                      </p:stCondLst>
                      <p:childTnLst>
                        <p:par>
                          <p:cTn id="81" fill="hold" nodeType="withGroup">
                            <p:stCondLst>
                              <p:cond delay="0"/>
                            </p:stCondLst>
                            <p:childTnLst>
                              <p:par>
                                <p:cTn id="82" presetID="53" presetClass="exit" presetSubtype="32" fill="hold" nodeType="clickEffect">
                                  <p:stCondLst>
                                    <p:cond delay="0"/>
                                  </p:stCondLst>
                                  <p:childTnLst>
                                    <p:anim calcmode="lin" valueType="num">
                                      <p:cBhvr>
                                        <p:cTn id="83" dur="500"/>
                                        <p:tgtEl>
                                          <p:spTgt spid="65"/>
                                        </p:tgtEl>
                                        <p:attrNameLst>
                                          <p:attrName>ppt_w</p:attrName>
                                        </p:attrNameLst>
                                      </p:cBhvr>
                                      <p:tavLst>
                                        <p:tav tm="0">
                                          <p:val>
                                            <p:strVal val="ppt_w"/>
                                          </p:val>
                                        </p:tav>
                                        <p:tav tm="100000">
                                          <p:val>
                                            <p:fltVal val="0"/>
                                          </p:val>
                                        </p:tav>
                                      </p:tavLst>
                                    </p:anim>
                                    <p:anim calcmode="lin" valueType="num">
                                      <p:cBhvr>
                                        <p:cTn id="84" dur="500"/>
                                        <p:tgtEl>
                                          <p:spTgt spid="65"/>
                                        </p:tgtEl>
                                        <p:attrNameLst>
                                          <p:attrName>ppt_h</p:attrName>
                                        </p:attrNameLst>
                                      </p:cBhvr>
                                      <p:tavLst>
                                        <p:tav tm="0">
                                          <p:val>
                                            <p:strVal val="ppt_h"/>
                                          </p:val>
                                        </p:tav>
                                        <p:tav tm="100000">
                                          <p:val>
                                            <p:fltVal val="0"/>
                                          </p:val>
                                        </p:tav>
                                      </p:tavLst>
                                    </p:anim>
                                    <p:animEffect transition="out" filter="fade">
                                      <p:cBhvr>
                                        <p:cTn id="85" dur="500"/>
                                        <p:tgtEl>
                                          <p:spTgt spid="65"/>
                                        </p:tgtEl>
                                      </p:cBhvr>
                                    </p:animEffect>
                                    <p:set>
                                      <p:cBhvr>
                                        <p:cTn id="86" dur="1" fill="hold">
                                          <p:stCondLst>
                                            <p:cond delay="499"/>
                                          </p:stCondLst>
                                        </p:cTn>
                                        <p:tgtEl>
                                          <p:spTgt spid="6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8597" grpId="0" animBg="1"/>
      <p:bldP spid="238599" grpId="0" animBg="1"/>
      <p:bldP spid="238601" grpId="0"/>
      <p:bldP spid="43" grpId="0" animBg="1"/>
      <p:bldP spid="44" grpId="0"/>
      <p:bldP spid="74"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238595" name="Rectangle 18"/>
          <p:cNvSpPr>
            <a:spLocks noChangeArrowheads="1"/>
          </p:cNvSpPr>
          <p:nvPr/>
        </p:nvSpPr>
        <p:spPr bwMode="auto">
          <a:xfrm>
            <a:off x="6284913" y="2000250"/>
            <a:ext cx="963612"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09572"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238597" name="Line 20"/>
          <p:cNvSpPr>
            <a:spLocks noChangeShapeType="1"/>
          </p:cNvSpPr>
          <p:nvPr/>
        </p:nvSpPr>
        <p:spPr bwMode="auto">
          <a:xfrm flipH="1">
            <a:off x="6732588" y="1714500"/>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45062"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38599" name="Line 22"/>
          <p:cNvSpPr>
            <a:spLocks noChangeShapeType="1"/>
          </p:cNvSpPr>
          <p:nvPr/>
        </p:nvSpPr>
        <p:spPr bwMode="auto">
          <a:xfrm flipH="1">
            <a:off x="5688013" y="2355850"/>
            <a:ext cx="709612" cy="354013"/>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238601" name="Rectangle 24"/>
          <p:cNvSpPr>
            <a:spLocks noChangeArrowheads="1"/>
          </p:cNvSpPr>
          <p:nvPr/>
        </p:nvSpPr>
        <p:spPr bwMode="auto">
          <a:xfrm>
            <a:off x="5337175" y="2692400"/>
            <a:ext cx="966788" cy="531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09577"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09578" name="Group 99"/>
          <p:cNvGrpSpPr>
            <a:grpSpLocks/>
          </p:cNvGrpSpPr>
          <p:nvPr/>
        </p:nvGrpSpPr>
        <p:grpSpPr bwMode="auto">
          <a:xfrm>
            <a:off x="3898900" y="444500"/>
            <a:ext cx="923925" cy="647700"/>
            <a:chOff x="975" y="2750"/>
            <a:chExt cx="776" cy="544"/>
          </a:xfrm>
        </p:grpSpPr>
        <p:sp>
          <p:nvSpPr>
            <p:cNvPr id="21"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0"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16"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613"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s</a:t>
              </a:r>
            </a:p>
          </p:txBody>
        </p:sp>
        <p:sp>
          <p:nvSpPr>
            <p:cNvPr id="109614"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a</a:t>
              </a:r>
            </a:p>
          </p:txBody>
        </p:sp>
        <p:sp>
          <p:nvSpPr>
            <p:cNvPr id="109615"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d[1]</a:t>
              </a:r>
              <a:endParaRPr lang="zh-CN" altLang="en-US" sz="1200" dirty="0">
                <a:solidFill>
                  <a:prstClr val="black"/>
                </a:solidFill>
                <a:ea typeface="楷体" panose="02010609060101010101" pitchFamily="49" charset="-122"/>
                <a:cs typeface="Times New Roman" panose="02020603050405020304" pitchFamily="18" charset="0"/>
              </a:endParaRPr>
            </a:p>
          </p:txBody>
        </p:sp>
      </p:grpSp>
      <p:sp>
        <p:nvSpPr>
          <p:cNvPr id="109579"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09580" name="组合 113"/>
          <p:cNvGrpSpPr>
            <a:grpSpLocks/>
          </p:cNvGrpSpPr>
          <p:nvPr/>
        </p:nvGrpSpPr>
        <p:grpSpPr bwMode="auto">
          <a:xfrm>
            <a:off x="179388" y="2787650"/>
            <a:ext cx="3140075" cy="1728788"/>
            <a:chOff x="5003799" y="500048"/>
            <a:chExt cx="3282977" cy="1803794"/>
          </a:xfrm>
        </p:grpSpPr>
        <p:sp>
          <p:nvSpPr>
            <p:cNvPr id="24"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rgbClr val="5EAEFF"/>
                </a:buClr>
                <a:buSzPct val="60000"/>
                <a:defRPr/>
              </a:pPr>
              <a:r>
                <a:rPr lang="zh-CN" altLang="en-US" sz="1200" dirty="0">
                  <a:solidFill>
                    <a:prstClr val="black"/>
                  </a:solidFill>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rgbClr val="5EAEFF"/>
                </a:buClr>
                <a:buSzPct val="60000"/>
                <a:defRPr/>
              </a:pPr>
              <a:r>
                <a:rPr lang="en-US" altLang="zh-CN" sz="1800" i="1" dirty="0">
                  <a:solidFill>
                    <a:prstClr val="black"/>
                  </a:solidFill>
                  <a:ea typeface="楷体_GB2312"/>
                  <a:cs typeface="Times New Roman" pitchFamily="18" charset="0"/>
                </a:rPr>
                <a:t>sort</a:t>
              </a:r>
              <a:r>
                <a:rPr lang="en-US" altLang="zh-CN" sz="1800" dirty="0">
                  <a:solidFill>
                    <a:prstClr val="black"/>
                  </a:solidFill>
                  <a:ea typeface="楷体_GB2312"/>
                  <a:cs typeface="Times New Roman" pitchFamily="18" charset="0"/>
                </a:rPr>
                <a:t>		            1</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err="1">
                  <a:solidFill>
                    <a:prstClr val="black"/>
                  </a:solidFill>
                  <a:ea typeface="楷体_GB2312"/>
                  <a:cs typeface="Times New Roman" pitchFamily="18" charset="0"/>
                </a:rPr>
                <a:t>readarray</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exchange</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quicksort</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partition</a:t>
              </a:r>
              <a:r>
                <a:rPr lang="en-US" altLang="zh-CN" sz="1800" dirty="0">
                  <a:solidFill>
                    <a:prstClr val="black"/>
                  </a:solidFill>
                  <a:ea typeface="楷体_GB2312"/>
                  <a:cs typeface="Times New Roman" pitchFamily="18" charset="0"/>
                </a:rPr>
                <a:t>	            3</a:t>
              </a:r>
            </a:p>
          </p:txBody>
        </p:sp>
        <p:cxnSp>
          <p:nvCxnSpPr>
            <p:cNvPr id="25" name="直接连接符 24"/>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 name="Group 99"/>
          <p:cNvGrpSpPr>
            <a:grpSpLocks/>
          </p:cNvGrpSpPr>
          <p:nvPr/>
        </p:nvGrpSpPr>
        <p:grpSpPr bwMode="auto">
          <a:xfrm>
            <a:off x="3905250" y="1092345"/>
            <a:ext cx="954088" cy="636587"/>
            <a:chOff x="948" y="2750"/>
            <a:chExt cx="802" cy="534"/>
          </a:xfrm>
        </p:grpSpPr>
        <p:sp>
          <p:nvSpPr>
            <p:cNvPr id="33"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2"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8"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604"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q</a:t>
              </a:r>
              <a:r>
                <a:rPr lang="en-US" altLang="zh-CN" sz="1200">
                  <a:solidFill>
                    <a:prstClr val="black"/>
                  </a:solidFill>
                  <a:cs typeface="Times New Roman" panose="02020603050405020304" pitchFamily="18" charset="0"/>
                </a:rPr>
                <a:t> (1, 9)</a:t>
              </a:r>
            </a:p>
          </p:txBody>
        </p:sp>
        <p:sp>
          <p:nvSpPr>
            <p:cNvPr id="109605"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v</a:t>
              </a:r>
            </a:p>
          </p:txBody>
        </p:sp>
        <p:sp>
          <p:nvSpPr>
            <p:cNvPr id="109606"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grpSp>
        <p:nvGrpSpPr>
          <p:cNvPr id="5" name="Group 99"/>
          <p:cNvGrpSpPr>
            <a:grpSpLocks/>
          </p:cNvGrpSpPr>
          <p:nvPr/>
        </p:nvGrpSpPr>
        <p:grpSpPr bwMode="auto">
          <a:xfrm>
            <a:off x="3905250" y="1728932"/>
            <a:ext cx="954088" cy="635000"/>
            <a:chOff x="948" y="2750"/>
            <a:chExt cx="802" cy="534"/>
          </a:xfrm>
        </p:grpSpPr>
        <p:sp>
          <p:nvSpPr>
            <p:cNvPr id="4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4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59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p</a:t>
              </a:r>
              <a:r>
                <a:rPr lang="en-US" altLang="zh-CN" sz="1200">
                  <a:solidFill>
                    <a:prstClr val="black"/>
                  </a:solidFill>
                  <a:cs typeface="Times New Roman" panose="02020603050405020304" pitchFamily="18" charset="0"/>
                </a:rPr>
                <a:t> (1, 9)</a:t>
              </a:r>
            </a:p>
          </p:txBody>
        </p:sp>
        <p:sp>
          <p:nvSpPr>
            <p:cNvPr id="10959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i, j</a:t>
              </a:r>
            </a:p>
          </p:txBody>
        </p:sp>
        <p:sp>
          <p:nvSpPr>
            <p:cNvPr id="10960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d[3]</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43" name="Line 12"/>
          <p:cNvSpPr>
            <a:spLocks noChangeShapeType="1"/>
          </p:cNvSpPr>
          <p:nvPr/>
        </p:nvSpPr>
        <p:spPr bwMode="auto">
          <a:xfrm flipH="1">
            <a:off x="5632450" y="30273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solidFill>
                <a:prstClr val="black"/>
              </a:solidFill>
            </a:endParaRPr>
          </a:p>
        </p:txBody>
      </p:sp>
      <p:sp>
        <p:nvSpPr>
          <p:cNvPr id="44" name="Rectangle 22"/>
          <p:cNvSpPr>
            <a:spLocks noChangeArrowheads="1"/>
          </p:cNvSpPr>
          <p:nvPr/>
        </p:nvSpPr>
        <p:spPr bwMode="auto">
          <a:xfrm>
            <a:off x="5468938" y="3243263"/>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dirty="0">
                <a:solidFill>
                  <a:prstClr val="black"/>
                </a:solidFill>
                <a:ea typeface="宋体" panose="02010600030101010101" pitchFamily="2" charset="-122"/>
              </a:rPr>
              <a:t>e</a:t>
            </a:r>
          </a:p>
        </p:txBody>
      </p:sp>
      <p:grpSp>
        <p:nvGrpSpPr>
          <p:cNvPr id="6" name="Group 99"/>
          <p:cNvGrpSpPr>
            <a:grpSpLocks/>
          </p:cNvGrpSpPr>
          <p:nvPr/>
        </p:nvGrpSpPr>
        <p:grpSpPr bwMode="auto">
          <a:xfrm>
            <a:off x="3905250" y="2365480"/>
            <a:ext cx="954088" cy="635000"/>
            <a:chOff x="948" y="2750"/>
            <a:chExt cx="802" cy="534"/>
          </a:xfrm>
        </p:grpSpPr>
        <p:sp>
          <p:nvSpPr>
            <p:cNvPr id="5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4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592"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e</a:t>
              </a:r>
              <a:endParaRPr lang="en-US" altLang="zh-CN" sz="1200">
                <a:solidFill>
                  <a:prstClr val="black"/>
                </a:solidFill>
                <a:cs typeface="Times New Roman" panose="02020603050405020304" pitchFamily="18" charset="0"/>
              </a:endParaRPr>
            </a:p>
          </p:txBody>
        </p:sp>
        <p:sp>
          <p:nvSpPr>
            <p:cNvPr id="109593"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en-US" altLang="zh-CN" sz="1200" i="1">
                <a:solidFill>
                  <a:prstClr val="black"/>
                </a:solidFill>
                <a:cs typeface="Times New Roman" panose="02020603050405020304" pitchFamily="18" charset="0"/>
              </a:endParaRPr>
            </a:p>
          </p:txBody>
        </p:sp>
        <p:sp>
          <p:nvSpPr>
            <p:cNvPr id="109594"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48" name="Line 12"/>
          <p:cNvSpPr>
            <a:spLocks noChangeShapeType="1"/>
          </p:cNvSpPr>
          <p:nvPr/>
        </p:nvSpPr>
        <p:spPr bwMode="auto">
          <a:xfrm flipH="1">
            <a:off x="5632450" y="3027363"/>
            <a:ext cx="0" cy="293687"/>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solidFill>
                <a:prstClr val="black"/>
              </a:solidFill>
            </a:endParaRPr>
          </a:p>
        </p:txBody>
      </p:sp>
      <p:sp>
        <p:nvSpPr>
          <p:cNvPr id="54" name="Rectangle 7"/>
          <p:cNvSpPr>
            <a:spLocks noChangeArrowheads="1"/>
          </p:cNvSpPr>
          <p:nvPr/>
        </p:nvSpPr>
        <p:spPr bwMode="auto">
          <a:xfrm>
            <a:off x="2769975" y="72092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sp>
        <p:nvSpPr>
          <p:cNvPr id="55" name="Text Box 8"/>
          <p:cNvSpPr txBox="1">
            <a:spLocks noChangeArrowheads="1"/>
          </p:cNvSpPr>
          <p:nvPr/>
        </p:nvSpPr>
        <p:spPr bwMode="auto">
          <a:xfrm>
            <a:off x="2627840" y="313413"/>
            <a:ext cx="11677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spcBef>
                <a:spcPct val="50000"/>
              </a:spcBef>
            </a:pPr>
            <a:r>
              <a:rPr kumimoji="1" lang="en-US" altLang="zh-CN" sz="1800" b="0" dirty="0">
                <a:solidFill>
                  <a:srgbClr val="000000"/>
                </a:solidFill>
                <a:ea typeface="宋体" panose="02010600030101010101" pitchFamily="2" charset="-122"/>
              </a:rPr>
              <a:t>display</a:t>
            </a:r>
            <a:r>
              <a:rPr kumimoji="1" lang="zh-CN" altLang="en-US" sz="1800" b="0" dirty="0">
                <a:solidFill>
                  <a:srgbClr val="000000"/>
                </a:solidFill>
                <a:ea typeface="宋体" panose="02010600030101010101" pitchFamily="2" charset="-122"/>
              </a:rPr>
              <a:t>表</a:t>
            </a:r>
            <a:endParaRPr kumimoji="1" lang="en-US" altLang="zh-CN" sz="1800" b="0" dirty="0">
              <a:solidFill>
                <a:srgbClr val="000000"/>
              </a:solidFill>
              <a:ea typeface="宋体" panose="02010600030101010101" pitchFamily="2" charset="-122"/>
            </a:endParaRPr>
          </a:p>
        </p:txBody>
      </p:sp>
      <p:sp>
        <p:nvSpPr>
          <p:cNvPr id="57" name="Text Box 12"/>
          <p:cNvSpPr txBox="1">
            <a:spLocks noChangeArrowheads="1"/>
          </p:cNvSpPr>
          <p:nvPr/>
        </p:nvSpPr>
        <p:spPr bwMode="auto">
          <a:xfrm>
            <a:off x="2253243" y="67419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d[1]</a:t>
            </a:r>
          </a:p>
        </p:txBody>
      </p:sp>
      <p:cxnSp>
        <p:nvCxnSpPr>
          <p:cNvPr id="58" name="直接箭头连接符 57"/>
          <p:cNvCxnSpPr/>
          <p:nvPr/>
        </p:nvCxnSpPr>
        <p:spPr>
          <a:xfrm>
            <a:off x="3315399" y="876673"/>
            <a:ext cx="52396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59" name="组合 58"/>
          <p:cNvGrpSpPr/>
          <p:nvPr/>
        </p:nvGrpSpPr>
        <p:grpSpPr>
          <a:xfrm>
            <a:off x="2253243" y="950619"/>
            <a:ext cx="1234705" cy="369332"/>
            <a:chOff x="2253243" y="950619"/>
            <a:chExt cx="1234705" cy="369332"/>
          </a:xfrm>
        </p:grpSpPr>
        <p:sp>
          <p:nvSpPr>
            <p:cNvPr id="60"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d[2]</a:t>
              </a:r>
            </a:p>
          </p:txBody>
        </p:sp>
        <p:sp>
          <p:nvSpPr>
            <p:cNvPr id="61"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65" name="组合 64"/>
          <p:cNvGrpSpPr/>
          <p:nvPr/>
        </p:nvGrpSpPr>
        <p:grpSpPr>
          <a:xfrm>
            <a:off x="3319463" y="1121966"/>
            <a:ext cx="519904" cy="1665541"/>
            <a:chOff x="3319463" y="1121966"/>
            <a:chExt cx="519904" cy="1665541"/>
          </a:xfrm>
        </p:grpSpPr>
        <p:cxnSp>
          <p:nvCxnSpPr>
            <p:cNvPr id="66" name="直接箭头连接符 65"/>
            <p:cNvCxnSpPr/>
            <p:nvPr/>
          </p:nvCxnSpPr>
          <p:spPr>
            <a:xfrm>
              <a:off x="3608785" y="1121966"/>
              <a:ext cx="230582" cy="166554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连接符 66"/>
            <p:cNvCxnSpPr/>
            <p:nvPr/>
          </p:nvCxnSpPr>
          <p:spPr>
            <a:xfrm>
              <a:off x="3319463" y="1131590"/>
              <a:ext cx="27801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8" name="组合 67"/>
          <p:cNvGrpSpPr/>
          <p:nvPr/>
        </p:nvGrpSpPr>
        <p:grpSpPr>
          <a:xfrm>
            <a:off x="2250361" y="1226984"/>
            <a:ext cx="1234705" cy="369332"/>
            <a:chOff x="2253243" y="950619"/>
            <a:chExt cx="1234705" cy="369332"/>
          </a:xfrm>
        </p:grpSpPr>
        <p:sp>
          <p:nvSpPr>
            <p:cNvPr id="69"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d[3]</a:t>
              </a:r>
            </a:p>
          </p:txBody>
        </p:sp>
        <p:sp>
          <p:nvSpPr>
            <p:cNvPr id="70"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71" name="组合 70"/>
          <p:cNvGrpSpPr/>
          <p:nvPr/>
        </p:nvGrpSpPr>
        <p:grpSpPr>
          <a:xfrm>
            <a:off x="3316581" y="1407471"/>
            <a:ext cx="587479" cy="753627"/>
            <a:chOff x="3319463" y="1121966"/>
            <a:chExt cx="587479" cy="741476"/>
          </a:xfrm>
        </p:grpSpPr>
        <p:cxnSp>
          <p:nvCxnSpPr>
            <p:cNvPr id="72" name="直接箭头连接符 71"/>
            <p:cNvCxnSpPr/>
            <p:nvPr/>
          </p:nvCxnSpPr>
          <p:spPr>
            <a:xfrm>
              <a:off x="3608785" y="1121966"/>
              <a:ext cx="298157" cy="74147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3319463" y="1131590"/>
              <a:ext cx="27801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74" name="Freeform 56"/>
          <p:cNvSpPr>
            <a:spLocks/>
          </p:cNvSpPr>
          <p:nvPr/>
        </p:nvSpPr>
        <p:spPr bwMode="auto">
          <a:xfrm rot="-511685">
            <a:off x="4788289" y="1485656"/>
            <a:ext cx="342604" cy="1187907"/>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solidFill>
                <a:prstClr val="black"/>
              </a:solidFill>
            </a:endParaRPr>
          </a:p>
        </p:txBody>
      </p:sp>
    </p:spTree>
    <p:extLst>
      <p:ext uri="{BB962C8B-B14F-4D97-AF65-F5344CB8AC3E}">
        <p14:creationId xmlns:p14="http://schemas.microsoft.com/office/powerpoint/2010/main" val="1672458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65"/>
                                        </p:tgtEl>
                                        <p:attrNameLst>
                                          <p:attrName>style.visibility</p:attrName>
                                        </p:attrNameLst>
                                      </p:cBhvr>
                                      <p:to>
                                        <p:strVal val="visible"/>
                                      </p:to>
                                    </p:set>
                                    <p:anim calcmode="lin" valueType="num">
                                      <p:cBhvr>
                                        <p:cTn id="7" dur="500" fill="hold"/>
                                        <p:tgtEl>
                                          <p:spTgt spid="65"/>
                                        </p:tgtEl>
                                        <p:attrNameLst>
                                          <p:attrName>ppt_w</p:attrName>
                                        </p:attrNameLst>
                                      </p:cBhvr>
                                      <p:tavLst>
                                        <p:tav tm="0">
                                          <p:val>
                                            <p:fltVal val="0"/>
                                          </p:val>
                                        </p:tav>
                                        <p:tav tm="100000">
                                          <p:val>
                                            <p:strVal val="#ppt_w"/>
                                          </p:val>
                                        </p:tav>
                                      </p:tavLst>
                                    </p:anim>
                                    <p:anim calcmode="lin" valueType="num">
                                      <p:cBhvr>
                                        <p:cTn id="8" dur="500" fill="hold"/>
                                        <p:tgtEl>
                                          <p:spTgt spid="65"/>
                                        </p:tgtEl>
                                        <p:attrNameLst>
                                          <p:attrName>ppt_h</p:attrName>
                                        </p:attrNameLst>
                                      </p:cBhvr>
                                      <p:tavLst>
                                        <p:tav tm="0">
                                          <p:val>
                                            <p:fltVal val="0"/>
                                          </p:val>
                                        </p:tav>
                                        <p:tav tm="100000">
                                          <p:val>
                                            <p:strVal val="#ppt_h"/>
                                          </p:val>
                                        </p:tav>
                                      </p:tavLst>
                                    </p:anim>
                                    <p:animEffect transition="in" filter="fade">
                                      <p:cBhvr>
                                        <p:cTn id="9" dur="500"/>
                                        <p:tgtEl>
                                          <p:spTgt spid="65"/>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16" fill="hold" nodeType="clickEffect">
                                  <p:stCondLst>
                                    <p:cond delay="0"/>
                                  </p:stCondLst>
                                  <p:childTnLst>
                                    <p:set>
                                      <p:cBhvr>
                                        <p:cTn id="13" dur="1" fill="hold">
                                          <p:stCondLst>
                                            <p:cond delay="0"/>
                                          </p:stCondLst>
                                        </p:cTn>
                                        <p:tgtEl>
                                          <p:spTgt spid="48"/>
                                        </p:tgtEl>
                                        <p:attrNameLst>
                                          <p:attrName>style.visibility</p:attrName>
                                        </p:attrNameLst>
                                      </p:cBhvr>
                                      <p:to>
                                        <p:strVal val="visible"/>
                                      </p:to>
                                    </p:set>
                                    <p:anim calcmode="lin" valueType="num">
                                      <p:cBhvr>
                                        <p:cTn id="14" dur="500" fill="hold"/>
                                        <p:tgtEl>
                                          <p:spTgt spid="48"/>
                                        </p:tgtEl>
                                        <p:attrNameLst>
                                          <p:attrName>ppt_w</p:attrName>
                                        </p:attrNameLst>
                                      </p:cBhvr>
                                      <p:tavLst>
                                        <p:tav tm="0">
                                          <p:val>
                                            <p:fltVal val="0"/>
                                          </p:val>
                                        </p:tav>
                                        <p:tav tm="100000">
                                          <p:val>
                                            <p:strVal val="#ppt_w"/>
                                          </p:val>
                                        </p:tav>
                                      </p:tavLst>
                                    </p:anim>
                                    <p:anim calcmode="lin" valueType="num">
                                      <p:cBhvr>
                                        <p:cTn id="15" dur="500" fill="hold"/>
                                        <p:tgtEl>
                                          <p:spTgt spid="48"/>
                                        </p:tgtEl>
                                        <p:attrNameLst>
                                          <p:attrName>ppt_h</p:attrName>
                                        </p:attrNameLst>
                                      </p:cBhvr>
                                      <p:tavLst>
                                        <p:tav tm="0">
                                          <p:val>
                                            <p:fltVal val="0"/>
                                          </p:val>
                                        </p:tav>
                                        <p:tav tm="100000">
                                          <p:val>
                                            <p:strVal val="#ppt_h"/>
                                          </p:val>
                                        </p:tav>
                                      </p:tavLst>
                                    </p:anim>
                                    <p:animEffect transition="in" filter="fade">
                                      <p:cBhvr>
                                        <p:cTn id="16" dur="500"/>
                                        <p:tgtEl>
                                          <p:spTgt spid="48"/>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xit" presetSubtype="32" fill="hold" nodeType="clickEffect">
                                  <p:stCondLst>
                                    <p:cond delay="0"/>
                                  </p:stCondLst>
                                  <p:childTnLst>
                                    <p:anim calcmode="lin" valueType="num">
                                      <p:cBhvr>
                                        <p:cTn id="20" dur="500"/>
                                        <p:tgtEl>
                                          <p:spTgt spid="65"/>
                                        </p:tgtEl>
                                        <p:attrNameLst>
                                          <p:attrName>ppt_w</p:attrName>
                                        </p:attrNameLst>
                                      </p:cBhvr>
                                      <p:tavLst>
                                        <p:tav tm="0">
                                          <p:val>
                                            <p:strVal val="ppt_w"/>
                                          </p:val>
                                        </p:tav>
                                        <p:tav tm="100000">
                                          <p:val>
                                            <p:fltVal val="0"/>
                                          </p:val>
                                        </p:tav>
                                      </p:tavLst>
                                    </p:anim>
                                    <p:anim calcmode="lin" valueType="num">
                                      <p:cBhvr>
                                        <p:cTn id="21" dur="500"/>
                                        <p:tgtEl>
                                          <p:spTgt spid="65"/>
                                        </p:tgtEl>
                                        <p:attrNameLst>
                                          <p:attrName>ppt_h</p:attrName>
                                        </p:attrNameLst>
                                      </p:cBhvr>
                                      <p:tavLst>
                                        <p:tav tm="0">
                                          <p:val>
                                            <p:strVal val="ppt_h"/>
                                          </p:val>
                                        </p:tav>
                                        <p:tav tm="100000">
                                          <p:val>
                                            <p:fltVal val="0"/>
                                          </p:val>
                                        </p:tav>
                                      </p:tavLst>
                                    </p:anim>
                                    <p:animEffect transition="out" filter="fade">
                                      <p:cBhvr>
                                        <p:cTn id="22" dur="500"/>
                                        <p:tgtEl>
                                          <p:spTgt spid="65"/>
                                        </p:tgtEl>
                                      </p:cBhvr>
                                    </p:animEffect>
                                    <p:set>
                                      <p:cBhvr>
                                        <p:cTn id="23" dur="1" fill="hold">
                                          <p:stCondLst>
                                            <p:cond delay="499"/>
                                          </p:stCondLst>
                                        </p:cTn>
                                        <p:tgtEl>
                                          <p:spTgt spid="6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238595" name="Rectangle 18"/>
          <p:cNvSpPr>
            <a:spLocks noChangeArrowheads="1"/>
          </p:cNvSpPr>
          <p:nvPr/>
        </p:nvSpPr>
        <p:spPr bwMode="auto">
          <a:xfrm>
            <a:off x="6284913" y="2000250"/>
            <a:ext cx="963612"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09572"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238597" name="Line 20"/>
          <p:cNvSpPr>
            <a:spLocks noChangeShapeType="1"/>
          </p:cNvSpPr>
          <p:nvPr/>
        </p:nvSpPr>
        <p:spPr bwMode="auto">
          <a:xfrm flipH="1">
            <a:off x="6732588" y="1714500"/>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45062"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38599" name="Line 22"/>
          <p:cNvSpPr>
            <a:spLocks noChangeShapeType="1"/>
          </p:cNvSpPr>
          <p:nvPr/>
        </p:nvSpPr>
        <p:spPr bwMode="auto">
          <a:xfrm flipH="1">
            <a:off x="5688013" y="2355850"/>
            <a:ext cx="709612" cy="354013"/>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238601" name="Rectangle 24"/>
          <p:cNvSpPr>
            <a:spLocks noChangeArrowheads="1"/>
          </p:cNvSpPr>
          <p:nvPr/>
        </p:nvSpPr>
        <p:spPr bwMode="auto">
          <a:xfrm>
            <a:off x="5337175" y="2692400"/>
            <a:ext cx="966788" cy="531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09577"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09578" name="Group 99"/>
          <p:cNvGrpSpPr>
            <a:grpSpLocks/>
          </p:cNvGrpSpPr>
          <p:nvPr/>
        </p:nvGrpSpPr>
        <p:grpSpPr bwMode="auto">
          <a:xfrm>
            <a:off x="3898900" y="444500"/>
            <a:ext cx="923925" cy="647700"/>
            <a:chOff x="975" y="2750"/>
            <a:chExt cx="776" cy="544"/>
          </a:xfrm>
        </p:grpSpPr>
        <p:sp>
          <p:nvSpPr>
            <p:cNvPr id="21"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0"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16"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613"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s</a:t>
              </a:r>
            </a:p>
          </p:txBody>
        </p:sp>
        <p:sp>
          <p:nvSpPr>
            <p:cNvPr id="109614"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a</a:t>
              </a:r>
            </a:p>
          </p:txBody>
        </p:sp>
        <p:sp>
          <p:nvSpPr>
            <p:cNvPr id="109615"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d[1]</a:t>
              </a:r>
              <a:endParaRPr lang="zh-CN" altLang="en-US" sz="1200" dirty="0">
                <a:solidFill>
                  <a:prstClr val="black"/>
                </a:solidFill>
                <a:ea typeface="楷体" panose="02010609060101010101" pitchFamily="49" charset="-122"/>
                <a:cs typeface="Times New Roman" panose="02020603050405020304" pitchFamily="18" charset="0"/>
              </a:endParaRPr>
            </a:p>
          </p:txBody>
        </p:sp>
      </p:grpSp>
      <p:sp>
        <p:nvSpPr>
          <p:cNvPr id="109579"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09580" name="组合 113"/>
          <p:cNvGrpSpPr>
            <a:grpSpLocks/>
          </p:cNvGrpSpPr>
          <p:nvPr/>
        </p:nvGrpSpPr>
        <p:grpSpPr bwMode="auto">
          <a:xfrm>
            <a:off x="179388" y="2787650"/>
            <a:ext cx="3140075" cy="1728788"/>
            <a:chOff x="5003799" y="500048"/>
            <a:chExt cx="3282977" cy="1803794"/>
          </a:xfrm>
        </p:grpSpPr>
        <p:sp>
          <p:nvSpPr>
            <p:cNvPr id="24"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rgbClr val="5EAEFF"/>
                </a:buClr>
                <a:buSzPct val="60000"/>
                <a:defRPr/>
              </a:pPr>
              <a:r>
                <a:rPr lang="zh-CN" altLang="en-US" sz="1200" dirty="0">
                  <a:solidFill>
                    <a:prstClr val="black"/>
                  </a:solidFill>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rgbClr val="5EAEFF"/>
                </a:buClr>
                <a:buSzPct val="60000"/>
                <a:defRPr/>
              </a:pPr>
              <a:r>
                <a:rPr lang="en-US" altLang="zh-CN" sz="1800" i="1" dirty="0">
                  <a:solidFill>
                    <a:prstClr val="black"/>
                  </a:solidFill>
                  <a:ea typeface="楷体_GB2312"/>
                  <a:cs typeface="Times New Roman" pitchFamily="18" charset="0"/>
                </a:rPr>
                <a:t>sort</a:t>
              </a:r>
              <a:r>
                <a:rPr lang="en-US" altLang="zh-CN" sz="1800" dirty="0">
                  <a:solidFill>
                    <a:prstClr val="black"/>
                  </a:solidFill>
                  <a:ea typeface="楷体_GB2312"/>
                  <a:cs typeface="Times New Roman" pitchFamily="18" charset="0"/>
                </a:rPr>
                <a:t>		            1</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err="1">
                  <a:solidFill>
                    <a:prstClr val="black"/>
                  </a:solidFill>
                  <a:ea typeface="楷体_GB2312"/>
                  <a:cs typeface="Times New Roman" pitchFamily="18" charset="0"/>
                </a:rPr>
                <a:t>readarray</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exchange</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quicksort</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partition</a:t>
              </a:r>
              <a:r>
                <a:rPr lang="en-US" altLang="zh-CN" sz="1800" dirty="0">
                  <a:solidFill>
                    <a:prstClr val="black"/>
                  </a:solidFill>
                  <a:ea typeface="楷体_GB2312"/>
                  <a:cs typeface="Times New Roman" pitchFamily="18" charset="0"/>
                </a:rPr>
                <a:t>	            3</a:t>
              </a:r>
            </a:p>
          </p:txBody>
        </p:sp>
        <p:cxnSp>
          <p:nvCxnSpPr>
            <p:cNvPr id="25" name="直接连接符 24"/>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 name="Group 99"/>
          <p:cNvGrpSpPr>
            <a:grpSpLocks/>
          </p:cNvGrpSpPr>
          <p:nvPr/>
        </p:nvGrpSpPr>
        <p:grpSpPr bwMode="auto">
          <a:xfrm>
            <a:off x="3905250" y="1092345"/>
            <a:ext cx="954088" cy="636587"/>
            <a:chOff x="948" y="2750"/>
            <a:chExt cx="802" cy="534"/>
          </a:xfrm>
        </p:grpSpPr>
        <p:sp>
          <p:nvSpPr>
            <p:cNvPr id="33"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2"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8"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604"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q</a:t>
              </a:r>
              <a:r>
                <a:rPr lang="en-US" altLang="zh-CN" sz="1200">
                  <a:solidFill>
                    <a:prstClr val="black"/>
                  </a:solidFill>
                  <a:cs typeface="Times New Roman" panose="02020603050405020304" pitchFamily="18" charset="0"/>
                </a:rPr>
                <a:t> (1, 9)</a:t>
              </a:r>
            </a:p>
          </p:txBody>
        </p:sp>
        <p:sp>
          <p:nvSpPr>
            <p:cNvPr id="109605"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v</a:t>
              </a:r>
            </a:p>
          </p:txBody>
        </p:sp>
        <p:sp>
          <p:nvSpPr>
            <p:cNvPr id="109606"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grpSp>
        <p:nvGrpSpPr>
          <p:cNvPr id="5" name="Group 99"/>
          <p:cNvGrpSpPr>
            <a:grpSpLocks/>
          </p:cNvGrpSpPr>
          <p:nvPr/>
        </p:nvGrpSpPr>
        <p:grpSpPr bwMode="auto">
          <a:xfrm>
            <a:off x="3905250" y="1728932"/>
            <a:ext cx="954088" cy="635000"/>
            <a:chOff x="948" y="2750"/>
            <a:chExt cx="802" cy="534"/>
          </a:xfrm>
        </p:grpSpPr>
        <p:sp>
          <p:nvSpPr>
            <p:cNvPr id="4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4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59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p</a:t>
              </a:r>
              <a:r>
                <a:rPr lang="en-US" altLang="zh-CN" sz="1200">
                  <a:solidFill>
                    <a:prstClr val="black"/>
                  </a:solidFill>
                  <a:cs typeface="Times New Roman" panose="02020603050405020304" pitchFamily="18" charset="0"/>
                </a:rPr>
                <a:t> (1, 9)</a:t>
              </a:r>
            </a:p>
          </p:txBody>
        </p:sp>
        <p:sp>
          <p:nvSpPr>
            <p:cNvPr id="10959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i, j</a:t>
              </a:r>
            </a:p>
          </p:txBody>
        </p:sp>
        <p:sp>
          <p:nvSpPr>
            <p:cNvPr id="10960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d[3]</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43" name="Line 12"/>
          <p:cNvSpPr>
            <a:spLocks noChangeShapeType="1"/>
          </p:cNvSpPr>
          <p:nvPr/>
        </p:nvSpPr>
        <p:spPr bwMode="auto">
          <a:xfrm flipH="1">
            <a:off x="5632450" y="30273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solidFill>
                <a:prstClr val="black"/>
              </a:solidFill>
            </a:endParaRPr>
          </a:p>
        </p:txBody>
      </p:sp>
      <p:sp>
        <p:nvSpPr>
          <p:cNvPr id="44" name="Rectangle 22"/>
          <p:cNvSpPr>
            <a:spLocks noChangeArrowheads="1"/>
          </p:cNvSpPr>
          <p:nvPr/>
        </p:nvSpPr>
        <p:spPr bwMode="auto">
          <a:xfrm>
            <a:off x="5468938" y="3243263"/>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dirty="0">
                <a:solidFill>
                  <a:prstClr val="black"/>
                </a:solidFill>
                <a:ea typeface="宋体" panose="02010600030101010101" pitchFamily="2" charset="-122"/>
              </a:rPr>
              <a:t>e</a:t>
            </a:r>
          </a:p>
        </p:txBody>
      </p:sp>
      <p:grpSp>
        <p:nvGrpSpPr>
          <p:cNvPr id="6" name="Group 99"/>
          <p:cNvGrpSpPr>
            <a:grpSpLocks/>
          </p:cNvGrpSpPr>
          <p:nvPr/>
        </p:nvGrpSpPr>
        <p:grpSpPr bwMode="auto">
          <a:xfrm>
            <a:off x="3905250" y="2365480"/>
            <a:ext cx="954088" cy="635000"/>
            <a:chOff x="948" y="2750"/>
            <a:chExt cx="802" cy="534"/>
          </a:xfrm>
        </p:grpSpPr>
        <p:sp>
          <p:nvSpPr>
            <p:cNvPr id="5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4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592"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e</a:t>
              </a:r>
              <a:endParaRPr lang="en-US" altLang="zh-CN" sz="1200">
                <a:solidFill>
                  <a:prstClr val="black"/>
                </a:solidFill>
                <a:cs typeface="Times New Roman" panose="02020603050405020304" pitchFamily="18" charset="0"/>
              </a:endParaRPr>
            </a:p>
          </p:txBody>
        </p:sp>
        <p:sp>
          <p:nvSpPr>
            <p:cNvPr id="109593"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en-US" altLang="zh-CN" sz="1200" i="1">
                <a:solidFill>
                  <a:prstClr val="black"/>
                </a:solidFill>
                <a:cs typeface="Times New Roman" panose="02020603050405020304" pitchFamily="18" charset="0"/>
              </a:endParaRPr>
            </a:p>
          </p:txBody>
        </p:sp>
        <p:sp>
          <p:nvSpPr>
            <p:cNvPr id="109594"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48" name="Line 12"/>
          <p:cNvSpPr>
            <a:spLocks noChangeShapeType="1"/>
          </p:cNvSpPr>
          <p:nvPr/>
        </p:nvSpPr>
        <p:spPr bwMode="auto">
          <a:xfrm flipH="1">
            <a:off x="5632450" y="3027363"/>
            <a:ext cx="0" cy="293687"/>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solidFill>
                <a:prstClr val="black"/>
              </a:solidFill>
            </a:endParaRPr>
          </a:p>
        </p:txBody>
      </p:sp>
      <p:sp>
        <p:nvSpPr>
          <p:cNvPr id="54" name="Rectangle 7"/>
          <p:cNvSpPr>
            <a:spLocks noChangeArrowheads="1"/>
          </p:cNvSpPr>
          <p:nvPr/>
        </p:nvSpPr>
        <p:spPr bwMode="auto">
          <a:xfrm>
            <a:off x="2769975" y="72092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sp>
        <p:nvSpPr>
          <p:cNvPr id="55" name="Text Box 8"/>
          <p:cNvSpPr txBox="1">
            <a:spLocks noChangeArrowheads="1"/>
          </p:cNvSpPr>
          <p:nvPr/>
        </p:nvSpPr>
        <p:spPr bwMode="auto">
          <a:xfrm>
            <a:off x="2627840" y="313413"/>
            <a:ext cx="11677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spcBef>
                <a:spcPct val="50000"/>
              </a:spcBef>
            </a:pPr>
            <a:r>
              <a:rPr kumimoji="1" lang="en-US" altLang="zh-CN" sz="1800" b="0" dirty="0">
                <a:solidFill>
                  <a:srgbClr val="000000"/>
                </a:solidFill>
                <a:ea typeface="宋体" panose="02010600030101010101" pitchFamily="2" charset="-122"/>
              </a:rPr>
              <a:t>display</a:t>
            </a:r>
            <a:r>
              <a:rPr kumimoji="1" lang="zh-CN" altLang="en-US" sz="1800" b="0" dirty="0">
                <a:solidFill>
                  <a:srgbClr val="000000"/>
                </a:solidFill>
                <a:ea typeface="宋体" panose="02010600030101010101" pitchFamily="2" charset="-122"/>
              </a:rPr>
              <a:t>表</a:t>
            </a:r>
            <a:endParaRPr kumimoji="1" lang="en-US" altLang="zh-CN" sz="1800" b="0" dirty="0">
              <a:solidFill>
                <a:srgbClr val="000000"/>
              </a:solidFill>
              <a:ea typeface="宋体" panose="02010600030101010101" pitchFamily="2" charset="-122"/>
            </a:endParaRPr>
          </a:p>
        </p:txBody>
      </p:sp>
      <p:sp>
        <p:nvSpPr>
          <p:cNvPr id="57" name="Text Box 12"/>
          <p:cNvSpPr txBox="1">
            <a:spLocks noChangeArrowheads="1"/>
          </p:cNvSpPr>
          <p:nvPr/>
        </p:nvSpPr>
        <p:spPr bwMode="auto">
          <a:xfrm>
            <a:off x="2253243" y="67419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d[1]</a:t>
            </a:r>
          </a:p>
        </p:txBody>
      </p:sp>
      <p:cxnSp>
        <p:nvCxnSpPr>
          <p:cNvPr id="58" name="直接箭头连接符 57"/>
          <p:cNvCxnSpPr/>
          <p:nvPr/>
        </p:nvCxnSpPr>
        <p:spPr>
          <a:xfrm>
            <a:off x="3315399" y="876673"/>
            <a:ext cx="52396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59" name="组合 58"/>
          <p:cNvGrpSpPr/>
          <p:nvPr/>
        </p:nvGrpSpPr>
        <p:grpSpPr>
          <a:xfrm>
            <a:off x="2253243" y="950619"/>
            <a:ext cx="1234705" cy="369332"/>
            <a:chOff x="2253243" y="950619"/>
            <a:chExt cx="1234705" cy="369332"/>
          </a:xfrm>
        </p:grpSpPr>
        <p:sp>
          <p:nvSpPr>
            <p:cNvPr id="60"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d[2]</a:t>
              </a:r>
            </a:p>
          </p:txBody>
        </p:sp>
        <p:sp>
          <p:nvSpPr>
            <p:cNvPr id="61"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65" name="组合 64"/>
          <p:cNvGrpSpPr/>
          <p:nvPr/>
        </p:nvGrpSpPr>
        <p:grpSpPr>
          <a:xfrm>
            <a:off x="3319463" y="1121966"/>
            <a:ext cx="579437" cy="382333"/>
            <a:chOff x="3319463" y="1121966"/>
            <a:chExt cx="579437" cy="382333"/>
          </a:xfrm>
        </p:grpSpPr>
        <p:cxnSp>
          <p:nvCxnSpPr>
            <p:cNvPr id="66" name="直接箭头连接符 65"/>
            <p:cNvCxnSpPr>
              <a:cxnSpLocks/>
            </p:cNvCxnSpPr>
            <p:nvPr/>
          </p:nvCxnSpPr>
          <p:spPr>
            <a:xfrm>
              <a:off x="3608785" y="1121966"/>
              <a:ext cx="290115" cy="38233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连接符 66"/>
            <p:cNvCxnSpPr>
              <a:cxnSpLocks/>
            </p:cNvCxnSpPr>
            <p:nvPr/>
          </p:nvCxnSpPr>
          <p:spPr>
            <a:xfrm>
              <a:off x="3319463" y="1131590"/>
              <a:ext cx="2864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8" name="组合 67"/>
          <p:cNvGrpSpPr/>
          <p:nvPr/>
        </p:nvGrpSpPr>
        <p:grpSpPr>
          <a:xfrm>
            <a:off x="2250361" y="1226984"/>
            <a:ext cx="1234705" cy="369332"/>
            <a:chOff x="2253243" y="950619"/>
            <a:chExt cx="1234705" cy="369332"/>
          </a:xfrm>
        </p:grpSpPr>
        <p:sp>
          <p:nvSpPr>
            <p:cNvPr id="69"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d[3]</a:t>
              </a:r>
            </a:p>
          </p:txBody>
        </p:sp>
        <p:sp>
          <p:nvSpPr>
            <p:cNvPr id="70"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71" name="组合 70"/>
          <p:cNvGrpSpPr/>
          <p:nvPr/>
        </p:nvGrpSpPr>
        <p:grpSpPr>
          <a:xfrm>
            <a:off x="3316581" y="1419622"/>
            <a:ext cx="587479" cy="741476"/>
            <a:chOff x="3319463" y="1121966"/>
            <a:chExt cx="587479" cy="741476"/>
          </a:xfrm>
        </p:grpSpPr>
        <p:cxnSp>
          <p:nvCxnSpPr>
            <p:cNvPr id="72" name="直接箭头连接符 71"/>
            <p:cNvCxnSpPr/>
            <p:nvPr/>
          </p:nvCxnSpPr>
          <p:spPr>
            <a:xfrm>
              <a:off x="3608785" y="1121966"/>
              <a:ext cx="298157" cy="74147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接连接符 72"/>
            <p:cNvCxnSpPr>
              <a:cxnSpLocks/>
            </p:cNvCxnSpPr>
            <p:nvPr/>
          </p:nvCxnSpPr>
          <p:spPr>
            <a:xfrm>
              <a:off x="3319463" y="1131590"/>
              <a:ext cx="28932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74" name="Freeform 56"/>
          <p:cNvSpPr>
            <a:spLocks/>
          </p:cNvSpPr>
          <p:nvPr/>
        </p:nvSpPr>
        <p:spPr bwMode="auto">
          <a:xfrm rot="-511685">
            <a:off x="4788289" y="1485656"/>
            <a:ext cx="342604" cy="1187907"/>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solidFill>
                <a:prstClr val="black"/>
              </a:solidFill>
            </a:endParaRPr>
          </a:p>
        </p:txBody>
      </p:sp>
    </p:spTree>
    <p:extLst>
      <p:ext uri="{BB962C8B-B14F-4D97-AF65-F5344CB8AC3E}">
        <p14:creationId xmlns:p14="http://schemas.microsoft.com/office/powerpoint/2010/main" val="1815373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65"/>
                                        </p:tgtEl>
                                        <p:attrNameLst>
                                          <p:attrName>style.visibility</p:attrName>
                                        </p:attrNameLst>
                                      </p:cBhvr>
                                      <p:to>
                                        <p:strVal val="visible"/>
                                      </p:to>
                                    </p:set>
                                    <p:anim calcmode="lin" valueType="num">
                                      <p:cBhvr>
                                        <p:cTn id="7" dur="500" fill="hold"/>
                                        <p:tgtEl>
                                          <p:spTgt spid="65"/>
                                        </p:tgtEl>
                                        <p:attrNameLst>
                                          <p:attrName>ppt_w</p:attrName>
                                        </p:attrNameLst>
                                      </p:cBhvr>
                                      <p:tavLst>
                                        <p:tav tm="0">
                                          <p:val>
                                            <p:fltVal val="0"/>
                                          </p:val>
                                        </p:tav>
                                        <p:tav tm="100000">
                                          <p:val>
                                            <p:strVal val="#ppt_w"/>
                                          </p:val>
                                        </p:tav>
                                      </p:tavLst>
                                    </p:anim>
                                    <p:anim calcmode="lin" valueType="num">
                                      <p:cBhvr>
                                        <p:cTn id="8" dur="500" fill="hold"/>
                                        <p:tgtEl>
                                          <p:spTgt spid="65"/>
                                        </p:tgtEl>
                                        <p:attrNameLst>
                                          <p:attrName>ppt_h</p:attrName>
                                        </p:attrNameLst>
                                      </p:cBhvr>
                                      <p:tavLst>
                                        <p:tav tm="0">
                                          <p:val>
                                            <p:fltVal val="0"/>
                                          </p:val>
                                        </p:tav>
                                        <p:tav tm="100000">
                                          <p:val>
                                            <p:strVal val="#ppt_h"/>
                                          </p:val>
                                        </p:tav>
                                      </p:tavLst>
                                    </p:anim>
                                    <p:animEffect transition="in" filter="fade">
                                      <p:cBhvr>
                                        <p:cTn id="9" dur="500"/>
                                        <p:tgtEl>
                                          <p:spTgt spid="65"/>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xit" presetSubtype="32" fill="hold" nodeType="clickEffect">
                                  <p:stCondLst>
                                    <p:cond delay="0"/>
                                  </p:stCondLst>
                                  <p:childTnLst>
                                    <p:anim calcmode="lin" valueType="num">
                                      <p:cBhvr>
                                        <p:cTn id="13" dur="500"/>
                                        <p:tgtEl>
                                          <p:spTgt spid="6"/>
                                        </p:tgtEl>
                                        <p:attrNameLst>
                                          <p:attrName>ppt_w</p:attrName>
                                        </p:attrNameLst>
                                      </p:cBhvr>
                                      <p:tavLst>
                                        <p:tav tm="0">
                                          <p:val>
                                            <p:strVal val="ppt_w"/>
                                          </p:val>
                                        </p:tav>
                                        <p:tav tm="100000">
                                          <p:val>
                                            <p:fltVal val="0"/>
                                          </p:val>
                                        </p:tav>
                                      </p:tavLst>
                                    </p:anim>
                                    <p:anim calcmode="lin" valueType="num">
                                      <p:cBhvr>
                                        <p:cTn id="14" dur="500"/>
                                        <p:tgtEl>
                                          <p:spTgt spid="6"/>
                                        </p:tgtEl>
                                        <p:attrNameLst>
                                          <p:attrName>ppt_h</p:attrName>
                                        </p:attrNameLst>
                                      </p:cBhvr>
                                      <p:tavLst>
                                        <p:tav tm="0">
                                          <p:val>
                                            <p:strVal val="ppt_h"/>
                                          </p:val>
                                        </p:tav>
                                        <p:tav tm="100000">
                                          <p:val>
                                            <p:fltVal val="0"/>
                                          </p:val>
                                        </p:tav>
                                      </p:tavLst>
                                    </p:anim>
                                    <p:animEffect transition="out" filter="fade">
                                      <p:cBhvr>
                                        <p:cTn id="15" dur="500"/>
                                        <p:tgtEl>
                                          <p:spTgt spid="6"/>
                                        </p:tgtEl>
                                      </p:cBhvr>
                                    </p:animEffect>
                                    <p:set>
                                      <p:cBhvr>
                                        <p:cTn id="16" dur="1" fill="hold">
                                          <p:stCondLst>
                                            <p:cond delay="499"/>
                                          </p:stCondLst>
                                        </p:cTn>
                                        <p:tgtEl>
                                          <p:spTgt spid="6"/>
                                        </p:tgtEl>
                                        <p:attrNameLst>
                                          <p:attrName>style.visibility</p:attrName>
                                        </p:attrNameLst>
                                      </p:cBhvr>
                                      <p:to>
                                        <p:strVal val="hidden"/>
                                      </p:to>
                                    </p:set>
                                  </p:childTnLst>
                                </p:cTn>
                              </p:par>
                              <p:par>
                                <p:cTn id="17" presetID="53" presetClass="exit" presetSubtype="32" fill="hold" grpId="0" nodeType="withEffect">
                                  <p:stCondLst>
                                    <p:cond delay="0"/>
                                  </p:stCondLst>
                                  <p:childTnLst>
                                    <p:anim calcmode="lin" valueType="num">
                                      <p:cBhvr>
                                        <p:cTn id="18" dur="500"/>
                                        <p:tgtEl>
                                          <p:spTgt spid="74"/>
                                        </p:tgtEl>
                                        <p:attrNameLst>
                                          <p:attrName>ppt_w</p:attrName>
                                        </p:attrNameLst>
                                      </p:cBhvr>
                                      <p:tavLst>
                                        <p:tav tm="0">
                                          <p:val>
                                            <p:strVal val="ppt_w"/>
                                          </p:val>
                                        </p:tav>
                                        <p:tav tm="100000">
                                          <p:val>
                                            <p:fltVal val="0"/>
                                          </p:val>
                                        </p:tav>
                                      </p:tavLst>
                                    </p:anim>
                                    <p:anim calcmode="lin" valueType="num">
                                      <p:cBhvr>
                                        <p:cTn id="19" dur="500"/>
                                        <p:tgtEl>
                                          <p:spTgt spid="74"/>
                                        </p:tgtEl>
                                        <p:attrNameLst>
                                          <p:attrName>ppt_h</p:attrName>
                                        </p:attrNameLst>
                                      </p:cBhvr>
                                      <p:tavLst>
                                        <p:tav tm="0">
                                          <p:val>
                                            <p:strVal val="ppt_h"/>
                                          </p:val>
                                        </p:tav>
                                        <p:tav tm="100000">
                                          <p:val>
                                            <p:fltVal val="0"/>
                                          </p:val>
                                        </p:tav>
                                      </p:tavLst>
                                    </p:anim>
                                    <p:animEffect transition="out" filter="fade">
                                      <p:cBhvr>
                                        <p:cTn id="20" dur="500"/>
                                        <p:tgtEl>
                                          <p:spTgt spid="74"/>
                                        </p:tgtEl>
                                      </p:cBhvr>
                                    </p:animEffect>
                                    <p:set>
                                      <p:cBhvr>
                                        <p:cTn id="21" dur="1" fill="hold">
                                          <p:stCondLst>
                                            <p:cond delay="499"/>
                                          </p:stCondLst>
                                        </p:cTn>
                                        <p:tgtEl>
                                          <p:spTgt spid="7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238595" name="Rectangle 18"/>
          <p:cNvSpPr>
            <a:spLocks noChangeArrowheads="1"/>
          </p:cNvSpPr>
          <p:nvPr/>
        </p:nvSpPr>
        <p:spPr bwMode="auto">
          <a:xfrm>
            <a:off x="6284913" y="2000250"/>
            <a:ext cx="963612"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09572"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238597" name="Line 20"/>
          <p:cNvSpPr>
            <a:spLocks noChangeShapeType="1"/>
          </p:cNvSpPr>
          <p:nvPr/>
        </p:nvSpPr>
        <p:spPr bwMode="auto">
          <a:xfrm flipH="1">
            <a:off x="6732588" y="1714500"/>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45062"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38599" name="Line 22"/>
          <p:cNvSpPr>
            <a:spLocks noChangeShapeType="1"/>
          </p:cNvSpPr>
          <p:nvPr/>
        </p:nvSpPr>
        <p:spPr bwMode="auto">
          <a:xfrm flipH="1">
            <a:off x="5688013" y="2355850"/>
            <a:ext cx="709612" cy="354013"/>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238601" name="Rectangle 24"/>
          <p:cNvSpPr>
            <a:spLocks noChangeArrowheads="1"/>
          </p:cNvSpPr>
          <p:nvPr/>
        </p:nvSpPr>
        <p:spPr bwMode="auto">
          <a:xfrm>
            <a:off x="5337175" y="2692400"/>
            <a:ext cx="966788" cy="531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09577"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09578" name="Group 99"/>
          <p:cNvGrpSpPr>
            <a:grpSpLocks/>
          </p:cNvGrpSpPr>
          <p:nvPr/>
        </p:nvGrpSpPr>
        <p:grpSpPr bwMode="auto">
          <a:xfrm>
            <a:off x="3898900" y="444500"/>
            <a:ext cx="923925" cy="647700"/>
            <a:chOff x="975" y="2750"/>
            <a:chExt cx="776" cy="544"/>
          </a:xfrm>
        </p:grpSpPr>
        <p:sp>
          <p:nvSpPr>
            <p:cNvPr id="21"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0"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16"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613"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s</a:t>
              </a:r>
            </a:p>
          </p:txBody>
        </p:sp>
        <p:sp>
          <p:nvSpPr>
            <p:cNvPr id="109614"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a</a:t>
              </a:r>
            </a:p>
          </p:txBody>
        </p:sp>
        <p:sp>
          <p:nvSpPr>
            <p:cNvPr id="109615"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d[1]</a:t>
              </a:r>
              <a:endParaRPr lang="zh-CN" altLang="en-US" sz="1200" dirty="0">
                <a:solidFill>
                  <a:prstClr val="black"/>
                </a:solidFill>
                <a:ea typeface="楷体" panose="02010609060101010101" pitchFamily="49" charset="-122"/>
                <a:cs typeface="Times New Roman" panose="02020603050405020304" pitchFamily="18" charset="0"/>
              </a:endParaRPr>
            </a:p>
          </p:txBody>
        </p:sp>
      </p:grpSp>
      <p:sp>
        <p:nvSpPr>
          <p:cNvPr id="109579"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09580" name="组合 113"/>
          <p:cNvGrpSpPr>
            <a:grpSpLocks/>
          </p:cNvGrpSpPr>
          <p:nvPr/>
        </p:nvGrpSpPr>
        <p:grpSpPr bwMode="auto">
          <a:xfrm>
            <a:off x="179388" y="2787650"/>
            <a:ext cx="3140075" cy="1728788"/>
            <a:chOff x="5003799" y="500048"/>
            <a:chExt cx="3282977" cy="1803794"/>
          </a:xfrm>
        </p:grpSpPr>
        <p:sp>
          <p:nvSpPr>
            <p:cNvPr id="24"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rgbClr val="5EAEFF"/>
                </a:buClr>
                <a:buSzPct val="60000"/>
                <a:defRPr/>
              </a:pPr>
              <a:r>
                <a:rPr lang="zh-CN" altLang="en-US" sz="1200" dirty="0">
                  <a:solidFill>
                    <a:prstClr val="black"/>
                  </a:solidFill>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rgbClr val="5EAEFF"/>
                </a:buClr>
                <a:buSzPct val="60000"/>
                <a:defRPr/>
              </a:pPr>
              <a:r>
                <a:rPr lang="en-US" altLang="zh-CN" sz="1800" i="1" dirty="0">
                  <a:solidFill>
                    <a:prstClr val="black"/>
                  </a:solidFill>
                  <a:ea typeface="楷体_GB2312"/>
                  <a:cs typeface="Times New Roman" pitchFamily="18" charset="0"/>
                </a:rPr>
                <a:t>sort</a:t>
              </a:r>
              <a:r>
                <a:rPr lang="en-US" altLang="zh-CN" sz="1800" dirty="0">
                  <a:solidFill>
                    <a:prstClr val="black"/>
                  </a:solidFill>
                  <a:ea typeface="楷体_GB2312"/>
                  <a:cs typeface="Times New Roman" pitchFamily="18" charset="0"/>
                </a:rPr>
                <a:t>		            1</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err="1">
                  <a:solidFill>
                    <a:prstClr val="black"/>
                  </a:solidFill>
                  <a:ea typeface="楷体_GB2312"/>
                  <a:cs typeface="Times New Roman" pitchFamily="18" charset="0"/>
                </a:rPr>
                <a:t>readarray</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exchange</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quicksort</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partition</a:t>
              </a:r>
              <a:r>
                <a:rPr lang="en-US" altLang="zh-CN" sz="1800" dirty="0">
                  <a:solidFill>
                    <a:prstClr val="black"/>
                  </a:solidFill>
                  <a:ea typeface="楷体_GB2312"/>
                  <a:cs typeface="Times New Roman" pitchFamily="18" charset="0"/>
                </a:rPr>
                <a:t>	            3</a:t>
              </a:r>
            </a:p>
          </p:txBody>
        </p:sp>
        <p:cxnSp>
          <p:nvCxnSpPr>
            <p:cNvPr id="25" name="直接连接符 24"/>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 name="Group 99"/>
          <p:cNvGrpSpPr>
            <a:grpSpLocks/>
          </p:cNvGrpSpPr>
          <p:nvPr/>
        </p:nvGrpSpPr>
        <p:grpSpPr bwMode="auto">
          <a:xfrm>
            <a:off x="3905250" y="1092345"/>
            <a:ext cx="954088" cy="636587"/>
            <a:chOff x="948" y="2750"/>
            <a:chExt cx="802" cy="534"/>
          </a:xfrm>
        </p:grpSpPr>
        <p:sp>
          <p:nvSpPr>
            <p:cNvPr id="33"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2"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8"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604"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q</a:t>
              </a:r>
              <a:r>
                <a:rPr lang="en-US" altLang="zh-CN" sz="1200">
                  <a:solidFill>
                    <a:prstClr val="black"/>
                  </a:solidFill>
                  <a:cs typeface="Times New Roman" panose="02020603050405020304" pitchFamily="18" charset="0"/>
                </a:rPr>
                <a:t> (1, 9)</a:t>
              </a:r>
            </a:p>
          </p:txBody>
        </p:sp>
        <p:sp>
          <p:nvSpPr>
            <p:cNvPr id="109605"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v</a:t>
              </a:r>
            </a:p>
          </p:txBody>
        </p:sp>
        <p:sp>
          <p:nvSpPr>
            <p:cNvPr id="109606"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grpSp>
        <p:nvGrpSpPr>
          <p:cNvPr id="5" name="Group 99"/>
          <p:cNvGrpSpPr>
            <a:grpSpLocks/>
          </p:cNvGrpSpPr>
          <p:nvPr/>
        </p:nvGrpSpPr>
        <p:grpSpPr bwMode="auto">
          <a:xfrm>
            <a:off x="3905250" y="1728932"/>
            <a:ext cx="954088" cy="635000"/>
            <a:chOff x="948" y="2750"/>
            <a:chExt cx="802" cy="534"/>
          </a:xfrm>
        </p:grpSpPr>
        <p:sp>
          <p:nvSpPr>
            <p:cNvPr id="4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4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0959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p</a:t>
              </a:r>
              <a:r>
                <a:rPr lang="en-US" altLang="zh-CN" sz="1200">
                  <a:solidFill>
                    <a:prstClr val="black"/>
                  </a:solidFill>
                  <a:cs typeface="Times New Roman" panose="02020603050405020304" pitchFamily="18" charset="0"/>
                </a:rPr>
                <a:t> (1, 9)</a:t>
              </a:r>
            </a:p>
          </p:txBody>
        </p:sp>
        <p:sp>
          <p:nvSpPr>
            <p:cNvPr id="10959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i, j</a:t>
              </a:r>
            </a:p>
          </p:txBody>
        </p:sp>
        <p:sp>
          <p:nvSpPr>
            <p:cNvPr id="10960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d[3]</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43" name="Line 12"/>
          <p:cNvSpPr>
            <a:spLocks noChangeShapeType="1"/>
          </p:cNvSpPr>
          <p:nvPr/>
        </p:nvSpPr>
        <p:spPr bwMode="auto">
          <a:xfrm flipH="1">
            <a:off x="5632450" y="3027363"/>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solidFill>
                <a:prstClr val="black"/>
              </a:solidFill>
            </a:endParaRPr>
          </a:p>
        </p:txBody>
      </p:sp>
      <p:sp>
        <p:nvSpPr>
          <p:cNvPr id="44" name="Rectangle 22"/>
          <p:cNvSpPr>
            <a:spLocks noChangeArrowheads="1"/>
          </p:cNvSpPr>
          <p:nvPr/>
        </p:nvSpPr>
        <p:spPr bwMode="auto">
          <a:xfrm>
            <a:off x="5468938" y="3243263"/>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dirty="0">
                <a:solidFill>
                  <a:prstClr val="black"/>
                </a:solidFill>
                <a:ea typeface="宋体" panose="02010600030101010101" pitchFamily="2" charset="-122"/>
              </a:rPr>
              <a:t>e</a:t>
            </a:r>
          </a:p>
        </p:txBody>
      </p:sp>
      <p:sp>
        <p:nvSpPr>
          <p:cNvPr id="48" name="Line 12"/>
          <p:cNvSpPr>
            <a:spLocks noChangeShapeType="1"/>
          </p:cNvSpPr>
          <p:nvPr/>
        </p:nvSpPr>
        <p:spPr bwMode="auto">
          <a:xfrm flipH="1">
            <a:off x="5632450" y="3027363"/>
            <a:ext cx="0" cy="293687"/>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a:lstStyle/>
          <a:p>
            <a:pPr>
              <a:defRPr/>
            </a:pPr>
            <a:endParaRPr lang="zh-CN" altLang="en-US">
              <a:solidFill>
                <a:prstClr val="black"/>
              </a:solidFill>
            </a:endParaRPr>
          </a:p>
        </p:txBody>
      </p:sp>
      <p:sp>
        <p:nvSpPr>
          <p:cNvPr id="49" name="Line 22"/>
          <p:cNvSpPr>
            <a:spLocks noChangeShapeType="1"/>
          </p:cNvSpPr>
          <p:nvPr/>
        </p:nvSpPr>
        <p:spPr bwMode="auto">
          <a:xfrm flipH="1">
            <a:off x="5688013" y="2359025"/>
            <a:ext cx="709612" cy="354013"/>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lIns="68580" tIns="34290" rIns="68580" bIns="34290"/>
          <a:lstStyle/>
          <a:p>
            <a:pPr>
              <a:defRPr/>
            </a:pPr>
            <a:endParaRPr lang="zh-CN" altLang="en-US">
              <a:solidFill>
                <a:prstClr val="black"/>
              </a:solidFill>
            </a:endParaRPr>
          </a:p>
        </p:txBody>
      </p:sp>
      <p:sp>
        <p:nvSpPr>
          <p:cNvPr id="54" name="Rectangle 7"/>
          <p:cNvSpPr>
            <a:spLocks noChangeArrowheads="1"/>
          </p:cNvSpPr>
          <p:nvPr/>
        </p:nvSpPr>
        <p:spPr bwMode="auto">
          <a:xfrm>
            <a:off x="2769975" y="72092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sp>
        <p:nvSpPr>
          <p:cNvPr id="55" name="Text Box 8"/>
          <p:cNvSpPr txBox="1">
            <a:spLocks noChangeArrowheads="1"/>
          </p:cNvSpPr>
          <p:nvPr/>
        </p:nvSpPr>
        <p:spPr bwMode="auto">
          <a:xfrm>
            <a:off x="2627840" y="313413"/>
            <a:ext cx="11677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spcBef>
                <a:spcPct val="50000"/>
              </a:spcBef>
            </a:pPr>
            <a:r>
              <a:rPr kumimoji="1" lang="en-US" altLang="zh-CN" sz="1800" b="0" dirty="0">
                <a:solidFill>
                  <a:srgbClr val="000000"/>
                </a:solidFill>
                <a:ea typeface="宋体" panose="02010600030101010101" pitchFamily="2" charset="-122"/>
              </a:rPr>
              <a:t>display</a:t>
            </a:r>
            <a:r>
              <a:rPr kumimoji="1" lang="zh-CN" altLang="en-US" sz="1800" b="0" dirty="0">
                <a:solidFill>
                  <a:srgbClr val="000000"/>
                </a:solidFill>
                <a:ea typeface="宋体" panose="02010600030101010101" pitchFamily="2" charset="-122"/>
              </a:rPr>
              <a:t>表</a:t>
            </a:r>
            <a:endParaRPr kumimoji="1" lang="en-US" altLang="zh-CN" sz="1800" b="0" dirty="0">
              <a:solidFill>
                <a:srgbClr val="000000"/>
              </a:solidFill>
              <a:ea typeface="宋体" panose="02010600030101010101" pitchFamily="2" charset="-122"/>
            </a:endParaRPr>
          </a:p>
        </p:txBody>
      </p:sp>
      <p:sp>
        <p:nvSpPr>
          <p:cNvPr id="57" name="Text Box 12"/>
          <p:cNvSpPr txBox="1">
            <a:spLocks noChangeArrowheads="1"/>
          </p:cNvSpPr>
          <p:nvPr/>
        </p:nvSpPr>
        <p:spPr bwMode="auto">
          <a:xfrm>
            <a:off x="2253243" y="67419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d[1]</a:t>
            </a:r>
          </a:p>
        </p:txBody>
      </p:sp>
      <p:cxnSp>
        <p:nvCxnSpPr>
          <p:cNvPr id="58" name="直接箭头连接符 57"/>
          <p:cNvCxnSpPr/>
          <p:nvPr/>
        </p:nvCxnSpPr>
        <p:spPr>
          <a:xfrm>
            <a:off x="3315399" y="876673"/>
            <a:ext cx="52396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59" name="组合 58"/>
          <p:cNvGrpSpPr/>
          <p:nvPr/>
        </p:nvGrpSpPr>
        <p:grpSpPr>
          <a:xfrm>
            <a:off x="2253243" y="950619"/>
            <a:ext cx="1234705" cy="369332"/>
            <a:chOff x="2253243" y="950619"/>
            <a:chExt cx="1234705" cy="369332"/>
          </a:xfrm>
        </p:grpSpPr>
        <p:sp>
          <p:nvSpPr>
            <p:cNvPr id="60"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d[2]</a:t>
              </a:r>
            </a:p>
          </p:txBody>
        </p:sp>
        <p:sp>
          <p:nvSpPr>
            <p:cNvPr id="61"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68" name="组合 67"/>
          <p:cNvGrpSpPr/>
          <p:nvPr/>
        </p:nvGrpSpPr>
        <p:grpSpPr>
          <a:xfrm>
            <a:off x="2250361" y="1226984"/>
            <a:ext cx="1234705" cy="369332"/>
            <a:chOff x="2253243" y="950619"/>
            <a:chExt cx="1234705" cy="369332"/>
          </a:xfrm>
        </p:grpSpPr>
        <p:sp>
          <p:nvSpPr>
            <p:cNvPr id="69"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d[3]</a:t>
              </a:r>
            </a:p>
          </p:txBody>
        </p:sp>
        <p:sp>
          <p:nvSpPr>
            <p:cNvPr id="70"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71" name="组合 70"/>
          <p:cNvGrpSpPr/>
          <p:nvPr/>
        </p:nvGrpSpPr>
        <p:grpSpPr>
          <a:xfrm>
            <a:off x="3316581" y="1419622"/>
            <a:ext cx="587479" cy="741476"/>
            <a:chOff x="3319463" y="1121966"/>
            <a:chExt cx="587479" cy="741476"/>
          </a:xfrm>
        </p:grpSpPr>
        <p:cxnSp>
          <p:nvCxnSpPr>
            <p:cNvPr id="72" name="直接箭头连接符 71"/>
            <p:cNvCxnSpPr/>
            <p:nvPr/>
          </p:nvCxnSpPr>
          <p:spPr>
            <a:xfrm>
              <a:off x="3608785" y="1121966"/>
              <a:ext cx="298157" cy="74147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接连接符 72"/>
            <p:cNvCxnSpPr>
              <a:cxnSpLocks/>
            </p:cNvCxnSpPr>
            <p:nvPr/>
          </p:nvCxnSpPr>
          <p:spPr>
            <a:xfrm>
              <a:off x="3319463" y="1131590"/>
              <a:ext cx="28932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75" name="组合 74"/>
          <p:cNvGrpSpPr/>
          <p:nvPr/>
        </p:nvGrpSpPr>
        <p:grpSpPr>
          <a:xfrm>
            <a:off x="3319463" y="1121966"/>
            <a:ext cx="579437" cy="387892"/>
            <a:chOff x="3319463" y="1121966"/>
            <a:chExt cx="579437" cy="382333"/>
          </a:xfrm>
        </p:grpSpPr>
        <p:cxnSp>
          <p:nvCxnSpPr>
            <p:cNvPr id="76" name="直接箭头连接符 75"/>
            <p:cNvCxnSpPr/>
            <p:nvPr/>
          </p:nvCxnSpPr>
          <p:spPr>
            <a:xfrm>
              <a:off x="3608785" y="1121966"/>
              <a:ext cx="290115" cy="38233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接连接符 76"/>
            <p:cNvCxnSpPr>
              <a:cxnSpLocks/>
            </p:cNvCxnSpPr>
            <p:nvPr/>
          </p:nvCxnSpPr>
          <p:spPr>
            <a:xfrm>
              <a:off x="3319463" y="1131590"/>
              <a:ext cx="2864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44350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0" fill="hold" nodeType="withEffect">
                                  <p:stCondLst>
                                    <p:cond delay="0"/>
                                  </p:stCondLst>
                                  <p:childTnLst>
                                    <p:set>
                                      <p:cBhvr>
                                        <p:cTn id="6" dur="1" fill="hold">
                                          <p:stCondLst>
                                            <p:cond delay="0"/>
                                          </p:stCondLst>
                                        </p:cTn>
                                        <p:tgtEl>
                                          <p:spTgt spid="49"/>
                                        </p:tgtEl>
                                        <p:attrNameLst>
                                          <p:attrName>style.visibility</p:attrName>
                                        </p:attrNameLst>
                                      </p:cBhvr>
                                      <p:to>
                                        <p:strVal val="visible"/>
                                      </p:to>
                                    </p:set>
                                    <p:anim calcmode="lin" valueType="num">
                                      <p:cBhvr>
                                        <p:cTn id="7" dur="500" fill="hold"/>
                                        <p:tgtEl>
                                          <p:spTgt spid="49"/>
                                        </p:tgtEl>
                                        <p:attrNameLst>
                                          <p:attrName>ppt_w</p:attrName>
                                        </p:attrNameLst>
                                      </p:cBhvr>
                                      <p:tavLst>
                                        <p:tav tm="0">
                                          <p:val>
                                            <p:fltVal val="0"/>
                                          </p:val>
                                        </p:tav>
                                        <p:tav tm="100000">
                                          <p:val>
                                            <p:strVal val="#ppt_w"/>
                                          </p:val>
                                        </p:tav>
                                      </p:tavLst>
                                    </p:anim>
                                    <p:anim calcmode="lin" valueType="num">
                                      <p:cBhvr>
                                        <p:cTn id="8" dur="500" fill="hold"/>
                                        <p:tgtEl>
                                          <p:spTgt spid="49"/>
                                        </p:tgtEl>
                                        <p:attrNameLst>
                                          <p:attrName>ppt_h</p:attrName>
                                        </p:attrNameLst>
                                      </p:cBhvr>
                                      <p:tavLst>
                                        <p:tav tm="0">
                                          <p:val>
                                            <p:fltVal val="0"/>
                                          </p:val>
                                        </p:tav>
                                        <p:tav tm="100000">
                                          <p:val>
                                            <p:strVal val="#ppt_h"/>
                                          </p:val>
                                        </p:tav>
                                      </p:tavLst>
                                    </p:anim>
                                    <p:animEffect transition="in" filter="fade">
                                      <p:cBhvr>
                                        <p:cTn id="9" dur="500"/>
                                        <p:tgtEl>
                                          <p:spTgt spid="49"/>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xit" presetSubtype="32" fill="hold" nodeType="clickEffect">
                                  <p:stCondLst>
                                    <p:cond delay="0"/>
                                  </p:stCondLst>
                                  <p:childTnLst>
                                    <p:anim calcmode="lin" valueType="num">
                                      <p:cBhvr>
                                        <p:cTn id="13" dur="500"/>
                                        <p:tgtEl>
                                          <p:spTgt spid="5"/>
                                        </p:tgtEl>
                                        <p:attrNameLst>
                                          <p:attrName>ppt_w</p:attrName>
                                        </p:attrNameLst>
                                      </p:cBhvr>
                                      <p:tavLst>
                                        <p:tav tm="0">
                                          <p:val>
                                            <p:strVal val="ppt_w"/>
                                          </p:val>
                                        </p:tav>
                                        <p:tav tm="100000">
                                          <p:val>
                                            <p:fltVal val="0"/>
                                          </p:val>
                                        </p:tav>
                                      </p:tavLst>
                                    </p:anim>
                                    <p:anim calcmode="lin" valueType="num">
                                      <p:cBhvr>
                                        <p:cTn id="14" dur="500"/>
                                        <p:tgtEl>
                                          <p:spTgt spid="5"/>
                                        </p:tgtEl>
                                        <p:attrNameLst>
                                          <p:attrName>ppt_h</p:attrName>
                                        </p:attrNameLst>
                                      </p:cBhvr>
                                      <p:tavLst>
                                        <p:tav tm="0">
                                          <p:val>
                                            <p:strVal val="ppt_h"/>
                                          </p:val>
                                        </p:tav>
                                        <p:tav tm="100000">
                                          <p:val>
                                            <p:fltVal val="0"/>
                                          </p:val>
                                        </p:tav>
                                      </p:tavLst>
                                    </p:anim>
                                    <p:animEffect transition="out" filter="fade">
                                      <p:cBhvr>
                                        <p:cTn id="15" dur="500"/>
                                        <p:tgtEl>
                                          <p:spTgt spid="5"/>
                                        </p:tgtEl>
                                      </p:cBhvr>
                                    </p:animEffect>
                                    <p:set>
                                      <p:cBhvr>
                                        <p:cTn id="16" dur="1" fill="hold">
                                          <p:stCondLst>
                                            <p:cond delay="499"/>
                                          </p:stCondLst>
                                        </p:cTn>
                                        <p:tgtEl>
                                          <p:spTgt spid="5"/>
                                        </p:tgtEl>
                                        <p:attrNameLst>
                                          <p:attrName>style.visibility</p:attrName>
                                        </p:attrNameLst>
                                      </p:cBhvr>
                                      <p:to>
                                        <p:strVal val="hidden"/>
                                      </p:to>
                                    </p:set>
                                  </p:childTnLst>
                                </p:cTn>
                              </p:par>
                              <p:par>
                                <p:cTn id="17" presetID="53" presetClass="exit" presetSubtype="32" fill="hold" nodeType="withEffect">
                                  <p:stCondLst>
                                    <p:cond delay="0"/>
                                  </p:stCondLst>
                                  <p:childTnLst>
                                    <p:anim calcmode="lin" valueType="num">
                                      <p:cBhvr>
                                        <p:cTn id="18" dur="500"/>
                                        <p:tgtEl>
                                          <p:spTgt spid="71"/>
                                        </p:tgtEl>
                                        <p:attrNameLst>
                                          <p:attrName>ppt_w</p:attrName>
                                        </p:attrNameLst>
                                      </p:cBhvr>
                                      <p:tavLst>
                                        <p:tav tm="0">
                                          <p:val>
                                            <p:strVal val="ppt_w"/>
                                          </p:val>
                                        </p:tav>
                                        <p:tav tm="100000">
                                          <p:val>
                                            <p:fltVal val="0"/>
                                          </p:val>
                                        </p:tav>
                                      </p:tavLst>
                                    </p:anim>
                                    <p:anim calcmode="lin" valueType="num">
                                      <p:cBhvr>
                                        <p:cTn id="19" dur="500"/>
                                        <p:tgtEl>
                                          <p:spTgt spid="71"/>
                                        </p:tgtEl>
                                        <p:attrNameLst>
                                          <p:attrName>ppt_h</p:attrName>
                                        </p:attrNameLst>
                                      </p:cBhvr>
                                      <p:tavLst>
                                        <p:tav tm="0">
                                          <p:val>
                                            <p:strVal val="ppt_h"/>
                                          </p:val>
                                        </p:tav>
                                        <p:tav tm="100000">
                                          <p:val>
                                            <p:fltVal val="0"/>
                                          </p:val>
                                        </p:tav>
                                      </p:tavLst>
                                    </p:anim>
                                    <p:animEffect transition="out" filter="fade">
                                      <p:cBhvr>
                                        <p:cTn id="20" dur="500"/>
                                        <p:tgtEl>
                                          <p:spTgt spid="71"/>
                                        </p:tgtEl>
                                      </p:cBhvr>
                                    </p:animEffect>
                                    <p:set>
                                      <p:cBhvr>
                                        <p:cTn id="21" dur="1" fill="hold">
                                          <p:stCondLst>
                                            <p:cond delay="499"/>
                                          </p:stCondLst>
                                        </p:cTn>
                                        <p:tgtEl>
                                          <p:spTgt spid="7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111619" name="Rectangle 18"/>
          <p:cNvSpPr>
            <a:spLocks noChangeArrowheads="1"/>
          </p:cNvSpPr>
          <p:nvPr/>
        </p:nvSpPr>
        <p:spPr bwMode="auto">
          <a:xfrm>
            <a:off x="6284913" y="2000250"/>
            <a:ext cx="963612"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11620"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111621" name="Line 20"/>
          <p:cNvSpPr>
            <a:spLocks noChangeShapeType="1"/>
          </p:cNvSpPr>
          <p:nvPr/>
        </p:nvSpPr>
        <p:spPr bwMode="auto">
          <a:xfrm flipH="1">
            <a:off x="6732588" y="1714500"/>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46086"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44744" name="Line 23"/>
          <p:cNvSpPr>
            <a:spLocks noChangeShapeType="1"/>
          </p:cNvSpPr>
          <p:nvPr/>
        </p:nvSpPr>
        <p:spPr bwMode="auto">
          <a:xfrm flipH="1">
            <a:off x="6735763" y="2357438"/>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11625" name="Rectangle 24"/>
          <p:cNvSpPr>
            <a:spLocks noChangeArrowheads="1"/>
          </p:cNvSpPr>
          <p:nvPr/>
        </p:nvSpPr>
        <p:spPr bwMode="auto">
          <a:xfrm>
            <a:off x="5337175" y="2692400"/>
            <a:ext cx="966788" cy="531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244746" name="Rectangle 25"/>
          <p:cNvSpPr>
            <a:spLocks noChangeArrowheads="1"/>
          </p:cNvSpPr>
          <p:nvPr/>
        </p:nvSpPr>
        <p:spPr bwMode="auto">
          <a:xfrm>
            <a:off x="6300788" y="2709863"/>
            <a:ext cx="965200" cy="531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(1,3)</a:t>
            </a:r>
          </a:p>
        </p:txBody>
      </p:sp>
      <p:sp>
        <p:nvSpPr>
          <p:cNvPr id="111629"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11630" name="组合 113"/>
          <p:cNvGrpSpPr>
            <a:grpSpLocks/>
          </p:cNvGrpSpPr>
          <p:nvPr/>
        </p:nvGrpSpPr>
        <p:grpSpPr bwMode="auto">
          <a:xfrm>
            <a:off x="179388" y="2787650"/>
            <a:ext cx="3140075" cy="1728788"/>
            <a:chOff x="5003799" y="500048"/>
            <a:chExt cx="3282977" cy="1803794"/>
          </a:xfrm>
        </p:grpSpPr>
        <p:sp>
          <p:nvSpPr>
            <p:cNvPr id="21"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rgbClr val="5EAEFF"/>
                </a:buClr>
                <a:buSzPct val="60000"/>
                <a:defRPr/>
              </a:pPr>
              <a:r>
                <a:rPr lang="zh-CN" altLang="en-US" sz="1200" dirty="0">
                  <a:solidFill>
                    <a:prstClr val="black"/>
                  </a:solidFill>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rgbClr val="5EAEFF"/>
                </a:buClr>
                <a:buSzPct val="60000"/>
                <a:defRPr/>
              </a:pPr>
              <a:r>
                <a:rPr lang="en-US" altLang="zh-CN" sz="1800" i="1" dirty="0">
                  <a:solidFill>
                    <a:prstClr val="black"/>
                  </a:solidFill>
                  <a:ea typeface="楷体_GB2312"/>
                  <a:cs typeface="Times New Roman" pitchFamily="18" charset="0"/>
                </a:rPr>
                <a:t>sort</a:t>
              </a:r>
              <a:r>
                <a:rPr lang="en-US" altLang="zh-CN" sz="1800" dirty="0">
                  <a:solidFill>
                    <a:prstClr val="black"/>
                  </a:solidFill>
                  <a:ea typeface="楷体_GB2312"/>
                  <a:cs typeface="Times New Roman" pitchFamily="18" charset="0"/>
                </a:rPr>
                <a:t>		            1</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err="1">
                  <a:solidFill>
                    <a:prstClr val="black"/>
                  </a:solidFill>
                  <a:ea typeface="楷体_GB2312"/>
                  <a:cs typeface="Times New Roman" pitchFamily="18" charset="0"/>
                </a:rPr>
                <a:t>readarray</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exchange</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quicksort</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partition</a:t>
              </a:r>
              <a:r>
                <a:rPr lang="en-US" altLang="zh-CN" sz="1800" dirty="0">
                  <a:solidFill>
                    <a:prstClr val="black"/>
                  </a:solidFill>
                  <a:ea typeface="楷体_GB2312"/>
                  <a:cs typeface="Times New Roman" pitchFamily="18" charset="0"/>
                </a:rPr>
                <a:t>	            3</a:t>
              </a:r>
            </a:p>
          </p:txBody>
        </p:sp>
        <p:cxnSp>
          <p:nvCxnSpPr>
            <p:cNvPr id="22" name="直接连接符 21"/>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1631" name="Group 99"/>
          <p:cNvGrpSpPr>
            <a:grpSpLocks/>
          </p:cNvGrpSpPr>
          <p:nvPr/>
        </p:nvGrpSpPr>
        <p:grpSpPr bwMode="auto">
          <a:xfrm>
            <a:off x="3898900" y="444500"/>
            <a:ext cx="923925" cy="647700"/>
            <a:chOff x="975" y="2750"/>
            <a:chExt cx="776" cy="544"/>
          </a:xfrm>
        </p:grpSpPr>
        <p:sp>
          <p:nvSpPr>
            <p:cNvPr id="30"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9"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5"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70"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s</a:t>
              </a:r>
            </a:p>
          </p:txBody>
        </p:sp>
        <p:sp>
          <p:nvSpPr>
            <p:cNvPr id="111671"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a</a:t>
              </a:r>
            </a:p>
          </p:txBody>
        </p:sp>
        <p:sp>
          <p:nvSpPr>
            <p:cNvPr id="111672"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lvl="0"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d[1]</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111632"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11633" name="Group 99"/>
          <p:cNvGrpSpPr>
            <a:grpSpLocks/>
          </p:cNvGrpSpPr>
          <p:nvPr/>
        </p:nvGrpSpPr>
        <p:grpSpPr bwMode="auto">
          <a:xfrm>
            <a:off x="3905250" y="1092345"/>
            <a:ext cx="954088" cy="636587"/>
            <a:chOff x="948" y="2750"/>
            <a:chExt cx="802" cy="534"/>
          </a:xfrm>
        </p:grpSpPr>
        <p:sp>
          <p:nvSpPr>
            <p:cNvPr id="38"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7"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3"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64"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q</a:t>
              </a:r>
              <a:r>
                <a:rPr lang="en-US" altLang="zh-CN" sz="1200">
                  <a:solidFill>
                    <a:prstClr val="black"/>
                  </a:solidFill>
                  <a:cs typeface="Times New Roman" panose="02020603050405020304" pitchFamily="18" charset="0"/>
                </a:rPr>
                <a:t> (1, 9)</a:t>
              </a:r>
            </a:p>
          </p:txBody>
        </p:sp>
        <p:sp>
          <p:nvSpPr>
            <p:cNvPr id="111665"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v</a:t>
              </a:r>
            </a:p>
          </p:txBody>
        </p:sp>
        <p:sp>
          <p:nvSpPr>
            <p:cNvPr id="111666"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lvl="0"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grpSp>
        <p:nvGrpSpPr>
          <p:cNvPr id="7" name="Group 99"/>
          <p:cNvGrpSpPr>
            <a:grpSpLocks/>
          </p:cNvGrpSpPr>
          <p:nvPr/>
        </p:nvGrpSpPr>
        <p:grpSpPr bwMode="auto">
          <a:xfrm>
            <a:off x="3905250" y="1728932"/>
            <a:ext cx="954088" cy="635000"/>
            <a:chOff x="948" y="2750"/>
            <a:chExt cx="802" cy="534"/>
          </a:xfrm>
        </p:grpSpPr>
        <p:sp>
          <p:nvSpPr>
            <p:cNvPr id="54"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3"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49"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5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q</a:t>
              </a:r>
              <a:r>
                <a:rPr lang="en-US" altLang="zh-CN" sz="1200">
                  <a:solidFill>
                    <a:prstClr val="black"/>
                  </a:solidFill>
                  <a:cs typeface="Times New Roman" panose="02020603050405020304" pitchFamily="18" charset="0"/>
                </a:rPr>
                <a:t> (1, 3)</a:t>
              </a:r>
            </a:p>
          </p:txBody>
        </p:sp>
        <p:sp>
          <p:nvSpPr>
            <p:cNvPr id="11165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v</a:t>
              </a:r>
            </a:p>
          </p:txBody>
        </p:sp>
        <p:sp>
          <p:nvSpPr>
            <p:cNvPr id="11166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lvl="0"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62" name="Line 12"/>
          <p:cNvSpPr>
            <a:spLocks noChangeShapeType="1"/>
          </p:cNvSpPr>
          <p:nvPr/>
        </p:nvSpPr>
        <p:spPr bwMode="auto">
          <a:xfrm flipH="1">
            <a:off x="5632450" y="3027363"/>
            <a:ext cx="0" cy="293687"/>
          </a:xfrm>
          <a:prstGeom prst="line">
            <a:avLst/>
          </a:prstGeom>
          <a:noFill/>
          <a:ln w="25400">
            <a:solidFill>
              <a:schemeClr val="tx2">
                <a:lumMod val="60000"/>
                <a:lumOff val="40000"/>
              </a:schemeClr>
            </a:solidFill>
            <a:round/>
            <a:headEnd/>
            <a:tailEnd/>
          </a:ln>
        </p:spPr>
        <p:txBody>
          <a:bodyPr/>
          <a:lstStyle/>
          <a:p>
            <a:pPr eaLnBrk="1" hangingPunct="1">
              <a:defRPr/>
            </a:pPr>
            <a:endParaRPr lang="zh-CN" altLang="en-US">
              <a:solidFill>
                <a:prstClr val="black"/>
              </a:solidFill>
              <a:ea typeface="宋体" pitchFamily="2" charset="-122"/>
            </a:endParaRPr>
          </a:p>
        </p:txBody>
      </p:sp>
      <p:sp>
        <p:nvSpPr>
          <p:cNvPr id="111637" name="Rectangle 22"/>
          <p:cNvSpPr>
            <a:spLocks noChangeArrowheads="1"/>
          </p:cNvSpPr>
          <p:nvPr/>
        </p:nvSpPr>
        <p:spPr bwMode="auto">
          <a:xfrm>
            <a:off x="5468938" y="3243263"/>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solidFill>
                  <a:prstClr val="black"/>
                </a:solidFill>
                <a:ea typeface="宋体" panose="02010600030101010101" pitchFamily="2" charset="-122"/>
              </a:rPr>
              <a:t>e</a:t>
            </a:r>
          </a:p>
        </p:txBody>
      </p:sp>
      <p:sp>
        <p:nvSpPr>
          <p:cNvPr id="63" name="Line 22"/>
          <p:cNvSpPr>
            <a:spLocks noChangeShapeType="1"/>
          </p:cNvSpPr>
          <p:nvPr/>
        </p:nvSpPr>
        <p:spPr bwMode="auto">
          <a:xfrm flipH="1">
            <a:off x="5688013" y="2355850"/>
            <a:ext cx="709612" cy="354013"/>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65" name="Line 22"/>
          <p:cNvSpPr>
            <a:spLocks noChangeShapeType="1"/>
          </p:cNvSpPr>
          <p:nvPr/>
        </p:nvSpPr>
        <p:spPr bwMode="auto">
          <a:xfrm flipH="1">
            <a:off x="5688013" y="2359025"/>
            <a:ext cx="709612" cy="354013"/>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lIns="68580" tIns="34290" rIns="68580" bIns="34290"/>
          <a:lstStyle/>
          <a:p>
            <a:pPr>
              <a:defRPr/>
            </a:pPr>
            <a:endParaRPr lang="zh-CN" altLang="en-US">
              <a:solidFill>
                <a:prstClr val="black"/>
              </a:solidFill>
            </a:endParaRPr>
          </a:p>
        </p:txBody>
      </p:sp>
      <p:sp>
        <p:nvSpPr>
          <p:cNvPr id="66" name="Rectangle 7"/>
          <p:cNvSpPr>
            <a:spLocks noChangeArrowheads="1"/>
          </p:cNvSpPr>
          <p:nvPr/>
        </p:nvSpPr>
        <p:spPr bwMode="auto">
          <a:xfrm>
            <a:off x="2769975" y="72092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sp>
        <p:nvSpPr>
          <p:cNvPr id="69" name="Text Box 8"/>
          <p:cNvSpPr txBox="1">
            <a:spLocks noChangeArrowheads="1"/>
          </p:cNvSpPr>
          <p:nvPr/>
        </p:nvSpPr>
        <p:spPr bwMode="auto">
          <a:xfrm>
            <a:off x="2627840" y="313413"/>
            <a:ext cx="11677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spcBef>
                <a:spcPct val="50000"/>
              </a:spcBef>
            </a:pPr>
            <a:r>
              <a:rPr kumimoji="1" lang="en-US" altLang="zh-CN" sz="1800" b="0" dirty="0">
                <a:solidFill>
                  <a:srgbClr val="000000"/>
                </a:solidFill>
                <a:ea typeface="宋体" panose="02010600030101010101" pitchFamily="2" charset="-122"/>
              </a:rPr>
              <a:t>display</a:t>
            </a:r>
            <a:r>
              <a:rPr kumimoji="1" lang="zh-CN" altLang="en-US" sz="1800" b="0" dirty="0">
                <a:solidFill>
                  <a:srgbClr val="000000"/>
                </a:solidFill>
                <a:ea typeface="宋体" panose="02010600030101010101" pitchFamily="2" charset="-122"/>
              </a:rPr>
              <a:t>表</a:t>
            </a:r>
            <a:endParaRPr kumimoji="1" lang="en-US" altLang="zh-CN" sz="1800" b="0" dirty="0">
              <a:solidFill>
                <a:srgbClr val="000000"/>
              </a:solidFill>
              <a:ea typeface="宋体" panose="02010600030101010101" pitchFamily="2" charset="-122"/>
            </a:endParaRPr>
          </a:p>
        </p:txBody>
      </p:sp>
      <p:sp>
        <p:nvSpPr>
          <p:cNvPr id="71" name="Text Box 12"/>
          <p:cNvSpPr txBox="1">
            <a:spLocks noChangeArrowheads="1"/>
          </p:cNvSpPr>
          <p:nvPr/>
        </p:nvSpPr>
        <p:spPr bwMode="auto">
          <a:xfrm>
            <a:off x="2253243" y="67419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d[1]</a:t>
            </a:r>
          </a:p>
        </p:txBody>
      </p:sp>
      <p:cxnSp>
        <p:nvCxnSpPr>
          <p:cNvPr id="72" name="直接箭头连接符 71"/>
          <p:cNvCxnSpPr/>
          <p:nvPr/>
        </p:nvCxnSpPr>
        <p:spPr>
          <a:xfrm>
            <a:off x="3315399" y="876673"/>
            <a:ext cx="52396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3" name="组合 72"/>
          <p:cNvGrpSpPr/>
          <p:nvPr/>
        </p:nvGrpSpPr>
        <p:grpSpPr>
          <a:xfrm>
            <a:off x="2253243" y="950619"/>
            <a:ext cx="1234705" cy="369332"/>
            <a:chOff x="2253243" y="950619"/>
            <a:chExt cx="1234705" cy="369332"/>
          </a:xfrm>
        </p:grpSpPr>
        <p:sp>
          <p:nvSpPr>
            <p:cNvPr id="76"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d[2]</a:t>
              </a:r>
            </a:p>
          </p:txBody>
        </p:sp>
        <p:sp>
          <p:nvSpPr>
            <p:cNvPr id="77"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78" name="组合 77"/>
          <p:cNvGrpSpPr/>
          <p:nvPr/>
        </p:nvGrpSpPr>
        <p:grpSpPr>
          <a:xfrm>
            <a:off x="2250361" y="1226984"/>
            <a:ext cx="1234705" cy="369332"/>
            <a:chOff x="2253243" y="950619"/>
            <a:chExt cx="1234705" cy="369332"/>
          </a:xfrm>
        </p:grpSpPr>
        <p:sp>
          <p:nvSpPr>
            <p:cNvPr id="79"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d[3]</a:t>
              </a:r>
            </a:p>
          </p:txBody>
        </p:sp>
        <p:sp>
          <p:nvSpPr>
            <p:cNvPr id="80"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84" name="组合 83"/>
          <p:cNvGrpSpPr/>
          <p:nvPr/>
        </p:nvGrpSpPr>
        <p:grpSpPr>
          <a:xfrm>
            <a:off x="3319463" y="1121966"/>
            <a:ext cx="579437" cy="382333"/>
            <a:chOff x="3319463" y="1121966"/>
            <a:chExt cx="579437" cy="382333"/>
          </a:xfrm>
        </p:grpSpPr>
        <p:cxnSp>
          <p:nvCxnSpPr>
            <p:cNvPr id="85" name="直接箭头连接符 84"/>
            <p:cNvCxnSpPr/>
            <p:nvPr/>
          </p:nvCxnSpPr>
          <p:spPr>
            <a:xfrm>
              <a:off x="3608785" y="1121966"/>
              <a:ext cx="290115" cy="38233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直接连接符 85"/>
            <p:cNvCxnSpPr>
              <a:cxnSpLocks/>
            </p:cNvCxnSpPr>
            <p:nvPr/>
          </p:nvCxnSpPr>
          <p:spPr>
            <a:xfrm>
              <a:off x="3319463" y="1131590"/>
              <a:ext cx="28932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7" name="Freeform 56"/>
          <p:cNvSpPr>
            <a:spLocks/>
          </p:cNvSpPr>
          <p:nvPr/>
        </p:nvSpPr>
        <p:spPr bwMode="auto">
          <a:xfrm rot="-511685">
            <a:off x="4810801" y="1399303"/>
            <a:ext cx="290707" cy="610954"/>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solidFill>
                <a:prstClr val="black"/>
              </a:solidFill>
            </a:endParaRPr>
          </a:p>
        </p:txBody>
      </p:sp>
    </p:spTree>
    <p:extLst>
      <p:ext uri="{BB962C8B-B14F-4D97-AF65-F5344CB8AC3E}">
        <p14:creationId xmlns:p14="http://schemas.microsoft.com/office/powerpoint/2010/main" val="226446211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0" fill="hold" grpId="0" nodeType="withEffect">
                                  <p:stCondLst>
                                    <p:cond delay="0"/>
                                  </p:stCondLst>
                                  <p:childTnLst>
                                    <p:set>
                                      <p:cBhvr>
                                        <p:cTn id="6" dur="1" fill="hold">
                                          <p:stCondLst>
                                            <p:cond delay="0"/>
                                          </p:stCondLst>
                                        </p:cTn>
                                        <p:tgtEl>
                                          <p:spTgt spid="244746"/>
                                        </p:tgtEl>
                                        <p:attrNameLst>
                                          <p:attrName>style.visibility</p:attrName>
                                        </p:attrNameLst>
                                      </p:cBhvr>
                                      <p:to>
                                        <p:strVal val="visible"/>
                                      </p:to>
                                    </p:set>
                                    <p:anim calcmode="lin" valueType="num">
                                      <p:cBhvr>
                                        <p:cTn id="7" dur="500" fill="hold"/>
                                        <p:tgtEl>
                                          <p:spTgt spid="244746"/>
                                        </p:tgtEl>
                                        <p:attrNameLst>
                                          <p:attrName>ppt_w</p:attrName>
                                        </p:attrNameLst>
                                      </p:cBhvr>
                                      <p:tavLst>
                                        <p:tav tm="0">
                                          <p:val>
                                            <p:fltVal val="0"/>
                                          </p:val>
                                        </p:tav>
                                        <p:tav tm="100000">
                                          <p:val>
                                            <p:strVal val="#ppt_w"/>
                                          </p:val>
                                        </p:tav>
                                      </p:tavLst>
                                    </p:anim>
                                    <p:anim calcmode="lin" valueType="num">
                                      <p:cBhvr>
                                        <p:cTn id="8" dur="500" fill="hold"/>
                                        <p:tgtEl>
                                          <p:spTgt spid="244746"/>
                                        </p:tgtEl>
                                        <p:attrNameLst>
                                          <p:attrName>ppt_h</p:attrName>
                                        </p:attrNameLst>
                                      </p:cBhvr>
                                      <p:tavLst>
                                        <p:tav tm="0">
                                          <p:val>
                                            <p:fltVal val="0"/>
                                          </p:val>
                                        </p:tav>
                                        <p:tav tm="100000">
                                          <p:val>
                                            <p:strVal val="#ppt_h"/>
                                          </p:val>
                                        </p:tav>
                                      </p:tavLst>
                                    </p:anim>
                                    <p:animEffect transition="in" filter="fade">
                                      <p:cBhvr>
                                        <p:cTn id="9" dur="500"/>
                                        <p:tgtEl>
                                          <p:spTgt spid="244746"/>
                                        </p:tgtEl>
                                      </p:cBhvr>
                                    </p:animEffect>
                                  </p:childTnLst>
                                </p:cTn>
                              </p:par>
                              <p:par>
                                <p:cTn id="10" presetID="53" presetClass="entr" presetSubtype="0" fill="hold" grpId="0" nodeType="withEffect">
                                  <p:stCondLst>
                                    <p:cond delay="0"/>
                                  </p:stCondLst>
                                  <p:childTnLst>
                                    <p:set>
                                      <p:cBhvr>
                                        <p:cTn id="11" dur="1" fill="hold">
                                          <p:stCondLst>
                                            <p:cond delay="0"/>
                                          </p:stCondLst>
                                        </p:cTn>
                                        <p:tgtEl>
                                          <p:spTgt spid="244744"/>
                                        </p:tgtEl>
                                        <p:attrNameLst>
                                          <p:attrName>style.visibility</p:attrName>
                                        </p:attrNameLst>
                                      </p:cBhvr>
                                      <p:to>
                                        <p:strVal val="visible"/>
                                      </p:to>
                                    </p:set>
                                    <p:anim calcmode="lin" valueType="num">
                                      <p:cBhvr>
                                        <p:cTn id="12" dur="500" fill="hold"/>
                                        <p:tgtEl>
                                          <p:spTgt spid="244744"/>
                                        </p:tgtEl>
                                        <p:attrNameLst>
                                          <p:attrName>ppt_w</p:attrName>
                                        </p:attrNameLst>
                                      </p:cBhvr>
                                      <p:tavLst>
                                        <p:tav tm="0">
                                          <p:val>
                                            <p:fltVal val="0"/>
                                          </p:val>
                                        </p:tav>
                                        <p:tav tm="100000">
                                          <p:val>
                                            <p:strVal val="#ppt_w"/>
                                          </p:val>
                                        </p:tav>
                                      </p:tavLst>
                                    </p:anim>
                                    <p:anim calcmode="lin" valueType="num">
                                      <p:cBhvr>
                                        <p:cTn id="13" dur="500" fill="hold"/>
                                        <p:tgtEl>
                                          <p:spTgt spid="244744"/>
                                        </p:tgtEl>
                                        <p:attrNameLst>
                                          <p:attrName>ppt_h</p:attrName>
                                        </p:attrNameLst>
                                      </p:cBhvr>
                                      <p:tavLst>
                                        <p:tav tm="0">
                                          <p:val>
                                            <p:fltVal val="0"/>
                                          </p:val>
                                        </p:tav>
                                        <p:tav tm="100000">
                                          <p:val>
                                            <p:strVal val="#ppt_h"/>
                                          </p:val>
                                        </p:tav>
                                      </p:tavLst>
                                    </p:anim>
                                    <p:animEffect transition="in" filter="fade">
                                      <p:cBhvr>
                                        <p:cTn id="14" dur="500"/>
                                        <p:tgtEl>
                                          <p:spTgt spid="244744"/>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ntr" presetSubtype="16"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animEffect transition="in" filter="fade">
                                      <p:cBhvr>
                                        <p:cTn id="21" dur="500"/>
                                        <p:tgtEl>
                                          <p:spTgt spid="7"/>
                                        </p:tgtEl>
                                      </p:cBhvr>
                                    </p:animEffect>
                                  </p:childTnLst>
                                </p:cTn>
                              </p:par>
                              <p:par>
                                <p:cTn id="22" presetID="53" presetClass="entr" presetSubtype="16" fill="hold" grpId="0" nodeType="withEffect">
                                  <p:stCondLst>
                                    <p:cond delay="0"/>
                                  </p:stCondLst>
                                  <p:childTnLst>
                                    <p:set>
                                      <p:cBhvr>
                                        <p:cTn id="23" dur="1" fill="hold">
                                          <p:stCondLst>
                                            <p:cond delay="0"/>
                                          </p:stCondLst>
                                        </p:cTn>
                                        <p:tgtEl>
                                          <p:spTgt spid="87"/>
                                        </p:tgtEl>
                                        <p:attrNameLst>
                                          <p:attrName>style.visibility</p:attrName>
                                        </p:attrNameLst>
                                      </p:cBhvr>
                                      <p:to>
                                        <p:strVal val="visible"/>
                                      </p:to>
                                    </p:set>
                                    <p:anim calcmode="lin" valueType="num">
                                      <p:cBhvr>
                                        <p:cTn id="24" dur="500" fill="hold"/>
                                        <p:tgtEl>
                                          <p:spTgt spid="87"/>
                                        </p:tgtEl>
                                        <p:attrNameLst>
                                          <p:attrName>ppt_w</p:attrName>
                                        </p:attrNameLst>
                                      </p:cBhvr>
                                      <p:tavLst>
                                        <p:tav tm="0">
                                          <p:val>
                                            <p:fltVal val="0"/>
                                          </p:val>
                                        </p:tav>
                                        <p:tav tm="100000">
                                          <p:val>
                                            <p:strVal val="#ppt_w"/>
                                          </p:val>
                                        </p:tav>
                                      </p:tavLst>
                                    </p:anim>
                                    <p:anim calcmode="lin" valueType="num">
                                      <p:cBhvr>
                                        <p:cTn id="25" dur="500" fill="hold"/>
                                        <p:tgtEl>
                                          <p:spTgt spid="87"/>
                                        </p:tgtEl>
                                        <p:attrNameLst>
                                          <p:attrName>ppt_h</p:attrName>
                                        </p:attrNameLst>
                                      </p:cBhvr>
                                      <p:tavLst>
                                        <p:tav tm="0">
                                          <p:val>
                                            <p:fltVal val="0"/>
                                          </p:val>
                                        </p:tav>
                                        <p:tav tm="100000">
                                          <p:val>
                                            <p:strVal val="#ppt_h"/>
                                          </p:val>
                                        </p:tav>
                                      </p:tavLst>
                                    </p:anim>
                                    <p:animEffect transition="in" filter="fade">
                                      <p:cBhvr>
                                        <p:cTn id="26" dur="500"/>
                                        <p:tgtEl>
                                          <p:spTgt spid="87"/>
                                        </p:tgtEl>
                                      </p:cBhvr>
                                    </p:animEffect>
                                  </p:childTnLst>
                                </p:cTn>
                              </p:par>
                            </p:childTnLst>
                          </p:cTn>
                        </p:par>
                      </p:childTnLst>
                    </p:cTn>
                  </p:par>
                  <p:par>
                    <p:cTn id="27" fill="hold">
                      <p:stCondLst>
                        <p:cond delay="indefinite"/>
                      </p:stCondLst>
                      <p:childTnLst>
                        <p:par>
                          <p:cTn id="28" fill="hold">
                            <p:stCondLst>
                              <p:cond delay="0"/>
                            </p:stCondLst>
                            <p:childTnLst>
                              <p:par>
                                <p:cTn id="29" presetID="53" presetClass="exit" presetSubtype="32" fill="hold" nodeType="clickEffect">
                                  <p:stCondLst>
                                    <p:cond delay="0"/>
                                  </p:stCondLst>
                                  <p:childTnLst>
                                    <p:anim calcmode="lin" valueType="num">
                                      <p:cBhvr>
                                        <p:cTn id="30" dur="500"/>
                                        <p:tgtEl>
                                          <p:spTgt spid="84"/>
                                        </p:tgtEl>
                                        <p:attrNameLst>
                                          <p:attrName>ppt_w</p:attrName>
                                        </p:attrNameLst>
                                      </p:cBhvr>
                                      <p:tavLst>
                                        <p:tav tm="0">
                                          <p:val>
                                            <p:strVal val="ppt_w"/>
                                          </p:val>
                                        </p:tav>
                                        <p:tav tm="100000">
                                          <p:val>
                                            <p:fltVal val="0"/>
                                          </p:val>
                                        </p:tav>
                                      </p:tavLst>
                                    </p:anim>
                                    <p:anim calcmode="lin" valueType="num">
                                      <p:cBhvr>
                                        <p:cTn id="31" dur="500"/>
                                        <p:tgtEl>
                                          <p:spTgt spid="84"/>
                                        </p:tgtEl>
                                        <p:attrNameLst>
                                          <p:attrName>ppt_h</p:attrName>
                                        </p:attrNameLst>
                                      </p:cBhvr>
                                      <p:tavLst>
                                        <p:tav tm="0">
                                          <p:val>
                                            <p:strVal val="ppt_h"/>
                                          </p:val>
                                        </p:tav>
                                        <p:tav tm="100000">
                                          <p:val>
                                            <p:fltVal val="0"/>
                                          </p:val>
                                        </p:tav>
                                      </p:tavLst>
                                    </p:anim>
                                    <p:animEffect transition="out" filter="fade">
                                      <p:cBhvr>
                                        <p:cTn id="32" dur="500"/>
                                        <p:tgtEl>
                                          <p:spTgt spid="84"/>
                                        </p:tgtEl>
                                      </p:cBhvr>
                                    </p:animEffect>
                                    <p:set>
                                      <p:cBhvr>
                                        <p:cTn id="33" dur="1" fill="hold">
                                          <p:stCondLst>
                                            <p:cond delay="499"/>
                                          </p:stCondLst>
                                        </p:cTn>
                                        <p:tgtEl>
                                          <p:spTgt spid="8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4744" grpId="0" animBg="1"/>
      <p:bldP spid="244746" grpId="0"/>
      <p:bldP spid="87"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111619" name="Rectangle 18"/>
          <p:cNvSpPr>
            <a:spLocks noChangeArrowheads="1"/>
          </p:cNvSpPr>
          <p:nvPr/>
        </p:nvSpPr>
        <p:spPr bwMode="auto">
          <a:xfrm>
            <a:off x="6284913" y="2000250"/>
            <a:ext cx="963612"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11620"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111621" name="Line 20"/>
          <p:cNvSpPr>
            <a:spLocks noChangeShapeType="1"/>
          </p:cNvSpPr>
          <p:nvPr/>
        </p:nvSpPr>
        <p:spPr bwMode="auto">
          <a:xfrm flipH="1">
            <a:off x="6732588" y="1714500"/>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46086"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44744" name="Line 23"/>
          <p:cNvSpPr>
            <a:spLocks noChangeShapeType="1"/>
          </p:cNvSpPr>
          <p:nvPr/>
        </p:nvSpPr>
        <p:spPr bwMode="auto">
          <a:xfrm flipH="1">
            <a:off x="6735763" y="2357438"/>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11625" name="Rectangle 24"/>
          <p:cNvSpPr>
            <a:spLocks noChangeArrowheads="1"/>
          </p:cNvSpPr>
          <p:nvPr/>
        </p:nvSpPr>
        <p:spPr bwMode="auto">
          <a:xfrm>
            <a:off x="5337175" y="2692400"/>
            <a:ext cx="966788" cy="531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244746" name="Rectangle 25"/>
          <p:cNvSpPr>
            <a:spLocks noChangeArrowheads="1"/>
          </p:cNvSpPr>
          <p:nvPr/>
        </p:nvSpPr>
        <p:spPr bwMode="auto">
          <a:xfrm>
            <a:off x="6300788" y="2709863"/>
            <a:ext cx="965200" cy="531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dirty="0">
                <a:solidFill>
                  <a:srgbClr val="000000"/>
                </a:solidFill>
                <a:ea typeface="宋体" panose="02010600030101010101" pitchFamily="2" charset="-122"/>
                <a:cs typeface="Times New Roman" panose="02020603050405020304" pitchFamily="18" charset="0"/>
              </a:rPr>
              <a:t>q</a:t>
            </a:r>
            <a:r>
              <a:rPr lang="en-US" altLang="zh-CN" sz="1800" dirty="0">
                <a:solidFill>
                  <a:srgbClr val="000000"/>
                </a:solidFill>
                <a:ea typeface="宋体" panose="02010600030101010101" pitchFamily="2" charset="-122"/>
                <a:cs typeface="Times New Roman" panose="02020603050405020304" pitchFamily="18" charset="0"/>
              </a:rPr>
              <a:t>(1,3)</a:t>
            </a:r>
          </a:p>
        </p:txBody>
      </p:sp>
      <p:sp>
        <p:nvSpPr>
          <p:cNvPr id="244749" name="Rectangle 28"/>
          <p:cNvSpPr>
            <a:spLocks noChangeArrowheads="1"/>
          </p:cNvSpPr>
          <p:nvPr/>
        </p:nvSpPr>
        <p:spPr bwMode="auto">
          <a:xfrm>
            <a:off x="5621338" y="3419475"/>
            <a:ext cx="966787"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dirty="0">
                <a:solidFill>
                  <a:srgbClr val="000000"/>
                </a:solidFill>
                <a:ea typeface="宋体" panose="02010600030101010101" pitchFamily="2" charset="-122"/>
                <a:cs typeface="Times New Roman" panose="02020603050405020304" pitchFamily="18" charset="0"/>
              </a:rPr>
              <a:t>p</a:t>
            </a:r>
            <a:r>
              <a:rPr lang="en-US" altLang="zh-CN" sz="1800" dirty="0">
                <a:solidFill>
                  <a:srgbClr val="000000"/>
                </a:solidFill>
                <a:ea typeface="宋体" panose="02010600030101010101" pitchFamily="2" charset="-122"/>
                <a:cs typeface="Times New Roman" panose="02020603050405020304" pitchFamily="18" charset="0"/>
              </a:rPr>
              <a:t>(1,3)</a:t>
            </a:r>
          </a:p>
        </p:txBody>
      </p:sp>
      <p:sp>
        <p:nvSpPr>
          <p:cNvPr id="244750" name="Line 29"/>
          <p:cNvSpPr>
            <a:spLocks noChangeShapeType="1"/>
          </p:cNvSpPr>
          <p:nvPr/>
        </p:nvSpPr>
        <p:spPr bwMode="auto">
          <a:xfrm flipH="1">
            <a:off x="5899150" y="3055938"/>
            <a:ext cx="601663" cy="44450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11629"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11630" name="组合 113"/>
          <p:cNvGrpSpPr>
            <a:grpSpLocks/>
          </p:cNvGrpSpPr>
          <p:nvPr/>
        </p:nvGrpSpPr>
        <p:grpSpPr bwMode="auto">
          <a:xfrm>
            <a:off x="179388" y="2787650"/>
            <a:ext cx="3140075" cy="1728788"/>
            <a:chOff x="5003799" y="500048"/>
            <a:chExt cx="3282977" cy="1803794"/>
          </a:xfrm>
        </p:grpSpPr>
        <p:sp>
          <p:nvSpPr>
            <p:cNvPr id="21"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rgbClr val="5EAEFF"/>
                </a:buClr>
                <a:buSzPct val="60000"/>
                <a:defRPr/>
              </a:pPr>
              <a:r>
                <a:rPr lang="zh-CN" altLang="en-US" sz="1200" dirty="0">
                  <a:solidFill>
                    <a:prstClr val="black"/>
                  </a:solidFill>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rgbClr val="5EAEFF"/>
                </a:buClr>
                <a:buSzPct val="60000"/>
                <a:defRPr/>
              </a:pPr>
              <a:r>
                <a:rPr lang="en-US" altLang="zh-CN" sz="1800" i="1" dirty="0">
                  <a:solidFill>
                    <a:prstClr val="black"/>
                  </a:solidFill>
                  <a:ea typeface="楷体_GB2312"/>
                  <a:cs typeface="Times New Roman" pitchFamily="18" charset="0"/>
                </a:rPr>
                <a:t>sort</a:t>
              </a:r>
              <a:r>
                <a:rPr lang="en-US" altLang="zh-CN" sz="1800" dirty="0">
                  <a:solidFill>
                    <a:prstClr val="black"/>
                  </a:solidFill>
                  <a:ea typeface="楷体_GB2312"/>
                  <a:cs typeface="Times New Roman" pitchFamily="18" charset="0"/>
                </a:rPr>
                <a:t>		            1</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err="1">
                  <a:solidFill>
                    <a:prstClr val="black"/>
                  </a:solidFill>
                  <a:ea typeface="楷体_GB2312"/>
                  <a:cs typeface="Times New Roman" pitchFamily="18" charset="0"/>
                </a:rPr>
                <a:t>readarray</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exchange</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quicksort</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partition</a:t>
              </a:r>
              <a:r>
                <a:rPr lang="en-US" altLang="zh-CN" sz="1800" dirty="0">
                  <a:solidFill>
                    <a:prstClr val="black"/>
                  </a:solidFill>
                  <a:ea typeface="楷体_GB2312"/>
                  <a:cs typeface="Times New Roman" pitchFamily="18" charset="0"/>
                </a:rPr>
                <a:t>	            3</a:t>
              </a:r>
            </a:p>
          </p:txBody>
        </p:sp>
        <p:cxnSp>
          <p:nvCxnSpPr>
            <p:cNvPr id="22" name="直接连接符 21"/>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1631" name="Group 99"/>
          <p:cNvGrpSpPr>
            <a:grpSpLocks/>
          </p:cNvGrpSpPr>
          <p:nvPr/>
        </p:nvGrpSpPr>
        <p:grpSpPr bwMode="auto">
          <a:xfrm>
            <a:off x="3898900" y="444500"/>
            <a:ext cx="923925" cy="647700"/>
            <a:chOff x="975" y="2750"/>
            <a:chExt cx="776" cy="544"/>
          </a:xfrm>
        </p:grpSpPr>
        <p:sp>
          <p:nvSpPr>
            <p:cNvPr id="30"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9"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5"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70"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s</a:t>
              </a:r>
            </a:p>
          </p:txBody>
        </p:sp>
        <p:sp>
          <p:nvSpPr>
            <p:cNvPr id="111671"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a</a:t>
              </a:r>
            </a:p>
          </p:txBody>
        </p:sp>
        <p:sp>
          <p:nvSpPr>
            <p:cNvPr id="111672"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d[1]</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111632"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11633" name="Group 99"/>
          <p:cNvGrpSpPr>
            <a:grpSpLocks/>
          </p:cNvGrpSpPr>
          <p:nvPr/>
        </p:nvGrpSpPr>
        <p:grpSpPr bwMode="auto">
          <a:xfrm>
            <a:off x="3905250" y="1092345"/>
            <a:ext cx="954088" cy="636587"/>
            <a:chOff x="948" y="2750"/>
            <a:chExt cx="802" cy="534"/>
          </a:xfrm>
        </p:grpSpPr>
        <p:sp>
          <p:nvSpPr>
            <p:cNvPr id="38"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7"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3"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64"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q</a:t>
              </a:r>
              <a:r>
                <a:rPr lang="en-US" altLang="zh-CN" sz="1200">
                  <a:solidFill>
                    <a:prstClr val="black"/>
                  </a:solidFill>
                  <a:cs typeface="Times New Roman" panose="02020603050405020304" pitchFamily="18" charset="0"/>
                </a:rPr>
                <a:t> (1, 9)</a:t>
              </a:r>
            </a:p>
          </p:txBody>
        </p:sp>
        <p:sp>
          <p:nvSpPr>
            <p:cNvPr id="111665"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v</a:t>
              </a:r>
            </a:p>
          </p:txBody>
        </p:sp>
        <p:sp>
          <p:nvSpPr>
            <p:cNvPr id="111666"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grpSp>
        <p:nvGrpSpPr>
          <p:cNvPr id="7" name="Group 99"/>
          <p:cNvGrpSpPr>
            <a:grpSpLocks/>
          </p:cNvGrpSpPr>
          <p:nvPr/>
        </p:nvGrpSpPr>
        <p:grpSpPr bwMode="auto">
          <a:xfrm>
            <a:off x="3905250" y="1728932"/>
            <a:ext cx="954088" cy="635000"/>
            <a:chOff x="948" y="2750"/>
            <a:chExt cx="802" cy="534"/>
          </a:xfrm>
        </p:grpSpPr>
        <p:sp>
          <p:nvSpPr>
            <p:cNvPr id="54"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3"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49"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5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q</a:t>
              </a:r>
              <a:r>
                <a:rPr lang="en-US" altLang="zh-CN" sz="1200">
                  <a:solidFill>
                    <a:prstClr val="black"/>
                  </a:solidFill>
                  <a:cs typeface="Times New Roman" panose="02020603050405020304" pitchFamily="18" charset="0"/>
                </a:rPr>
                <a:t> (1, 3)</a:t>
              </a:r>
            </a:p>
          </p:txBody>
        </p:sp>
        <p:sp>
          <p:nvSpPr>
            <p:cNvPr id="11165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v</a:t>
              </a:r>
            </a:p>
          </p:txBody>
        </p:sp>
        <p:sp>
          <p:nvSpPr>
            <p:cNvPr id="11166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grpSp>
        <p:nvGrpSpPr>
          <p:cNvPr id="8" name="Group 99"/>
          <p:cNvGrpSpPr>
            <a:grpSpLocks/>
          </p:cNvGrpSpPr>
          <p:nvPr/>
        </p:nvGrpSpPr>
        <p:grpSpPr bwMode="auto">
          <a:xfrm>
            <a:off x="3905250" y="2365480"/>
            <a:ext cx="954088" cy="635000"/>
            <a:chOff x="948" y="2750"/>
            <a:chExt cx="802" cy="534"/>
          </a:xfrm>
        </p:grpSpPr>
        <p:sp>
          <p:nvSpPr>
            <p:cNvPr id="6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6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52"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p</a:t>
              </a:r>
              <a:r>
                <a:rPr lang="en-US" altLang="zh-CN" sz="1200">
                  <a:solidFill>
                    <a:prstClr val="black"/>
                  </a:solidFill>
                  <a:cs typeface="Times New Roman" panose="02020603050405020304" pitchFamily="18" charset="0"/>
                </a:rPr>
                <a:t> (1, 3)</a:t>
              </a:r>
            </a:p>
          </p:txBody>
        </p:sp>
        <p:sp>
          <p:nvSpPr>
            <p:cNvPr id="111653"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i, j</a:t>
              </a:r>
            </a:p>
          </p:txBody>
        </p:sp>
        <p:sp>
          <p:nvSpPr>
            <p:cNvPr id="111654"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d[3]</a:t>
              </a: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62" name="Line 12"/>
          <p:cNvSpPr>
            <a:spLocks noChangeShapeType="1"/>
          </p:cNvSpPr>
          <p:nvPr/>
        </p:nvSpPr>
        <p:spPr bwMode="auto">
          <a:xfrm flipH="1">
            <a:off x="5632450" y="3027363"/>
            <a:ext cx="0" cy="293687"/>
          </a:xfrm>
          <a:prstGeom prst="line">
            <a:avLst/>
          </a:prstGeom>
          <a:noFill/>
          <a:ln w="25400">
            <a:solidFill>
              <a:schemeClr val="tx2">
                <a:lumMod val="60000"/>
                <a:lumOff val="40000"/>
              </a:schemeClr>
            </a:solidFill>
            <a:round/>
            <a:headEnd/>
            <a:tailEnd/>
          </a:ln>
        </p:spPr>
        <p:txBody>
          <a:bodyPr/>
          <a:lstStyle/>
          <a:p>
            <a:pPr eaLnBrk="1" hangingPunct="1">
              <a:defRPr/>
            </a:pPr>
            <a:endParaRPr lang="zh-CN" altLang="en-US">
              <a:solidFill>
                <a:prstClr val="black"/>
              </a:solidFill>
              <a:ea typeface="宋体" pitchFamily="2" charset="-122"/>
            </a:endParaRPr>
          </a:p>
        </p:txBody>
      </p:sp>
      <p:sp>
        <p:nvSpPr>
          <p:cNvPr id="111637" name="Rectangle 22"/>
          <p:cNvSpPr>
            <a:spLocks noChangeArrowheads="1"/>
          </p:cNvSpPr>
          <p:nvPr/>
        </p:nvSpPr>
        <p:spPr bwMode="auto">
          <a:xfrm>
            <a:off x="5468938" y="3243263"/>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solidFill>
                  <a:prstClr val="black"/>
                </a:solidFill>
                <a:ea typeface="宋体" panose="02010600030101010101" pitchFamily="2" charset="-122"/>
              </a:rPr>
              <a:t>e</a:t>
            </a:r>
          </a:p>
        </p:txBody>
      </p:sp>
      <p:sp>
        <p:nvSpPr>
          <p:cNvPr id="67" name="Line 12"/>
          <p:cNvSpPr>
            <a:spLocks noChangeShapeType="1"/>
          </p:cNvSpPr>
          <p:nvPr/>
        </p:nvSpPr>
        <p:spPr bwMode="auto">
          <a:xfrm flipH="1">
            <a:off x="5834063" y="3741738"/>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solidFill>
                <a:prstClr val="black"/>
              </a:solidFill>
            </a:endParaRPr>
          </a:p>
        </p:txBody>
      </p:sp>
      <p:sp>
        <p:nvSpPr>
          <p:cNvPr id="68" name="Rectangle 22"/>
          <p:cNvSpPr>
            <a:spLocks noChangeArrowheads="1"/>
          </p:cNvSpPr>
          <p:nvPr/>
        </p:nvSpPr>
        <p:spPr bwMode="auto">
          <a:xfrm>
            <a:off x="5670550" y="3957638"/>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solidFill>
                  <a:prstClr val="black"/>
                </a:solidFill>
                <a:ea typeface="宋体" panose="02010600030101010101" pitchFamily="2" charset="-122"/>
              </a:rPr>
              <a:t>e</a:t>
            </a:r>
          </a:p>
        </p:txBody>
      </p:sp>
      <p:grpSp>
        <p:nvGrpSpPr>
          <p:cNvPr id="9" name="Group 99"/>
          <p:cNvGrpSpPr>
            <a:grpSpLocks/>
          </p:cNvGrpSpPr>
          <p:nvPr/>
        </p:nvGrpSpPr>
        <p:grpSpPr bwMode="auto">
          <a:xfrm>
            <a:off x="3905250" y="2991637"/>
            <a:ext cx="954088" cy="636588"/>
            <a:chOff x="948" y="2750"/>
            <a:chExt cx="802" cy="534"/>
          </a:xfrm>
        </p:grpSpPr>
        <p:sp>
          <p:nvSpPr>
            <p:cNvPr id="75"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74"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70"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46"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e</a:t>
              </a:r>
              <a:endParaRPr lang="en-US" altLang="zh-CN" sz="1200">
                <a:solidFill>
                  <a:prstClr val="black"/>
                </a:solidFill>
                <a:cs typeface="Times New Roman" panose="02020603050405020304" pitchFamily="18" charset="0"/>
              </a:endParaRPr>
            </a:p>
          </p:txBody>
        </p:sp>
        <p:sp>
          <p:nvSpPr>
            <p:cNvPr id="111647"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en-US" altLang="zh-CN" sz="1200" i="1">
                <a:solidFill>
                  <a:prstClr val="black"/>
                </a:solidFill>
                <a:cs typeface="Times New Roman" panose="02020603050405020304" pitchFamily="18" charset="0"/>
              </a:endParaRPr>
            </a:p>
          </p:txBody>
        </p:sp>
        <p:sp>
          <p:nvSpPr>
            <p:cNvPr id="111648"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3" name="任意多边形 2"/>
          <p:cNvSpPr/>
          <p:nvPr/>
        </p:nvSpPr>
        <p:spPr>
          <a:xfrm>
            <a:off x="4824413" y="2082080"/>
            <a:ext cx="439737" cy="1215158"/>
          </a:xfrm>
          <a:custGeom>
            <a:avLst/>
            <a:gdLst>
              <a:gd name="connsiteX0" fmla="*/ 0 w 438897"/>
              <a:gd name="connsiteY0" fmla="*/ 2442758 h 2442758"/>
              <a:gd name="connsiteX1" fmla="*/ 421105 w 438897"/>
              <a:gd name="connsiteY1" fmla="*/ 1347884 h 2442758"/>
              <a:gd name="connsiteX2" fmla="*/ 324853 w 438897"/>
              <a:gd name="connsiteY2" fmla="*/ 192852 h 2442758"/>
              <a:gd name="connsiteX3" fmla="*/ 0 w 438897"/>
              <a:gd name="connsiteY3" fmla="*/ 12379 h 2442758"/>
            </a:gdLst>
            <a:ahLst/>
            <a:cxnLst>
              <a:cxn ang="0">
                <a:pos x="connsiteX0" y="connsiteY0"/>
              </a:cxn>
              <a:cxn ang="0">
                <a:pos x="connsiteX1" y="connsiteY1"/>
              </a:cxn>
              <a:cxn ang="0">
                <a:pos x="connsiteX2" y="connsiteY2"/>
              </a:cxn>
              <a:cxn ang="0">
                <a:pos x="connsiteX3" y="connsiteY3"/>
              </a:cxn>
            </a:cxnLst>
            <a:rect l="l" t="t" r="r" b="b"/>
            <a:pathLst>
              <a:path w="438897" h="2442758">
                <a:moveTo>
                  <a:pt x="0" y="2442758"/>
                </a:moveTo>
                <a:cubicBezTo>
                  <a:pt x="183481" y="2082813"/>
                  <a:pt x="366963" y="1722868"/>
                  <a:pt x="421105" y="1347884"/>
                </a:cubicBezTo>
                <a:cubicBezTo>
                  <a:pt x="475247" y="972900"/>
                  <a:pt x="395037" y="415436"/>
                  <a:pt x="324853" y="192852"/>
                </a:cubicBezTo>
                <a:cubicBezTo>
                  <a:pt x="254669" y="-29732"/>
                  <a:pt x="127334" y="-8677"/>
                  <a:pt x="0" y="12379"/>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solidFill>
                <a:prstClr val="white"/>
              </a:solidFill>
            </a:endParaRPr>
          </a:p>
        </p:txBody>
      </p:sp>
      <p:sp>
        <p:nvSpPr>
          <p:cNvPr id="63" name="Line 22"/>
          <p:cNvSpPr>
            <a:spLocks noChangeShapeType="1"/>
          </p:cNvSpPr>
          <p:nvPr/>
        </p:nvSpPr>
        <p:spPr bwMode="auto">
          <a:xfrm flipH="1">
            <a:off x="5688013" y="2355850"/>
            <a:ext cx="709612" cy="354013"/>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65" name="Line 22"/>
          <p:cNvSpPr>
            <a:spLocks noChangeShapeType="1"/>
          </p:cNvSpPr>
          <p:nvPr/>
        </p:nvSpPr>
        <p:spPr bwMode="auto">
          <a:xfrm flipH="1">
            <a:off x="5688013" y="2359025"/>
            <a:ext cx="709612" cy="354013"/>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lIns="68580" tIns="34290" rIns="68580" bIns="34290"/>
          <a:lstStyle/>
          <a:p>
            <a:pPr>
              <a:defRPr/>
            </a:pPr>
            <a:endParaRPr lang="zh-CN" altLang="en-US">
              <a:solidFill>
                <a:prstClr val="black"/>
              </a:solidFill>
            </a:endParaRPr>
          </a:p>
        </p:txBody>
      </p:sp>
      <p:sp>
        <p:nvSpPr>
          <p:cNvPr id="66" name="Rectangle 7"/>
          <p:cNvSpPr>
            <a:spLocks noChangeArrowheads="1"/>
          </p:cNvSpPr>
          <p:nvPr/>
        </p:nvSpPr>
        <p:spPr bwMode="auto">
          <a:xfrm>
            <a:off x="2769975" y="72092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sp>
        <p:nvSpPr>
          <p:cNvPr id="69" name="Text Box 8"/>
          <p:cNvSpPr txBox="1">
            <a:spLocks noChangeArrowheads="1"/>
          </p:cNvSpPr>
          <p:nvPr/>
        </p:nvSpPr>
        <p:spPr bwMode="auto">
          <a:xfrm>
            <a:off x="2627840" y="313413"/>
            <a:ext cx="11677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spcBef>
                <a:spcPct val="50000"/>
              </a:spcBef>
            </a:pPr>
            <a:r>
              <a:rPr kumimoji="1" lang="en-US" altLang="zh-CN" sz="1800" b="0" dirty="0">
                <a:solidFill>
                  <a:srgbClr val="000000"/>
                </a:solidFill>
                <a:ea typeface="宋体" panose="02010600030101010101" pitchFamily="2" charset="-122"/>
              </a:rPr>
              <a:t>display</a:t>
            </a:r>
            <a:r>
              <a:rPr kumimoji="1" lang="zh-CN" altLang="en-US" sz="1800" b="0" dirty="0">
                <a:solidFill>
                  <a:srgbClr val="000000"/>
                </a:solidFill>
                <a:ea typeface="宋体" panose="02010600030101010101" pitchFamily="2" charset="-122"/>
              </a:rPr>
              <a:t>表</a:t>
            </a:r>
            <a:endParaRPr kumimoji="1" lang="en-US" altLang="zh-CN" sz="1800" b="0" dirty="0">
              <a:solidFill>
                <a:srgbClr val="000000"/>
              </a:solidFill>
              <a:ea typeface="宋体" panose="02010600030101010101" pitchFamily="2" charset="-122"/>
            </a:endParaRPr>
          </a:p>
        </p:txBody>
      </p:sp>
      <p:sp>
        <p:nvSpPr>
          <p:cNvPr id="71" name="Text Box 12"/>
          <p:cNvSpPr txBox="1">
            <a:spLocks noChangeArrowheads="1"/>
          </p:cNvSpPr>
          <p:nvPr/>
        </p:nvSpPr>
        <p:spPr bwMode="auto">
          <a:xfrm>
            <a:off x="2253243" y="67419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d[1]</a:t>
            </a:r>
          </a:p>
        </p:txBody>
      </p:sp>
      <p:cxnSp>
        <p:nvCxnSpPr>
          <p:cNvPr id="72" name="直接箭头连接符 71"/>
          <p:cNvCxnSpPr/>
          <p:nvPr/>
        </p:nvCxnSpPr>
        <p:spPr>
          <a:xfrm>
            <a:off x="3315399" y="876673"/>
            <a:ext cx="52396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3" name="组合 72"/>
          <p:cNvGrpSpPr/>
          <p:nvPr/>
        </p:nvGrpSpPr>
        <p:grpSpPr>
          <a:xfrm>
            <a:off x="2253243" y="950619"/>
            <a:ext cx="1234705" cy="369332"/>
            <a:chOff x="2253243" y="950619"/>
            <a:chExt cx="1234705" cy="369332"/>
          </a:xfrm>
        </p:grpSpPr>
        <p:sp>
          <p:nvSpPr>
            <p:cNvPr id="76"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d[2]</a:t>
              </a:r>
            </a:p>
          </p:txBody>
        </p:sp>
        <p:sp>
          <p:nvSpPr>
            <p:cNvPr id="77"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78" name="组合 77"/>
          <p:cNvGrpSpPr/>
          <p:nvPr/>
        </p:nvGrpSpPr>
        <p:grpSpPr>
          <a:xfrm>
            <a:off x="2250361" y="1226984"/>
            <a:ext cx="1234705" cy="369332"/>
            <a:chOff x="2253243" y="950619"/>
            <a:chExt cx="1234705" cy="369332"/>
          </a:xfrm>
        </p:grpSpPr>
        <p:sp>
          <p:nvSpPr>
            <p:cNvPr id="79"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d[3]</a:t>
              </a:r>
            </a:p>
          </p:txBody>
        </p:sp>
        <p:sp>
          <p:nvSpPr>
            <p:cNvPr id="80"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84" name="组合 83"/>
          <p:cNvGrpSpPr/>
          <p:nvPr/>
        </p:nvGrpSpPr>
        <p:grpSpPr>
          <a:xfrm>
            <a:off x="3319463" y="1121966"/>
            <a:ext cx="519904" cy="1017841"/>
            <a:chOff x="3319463" y="1121966"/>
            <a:chExt cx="519904" cy="1017841"/>
          </a:xfrm>
        </p:grpSpPr>
        <p:cxnSp>
          <p:nvCxnSpPr>
            <p:cNvPr id="85" name="直接箭头连接符 84"/>
            <p:cNvCxnSpPr/>
            <p:nvPr/>
          </p:nvCxnSpPr>
          <p:spPr>
            <a:xfrm>
              <a:off x="3608785" y="1121966"/>
              <a:ext cx="230582" cy="101784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直接连接符 85"/>
            <p:cNvCxnSpPr/>
            <p:nvPr/>
          </p:nvCxnSpPr>
          <p:spPr>
            <a:xfrm>
              <a:off x="3319463" y="1131590"/>
              <a:ext cx="27801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7" name="Freeform 56"/>
          <p:cNvSpPr>
            <a:spLocks/>
          </p:cNvSpPr>
          <p:nvPr/>
        </p:nvSpPr>
        <p:spPr bwMode="auto">
          <a:xfrm rot="-511685">
            <a:off x="4810801" y="1399303"/>
            <a:ext cx="290707" cy="610954"/>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solidFill>
                <a:prstClr val="black"/>
              </a:solidFill>
            </a:endParaRPr>
          </a:p>
        </p:txBody>
      </p:sp>
      <p:grpSp>
        <p:nvGrpSpPr>
          <p:cNvPr id="81" name="组合 80"/>
          <p:cNvGrpSpPr/>
          <p:nvPr/>
        </p:nvGrpSpPr>
        <p:grpSpPr>
          <a:xfrm>
            <a:off x="3316581" y="1419622"/>
            <a:ext cx="522786" cy="1367885"/>
            <a:chOff x="3319463" y="1121966"/>
            <a:chExt cx="522786" cy="1367885"/>
          </a:xfrm>
        </p:grpSpPr>
        <p:cxnSp>
          <p:nvCxnSpPr>
            <p:cNvPr id="82" name="直接箭头连接符 81"/>
            <p:cNvCxnSpPr/>
            <p:nvPr/>
          </p:nvCxnSpPr>
          <p:spPr>
            <a:xfrm>
              <a:off x="3608785" y="1121966"/>
              <a:ext cx="233464" cy="136788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接连接符 82"/>
            <p:cNvCxnSpPr/>
            <p:nvPr/>
          </p:nvCxnSpPr>
          <p:spPr>
            <a:xfrm>
              <a:off x="3319463" y="1131590"/>
              <a:ext cx="27801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417343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16" fill="hold" nodeType="withEffect">
                                  <p:stCondLst>
                                    <p:cond delay="0"/>
                                  </p:stCondLst>
                                  <p:childTnLst>
                                    <p:set>
                                      <p:cBhvr>
                                        <p:cTn id="6" dur="1" fill="hold">
                                          <p:stCondLst>
                                            <p:cond delay="0"/>
                                          </p:stCondLst>
                                        </p:cTn>
                                        <p:tgtEl>
                                          <p:spTgt spid="84"/>
                                        </p:tgtEl>
                                        <p:attrNameLst>
                                          <p:attrName>style.visibility</p:attrName>
                                        </p:attrNameLst>
                                      </p:cBhvr>
                                      <p:to>
                                        <p:strVal val="visible"/>
                                      </p:to>
                                    </p:set>
                                    <p:anim calcmode="lin" valueType="num">
                                      <p:cBhvr>
                                        <p:cTn id="7" dur="500" fill="hold"/>
                                        <p:tgtEl>
                                          <p:spTgt spid="84"/>
                                        </p:tgtEl>
                                        <p:attrNameLst>
                                          <p:attrName>ppt_w</p:attrName>
                                        </p:attrNameLst>
                                      </p:cBhvr>
                                      <p:tavLst>
                                        <p:tav tm="0">
                                          <p:val>
                                            <p:fltVal val="0"/>
                                          </p:val>
                                        </p:tav>
                                        <p:tav tm="100000">
                                          <p:val>
                                            <p:strVal val="#ppt_w"/>
                                          </p:val>
                                        </p:tav>
                                      </p:tavLst>
                                    </p:anim>
                                    <p:anim calcmode="lin" valueType="num">
                                      <p:cBhvr>
                                        <p:cTn id="8" dur="500" fill="hold"/>
                                        <p:tgtEl>
                                          <p:spTgt spid="84"/>
                                        </p:tgtEl>
                                        <p:attrNameLst>
                                          <p:attrName>ppt_h</p:attrName>
                                        </p:attrNameLst>
                                      </p:cBhvr>
                                      <p:tavLst>
                                        <p:tav tm="0">
                                          <p:val>
                                            <p:fltVal val="0"/>
                                          </p:val>
                                        </p:tav>
                                        <p:tav tm="100000">
                                          <p:val>
                                            <p:strVal val="#ppt_h"/>
                                          </p:val>
                                        </p:tav>
                                      </p:tavLst>
                                    </p:anim>
                                    <p:animEffect transition="in" filter="fade">
                                      <p:cBhvr>
                                        <p:cTn id="9" dur="500"/>
                                        <p:tgtEl>
                                          <p:spTgt spid="84"/>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0" fill="hold" grpId="0" nodeType="clickEffect">
                                  <p:stCondLst>
                                    <p:cond delay="0"/>
                                  </p:stCondLst>
                                  <p:childTnLst>
                                    <p:set>
                                      <p:cBhvr>
                                        <p:cTn id="13" dur="1" fill="hold">
                                          <p:stCondLst>
                                            <p:cond delay="0"/>
                                          </p:stCondLst>
                                        </p:cTn>
                                        <p:tgtEl>
                                          <p:spTgt spid="244750"/>
                                        </p:tgtEl>
                                        <p:attrNameLst>
                                          <p:attrName>style.visibility</p:attrName>
                                        </p:attrNameLst>
                                      </p:cBhvr>
                                      <p:to>
                                        <p:strVal val="visible"/>
                                      </p:to>
                                    </p:set>
                                    <p:anim calcmode="lin" valueType="num">
                                      <p:cBhvr>
                                        <p:cTn id="14" dur="500" fill="hold"/>
                                        <p:tgtEl>
                                          <p:spTgt spid="244750"/>
                                        </p:tgtEl>
                                        <p:attrNameLst>
                                          <p:attrName>ppt_w</p:attrName>
                                        </p:attrNameLst>
                                      </p:cBhvr>
                                      <p:tavLst>
                                        <p:tav tm="0">
                                          <p:val>
                                            <p:fltVal val="0"/>
                                          </p:val>
                                        </p:tav>
                                        <p:tav tm="100000">
                                          <p:val>
                                            <p:strVal val="#ppt_w"/>
                                          </p:val>
                                        </p:tav>
                                      </p:tavLst>
                                    </p:anim>
                                    <p:anim calcmode="lin" valueType="num">
                                      <p:cBhvr>
                                        <p:cTn id="15" dur="500" fill="hold"/>
                                        <p:tgtEl>
                                          <p:spTgt spid="244750"/>
                                        </p:tgtEl>
                                        <p:attrNameLst>
                                          <p:attrName>ppt_h</p:attrName>
                                        </p:attrNameLst>
                                      </p:cBhvr>
                                      <p:tavLst>
                                        <p:tav tm="0">
                                          <p:val>
                                            <p:fltVal val="0"/>
                                          </p:val>
                                        </p:tav>
                                        <p:tav tm="100000">
                                          <p:val>
                                            <p:strVal val="#ppt_h"/>
                                          </p:val>
                                        </p:tav>
                                      </p:tavLst>
                                    </p:anim>
                                    <p:animEffect transition="in" filter="fade">
                                      <p:cBhvr>
                                        <p:cTn id="16" dur="500"/>
                                        <p:tgtEl>
                                          <p:spTgt spid="244750"/>
                                        </p:tgtEl>
                                      </p:cBhvr>
                                    </p:animEffect>
                                  </p:childTnLst>
                                </p:cTn>
                              </p:par>
                              <p:par>
                                <p:cTn id="17" presetID="53" presetClass="entr" presetSubtype="0" fill="hold" grpId="0" nodeType="withEffect">
                                  <p:stCondLst>
                                    <p:cond delay="0"/>
                                  </p:stCondLst>
                                  <p:childTnLst>
                                    <p:set>
                                      <p:cBhvr>
                                        <p:cTn id="18" dur="1" fill="hold">
                                          <p:stCondLst>
                                            <p:cond delay="0"/>
                                          </p:stCondLst>
                                        </p:cTn>
                                        <p:tgtEl>
                                          <p:spTgt spid="244749"/>
                                        </p:tgtEl>
                                        <p:attrNameLst>
                                          <p:attrName>style.visibility</p:attrName>
                                        </p:attrNameLst>
                                      </p:cBhvr>
                                      <p:to>
                                        <p:strVal val="visible"/>
                                      </p:to>
                                    </p:set>
                                    <p:anim calcmode="lin" valueType="num">
                                      <p:cBhvr>
                                        <p:cTn id="19" dur="500" fill="hold"/>
                                        <p:tgtEl>
                                          <p:spTgt spid="244749"/>
                                        </p:tgtEl>
                                        <p:attrNameLst>
                                          <p:attrName>ppt_w</p:attrName>
                                        </p:attrNameLst>
                                      </p:cBhvr>
                                      <p:tavLst>
                                        <p:tav tm="0">
                                          <p:val>
                                            <p:fltVal val="0"/>
                                          </p:val>
                                        </p:tav>
                                        <p:tav tm="100000">
                                          <p:val>
                                            <p:strVal val="#ppt_w"/>
                                          </p:val>
                                        </p:tav>
                                      </p:tavLst>
                                    </p:anim>
                                    <p:anim calcmode="lin" valueType="num">
                                      <p:cBhvr>
                                        <p:cTn id="20" dur="500" fill="hold"/>
                                        <p:tgtEl>
                                          <p:spTgt spid="244749"/>
                                        </p:tgtEl>
                                        <p:attrNameLst>
                                          <p:attrName>ppt_h</p:attrName>
                                        </p:attrNameLst>
                                      </p:cBhvr>
                                      <p:tavLst>
                                        <p:tav tm="0">
                                          <p:val>
                                            <p:fltVal val="0"/>
                                          </p:val>
                                        </p:tav>
                                        <p:tav tm="100000">
                                          <p:val>
                                            <p:strVal val="#ppt_h"/>
                                          </p:val>
                                        </p:tav>
                                      </p:tavLst>
                                    </p:anim>
                                    <p:animEffect transition="in" filter="fade">
                                      <p:cBhvr>
                                        <p:cTn id="21" dur="500"/>
                                        <p:tgtEl>
                                          <p:spTgt spid="244749"/>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53" presetClass="entr" presetSubtype="16"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animEffect transition="in" filter="fade">
                                      <p:cBhvr>
                                        <p:cTn id="28" dur="500"/>
                                        <p:tgtEl>
                                          <p:spTgt spid="8"/>
                                        </p:tgtEl>
                                      </p:cBhvr>
                                    </p:animEffect>
                                  </p:childTnLst>
                                </p:cTn>
                              </p:par>
                              <p:par>
                                <p:cTn id="29" presetID="53" presetClass="entr" presetSubtype="16" fill="hold" nodeType="withEffect">
                                  <p:stCondLst>
                                    <p:cond delay="0"/>
                                  </p:stCondLst>
                                  <p:childTnLst>
                                    <p:set>
                                      <p:cBhvr>
                                        <p:cTn id="30" dur="1" fill="hold">
                                          <p:stCondLst>
                                            <p:cond delay="0"/>
                                          </p:stCondLst>
                                        </p:cTn>
                                        <p:tgtEl>
                                          <p:spTgt spid="81"/>
                                        </p:tgtEl>
                                        <p:attrNameLst>
                                          <p:attrName>style.visibility</p:attrName>
                                        </p:attrNameLst>
                                      </p:cBhvr>
                                      <p:to>
                                        <p:strVal val="visible"/>
                                      </p:to>
                                    </p:set>
                                    <p:anim calcmode="lin" valueType="num">
                                      <p:cBhvr>
                                        <p:cTn id="31" dur="500" fill="hold"/>
                                        <p:tgtEl>
                                          <p:spTgt spid="81"/>
                                        </p:tgtEl>
                                        <p:attrNameLst>
                                          <p:attrName>ppt_w</p:attrName>
                                        </p:attrNameLst>
                                      </p:cBhvr>
                                      <p:tavLst>
                                        <p:tav tm="0">
                                          <p:val>
                                            <p:fltVal val="0"/>
                                          </p:val>
                                        </p:tav>
                                        <p:tav tm="100000">
                                          <p:val>
                                            <p:strVal val="#ppt_w"/>
                                          </p:val>
                                        </p:tav>
                                      </p:tavLst>
                                    </p:anim>
                                    <p:anim calcmode="lin" valueType="num">
                                      <p:cBhvr>
                                        <p:cTn id="32" dur="500" fill="hold"/>
                                        <p:tgtEl>
                                          <p:spTgt spid="81"/>
                                        </p:tgtEl>
                                        <p:attrNameLst>
                                          <p:attrName>ppt_h</p:attrName>
                                        </p:attrNameLst>
                                      </p:cBhvr>
                                      <p:tavLst>
                                        <p:tav tm="0">
                                          <p:val>
                                            <p:fltVal val="0"/>
                                          </p:val>
                                        </p:tav>
                                        <p:tav tm="100000">
                                          <p:val>
                                            <p:strVal val="#ppt_h"/>
                                          </p:val>
                                        </p:tav>
                                      </p:tavLst>
                                    </p:anim>
                                    <p:animEffect transition="in" filter="fade">
                                      <p:cBhvr>
                                        <p:cTn id="33" dur="500"/>
                                        <p:tgtEl>
                                          <p:spTgt spid="81"/>
                                        </p:tgtEl>
                                      </p:cBhvr>
                                    </p:animEffect>
                                  </p:childTnLst>
                                </p:cTn>
                              </p:par>
                            </p:childTnLst>
                          </p:cTn>
                        </p:par>
                      </p:childTnLst>
                    </p:cTn>
                  </p:par>
                  <p:par>
                    <p:cTn id="34" fill="hold" nodeType="clickPar">
                      <p:stCondLst>
                        <p:cond delay="indefinite"/>
                      </p:stCondLst>
                      <p:childTnLst>
                        <p:par>
                          <p:cTn id="35" fill="hold" nodeType="withGroup">
                            <p:stCondLst>
                              <p:cond delay="0"/>
                            </p:stCondLst>
                            <p:childTnLst>
                              <p:par>
                                <p:cTn id="36" presetID="53" presetClass="entr" presetSubtype="16" fill="hold" grpId="0" nodeType="clickEffect">
                                  <p:stCondLst>
                                    <p:cond delay="0"/>
                                  </p:stCondLst>
                                  <p:childTnLst>
                                    <p:set>
                                      <p:cBhvr>
                                        <p:cTn id="37" dur="1" fill="hold">
                                          <p:stCondLst>
                                            <p:cond delay="0"/>
                                          </p:stCondLst>
                                        </p:cTn>
                                        <p:tgtEl>
                                          <p:spTgt spid="67"/>
                                        </p:tgtEl>
                                        <p:attrNameLst>
                                          <p:attrName>style.visibility</p:attrName>
                                        </p:attrNameLst>
                                      </p:cBhvr>
                                      <p:to>
                                        <p:strVal val="visible"/>
                                      </p:to>
                                    </p:set>
                                    <p:anim calcmode="lin" valueType="num">
                                      <p:cBhvr>
                                        <p:cTn id="38" dur="500" fill="hold"/>
                                        <p:tgtEl>
                                          <p:spTgt spid="67"/>
                                        </p:tgtEl>
                                        <p:attrNameLst>
                                          <p:attrName>ppt_w</p:attrName>
                                        </p:attrNameLst>
                                      </p:cBhvr>
                                      <p:tavLst>
                                        <p:tav tm="0">
                                          <p:val>
                                            <p:fltVal val="0"/>
                                          </p:val>
                                        </p:tav>
                                        <p:tav tm="100000">
                                          <p:val>
                                            <p:strVal val="#ppt_w"/>
                                          </p:val>
                                        </p:tav>
                                      </p:tavLst>
                                    </p:anim>
                                    <p:anim calcmode="lin" valueType="num">
                                      <p:cBhvr>
                                        <p:cTn id="39" dur="500" fill="hold"/>
                                        <p:tgtEl>
                                          <p:spTgt spid="67"/>
                                        </p:tgtEl>
                                        <p:attrNameLst>
                                          <p:attrName>ppt_h</p:attrName>
                                        </p:attrNameLst>
                                      </p:cBhvr>
                                      <p:tavLst>
                                        <p:tav tm="0">
                                          <p:val>
                                            <p:fltVal val="0"/>
                                          </p:val>
                                        </p:tav>
                                        <p:tav tm="100000">
                                          <p:val>
                                            <p:strVal val="#ppt_h"/>
                                          </p:val>
                                        </p:tav>
                                      </p:tavLst>
                                    </p:anim>
                                    <p:animEffect transition="in" filter="fade">
                                      <p:cBhvr>
                                        <p:cTn id="40" dur="500"/>
                                        <p:tgtEl>
                                          <p:spTgt spid="67"/>
                                        </p:tgtEl>
                                      </p:cBhvr>
                                    </p:animEffect>
                                  </p:childTnLst>
                                </p:cTn>
                              </p:par>
                              <p:par>
                                <p:cTn id="41" presetID="53" presetClass="entr" presetSubtype="16" fill="hold" grpId="0" nodeType="withEffect">
                                  <p:stCondLst>
                                    <p:cond delay="0"/>
                                  </p:stCondLst>
                                  <p:childTnLst>
                                    <p:set>
                                      <p:cBhvr>
                                        <p:cTn id="42" dur="1" fill="hold">
                                          <p:stCondLst>
                                            <p:cond delay="0"/>
                                          </p:stCondLst>
                                        </p:cTn>
                                        <p:tgtEl>
                                          <p:spTgt spid="68"/>
                                        </p:tgtEl>
                                        <p:attrNameLst>
                                          <p:attrName>style.visibility</p:attrName>
                                        </p:attrNameLst>
                                      </p:cBhvr>
                                      <p:to>
                                        <p:strVal val="visible"/>
                                      </p:to>
                                    </p:set>
                                    <p:anim calcmode="lin" valueType="num">
                                      <p:cBhvr>
                                        <p:cTn id="43" dur="500" fill="hold"/>
                                        <p:tgtEl>
                                          <p:spTgt spid="68"/>
                                        </p:tgtEl>
                                        <p:attrNameLst>
                                          <p:attrName>ppt_w</p:attrName>
                                        </p:attrNameLst>
                                      </p:cBhvr>
                                      <p:tavLst>
                                        <p:tav tm="0">
                                          <p:val>
                                            <p:fltVal val="0"/>
                                          </p:val>
                                        </p:tav>
                                        <p:tav tm="100000">
                                          <p:val>
                                            <p:strVal val="#ppt_w"/>
                                          </p:val>
                                        </p:tav>
                                      </p:tavLst>
                                    </p:anim>
                                    <p:anim calcmode="lin" valueType="num">
                                      <p:cBhvr>
                                        <p:cTn id="44" dur="500" fill="hold"/>
                                        <p:tgtEl>
                                          <p:spTgt spid="68"/>
                                        </p:tgtEl>
                                        <p:attrNameLst>
                                          <p:attrName>ppt_h</p:attrName>
                                        </p:attrNameLst>
                                      </p:cBhvr>
                                      <p:tavLst>
                                        <p:tav tm="0">
                                          <p:val>
                                            <p:fltVal val="0"/>
                                          </p:val>
                                        </p:tav>
                                        <p:tav tm="100000">
                                          <p:val>
                                            <p:strVal val="#ppt_h"/>
                                          </p:val>
                                        </p:tav>
                                      </p:tavLst>
                                    </p:anim>
                                    <p:animEffect transition="in" filter="fade">
                                      <p:cBhvr>
                                        <p:cTn id="45" dur="500"/>
                                        <p:tgtEl>
                                          <p:spTgt spid="68"/>
                                        </p:tgtEl>
                                      </p:cBhvr>
                                    </p:animEffect>
                                  </p:childTnLst>
                                </p:cTn>
                              </p:par>
                            </p:childTnLst>
                          </p:cTn>
                        </p:par>
                      </p:childTnLst>
                    </p:cTn>
                  </p:par>
                  <p:par>
                    <p:cTn id="46" fill="hold" nodeType="clickPar">
                      <p:stCondLst>
                        <p:cond delay="indefinite"/>
                      </p:stCondLst>
                      <p:childTnLst>
                        <p:par>
                          <p:cTn id="47" fill="hold" nodeType="withGroup">
                            <p:stCondLst>
                              <p:cond delay="0"/>
                            </p:stCondLst>
                            <p:childTnLst>
                              <p:par>
                                <p:cTn id="48" presetID="53" presetClass="entr" presetSubtype="16" fill="hold" nodeType="clickEffect">
                                  <p:stCondLst>
                                    <p:cond delay="0"/>
                                  </p:stCondLst>
                                  <p:childTnLst>
                                    <p:set>
                                      <p:cBhvr>
                                        <p:cTn id="49" dur="1" fill="hold">
                                          <p:stCondLst>
                                            <p:cond delay="0"/>
                                          </p:stCondLst>
                                        </p:cTn>
                                        <p:tgtEl>
                                          <p:spTgt spid="9"/>
                                        </p:tgtEl>
                                        <p:attrNameLst>
                                          <p:attrName>style.visibility</p:attrName>
                                        </p:attrNameLst>
                                      </p:cBhvr>
                                      <p:to>
                                        <p:strVal val="visible"/>
                                      </p:to>
                                    </p:set>
                                    <p:anim calcmode="lin" valueType="num">
                                      <p:cBhvr>
                                        <p:cTn id="50" dur="500" fill="hold"/>
                                        <p:tgtEl>
                                          <p:spTgt spid="9"/>
                                        </p:tgtEl>
                                        <p:attrNameLst>
                                          <p:attrName>ppt_w</p:attrName>
                                        </p:attrNameLst>
                                      </p:cBhvr>
                                      <p:tavLst>
                                        <p:tav tm="0">
                                          <p:val>
                                            <p:fltVal val="0"/>
                                          </p:val>
                                        </p:tav>
                                        <p:tav tm="100000">
                                          <p:val>
                                            <p:strVal val="#ppt_w"/>
                                          </p:val>
                                        </p:tav>
                                      </p:tavLst>
                                    </p:anim>
                                    <p:anim calcmode="lin" valueType="num">
                                      <p:cBhvr>
                                        <p:cTn id="51" dur="500" fill="hold"/>
                                        <p:tgtEl>
                                          <p:spTgt spid="9"/>
                                        </p:tgtEl>
                                        <p:attrNameLst>
                                          <p:attrName>ppt_h</p:attrName>
                                        </p:attrNameLst>
                                      </p:cBhvr>
                                      <p:tavLst>
                                        <p:tav tm="0">
                                          <p:val>
                                            <p:fltVal val="0"/>
                                          </p:val>
                                        </p:tav>
                                        <p:tav tm="100000">
                                          <p:val>
                                            <p:strVal val="#ppt_h"/>
                                          </p:val>
                                        </p:tav>
                                      </p:tavLst>
                                    </p:anim>
                                    <p:animEffect transition="in" filter="fade">
                                      <p:cBhvr>
                                        <p:cTn id="52" dur="500"/>
                                        <p:tgtEl>
                                          <p:spTgt spid="9"/>
                                        </p:tgtEl>
                                      </p:cBhvr>
                                    </p:animEffect>
                                  </p:childTnLst>
                                </p:cTn>
                              </p:par>
                              <p:par>
                                <p:cTn id="53" presetID="53" presetClass="entr" presetSubtype="16" fill="hold" nodeType="withEffect">
                                  <p:stCondLst>
                                    <p:cond delay="0"/>
                                  </p:stCondLst>
                                  <p:childTnLst>
                                    <p:set>
                                      <p:cBhvr>
                                        <p:cTn id="54" dur="1" fill="hold">
                                          <p:stCondLst>
                                            <p:cond delay="0"/>
                                          </p:stCondLst>
                                        </p:cTn>
                                        <p:tgtEl>
                                          <p:spTgt spid="3"/>
                                        </p:tgtEl>
                                        <p:attrNameLst>
                                          <p:attrName>style.visibility</p:attrName>
                                        </p:attrNameLst>
                                      </p:cBhvr>
                                      <p:to>
                                        <p:strVal val="visible"/>
                                      </p:to>
                                    </p:set>
                                    <p:anim calcmode="lin" valueType="num">
                                      <p:cBhvr>
                                        <p:cTn id="55" dur="500" fill="hold"/>
                                        <p:tgtEl>
                                          <p:spTgt spid="3"/>
                                        </p:tgtEl>
                                        <p:attrNameLst>
                                          <p:attrName>ppt_w</p:attrName>
                                        </p:attrNameLst>
                                      </p:cBhvr>
                                      <p:tavLst>
                                        <p:tav tm="0">
                                          <p:val>
                                            <p:fltVal val="0"/>
                                          </p:val>
                                        </p:tav>
                                        <p:tav tm="100000">
                                          <p:val>
                                            <p:strVal val="#ppt_w"/>
                                          </p:val>
                                        </p:tav>
                                      </p:tavLst>
                                    </p:anim>
                                    <p:anim calcmode="lin" valueType="num">
                                      <p:cBhvr>
                                        <p:cTn id="56" dur="500" fill="hold"/>
                                        <p:tgtEl>
                                          <p:spTgt spid="3"/>
                                        </p:tgtEl>
                                        <p:attrNameLst>
                                          <p:attrName>ppt_h</p:attrName>
                                        </p:attrNameLst>
                                      </p:cBhvr>
                                      <p:tavLst>
                                        <p:tav tm="0">
                                          <p:val>
                                            <p:fltVal val="0"/>
                                          </p:val>
                                        </p:tav>
                                        <p:tav tm="100000">
                                          <p:val>
                                            <p:strVal val="#ppt_h"/>
                                          </p:val>
                                        </p:tav>
                                      </p:tavLst>
                                    </p:anim>
                                    <p:animEffect transition="in" filter="fade">
                                      <p:cBhvr>
                                        <p:cTn id="57" dur="500"/>
                                        <p:tgtEl>
                                          <p:spTgt spid="3"/>
                                        </p:tgtEl>
                                      </p:cBhvr>
                                    </p:animEffect>
                                  </p:childTnLst>
                                </p:cTn>
                              </p:par>
                            </p:childTnLst>
                          </p:cTn>
                        </p:par>
                      </p:childTnLst>
                    </p:cTn>
                  </p:par>
                  <p:par>
                    <p:cTn id="58" fill="hold">
                      <p:stCondLst>
                        <p:cond delay="indefinite"/>
                      </p:stCondLst>
                      <p:childTnLst>
                        <p:par>
                          <p:cTn id="59" fill="hold">
                            <p:stCondLst>
                              <p:cond delay="0"/>
                            </p:stCondLst>
                            <p:childTnLst>
                              <p:par>
                                <p:cTn id="60" presetID="53" presetClass="exit" presetSubtype="32" fill="hold" nodeType="clickEffect">
                                  <p:stCondLst>
                                    <p:cond delay="0"/>
                                  </p:stCondLst>
                                  <p:childTnLst>
                                    <p:anim calcmode="lin" valueType="num">
                                      <p:cBhvr>
                                        <p:cTn id="61" dur="500"/>
                                        <p:tgtEl>
                                          <p:spTgt spid="84"/>
                                        </p:tgtEl>
                                        <p:attrNameLst>
                                          <p:attrName>ppt_w</p:attrName>
                                        </p:attrNameLst>
                                      </p:cBhvr>
                                      <p:tavLst>
                                        <p:tav tm="0">
                                          <p:val>
                                            <p:strVal val="ppt_w"/>
                                          </p:val>
                                        </p:tav>
                                        <p:tav tm="100000">
                                          <p:val>
                                            <p:fltVal val="0"/>
                                          </p:val>
                                        </p:tav>
                                      </p:tavLst>
                                    </p:anim>
                                    <p:anim calcmode="lin" valueType="num">
                                      <p:cBhvr>
                                        <p:cTn id="62" dur="500"/>
                                        <p:tgtEl>
                                          <p:spTgt spid="84"/>
                                        </p:tgtEl>
                                        <p:attrNameLst>
                                          <p:attrName>ppt_h</p:attrName>
                                        </p:attrNameLst>
                                      </p:cBhvr>
                                      <p:tavLst>
                                        <p:tav tm="0">
                                          <p:val>
                                            <p:strVal val="ppt_h"/>
                                          </p:val>
                                        </p:tav>
                                        <p:tav tm="100000">
                                          <p:val>
                                            <p:fltVal val="0"/>
                                          </p:val>
                                        </p:tav>
                                      </p:tavLst>
                                    </p:anim>
                                    <p:animEffect transition="out" filter="fade">
                                      <p:cBhvr>
                                        <p:cTn id="63" dur="500"/>
                                        <p:tgtEl>
                                          <p:spTgt spid="84"/>
                                        </p:tgtEl>
                                      </p:cBhvr>
                                    </p:animEffect>
                                    <p:set>
                                      <p:cBhvr>
                                        <p:cTn id="64" dur="1" fill="hold">
                                          <p:stCondLst>
                                            <p:cond delay="499"/>
                                          </p:stCondLst>
                                        </p:cTn>
                                        <p:tgtEl>
                                          <p:spTgt spid="8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4749" grpId="0"/>
      <p:bldP spid="244750" grpId="0" animBg="1"/>
      <p:bldP spid="67" grpId="0" animBg="1"/>
      <p:bldP spid="68"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17"/>
          <p:cNvSpPr>
            <a:spLocks noChangeArrowheads="1"/>
          </p:cNvSpPr>
          <p:nvPr/>
        </p:nvSpPr>
        <p:spPr bwMode="auto">
          <a:xfrm>
            <a:off x="6553200" y="1381125"/>
            <a:ext cx="1011238"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s</a:t>
            </a:r>
          </a:p>
        </p:txBody>
      </p:sp>
      <p:sp>
        <p:nvSpPr>
          <p:cNvPr id="111619" name="Rectangle 18"/>
          <p:cNvSpPr>
            <a:spLocks noChangeArrowheads="1"/>
          </p:cNvSpPr>
          <p:nvPr/>
        </p:nvSpPr>
        <p:spPr bwMode="auto">
          <a:xfrm>
            <a:off x="6284913" y="2000250"/>
            <a:ext cx="963612"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q</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111620" name="Rectangle 19"/>
          <p:cNvSpPr>
            <a:spLocks noChangeArrowheads="1"/>
          </p:cNvSpPr>
          <p:nvPr/>
        </p:nvSpPr>
        <p:spPr bwMode="auto">
          <a:xfrm>
            <a:off x="5495925" y="2019300"/>
            <a:ext cx="4905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r</a:t>
            </a:r>
          </a:p>
        </p:txBody>
      </p:sp>
      <p:sp>
        <p:nvSpPr>
          <p:cNvPr id="111621" name="Line 20"/>
          <p:cNvSpPr>
            <a:spLocks noChangeShapeType="1"/>
          </p:cNvSpPr>
          <p:nvPr/>
        </p:nvSpPr>
        <p:spPr bwMode="auto">
          <a:xfrm flipH="1">
            <a:off x="6732588" y="1714500"/>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46086" name="Line 21"/>
          <p:cNvSpPr>
            <a:spLocks noChangeShapeType="1"/>
          </p:cNvSpPr>
          <p:nvPr/>
        </p:nvSpPr>
        <p:spPr bwMode="auto">
          <a:xfrm flipH="1">
            <a:off x="5684838" y="1735138"/>
            <a:ext cx="933450" cy="3905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44744" name="Line 23"/>
          <p:cNvSpPr>
            <a:spLocks noChangeShapeType="1"/>
          </p:cNvSpPr>
          <p:nvPr/>
        </p:nvSpPr>
        <p:spPr bwMode="auto">
          <a:xfrm flipH="1">
            <a:off x="6735763" y="2357438"/>
            <a:ext cx="0" cy="301625"/>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11625" name="Rectangle 24"/>
          <p:cNvSpPr>
            <a:spLocks noChangeArrowheads="1"/>
          </p:cNvSpPr>
          <p:nvPr/>
        </p:nvSpPr>
        <p:spPr bwMode="auto">
          <a:xfrm>
            <a:off x="5337175" y="2692400"/>
            <a:ext cx="966788" cy="531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a:solidFill>
                  <a:srgbClr val="000000"/>
                </a:solidFill>
                <a:ea typeface="宋体" panose="02010600030101010101" pitchFamily="2" charset="-122"/>
                <a:cs typeface="Times New Roman" panose="02020603050405020304" pitchFamily="18" charset="0"/>
              </a:rPr>
              <a:t>p</a:t>
            </a:r>
            <a:r>
              <a:rPr lang="en-US" altLang="zh-CN" sz="1800">
                <a:solidFill>
                  <a:srgbClr val="000000"/>
                </a:solidFill>
                <a:ea typeface="宋体" panose="02010600030101010101" pitchFamily="2" charset="-122"/>
                <a:cs typeface="Times New Roman" panose="02020603050405020304" pitchFamily="18" charset="0"/>
              </a:rPr>
              <a:t>(1,9)</a:t>
            </a:r>
          </a:p>
        </p:txBody>
      </p:sp>
      <p:sp>
        <p:nvSpPr>
          <p:cNvPr id="244746" name="Rectangle 25"/>
          <p:cNvSpPr>
            <a:spLocks noChangeArrowheads="1"/>
          </p:cNvSpPr>
          <p:nvPr/>
        </p:nvSpPr>
        <p:spPr bwMode="auto">
          <a:xfrm>
            <a:off x="6300788" y="2709863"/>
            <a:ext cx="965200" cy="531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dirty="0">
                <a:solidFill>
                  <a:srgbClr val="000000"/>
                </a:solidFill>
                <a:ea typeface="宋体" panose="02010600030101010101" pitchFamily="2" charset="-122"/>
                <a:cs typeface="Times New Roman" panose="02020603050405020304" pitchFamily="18" charset="0"/>
              </a:rPr>
              <a:t>q</a:t>
            </a:r>
            <a:r>
              <a:rPr lang="en-US" altLang="zh-CN" sz="1800" dirty="0">
                <a:solidFill>
                  <a:srgbClr val="000000"/>
                </a:solidFill>
                <a:ea typeface="宋体" panose="02010600030101010101" pitchFamily="2" charset="-122"/>
                <a:cs typeface="Times New Roman" panose="02020603050405020304" pitchFamily="18" charset="0"/>
              </a:rPr>
              <a:t>(1,3)</a:t>
            </a:r>
          </a:p>
        </p:txBody>
      </p:sp>
      <p:sp>
        <p:nvSpPr>
          <p:cNvPr id="244749" name="Rectangle 28"/>
          <p:cNvSpPr>
            <a:spLocks noChangeArrowheads="1"/>
          </p:cNvSpPr>
          <p:nvPr/>
        </p:nvSpPr>
        <p:spPr bwMode="auto">
          <a:xfrm>
            <a:off x="5621338" y="3419475"/>
            <a:ext cx="966787"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1800" i="1" dirty="0">
                <a:solidFill>
                  <a:srgbClr val="000000"/>
                </a:solidFill>
                <a:ea typeface="宋体" panose="02010600030101010101" pitchFamily="2" charset="-122"/>
                <a:cs typeface="Times New Roman" panose="02020603050405020304" pitchFamily="18" charset="0"/>
              </a:rPr>
              <a:t>p</a:t>
            </a:r>
            <a:r>
              <a:rPr lang="en-US" altLang="zh-CN" sz="1800" dirty="0">
                <a:solidFill>
                  <a:srgbClr val="000000"/>
                </a:solidFill>
                <a:ea typeface="宋体" panose="02010600030101010101" pitchFamily="2" charset="-122"/>
                <a:cs typeface="Times New Roman" panose="02020603050405020304" pitchFamily="18" charset="0"/>
              </a:rPr>
              <a:t>(1,3)</a:t>
            </a:r>
          </a:p>
        </p:txBody>
      </p:sp>
      <p:sp>
        <p:nvSpPr>
          <p:cNvPr id="244750" name="Line 29"/>
          <p:cNvSpPr>
            <a:spLocks noChangeShapeType="1"/>
          </p:cNvSpPr>
          <p:nvPr/>
        </p:nvSpPr>
        <p:spPr bwMode="auto">
          <a:xfrm flipH="1">
            <a:off x="5899150" y="3055938"/>
            <a:ext cx="601663" cy="44450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11629" name="Rectangle 31"/>
          <p:cNvSpPr>
            <a:spLocks noChangeArrowheads="1"/>
          </p:cNvSpPr>
          <p:nvPr/>
        </p:nvSpPr>
        <p:spPr bwMode="auto">
          <a:xfrm>
            <a:off x="5753100" y="928688"/>
            <a:ext cx="2105025"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活动树</a:t>
            </a:r>
          </a:p>
        </p:txBody>
      </p:sp>
      <p:grpSp>
        <p:nvGrpSpPr>
          <p:cNvPr id="111630" name="组合 113"/>
          <p:cNvGrpSpPr>
            <a:grpSpLocks/>
          </p:cNvGrpSpPr>
          <p:nvPr/>
        </p:nvGrpSpPr>
        <p:grpSpPr bwMode="auto">
          <a:xfrm>
            <a:off x="179388" y="2787650"/>
            <a:ext cx="3140075" cy="1728788"/>
            <a:chOff x="5003799" y="500048"/>
            <a:chExt cx="3282977" cy="1803794"/>
          </a:xfrm>
        </p:grpSpPr>
        <p:sp>
          <p:nvSpPr>
            <p:cNvPr id="21" name="Rectangle 4"/>
            <p:cNvSpPr>
              <a:spLocks noChangeArrowheads="1"/>
            </p:cNvSpPr>
            <p:nvPr/>
          </p:nvSpPr>
          <p:spPr bwMode="auto">
            <a:xfrm>
              <a:off x="5003799" y="500048"/>
              <a:ext cx="3282977" cy="1788886"/>
            </a:xfrm>
            <a:prstGeom prst="rect">
              <a:avLst/>
            </a:prstGeom>
            <a:solidFill>
              <a:schemeClr val="accent5">
                <a:lumMod val="60000"/>
                <a:lumOff val="40000"/>
              </a:schemeClr>
            </a:solidFill>
            <a:ln w="9525">
              <a:solidFill>
                <a:schemeClr val="tx1"/>
              </a:solidFill>
              <a:miter lim="800000"/>
              <a:headEnd/>
              <a:tailEnd/>
            </a:ln>
          </p:spPr>
          <p:txBody>
            <a:bodyPr lIns="68580" tIns="34290" rIns="68580" bIns="34290"/>
            <a:lstStyle/>
            <a:p>
              <a:pPr marL="257175" indent="-257175" eaLnBrk="1" hangingPunct="1">
                <a:lnSpc>
                  <a:spcPts val="1800"/>
                </a:lnSpc>
                <a:spcBef>
                  <a:spcPct val="20000"/>
                </a:spcBef>
                <a:buClr>
                  <a:srgbClr val="5EAEFF"/>
                </a:buClr>
                <a:buSzPct val="60000"/>
                <a:defRPr/>
              </a:pPr>
              <a:r>
                <a:rPr lang="zh-CN" altLang="en-US" sz="1200" dirty="0">
                  <a:solidFill>
                    <a:prstClr val="black"/>
                  </a:solidFill>
                  <a:latin typeface="楷体_GB2312"/>
                  <a:ea typeface="楷体_GB2312"/>
                  <a:cs typeface="楷体_GB2312"/>
                </a:rPr>
                <a:t>	</a:t>
              </a:r>
              <a:r>
                <a:rPr lang="en-US" altLang="zh-CN" sz="1800" dirty="0">
                  <a:solidFill>
                    <a:srgbClr val="0000FF"/>
                  </a:solidFill>
                  <a:ea typeface="楷体_GB2312"/>
                  <a:cs typeface="Times New Roman" pitchFamily="18" charset="0"/>
                </a:rPr>
                <a:t>      </a:t>
              </a:r>
              <a:r>
                <a:rPr lang="zh-CN" altLang="en-US" sz="1800" dirty="0">
                  <a:solidFill>
                    <a:srgbClr val="0000FF"/>
                  </a:solidFill>
                  <a:latin typeface="楷体" pitchFamily="49" charset="-122"/>
                  <a:ea typeface="楷体" pitchFamily="49" charset="-122"/>
                  <a:cs typeface="Times New Roman" pitchFamily="18" charset="0"/>
                </a:rPr>
                <a:t>过程	  嵌套深度</a:t>
              </a:r>
              <a:endParaRPr lang="en-US" altLang="zh-CN" sz="1800" dirty="0">
                <a:solidFill>
                  <a:srgbClr val="0000FF"/>
                </a:solidFill>
                <a:latin typeface="楷体" pitchFamily="49" charset="-122"/>
                <a:ea typeface="楷体" pitchFamily="49" charset="-122"/>
                <a:cs typeface="Times New Roman" pitchFamily="18" charset="0"/>
              </a:endParaRPr>
            </a:p>
            <a:p>
              <a:pPr marL="257175" indent="-257175" algn="just" eaLnBrk="1" hangingPunct="1">
                <a:lnSpc>
                  <a:spcPts val="1800"/>
                </a:lnSpc>
                <a:spcBef>
                  <a:spcPct val="20000"/>
                </a:spcBef>
                <a:buClr>
                  <a:srgbClr val="5EAEFF"/>
                </a:buClr>
                <a:buSzPct val="60000"/>
                <a:defRPr/>
              </a:pPr>
              <a:r>
                <a:rPr lang="en-US" altLang="zh-CN" sz="1800" i="1" dirty="0">
                  <a:solidFill>
                    <a:prstClr val="black"/>
                  </a:solidFill>
                  <a:ea typeface="楷体_GB2312"/>
                  <a:cs typeface="Times New Roman" pitchFamily="18" charset="0"/>
                </a:rPr>
                <a:t>sort</a:t>
              </a:r>
              <a:r>
                <a:rPr lang="en-US" altLang="zh-CN" sz="1800" dirty="0">
                  <a:solidFill>
                    <a:prstClr val="black"/>
                  </a:solidFill>
                  <a:ea typeface="楷体_GB2312"/>
                  <a:cs typeface="Times New Roman" pitchFamily="18" charset="0"/>
                </a:rPr>
                <a:t>		            1</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err="1">
                  <a:solidFill>
                    <a:prstClr val="black"/>
                  </a:solidFill>
                  <a:ea typeface="楷体_GB2312"/>
                  <a:cs typeface="Times New Roman" pitchFamily="18" charset="0"/>
                </a:rPr>
                <a:t>readarray</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exchange</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quicksort</a:t>
              </a:r>
              <a:r>
                <a:rPr lang="en-US" altLang="zh-CN" sz="1800" dirty="0">
                  <a:solidFill>
                    <a:prstClr val="black"/>
                  </a:solidFill>
                  <a:ea typeface="楷体_GB2312"/>
                  <a:cs typeface="Times New Roman" pitchFamily="18" charset="0"/>
                </a:rPr>
                <a:t>	            2</a:t>
              </a:r>
            </a:p>
            <a:p>
              <a:pPr marL="257175" indent="-257175" algn="just" eaLnBrk="1" hangingPunct="1">
                <a:lnSpc>
                  <a:spcPts val="1800"/>
                </a:lnSpc>
                <a:spcBef>
                  <a:spcPct val="20000"/>
                </a:spcBef>
                <a:buClr>
                  <a:srgbClr val="5EAEFF"/>
                </a:buClr>
                <a:buSzPct val="60000"/>
                <a:defRPr/>
              </a:pPr>
              <a:r>
                <a:rPr lang="en-US" altLang="zh-CN" sz="1800" dirty="0">
                  <a:solidFill>
                    <a:prstClr val="black"/>
                  </a:solidFill>
                  <a:ea typeface="楷体_GB2312"/>
                  <a:cs typeface="Times New Roman" pitchFamily="18" charset="0"/>
                </a:rPr>
                <a:t>		</a:t>
              </a:r>
              <a:r>
                <a:rPr lang="en-US" altLang="zh-CN" sz="1800" i="1" dirty="0">
                  <a:solidFill>
                    <a:prstClr val="black"/>
                  </a:solidFill>
                  <a:ea typeface="楷体_GB2312"/>
                  <a:cs typeface="Times New Roman" pitchFamily="18" charset="0"/>
                </a:rPr>
                <a:t>partition</a:t>
              </a:r>
              <a:r>
                <a:rPr lang="en-US" altLang="zh-CN" sz="1800" dirty="0">
                  <a:solidFill>
                    <a:prstClr val="black"/>
                  </a:solidFill>
                  <a:ea typeface="楷体_GB2312"/>
                  <a:cs typeface="Times New Roman" pitchFamily="18" charset="0"/>
                </a:rPr>
                <a:t>	            3</a:t>
              </a:r>
            </a:p>
          </p:txBody>
        </p:sp>
        <p:cxnSp>
          <p:nvCxnSpPr>
            <p:cNvPr id="22" name="直接连接符 21"/>
            <p:cNvCxnSpPr/>
            <p:nvPr/>
          </p:nvCxnSpPr>
          <p:spPr>
            <a:xfrm>
              <a:off x="5003799" y="798196"/>
              <a:ext cx="32763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7143211" y="500048"/>
              <a:ext cx="0" cy="18037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1631" name="Group 99"/>
          <p:cNvGrpSpPr>
            <a:grpSpLocks/>
          </p:cNvGrpSpPr>
          <p:nvPr/>
        </p:nvGrpSpPr>
        <p:grpSpPr bwMode="auto">
          <a:xfrm>
            <a:off x="3898900" y="444500"/>
            <a:ext cx="923925" cy="647700"/>
            <a:chOff x="975" y="2750"/>
            <a:chExt cx="776" cy="544"/>
          </a:xfrm>
        </p:grpSpPr>
        <p:sp>
          <p:nvSpPr>
            <p:cNvPr id="30" name="Line 140"/>
            <p:cNvSpPr>
              <a:spLocks noChangeShapeType="1"/>
            </p:cNvSpPr>
            <p:nvPr/>
          </p:nvSpPr>
          <p:spPr bwMode="auto">
            <a:xfrm flipV="1">
              <a:off x="975" y="3113"/>
              <a:ext cx="72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9" name="Line 139"/>
            <p:cNvSpPr>
              <a:spLocks noChangeShapeType="1"/>
            </p:cNvSpPr>
            <p:nvPr/>
          </p:nvSpPr>
          <p:spPr bwMode="auto">
            <a:xfrm flipV="1">
              <a:off x="975" y="2931"/>
              <a:ext cx="745"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25" name="Rectangle 135"/>
            <p:cNvSpPr>
              <a:spLocks noChangeArrowheads="1"/>
            </p:cNvSpPr>
            <p:nvPr/>
          </p:nvSpPr>
          <p:spPr bwMode="auto">
            <a:xfrm>
              <a:off x="978" y="277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70"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s</a:t>
              </a:r>
            </a:p>
          </p:txBody>
        </p:sp>
        <p:sp>
          <p:nvSpPr>
            <p:cNvPr id="111671"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a</a:t>
              </a:r>
            </a:p>
          </p:txBody>
        </p:sp>
        <p:sp>
          <p:nvSpPr>
            <p:cNvPr id="111672"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d[1]</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111632" name="Rectangle 32"/>
          <p:cNvSpPr>
            <a:spLocks noChangeArrowheads="1"/>
          </p:cNvSpPr>
          <p:nvPr/>
        </p:nvSpPr>
        <p:spPr bwMode="auto">
          <a:xfrm>
            <a:off x="3708400" y="-73025"/>
            <a:ext cx="1249363" cy="48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r>
              <a:rPr lang="zh-CN" altLang="en-US" sz="2700">
                <a:solidFill>
                  <a:srgbClr val="2D83F4"/>
                </a:solidFill>
                <a:latin typeface="楷体" panose="02010609060101010101" pitchFamily="49" charset="-122"/>
                <a:ea typeface="楷体" panose="02010609060101010101" pitchFamily="49" charset="-122"/>
                <a:cs typeface="Times New Roman" panose="02020603050405020304" pitchFamily="18" charset="0"/>
              </a:rPr>
              <a:t>控制栈</a:t>
            </a:r>
          </a:p>
        </p:txBody>
      </p:sp>
      <p:grpSp>
        <p:nvGrpSpPr>
          <p:cNvPr id="111633" name="Group 99"/>
          <p:cNvGrpSpPr>
            <a:grpSpLocks/>
          </p:cNvGrpSpPr>
          <p:nvPr/>
        </p:nvGrpSpPr>
        <p:grpSpPr bwMode="auto">
          <a:xfrm>
            <a:off x="3905250" y="1092345"/>
            <a:ext cx="954088" cy="636587"/>
            <a:chOff x="948" y="2750"/>
            <a:chExt cx="802" cy="534"/>
          </a:xfrm>
        </p:grpSpPr>
        <p:sp>
          <p:nvSpPr>
            <p:cNvPr id="38"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7"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33"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64"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q</a:t>
              </a:r>
              <a:r>
                <a:rPr lang="en-US" altLang="zh-CN" sz="1200">
                  <a:solidFill>
                    <a:prstClr val="black"/>
                  </a:solidFill>
                  <a:cs typeface="Times New Roman" panose="02020603050405020304" pitchFamily="18" charset="0"/>
                </a:rPr>
                <a:t> (1, 9)</a:t>
              </a:r>
            </a:p>
          </p:txBody>
        </p:sp>
        <p:sp>
          <p:nvSpPr>
            <p:cNvPr id="111665"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v</a:t>
              </a:r>
            </a:p>
          </p:txBody>
        </p:sp>
        <p:sp>
          <p:nvSpPr>
            <p:cNvPr id="111666"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grpSp>
        <p:nvGrpSpPr>
          <p:cNvPr id="7" name="Group 99"/>
          <p:cNvGrpSpPr>
            <a:grpSpLocks/>
          </p:cNvGrpSpPr>
          <p:nvPr/>
        </p:nvGrpSpPr>
        <p:grpSpPr bwMode="auto">
          <a:xfrm>
            <a:off x="3905250" y="1728932"/>
            <a:ext cx="954088" cy="635000"/>
            <a:chOff x="948" y="2750"/>
            <a:chExt cx="802" cy="534"/>
          </a:xfrm>
        </p:grpSpPr>
        <p:sp>
          <p:nvSpPr>
            <p:cNvPr id="54"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3"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49"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58"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q</a:t>
              </a:r>
              <a:r>
                <a:rPr lang="en-US" altLang="zh-CN" sz="1200">
                  <a:solidFill>
                    <a:prstClr val="black"/>
                  </a:solidFill>
                  <a:cs typeface="Times New Roman" panose="02020603050405020304" pitchFamily="18" charset="0"/>
                </a:rPr>
                <a:t> (1, 3)</a:t>
              </a:r>
            </a:p>
          </p:txBody>
        </p:sp>
        <p:sp>
          <p:nvSpPr>
            <p:cNvPr id="111659"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v</a:t>
              </a:r>
            </a:p>
          </p:txBody>
        </p:sp>
        <p:sp>
          <p:nvSpPr>
            <p:cNvPr id="111660"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ea typeface="楷体" panose="02010609060101010101" pitchFamily="49" charset="-122"/>
                <a:cs typeface="Times New Roman" panose="02020603050405020304" pitchFamily="18" charset="0"/>
              </a:endParaRPr>
            </a:p>
            <a:p>
              <a:pPr algn="ct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grpSp>
        <p:nvGrpSpPr>
          <p:cNvPr id="8" name="Group 99"/>
          <p:cNvGrpSpPr>
            <a:grpSpLocks/>
          </p:cNvGrpSpPr>
          <p:nvPr/>
        </p:nvGrpSpPr>
        <p:grpSpPr bwMode="auto">
          <a:xfrm>
            <a:off x="3905250" y="2365480"/>
            <a:ext cx="954088" cy="635000"/>
            <a:chOff x="948" y="2750"/>
            <a:chExt cx="802" cy="534"/>
          </a:xfrm>
        </p:grpSpPr>
        <p:sp>
          <p:nvSpPr>
            <p:cNvPr id="61" name="Line 140"/>
            <p:cNvSpPr>
              <a:spLocks noChangeShapeType="1"/>
            </p:cNvSpPr>
            <p:nvPr/>
          </p:nvSpPr>
          <p:spPr bwMode="auto">
            <a:xfrm flipV="1">
              <a:off x="975" y="3113"/>
              <a:ext cx="72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60" name="Line 139"/>
            <p:cNvSpPr>
              <a:spLocks noChangeShapeType="1"/>
            </p:cNvSpPr>
            <p:nvPr/>
          </p:nvSpPr>
          <p:spPr bwMode="auto">
            <a:xfrm flipV="1">
              <a:off x="975" y="2932"/>
              <a:ext cx="74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56"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52"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p</a:t>
              </a:r>
              <a:r>
                <a:rPr lang="en-US" altLang="zh-CN" sz="1200">
                  <a:solidFill>
                    <a:prstClr val="black"/>
                  </a:solidFill>
                  <a:cs typeface="Times New Roman" panose="02020603050405020304" pitchFamily="18" charset="0"/>
                </a:rPr>
                <a:t> (1, 3)</a:t>
              </a:r>
            </a:p>
          </p:txBody>
        </p:sp>
        <p:sp>
          <p:nvSpPr>
            <p:cNvPr id="111653"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200" i="1">
                  <a:solidFill>
                    <a:prstClr val="black"/>
                  </a:solidFill>
                  <a:cs typeface="Times New Roman" panose="02020603050405020304" pitchFamily="18" charset="0"/>
                </a:rPr>
                <a:t>i, j</a:t>
              </a:r>
            </a:p>
          </p:txBody>
        </p:sp>
        <p:sp>
          <p:nvSpPr>
            <p:cNvPr id="111654"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d[3]</a:t>
              </a: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62" name="Line 12"/>
          <p:cNvSpPr>
            <a:spLocks noChangeShapeType="1"/>
          </p:cNvSpPr>
          <p:nvPr/>
        </p:nvSpPr>
        <p:spPr bwMode="auto">
          <a:xfrm flipH="1">
            <a:off x="5632450" y="3027363"/>
            <a:ext cx="0" cy="293687"/>
          </a:xfrm>
          <a:prstGeom prst="line">
            <a:avLst/>
          </a:prstGeom>
          <a:noFill/>
          <a:ln w="25400">
            <a:solidFill>
              <a:schemeClr val="tx2">
                <a:lumMod val="60000"/>
                <a:lumOff val="40000"/>
              </a:schemeClr>
            </a:solidFill>
            <a:round/>
            <a:headEnd/>
            <a:tailEnd/>
          </a:ln>
        </p:spPr>
        <p:txBody>
          <a:bodyPr/>
          <a:lstStyle/>
          <a:p>
            <a:pPr eaLnBrk="1" hangingPunct="1">
              <a:defRPr/>
            </a:pPr>
            <a:endParaRPr lang="zh-CN" altLang="en-US">
              <a:solidFill>
                <a:prstClr val="black"/>
              </a:solidFill>
              <a:ea typeface="宋体" pitchFamily="2" charset="-122"/>
            </a:endParaRPr>
          </a:p>
        </p:txBody>
      </p:sp>
      <p:sp>
        <p:nvSpPr>
          <p:cNvPr id="111637" name="Rectangle 22"/>
          <p:cNvSpPr>
            <a:spLocks noChangeArrowheads="1"/>
          </p:cNvSpPr>
          <p:nvPr/>
        </p:nvSpPr>
        <p:spPr bwMode="auto">
          <a:xfrm>
            <a:off x="5468938" y="3243263"/>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solidFill>
                  <a:prstClr val="black"/>
                </a:solidFill>
                <a:ea typeface="宋体" panose="02010600030101010101" pitchFamily="2" charset="-122"/>
              </a:rPr>
              <a:t>e</a:t>
            </a:r>
          </a:p>
        </p:txBody>
      </p:sp>
      <p:sp>
        <p:nvSpPr>
          <p:cNvPr id="67" name="Line 12"/>
          <p:cNvSpPr>
            <a:spLocks noChangeShapeType="1"/>
          </p:cNvSpPr>
          <p:nvPr/>
        </p:nvSpPr>
        <p:spPr bwMode="auto">
          <a:xfrm flipH="1">
            <a:off x="5834063" y="3741738"/>
            <a:ext cx="0" cy="29368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a:lstStyle/>
          <a:p>
            <a:endParaRPr lang="zh-CN" altLang="en-US">
              <a:solidFill>
                <a:prstClr val="black"/>
              </a:solidFill>
            </a:endParaRPr>
          </a:p>
        </p:txBody>
      </p:sp>
      <p:sp>
        <p:nvSpPr>
          <p:cNvPr id="68" name="Rectangle 22"/>
          <p:cNvSpPr>
            <a:spLocks noChangeArrowheads="1"/>
          </p:cNvSpPr>
          <p:nvPr/>
        </p:nvSpPr>
        <p:spPr bwMode="auto">
          <a:xfrm>
            <a:off x="5670550" y="3957638"/>
            <a:ext cx="269875" cy="269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just"/>
            <a:r>
              <a:rPr lang="en-US" altLang="zh-CN" sz="2000" i="1">
                <a:solidFill>
                  <a:prstClr val="black"/>
                </a:solidFill>
                <a:ea typeface="宋体" panose="02010600030101010101" pitchFamily="2" charset="-122"/>
              </a:rPr>
              <a:t>e</a:t>
            </a:r>
          </a:p>
        </p:txBody>
      </p:sp>
      <p:grpSp>
        <p:nvGrpSpPr>
          <p:cNvPr id="9" name="Group 99"/>
          <p:cNvGrpSpPr>
            <a:grpSpLocks/>
          </p:cNvGrpSpPr>
          <p:nvPr/>
        </p:nvGrpSpPr>
        <p:grpSpPr bwMode="auto">
          <a:xfrm>
            <a:off x="3905250" y="2991637"/>
            <a:ext cx="954088" cy="636588"/>
            <a:chOff x="948" y="2750"/>
            <a:chExt cx="802" cy="534"/>
          </a:xfrm>
        </p:grpSpPr>
        <p:sp>
          <p:nvSpPr>
            <p:cNvPr id="75" name="Line 140"/>
            <p:cNvSpPr>
              <a:spLocks noChangeShapeType="1"/>
            </p:cNvSpPr>
            <p:nvPr/>
          </p:nvSpPr>
          <p:spPr bwMode="auto">
            <a:xfrm flipV="1">
              <a:off x="975" y="3114"/>
              <a:ext cx="726" cy="0"/>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74" name="Line 139"/>
            <p:cNvSpPr>
              <a:spLocks noChangeShapeType="1"/>
            </p:cNvSpPr>
            <p:nvPr/>
          </p:nvSpPr>
          <p:spPr bwMode="auto">
            <a:xfrm flipV="1">
              <a:off x="975" y="2931"/>
              <a:ext cx="746" cy="1"/>
            </a:xfrm>
            <a:prstGeom prst="line">
              <a:avLst/>
            </a:prstGeom>
            <a:noFill/>
            <a:ln w="25400">
              <a:solidFill>
                <a:schemeClr val="bg1">
                  <a:lumMod val="50000"/>
                </a:schemeClr>
              </a:solidFill>
              <a:prstDash val="lgDash"/>
              <a:round/>
              <a:headEnd/>
              <a:tailEnd/>
            </a:ln>
          </p:spPr>
          <p:txBody>
            <a:bodyPr/>
            <a:lstStyle/>
            <a:p>
              <a:pPr>
                <a:defRPr/>
              </a:pPr>
              <a:endParaRPr lang="zh-CN" altLang="en-US">
                <a:solidFill>
                  <a:prstClr val="black"/>
                </a:solidFill>
              </a:endParaRPr>
            </a:p>
          </p:txBody>
        </p:sp>
        <p:sp>
          <p:nvSpPr>
            <p:cNvPr id="70" name="Rectangle 135"/>
            <p:cNvSpPr>
              <a:spLocks noChangeArrowheads="1"/>
            </p:cNvSpPr>
            <p:nvPr/>
          </p:nvSpPr>
          <p:spPr bwMode="auto">
            <a:xfrm>
              <a:off x="948" y="2765"/>
              <a:ext cx="773" cy="519"/>
            </a:xfrm>
            <a:prstGeom prst="rect">
              <a:avLst/>
            </a:prstGeom>
            <a:noFill/>
            <a:ln w="25400">
              <a:solidFill>
                <a:schemeClr val="tx2">
                  <a:lumMod val="60000"/>
                  <a:lumOff val="40000"/>
                </a:schemeClr>
              </a:solidFill>
              <a:miter lim="800000"/>
              <a:headEnd/>
              <a:tailEnd/>
            </a:ln>
          </p:spPr>
          <p:txBody>
            <a:bodyPr/>
            <a:lstStyle>
              <a:lvl1pPr>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eaLnBrk="1" hangingPunct="1">
                <a:spcBef>
                  <a:spcPct val="0"/>
                </a:spcBef>
                <a:buClrTx/>
                <a:buSzTx/>
                <a:buFontTx/>
                <a:buNone/>
                <a:defRPr/>
              </a:pPr>
              <a:endParaRPr lang="zh-CN" altLang="en-US" sz="1200" b="0">
                <a:solidFill>
                  <a:prstClr val="black"/>
                </a:solidFill>
                <a:latin typeface="Times New Roman" panose="02020603050405020304" pitchFamily="18" charset="0"/>
                <a:cs typeface="Times New Roman" panose="02020603050405020304" pitchFamily="18" charset="0"/>
              </a:endParaRPr>
            </a:p>
          </p:txBody>
        </p:sp>
        <p:sp>
          <p:nvSpPr>
            <p:cNvPr id="111646" name="Rectangle 136"/>
            <p:cNvSpPr>
              <a:spLocks noChangeArrowheads="1"/>
            </p:cNvSpPr>
            <p:nvPr/>
          </p:nvSpPr>
          <p:spPr bwMode="auto">
            <a:xfrm>
              <a:off x="975" y="2750"/>
              <a:ext cx="774" cy="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buFont typeface="Symbol" panose="05050102010706020507" pitchFamily="18" charset="2"/>
                <a:buNone/>
              </a:pPr>
              <a:r>
                <a:rPr lang="en-US" altLang="zh-CN" sz="1200" i="1">
                  <a:solidFill>
                    <a:prstClr val="black"/>
                  </a:solidFill>
                  <a:cs typeface="Times New Roman" panose="02020603050405020304" pitchFamily="18" charset="0"/>
                </a:rPr>
                <a:t>e</a:t>
              </a:r>
              <a:endParaRPr lang="en-US" altLang="zh-CN" sz="1200">
                <a:solidFill>
                  <a:prstClr val="black"/>
                </a:solidFill>
                <a:cs typeface="Times New Roman" panose="02020603050405020304" pitchFamily="18" charset="0"/>
              </a:endParaRPr>
            </a:p>
          </p:txBody>
        </p:sp>
        <p:sp>
          <p:nvSpPr>
            <p:cNvPr id="111647" name="Rectangle 137"/>
            <p:cNvSpPr>
              <a:spLocks noChangeArrowheads="1"/>
            </p:cNvSpPr>
            <p:nvPr/>
          </p:nvSpPr>
          <p:spPr bwMode="auto">
            <a:xfrm>
              <a:off x="975" y="3113"/>
              <a:ext cx="77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endParaRPr lang="en-US" altLang="zh-CN" sz="1200" i="1">
                <a:solidFill>
                  <a:prstClr val="black"/>
                </a:solidFill>
                <a:cs typeface="Times New Roman" panose="02020603050405020304" pitchFamily="18" charset="0"/>
              </a:endParaRPr>
            </a:p>
          </p:txBody>
        </p:sp>
        <p:sp>
          <p:nvSpPr>
            <p:cNvPr id="111648" name="Rectangle 138"/>
            <p:cNvSpPr>
              <a:spLocks noChangeArrowheads="1"/>
            </p:cNvSpPr>
            <p:nvPr/>
          </p:nvSpPr>
          <p:spPr bwMode="auto">
            <a:xfrm>
              <a:off x="975" y="2931"/>
              <a:ext cx="775" cy="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tIns="10800" bIns="1080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rPr>
                <a:t>保存的</a:t>
              </a:r>
              <a:r>
                <a:rPr lang="en-US" altLang="zh-CN" sz="1200" dirty="0">
                  <a:solidFill>
                    <a:prstClr val="black"/>
                  </a:solidFill>
                  <a:ea typeface="楷体" panose="02010609060101010101" pitchFamily="49" charset="-122"/>
                  <a:cs typeface="Times New Roman" panose="02020603050405020304" pitchFamily="18" charset="0"/>
                </a:rPr>
                <a:t>d[2]</a:t>
              </a:r>
              <a:endParaRPr lang="zh-CN" altLang="en-US" sz="1200" dirty="0">
                <a:solidFill>
                  <a:prstClr val="black"/>
                </a:solidFill>
                <a:latin typeface="楷体" panose="02010609060101010101" pitchFamily="49" charset="-122"/>
                <a:ea typeface="楷体" panose="02010609060101010101" pitchFamily="49" charset="-122"/>
                <a:cs typeface="Times New Roman" panose="02020603050405020304" pitchFamily="18" charset="0"/>
              </a:endParaRPr>
            </a:p>
          </p:txBody>
        </p:sp>
      </p:grpSp>
      <p:sp>
        <p:nvSpPr>
          <p:cNvPr id="3" name="任意多边形 2"/>
          <p:cNvSpPr/>
          <p:nvPr/>
        </p:nvSpPr>
        <p:spPr>
          <a:xfrm>
            <a:off x="4824413" y="2082080"/>
            <a:ext cx="439737" cy="1215158"/>
          </a:xfrm>
          <a:custGeom>
            <a:avLst/>
            <a:gdLst>
              <a:gd name="connsiteX0" fmla="*/ 0 w 438897"/>
              <a:gd name="connsiteY0" fmla="*/ 2442758 h 2442758"/>
              <a:gd name="connsiteX1" fmla="*/ 421105 w 438897"/>
              <a:gd name="connsiteY1" fmla="*/ 1347884 h 2442758"/>
              <a:gd name="connsiteX2" fmla="*/ 324853 w 438897"/>
              <a:gd name="connsiteY2" fmla="*/ 192852 h 2442758"/>
              <a:gd name="connsiteX3" fmla="*/ 0 w 438897"/>
              <a:gd name="connsiteY3" fmla="*/ 12379 h 2442758"/>
            </a:gdLst>
            <a:ahLst/>
            <a:cxnLst>
              <a:cxn ang="0">
                <a:pos x="connsiteX0" y="connsiteY0"/>
              </a:cxn>
              <a:cxn ang="0">
                <a:pos x="connsiteX1" y="connsiteY1"/>
              </a:cxn>
              <a:cxn ang="0">
                <a:pos x="connsiteX2" y="connsiteY2"/>
              </a:cxn>
              <a:cxn ang="0">
                <a:pos x="connsiteX3" y="connsiteY3"/>
              </a:cxn>
            </a:cxnLst>
            <a:rect l="l" t="t" r="r" b="b"/>
            <a:pathLst>
              <a:path w="438897" h="2442758">
                <a:moveTo>
                  <a:pt x="0" y="2442758"/>
                </a:moveTo>
                <a:cubicBezTo>
                  <a:pt x="183481" y="2082813"/>
                  <a:pt x="366963" y="1722868"/>
                  <a:pt x="421105" y="1347884"/>
                </a:cubicBezTo>
                <a:cubicBezTo>
                  <a:pt x="475247" y="972900"/>
                  <a:pt x="395037" y="415436"/>
                  <a:pt x="324853" y="192852"/>
                </a:cubicBezTo>
                <a:cubicBezTo>
                  <a:pt x="254669" y="-29732"/>
                  <a:pt x="127334" y="-8677"/>
                  <a:pt x="0" y="12379"/>
                </a:cubicBezTo>
              </a:path>
            </a:pathLst>
          </a:custGeom>
          <a:noFill/>
          <a:ln w="25400">
            <a:solidFill>
              <a:schemeClr val="tx1"/>
            </a:solidFill>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solidFill>
                <a:prstClr val="white"/>
              </a:solidFill>
            </a:endParaRPr>
          </a:p>
        </p:txBody>
      </p:sp>
      <p:sp>
        <p:nvSpPr>
          <p:cNvPr id="63" name="Line 22"/>
          <p:cNvSpPr>
            <a:spLocks noChangeShapeType="1"/>
          </p:cNvSpPr>
          <p:nvPr/>
        </p:nvSpPr>
        <p:spPr bwMode="auto">
          <a:xfrm flipH="1">
            <a:off x="5688013" y="2355850"/>
            <a:ext cx="709612" cy="354013"/>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65" name="Line 22"/>
          <p:cNvSpPr>
            <a:spLocks noChangeShapeType="1"/>
          </p:cNvSpPr>
          <p:nvPr/>
        </p:nvSpPr>
        <p:spPr bwMode="auto">
          <a:xfrm flipH="1">
            <a:off x="5688013" y="2359025"/>
            <a:ext cx="709612" cy="354013"/>
          </a:xfrm>
          <a:prstGeom prst="line">
            <a:avLst/>
          </a:prstGeom>
          <a:noFill/>
          <a:ln w="25400">
            <a:solidFill>
              <a:schemeClr val="tx2">
                <a:lumMod val="60000"/>
                <a:lumOff val="40000"/>
              </a:schemeClr>
            </a:solidFill>
            <a:round/>
            <a:headEnd/>
            <a:tailEnd/>
          </a:ln>
          <a:extLst>
            <a:ext uri="{909E8E84-426E-40DD-AFC4-6F175D3DCCD1}">
              <a14:hiddenFill xmlns:a14="http://schemas.microsoft.com/office/drawing/2010/main">
                <a:noFill/>
              </a14:hiddenFill>
            </a:ext>
          </a:extLst>
        </p:spPr>
        <p:txBody>
          <a:bodyPr lIns="68580" tIns="34290" rIns="68580" bIns="34290"/>
          <a:lstStyle/>
          <a:p>
            <a:pPr>
              <a:defRPr/>
            </a:pPr>
            <a:endParaRPr lang="zh-CN" altLang="en-US">
              <a:solidFill>
                <a:prstClr val="black"/>
              </a:solidFill>
            </a:endParaRPr>
          </a:p>
        </p:txBody>
      </p:sp>
      <p:sp>
        <p:nvSpPr>
          <p:cNvPr id="66" name="Rectangle 7"/>
          <p:cNvSpPr>
            <a:spLocks noChangeArrowheads="1"/>
          </p:cNvSpPr>
          <p:nvPr/>
        </p:nvSpPr>
        <p:spPr bwMode="auto">
          <a:xfrm>
            <a:off x="2769975" y="72092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sp>
        <p:nvSpPr>
          <p:cNvPr id="69" name="Text Box 8"/>
          <p:cNvSpPr txBox="1">
            <a:spLocks noChangeArrowheads="1"/>
          </p:cNvSpPr>
          <p:nvPr/>
        </p:nvSpPr>
        <p:spPr bwMode="auto">
          <a:xfrm>
            <a:off x="2627840" y="313413"/>
            <a:ext cx="11677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spcBef>
                <a:spcPct val="50000"/>
              </a:spcBef>
            </a:pPr>
            <a:r>
              <a:rPr kumimoji="1" lang="en-US" altLang="zh-CN" sz="1800" b="0" dirty="0">
                <a:solidFill>
                  <a:srgbClr val="000000"/>
                </a:solidFill>
                <a:ea typeface="宋体" panose="02010600030101010101" pitchFamily="2" charset="-122"/>
              </a:rPr>
              <a:t>display</a:t>
            </a:r>
            <a:r>
              <a:rPr kumimoji="1" lang="zh-CN" altLang="en-US" sz="1800" b="0" dirty="0">
                <a:solidFill>
                  <a:srgbClr val="000000"/>
                </a:solidFill>
                <a:ea typeface="宋体" panose="02010600030101010101" pitchFamily="2" charset="-122"/>
              </a:rPr>
              <a:t>表</a:t>
            </a:r>
            <a:endParaRPr kumimoji="1" lang="en-US" altLang="zh-CN" sz="1800" b="0" dirty="0">
              <a:solidFill>
                <a:srgbClr val="000000"/>
              </a:solidFill>
              <a:ea typeface="宋体" panose="02010600030101010101" pitchFamily="2" charset="-122"/>
            </a:endParaRPr>
          </a:p>
        </p:txBody>
      </p:sp>
      <p:sp>
        <p:nvSpPr>
          <p:cNvPr id="71" name="Text Box 12"/>
          <p:cNvSpPr txBox="1">
            <a:spLocks noChangeArrowheads="1"/>
          </p:cNvSpPr>
          <p:nvPr/>
        </p:nvSpPr>
        <p:spPr bwMode="auto">
          <a:xfrm>
            <a:off x="2253243" y="67419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d[1]</a:t>
            </a:r>
          </a:p>
        </p:txBody>
      </p:sp>
      <p:cxnSp>
        <p:nvCxnSpPr>
          <p:cNvPr id="72" name="直接箭头连接符 71"/>
          <p:cNvCxnSpPr/>
          <p:nvPr/>
        </p:nvCxnSpPr>
        <p:spPr>
          <a:xfrm>
            <a:off x="3315399" y="876673"/>
            <a:ext cx="52396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3" name="组合 72"/>
          <p:cNvGrpSpPr/>
          <p:nvPr/>
        </p:nvGrpSpPr>
        <p:grpSpPr>
          <a:xfrm>
            <a:off x="2253243" y="950619"/>
            <a:ext cx="1234705" cy="369332"/>
            <a:chOff x="2253243" y="950619"/>
            <a:chExt cx="1234705" cy="369332"/>
          </a:xfrm>
        </p:grpSpPr>
        <p:sp>
          <p:nvSpPr>
            <p:cNvPr id="76"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d[2]</a:t>
              </a:r>
            </a:p>
          </p:txBody>
        </p:sp>
        <p:sp>
          <p:nvSpPr>
            <p:cNvPr id="77"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78" name="组合 77"/>
          <p:cNvGrpSpPr/>
          <p:nvPr/>
        </p:nvGrpSpPr>
        <p:grpSpPr>
          <a:xfrm>
            <a:off x="2250361" y="1226984"/>
            <a:ext cx="1234705" cy="369332"/>
            <a:chOff x="2253243" y="950619"/>
            <a:chExt cx="1234705" cy="369332"/>
          </a:xfrm>
        </p:grpSpPr>
        <p:sp>
          <p:nvSpPr>
            <p:cNvPr id="79" name="Text Box 12"/>
            <p:cNvSpPr txBox="1">
              <a:spLocks noChangeArrowheads="1"/>
            </p:cNvSpPr>
            <p:nvPr/>
          </p:nvSpPr>
          <p:spPr bwMode="auto">
            <a:xfrm>
              <a:off x="2253243" y="950619"/>
              <a:ext cx="9144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1" hangingPunct="1"/>
              <a:r>
                <a:rPr kumimoji="1" lang="en-US" altLang="zh-CN" sz="1800" b="0" dirty="0">
                  <a:solidFill>
                    <a:srgbClr val="000000"/>
                  </a:solidFill>
                  <a:ea typeface="宋体" panose="02010600030101010101" pitchFamily="2" charset="-122"/>
                </a:rPr>
                <a:t>d[3]</a:t>
              </a:r>
            </a:p>
          </p:txBody>
        </p:sp>
        <p:sp>
          <p:nvSpPr>
            <p:cNvPr id="80" name="Rectangle 7"/>
            <p:cNvSpPr>
              <a:spLocks noChangeArrowheads="1"/>
            </p:cNvSpPr>
            <p:nvPr/>
          </p:nvSpPr>
          <p:spPr bwMode="auto">
            <a:xfrm>
              <a:off x="2769975" y="997345"/>
              <a:ext cx="717973" cy="275881"/>
            </a:xfrm>
            <a:prstGeom prst="rect">
              <a:avLst/>
            </a:prstGeom>
            <a:solidFill>
              <a:srgbClr val="00E4A8"/>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fontAlgn="auto" hangingPunct="1">
                <a:spcBef>
                  <a:spcPts val="0"/>
                </a:spcBef>
                <a:spcAft>
                  <a:spcPts val="0"/>
                </a:spcAft>
                <a:defRPr/>
              </a:pPr>
              <a:endParaRPr lang="zh-CN" altLang="en-US" sz="1800" b="0" kern="0">
                <a:solidFill>
                  <a:srgbClr val="000000"/>
                </a:solidFill>
                <a:latin typeface="Tahoma" panose="020B0604030504040204" pitchFamily="34" charset="0"/>
                <a:ea typeface="宋体" panose="02010600030101010101" pitchFamily="2" charset="-122"/>
              </a:endParaRPr>
            </a:p>
          </p:txBody>
        </p:sp>
      </p:grpSp>
      <p:grpSp>
        <p:nvGrpSpPr>
          <p:cNvPr id="84" name="组合 83"/>
          <p:cNvGrpSpPr/>
          <p:nvPr/>
        </p:nvGrpSpPr>
        <p:grpSpPr>
          <a:xfrm>
            <a:off x="3319463" y="1121966"/>
            <a:ext cx="519904" cy="2314321"/>
            <a:chOff x="3319463" y="1121966"/>
            <a:chExt cx="519904" cy="2314321"/>
          </a:xfrm>
        </p:grpSpPr>
        <p:cxnSp>
          <p:nvCxnSpPr>
            <p:cNvPr id="85" name="直接箭头连接符 84"/>
            <p:cNvCxnSpPr/>
            <p:nvPr/>
          </p:nvCxnSpPr>
          <p:spPr>
            <a:xfrm>
              <a:off x="3608785" y="1121966"/>
              <a:ext cx="230582" cy="23143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直接连接符 85"/>
            <p:cNvCxnSpPr/>
            <p:nvPr/>
          </p:nvCxnSpPr>
          <p:spPr>
            <a:xfrm>
              <a:off x="3319463" y="1131590"/>
              <a:ext cx="27801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7" name="Freeform 56"/>
          <p:cNvSpPr>
            <a:spLocks/>
          </p:cNvSpPr>
          <p:nvPr/>
        </p:nvSpPr>
        <p:spPr bwMode="auto">
          <a:xfrm rot="-511685">
            <a:off x="4810801" y="1399303"/>
            <a:ext cx="290707" cy="610954"/>
          </a:xfrm>
          <a:custGeom>
            <a:avLst/>
            <a:gdLst>
              <a:gd name="T0" fmla="*/ 0 w 358"/>
              <a:gd name="T1" fmla="*/ 2147483646 h 930"/>
              <a:gd name="T2" fmla="*/ 2147483646 w 358"/>
              <a:gd name="T3" fmla="*/ 2147483646 h 930"/>
              <a:gd name="T4" fmla="*/ 2147483646 w 358"/>
              <a:gd name="T5" fmla="*/ 2147483646 h 930"/>
              <a:gd name="T6" fmla="*/ 2147483646 w 358"/>
              <a:gd name="T7" fmla="*/ 2147483646 h 930"/>
              <a:gd name="T8" fmla="*/ 2147483646 w 358"/>
              <a:gd name="T9" fmla="*/ 0 h 930"/>
              <a:gd name="T10" fmla="*/ 0 60000 65536"/>
              <a:gd name="T11" fmla="*/ 0 60000 65536"/>
              <a:gd name="T12" fmla="*/ 0 60000 65536"/>
              <a:gd name="T13" fmla="*/ 0 60000 65536"/>
              <a:gd name="T14" fmla="*/ 0 60000 65536"/>
              <a:gd name="T15" fmla="*/ 0 w 358"/>
              <a:gd name="T16" fmla="*/ 0 h 930"/>
              <a:gd name="T17" fmla="*/ 358 w 358"/>
              <a:gd name="T18" fmla="*/ 930 h 930"/>
            </a:gdLst>
            <a:ahLst/>
            <a:cxnLst>
              <a:cxn ang="T10">
                <a:pos x="T0" y="T1"/>
              </a:cxn>
              <a:cxn ang="T11">
                <a:pos x="T2" y="T3"/>
              </a:cxn>
              <a:cxn ang="T12">
                <a:pos x="T4" y="T5"/>
              </a:cxn>
              <a:cxn ang="T13">
                <a:pos x="T6" y="T7"/>
              </a:cxn>
              <a:cxn ang="T14">
                <a:pos x="T8" y="T9"/>
              </a:cxn>
            </a:cxnLst>
            <a:rect l="T15" t="T16" r="T17" b="T18"/>
            <a:pathLst>
              <a:path w="358" h="930">
                <a:moveTo>
                  <a:pt x="0" y="930"/>
                </a:moveTo>
                <a:cubicBezTo>
                  <a:pt x="38" y="910"/>
                  <a:pt x="167" y="873"/>
                  <a:pt x="225" y="810"/>
                </a:cubicBezTo>
                <a:cubicBezTo>
                  <a:pt x="283" y="747"/>
                  <a:pt x="332" y="653"/>
                  <a:pt x="345" y="555"/>
                </a:cubicBezTo>
                <a:cubicBezTo>
                  <a:pt x="358" y="457"/>
                  <a:pt x="337" y="317"/>
                  <a:pt x="300" y="225"/>
                </a:cubicBezTo>
                <a:cubicBezTo>
                  <a:pt x="263" y="133"/>
                  <a:pt x="158" y="47"/>
                  <a:pt x="120" y="0"/>
                </a:cubicBezTo>
              </a:path>
            </a:pathLst>
          </a:custGeom>
          <a:noFill/>
          <a:ln w="25400">
            <a:solidFill>
              <a:schemeClr val="tx1"/>
            </a:solidFill>
            <a:round/>
            <a:headEnd/>
            <a:tailEnd type="triangle" w="med" len="lg"/>
          </a:ln>
          <a:extLst>
            <a:ext uri="{909E8E84-426E-40DD-AFC4-6F175D3DCCD1}">
              <a14:hiddenFill xmlns:a14="http://schemas.microsoft.com/office/drawing/2010/main">
                <a:solidFill>
                  <a:srgbClr val="FFFFFF"/>
                </a:solidFill>
              </a14:hiddenFill>
            </a:ext>
          </a:extLst>
        </p:spPr>
        <p:txBody>
          <a:bodyPr lIns="68580" tIns="34290" rIns="68580" bIns="34290"/>
          <a:lstStyle/>
          <a:p>
            <a:endParaRPr lang="zh-CN" altLang="en-US">
              <a:solidFill>
                <a:prstClr val="black"/>
              </a:solidFill>
            </a:endParaRPr>
          </a:p>
        </p:txBody>
      </p:sp>
      <p:grpSp>
        <p:nvGrpSpPr>
          <p:cNvPr id="81" name="组合 80"/>
          <p:cNvGrpSpPr/>
          <p:nvPr/>
        </p:nvGrpSpPr>
        <p:grpSpPr>
          <a:xfrm>
            <a:off x="3316581" y="1419622"/>
            <a:ext cx="522786" cy="1367885"/>
            <a:chOff x="3319463" y="1121966"/>
            <a:chExt cx="522786" cy="1367885"/>
          </a:xfrm>
        </p:grpSpPr>
        <p:cxnSp>
          <p:nvCxnSpPr>
            <p:cNvPr id="82" name="直接箭头连接符 81"/>
            <p:cNvCxnSpPr/>
            <p:nvPr/>
          </p:nvCxnSpPr>
          <p:spPr>
            <a:xfrm>
              <a:off x="3608785" y="1121966"/>
              <a:ext cx="233464" cy="136788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接连接符 82"/>
            <p:cNvCxnSpPr/>
            <p:nvPr/>
          </p:nvCxnSpPr>
          <p:spPr>
            <a:xfrm>
              <a:off x="3319463" y="1131590"/>
              <a:ext cx="27801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1387505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16" fill="hold" nodeType="withEffect">
                                  <p:stCondLst>
                                    <p:cond delay="0"/>
                                  </p:stCondLst>
                                  <p:childTnLst>
                                    <p:set>
                                      <p:cBhvr>
                                        <p:cTn id="6" dur="1" fill="hold">
                                          <p:stCondLst>
                                            <p:cond delay="0"/>
                                          </p:stCondLst>
                                        </p:cTn>
                                        <p:tgtEl>
                                          <p:spTgt spid="84"/>
                                        </p:tgtEl>
                                        <p:attrNameLst>
                                          <p:attrName>style.visibility</p:attrName>
                                        </p:attrNameLst>
                                      </p:cBhvr>
                                      <p:to>
                                        <p:strVal val="visible"/>
                                      </p:to>
                                    </p:set>
                                    <p:anim calcmode="lin" valueType="num">
                                      <p:cBhvr>
                                        <p:cTn id="7" dur="500" fill="hold"/>
                                        <p:tgtEl>
                                          <p:spTgt spid="84"/>
                                        </p:tgtEl>
                                        <p:attrNameLst>
                                          <p:attrName>ppt_w</p:attrName>
                                        </p:attrNameLst>
                                      </p:cBhvr>
                                      <p:tavLst>
                                        <p:tav tm="0">
                                          <p:val>
                                            <p:fltVal val="0"/>
                                          </p:val>
                                        </p:tav>
                                        <p:tav tm="100000">
                                          <p:val>
                                            <p:strVal val="#ppt_w"/>
                                          </p:val>
                                        </p:tav>
                                      </p:tavLst>
                                    </p:anim>
                                    <p:anim calcmode="lin" valueType="num">
                                      <p:cBhvr>
                                        <p:cTn id="8" dur="500" fill="hold"/>
                                        <p:tgtEl>
                                          <p:spTgt spid="84"/>
                                        </p:tgtEl>
                                        <p:attrNameLst>
                                          <p:attrName>ppt_h</p:attrName>
                                        </p:attrNameLst>
                                      </p:cBhvr>
                                      <p:tavLst>
                                        <p:tav tm="0">
                                          <p:val>
                                            <p:fltVal val="0"/>
                                          </p:val>
                                        </p:tav>
                                        <p:tav tm="100000">
                                          <p:val>
                                            <p:strVal val="#ppt_h"/>
                                          </p:val>
                                        </p:tav>
                                      </p:tavLst>
                                    </p:anim>
                                    <p:animEffect transition="in" filter="fade">
                                      <p:cBhvr>
                                        <p:cTn id="9" dur="5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81D0A52-49F2-4911-AD0D-A992208B1913}"/>
              </a:ext>
            </a:extLst>
          </p:cNvPr>
          <p:cNvSpPr>
            <a:spLocks noGrp="1"/>
          </p:cNvSpPr>
          <p:nvPr>
            <p:ph idx="1"/>
          </p:nvPr>
        </p:nvSpPr>
        <p:spPr/>
        <p:txBody>
          <a:bodyPr/>
          <a:lstStyle/>
          <a:p>
            <a:pPr marL="0" indent="0">
              <a:buNone/>
            </a:pPr>
            <a:r>
              <a:rPr lang="zh-CN" altLang="en-US" sz="1800" b="1" dirty="0"/>
              <a:t>设有如下的 </a:t>
            </a:r>
            <a:r>
              <a:rPr lang="en-US" altLang="zh-CN" sz="1800" b="1" dirty="0"/>
              <a:t>Pascal</a:t>
            </a:r>
            <a:r>
              <a:rPr lang="zh-CN" altLang="en-US" sz="1800" b="1" dirty="0"/>
              <a:t>程序：</a:t>
            </a:r>
          </a:p>
          <a:p>
            <a:pPr marL="0" indent="0">
              <a:buNone/>
            </a:pPr>
            <a:r>
              <a:rPr lang="en-US" altLang="zh-CN" sz="1600" b="1" dirty="0"/>
              <a:t>program main( input, output)</a:t>
            </a:r>
            <a:r>
              <a:rPr lang="zh-CN" altLang="en-US" sz="1600" b="1" dirty="0"/>
              <a:t>；</a:t>
            </a:r>
            <a:endParaRPr lang="en-US" altLang="zh-CN" sz="1600" b="1" dirty="0"/>
          </a:p>
          <a:p>
            <a:pPr marL="0" indent="0">
              <a:buNone/>
            </a:pPr>
            <a:r>
              <a:rPr lang="en-US" altLang="zh-CN" sz="1600" b="1" dirty="0"/>
              <a:t>	var k: integer; </a:t>
            </a:r>
          </a:p>
          <a:p>
            <a:pPr marL="0" indent="0">
              <a:buNone/>
            </a:pPr>
            <a:r>
              <a:rPr lang="en-US" altLang="zh-CN" sz="1600" b="1" dirty="0"/>
              <a:t>	function f(n: integer): integer;</a:t>
            </a:r>
          </a:p>
          <a:p>
            <a:pPr marL="0" indent="0">
              <a:buNone/>
            </a:pPr>
            <a:r>
              <a:rPr lang="en-US" altLang="zh-CN" sz="1600" b="1" dirty="0"/>
              <a:t>		begin if n &lt;=0 then f: =1 else f:=n* f(n-1) end; </a:t>
            </a:r>
          </a:p>
          <a:p>
            <a:pPr marL="0" indent="0">
              <a:buNone/>
            </a:pPr>
            <a:r>
              <a:rPr lang="en-US" altLang="zh-CN" sz="1600" b="1" dirty="0"/>
              <a:t>	begin</a:t>
            </a:r>
          </a:p>
          <a:p>
            <a:pPr marL="0" indent="0">
              <a:buNone/>
            </a:pPr>
            <a:r>
              <a:rPr lang="en-US" altLang="zh-CN" sz="1600" b="1" dirty="0"/>
              <a:t>		k:</a:t>
            </a:r>
            <a:r>
              <a:rPr lang="zh-CN" altLang="en-US" sz="1600" b="1" dirty="0"/>
              <a:t>＝</a:t>
            </a:r>
            <a:r>
              <a:rPr lang="en-US" altLang="zh-CN" sz="1600" b="1" dirty="0"/>
              <a:t>f(10);</a:t>
            </a:r>
          </a:p>
          <a:p>
            <a:pPr marL="0" indent="0">
              <a:buNone/>
            </a:pPr>
            <a:r>
              <a:rPr lang="en-US" altLang="zh-CN" sz="1600" b="1" dirty="0"/>
              <a:t>		</a:t>
            </a:r>
            <a:r>
              <a:rPr lang="en-US" altLang="zh-CN" sz="1600" b="1" dirty="0" err="1"/>
              <a:t>writeln</a:t>
            </a:r>
            <a:r>
              <a:rPr lang="en-US" altLang="zh-CN" sz="1600" b="1" dirty="0"/>
              <a:t>(</a:t>
            </a:r>
            <a:r>
              <a:rPr lang="en-US" altLang="zh-CN" sz="1600" b="1"/>
              <a:t>k);</a:t>
            </a:r>
            <a:endParaRPr lang="en-US" altLang="zh-CN" sz="1600" b="1" dirty="0"/>
          </a:p>
          <a:p>
            <a:pPr marL="0" indent="0">
              <a:buNone/>
            </a:pPr>
            <a:r>
              <a:rPr lang="en-US" altLang="zh-CN" sz="1600" b="1" dirty="0"/>
              <a:t>	end</a:t>
            </a:r>
          </a:p>
          <a:p>
            <a:pPr marL="0" indent="0">
              <a:buNone/>
            </a:pPr>
            <a:r>
              <a:rPr lang="en-US" altLang="zh-CN" sz="1600" b="1" dirty="0"/>
              <a:t>(1)</a:t>
            </a:r>
            <a:r>
              <a:rPr lang="zh-CN" altLang="en-US" sz="1600" b="1" dirty="0"/>
              <a:t>若采用访问链存取非局部名字，当第</a:t>
            </a:r>
            <a:r>
              <a:rPr lang="en-US" altLang="zh-CN" sz="1600" b="1" dirty="0"/>
              <a:t>3</a:t>
            </a:r>
            <a:r>
              <a:rPr lang="zh-CN" altLang="en-US" sz="1600" b="1" dirty="0"/>
              <a:t>次</a:t>
            </a:r>
            <a:r>
              <a:rPr lang="en-US" altLang="zh-CN" sz="1600" b="1" dirty="0"/>
              <a:t>(</a:t>
            </a:r>
            <a:r>
              <a:rPr lang="zh-CN" altLang="en-US" sz="1600" b="1" dirty="0"/>
              <a:t>递归地</a:t>
            </a:r>
            <a:r>
              <a:rPr lang="en-US" altLang="zh-CN" sz="1600" b="1" dirty="0"/>
              <a:t>)</a:t>
            </a:r>
            <a:r>
              <a:rPr lang="zh-CN" altLang="en-US" sz="1600" b="1" dirty="0"/>
              <a:t>进入后，试绘制运行栈中的活动记录示意图</a:t>
            </a:r>
            <a:r>
              <a:rPr lang="en-US" altLang="zh-CN" sz="1600" b="1" dirty="0"/>
              <a:t>(</a:t>
            </a:r>
            <a:r>
              <a:rPr lang="zh-CN" altLang="en-US" sz="1600" b="1" dirty="0"/>
              <a:t>至少标示活动名称，画出访问链和控制链及其指向的活动记录</a:t>
            </a:r>
            <a:r>
              <a:rPr lang="en-US" altLang="zh-CN" sz="1600" b="1" dirty="0"/>
              <a:t>)</a:t>
            </a:r>
            <a:r>
              <a:rPr lang="zh-CN" altLang="en-US" sz="1600" b="1" dirty="0"/>
              <a:t>。</a:t>
            </a:r>
          </a:p>
          <a:p>
            <a:pPr marL="0" indent="0">
              <a:buNone/>
            </a:pPr>
            <a:r>
              <a:rPr lang="en-US" altLang="zh-CN" sz="1600" b="1" dirty="0"/>
              <a:t>(2) </a:t>
            </a:r>
            <a:r>
              <a:rPr lang="zh-CN" altLang="en-US" sz="1600" b="1" dirty="0"/>
              <a:t>若采用 </a:t>
            </a:r>
            <a:r>
              <a:rPr lang="en-US" altLang="zh-CN" sz="1600" b="1" dirty="0"/>
              <a:t>display</a:t>
            </a:r>
            <a:r>
              <a:rPr lang="zh-CN" altLang="en-US" sz="1600" b="1" dirty="0"/>
              <a:t>表方式实现非局部数据的访问，参考教材图</a:t>
            </a:r>
            <a:r>
              <a:rPr lang="en-US" altLang="zh-CN" sz="1600" b="1" dirty="0"/>
              <a:t>7-14</a:t>
            </a:r>
            <a:r>
              <a:rPr lang="zh-CN" altLang="en-US" sz="1600" b="1" dirty="0"/>
              <a:t>重做</a:t>
            </a:r>
            <a:r>
              <a:rPr lang="en-US" altLang="zh-CN" sz="1600" b="1" dirty="0"/>
              <a:t>(1)</a:t>
            </a:r>
            <a:r>
              <a:rPr lang="zh-CN" altLang="en-US" sz="1600" b="1" dirty="0"/>
              <a:t>。</a:t>
            </a:r>
          </a:p>
          <a:p>
            <a:endParaRPr lang="zh-CN" altLang="en-US" sz="1600" b="1" dirty="0"/>
          </a:p>
        </p:txBody>
      </p:sp>
      <p:sp>
        <p:nvSpPr>
          <p:cNvPr id="4" name="标题 3">
            <a:extLst>
              <a:ext uri="{FF2B5EF4-FFF2-40B4-BE49-F238E27FC236}">
                <a16:creationId xmlns:a16="http://schemas.microsoft.com/office/drawing/2014/main" id="{6FA806E6-7153-4407-BE54-25FF932A3B3C}"/>
              </a:ext>
            </a:extLst>
          </p:cNvPr>
          <p:cNvSpPr>
            <a:spLocks noGrp="1"/>
          </p:cNvSpPr>
          <p:nvPr>
            <p:ph type="title"/>
          </p:nvPr>
        </p:nvSpPr>
        <p:spPr/>
        <p:txBody>
          <a:bodyPr/>
          <a:lstStyle/>
          <a:p>
            <a:r>
              <a:rPr lang="zh-CN" altLang="en-US" dirty="0"/>
              <a:t>练习</a:t>
            </a:r>
          </a:p>
        </p:txBody>
      </p:sp>
    </p:spTree>
    <p:extLst>
      <p:ext uri="{BB962C8B-B14F-4D97-AF65-F5344CB8AC3E}">
        <p14:creationId xmlns:p14="http://schemas.microsoft.com/office/powerpoint/2010/main" val="367501111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0" y="0"/>
            <a:ext cx="9144000" cy="15001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2870" tIns="51435" rIns="102870" bIns="51435" anchor="ctr"/>
          <a:lstStyle/>
          <a:p>
            <a:pPr algn="ctr" fontAlgn="auto">
              <a:spcBef>
                <a:spcPts val="0"/>
              </a:spcBef>
              <a:spcAft>
                <a:spcPts val="0"/>
              </a:spcAft>
              <a:defRPr/>
            </a:pPr>
            <a:endParaRPr lang="zh-CN" altLang="en-US" sz="1600" b="0" dirty="0">
              <a:solidFill>
                <a:prstClr val="black">
                  <a:lumMod val="85000"/>
                  <a:lumOff val="15000"/>
                </a:prstClr>
              </a:solidFill>
            </a:endParaRPr>
          </a:p>
        </p:txBody>
      </p:sp>
      <p:sp>
        <p:nvSpPr>
          <p:cNvPr id="119811" name="矩形 7"/>
          <p:cNvSpPr>
            <a:spLocks noChangeArrowheads="1"/>
          </p:cNvSpPr>
          <p:nvPr/>
        </p:nvSpPr>
        <p:spPr bwMode="auto">
          <a:xfrm>
            <a:off x="4500563" y="1357313"/>
            <a:ext cx="4357687" cy="3146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7.1 </a:t>
            </a:r>
            <a:r>
              <a:rPr lang="zh-CN" altLang="en-US" sz="2500" b="0" dirty="0">
                <a:solidFill>
                  <a:srgbClr val="7F7F7F"/>
                </a:solidFill>
                <a:latin typeface="微软雅黑" panose="020B0503020204020204" pitchFamily="34" charset="-122"/>
                <a:ea typeface="微软雅黑" panose="020B0503020204020204" pitchFamily="34" charset="-122"/>
              </a:rPr>
              <a:t>存储组织</a:t>
            </a:r>
          </a:p>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7.2 </a:t>
            </a:r>
            <a:r>
              <a:rPr lang="zh-CN" altLang="en-US" sz="2500" b="0" dirty="0">
                <a:solidFill>
                  <a:srgbClr val="7F7F7F"/>
                </a:solidFill>
                <a:latin typeface="微软雅黑" panose="020B0503020204020204" pitchFamily="34" charset="-122"/>
                <a:ea typeface="微软雅黑" panose="020B0503020204020204" pitchFamily="34" charset="-122"/>
              </a:rPr>
              <a:t>静态存储分配</a:t>
            </a:r>
          </a:p>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7.3 </a:t>
            </a:r>
            <a:r>
              <a:rPr lang="zh-CN" altLang="en-US" sz="2500" b="0" dirty="0">
                <a:solidFill>
                  <a:srgbClr val="7F7F7F"/>
                </a:solidFill>
                <a:latin typeface="微软雅黑" panose="020B0503020204020204" pitchFamily="34" charset="-122"/>
                <a:ea typeface="微软雅黑" panose="020B0503020204020204" pitchFamily="34" charset="-122"/>
              </a:rPr>
              <a:t>栈式存储分配</a:t>
            </a:r>
          </a:p>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7.4 </a:t>
            </a:r>
            <a:r>
              <a:rPr lang="zh-CN" altLang="en-US" sz="2500" b="0" dirty="0">
                <a:solidFill>
                  <a:srgbClr val="7F7F7F"/>
                </a:solidFill>
                <a:latin typeface="微软雅黑" panose="020B0503020204020204" pitchFamily="34" charset="-122"/>
                <a:ea typeface="微软雅黑" panose="020B0503020204020204" pitchFamily="34" charset="-122"/>
              </a:rPr>
              <a:t>非局部数据的访问</a:t>
            </a:r>
          </a:p>
          <a:p>
            <a:pPr>
              <a:lnSpc>
                <a:spcPts val="4000"/>
              </a:lnSpc>
            </a:pPr>
            <a:r>
              <a:rPr lang="en-US" altLang="zh-CN" sz="2500" b="0" dirty="0">
                <a:solidFill>
                  <a:srgbClr val="2D83F4"/>
                </a:solidFill>
                <a:latin typeface="微软雅黑" panose="020B0503020204020204" pitchFamily="34" charset="-122"/>
                <a:ea typeface="微软雅黑" panose="020B0503020204020204" pitchFamily="34" charset="-122"/>
              </a:rPr>
              <a:t>7.5 </a:t>
            </a:r>
            <a:r>
              <a:rPr lang="zh-CN" altLang="en-US" sz="2500" b="0" dirty="0">
                <a:solidFill>
                  <a:srgbClr val="2D83F4"/>
                </a:solidFill>
                <a:latin typeface="微软雅黑" panose="020B0503020204020204" pitchFamily="34" charset="-122"/>
                <a:ea typeface="微软雅黑" panose="020B0503020204020204" pitchFamily="34" charset="-122"/>
              </a:rPr>
              <a:t>参数传递</a:t>
            </a:r>
            <a:endParaRPr lang="en-US" altLang="zh-CN" sz="2500" b="0" dirty="0">
              <a:solidFill>
                <a:srgbClr val="2D83F4"/>
              </a:solidFill>
              <a:latin typeface="微软雅黑" panose="020B0503020204020204" pitchFamily="34" charset="-122"/>
              <a:ea typeface="微软雅黑" panose="020B0503020204020204" pitchFamily="34" charset="-122"/>
            </a:endParaRPr>
          </a:p>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7.6 </a:t>
            </a:r>
            <a:r>
              <a:rPr lang="zh-CN" altLang="en-US" sz="2500" b="0" dirty="0">
                <a:solidFill>
                  <a:srgbClr val="7F7F7F"/>
                </a:solidFill>
                <a:latin typeface="微软雅黑" panose="020B0503020204020204" pitchFamily="34" charset="-122"/>
                <a:ea typeface="微软雅黑" panose="020B0503020204020204" pitchFamily="34" charset="-122"/>
              </a:rPr>
              <a:t>符号表</a:t>
            </a:r>
          </a:p>
        </p:txBody>
      </p:sp>
      <p:pic>
        <p:nvPicPr>
          <p:cNvPr id="119812" name="Picture 7" descr="E:\工大编译\ppt\制作\0330e9c554c768200000158fc50d53d.jpg"/>
          <p:cNvPicPr>
            <a:picLocks noChangeAspect="1" noChangeArrowheads="1"/>
          </p:cNvPicPr>
          <p:nvPr/>
        </p:nvPicPr>
        <p:blipFill>
          <a:blip r:embed="rId3">
            <a:extLst>
              <a:ext uri="{28A0092B-C50C-407E-A947-70E740481C1C}">
                <a14:useLocalDpi xmlns:a14="http://schemas.microsoft.com/office/drawing/2010/main" val="0"/>
              </a:ext>
            </a:extLst>
          </a:blip>
          <a:srcRect l="15538" r="21837"/>
          <a:stretch>
            <a:fillRect/>
          </a:stretch>
        </p:blipFill>
        <p:spPr bwMode="auto">
          <a:xfrm>
            <a:off x="-6350" y="0"/>
            <a:ext cx="4295775"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矩形 15"/>
          <p:cNvSpPr/>
          <p:nvPr/>
        </p:nvSpPr>
        <p:spPr>
          <a:xfrm>
            <a:off x="4143375" y="357188"/>
            <a:ext cx="1928813" cy="785812"/>
          </a:xfrm>
          <a:prstGeom prst="rect">
            <a:avLst/>
          </a:prstGeom>
          <a:solidFill>
            <a:schemeClr val="accent2">
              <a:lumMod val="60000"/>
              <a:lumOff val="4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102870" tIns="51435" rIns="102870" bIns="51435" anchor="ctr"/>
          <a:lstStyle/>
          <a:p>
            <a:pPr algn="ctr" fontAlgn="auto">
              <a:spcBef>
                <a:spcPts val="0"/>
              </a:spcBef>
              <a:spcAft>
                <a:spcPts val="0"/>
              </a:spcAft>
              <a:defRPr/>
            </a:pPr>
            <a:r>
              <a:rPr lang="zh-CN" altLang="en-US" sz="4000" spc="600" dirty="0">
                <a:solidFill>
                  <a:prstClr val="white"/>
                </a:solidFill>
                <a:latin typeface="微软雅黑" pitchFamily="34" charset="-122"/>
                <a:ea typeface="微软雅黑" pitchFamily="34" charset="-122"/>
              </a:rPr>
              <a:t>提纲</a:t>
            </a:r>
            <a:endParaRPr lang="zh-CN" altLang="en-US" sz="1600" b="0" dirty="0">
              <a:solidFill>
                <a:prstClr val="black">
                  <a:lumMod val="85000"/>
                  <a:lumOff val="15000"/>
                </a:prstClr>
              </a:solidFill>
            </a:endParaRPr>
          </a:p>
        </p:txBody>
      </p:sp>
    </p:spTree>
    <p:extLst>
      <p:ext uri="{BB962C8B-B14F-4D97-AF65-F5344CB8AC3E}">
        <p14:creationId xmlns:p14="http://schemas.microsoft.com/office/powerpoint/2010/main" val="309842529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en-US" altLang="zh-CN"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7.5 </a:t>
            </a:r>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参数传递（自学）</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a:lnSpc>
                <a:spcPts val="3000"/>
              </a:lnSpc>
              <a:buClrTx/>
              <a:buFont typeface="Wingdings" pitchFamily="2" charset="2"/>
              <a:buChar char="Ø"/>
              <a:defRPr/>
            </a:pPr>
            <a:r>
              <a:rPr lang="zh-CN" altLang="en-US" b="1" dirty="0">
                <a:solidFill>
                  <a:schemeClr val="tx1"/>
                </a:solidFill>
                <a:cs typeface="Times New Roman" pitchFamily="18" charset="0"/>
              </a:rPr>
              <a:t>形式参数（</a:t>
            </a:r>
            <a:r>
              <a:rPr lang="en-US" altLang="zh-CN" b="1" dirty="0">
                <a:solidFill>
                  <a:schemeClr val="tx1"/>
                </a:solidFill>
                <a:cs typeface="Times New Roman" pitchFamily="18" charset="0"/>
              </a:rPr>
              <a:t>formal parameter</a:t>
            </a:r>
            <a:r>
              <a:rPr lang="zh-CN" altLang="en-US" b="1" dirty="0">
                <a:solidFill>
                  <a:schemeClr val="tx1"/>
                </a:solidFill>
                <a:cs typeface="Times New Roman" pitchFamily="18" charset="0"/>
              </a:rPr>
              <a:t>）</a:t>
            </a:r>
            <a:endParaRPr lang="en-US" altLang="zh-CN" b="1" dirty="0">
              <a:solidFill>
                <a:schemeClr val="tx1"/>
              </a:solidFill>
              <a:cs typeface="Times New Roman" pitchFamily="18" charset="0"/>
            </a:endParaRPr>
          </a:p>
          <a:p>
            <a:pPr lvl="1">
              <a:lnSpc>
                <a:spcPts val="3000"/>
              </a:lnSpc>
              <a:buClrTx/>
              <a:buFont typeface="Wingdings" pitchFamily="2" charset="2"/>
              <a:buChar char="Ø"/>
              <a:defRPr/>
            </a:pPr>
            <a:r>
              <a:rPr lang="zh-CN" altLang="en-US" sz="2000" b="1" dirty="0">
                <a:solidFill>
                  <a:schemeClr val="tx1"/>
                </a:solidFill>
                <a:cs typeface="Times New Roman" pitchFamily="18" charset="0"/>
              </a:rPr>
              <a:t>在过程</a:t>
            </a:r>
            <a:r>
              <a:rPr lang="zh-CN" altLang="en-US" sz="2000" b="1" dirty="0">
                <a:solidFill>
                  <a:schemeClr val="tx2">
                    <a:lumMod val="60000"/>
                    <a:lumOff val="40000"/>
                  </a:schemeClr>
                </a:solidFill>
                <a:cs typeface="Times New Roman" pitchFamily="18" charset="0"/>
              </a:rPr>
              <a:t>定义</a:t>
            </a:r>
            <a:r>
              <a:rPr lang="zh-CN" altLang="en-US" sz="2000" b="1" dirty="0">
                <a:solidFill>
                  <a:schemeClr val="tx1"/>
                </a:solidFill>
                <a:cs typeface="Times New Roman" pitchFamily="18" charset="0"/>
              </a:rPr>
              <a:t>中使用的参数</a:t>
            </a:r>
            <a:endParaRPr lang="en-US" altLang="zh-CN" sz="2000" b="1" dirty="0">
              <a:solidFill>
                <a:schemeClr val="tx1"/>
              </a:solidFill>
              <a:cs typeface="Times New Roman" pitchFamily="18" charset="0"/>
            </a:endParaRPr>
          </a:p>
          <a:p>
            <a:pPr>
              <a:lnSpc>
                <a:spcPts val="3000"/>
              </a:lnSpc>
              <a:buClrTx/>
              <a:buFont typeface="Wingdings" pitchFamily="2" charset="2"/>
              <a:buChar char="Ø"/>
              <a:defRPr/>
            </a:pPr>
            <a:r>
              <a:rPr lang="zh-CN" altLang="en-US" b="1" dirty="0">
                <a:solidFill>
                  <a:schemeClr val="tx1"/>
                </a:solidFill>
                <a:cs typeface="Times New Roman" pitchFamily="18" charset="0"/>
              </a:rPr>
              <a:t>实际参数（</a:t>
            </a:r>
            <a:r>
              <a:rPr lang="en-US" altLang="zh-CN" b="1" dirty="0">
                <a:solidFill>
                  <a:schemeClr val="tx1"/>
                </a:solidFill>
                <a:cs typeface="Times New Roman" pitchFamily="18" charset="0"/>
              </a:rPr>
              <a:t>actual parameter</a:t>
            </a:r>
            <a:r>
              <a:rPr lang="zh-CN" altLang="en-US" b="1" dirty="0">
                <a:solidFill>
                  <a:schemeClr val="tx1"/>
                </a:solidFill>
                <a:cs typeface="Times New Roman" pitchFamily="18" charset="0"/>
              </a:rPr>
              <a:t>）</a:t>
            </a:r>
            <a:endParaRPr lang="en-US" altLang="zh-CN" b="1" dirty="0">
              <a:solidFill>
                <a:schemeClr val="tx1"/>
              </a:solidFill>
              <a:cs typeface="Times New Roman" pitchFamily="18" charset="0"/>
            </a:endParaRPr>
          </a:p>
          <a:p>
            <a:pPr lvl="1">
              <a:lnSpc>
                <a:spcPts val="3000"/>
              </a:lnSpc>
              <a:buClrTx/>
              <a:buFont typeface="Wingdings" pitchFamily="2" charset="2"/>
              <a:buChar char="Ø"/>
              <a:defRPr/>
            </a:pPr>
            <a:r>
              <a:rPr lang="zh-CN" altLang="en-US" sz="2000" b="1" dirty="0">
                <a:solidFill>
                  <a:schemeClr val="tx1"/>
                </a:solidFill>
                <a:cs typeface="Times New Roman" pitchFamily="18" charset="0"/>
              </a:rPr>
              <a:t>在</a:t>
            </a:r>
            <a:r>
              <a:rPr lang="zh-CN" altLang="en-US" sz="2000" b="1" dirty="0">
                <a:solidFill>
                  <a:schemeClr val="tx2">
                    <a:lumMod val="60000"/>
                    <a:lumOff val="40000"/>
                  </a:schemeClr>
                </a:solidFill>
                <a:cs typeface="Times New Roman" pitchFamily="18" charset="0"/>
              </a:rPr>
              <a:t>调用</a:t>
            </a:r>
            <a:r>
              <a:rPr lang="zh-CN" altLang="en-US" sz="2000" b="1" dirty="0">
                <a:solidFill>
                  <a:schemeClr val="tx1"/>
                </a:solidFill>
                <a:cs typeface="Times New Roman" pitchFamily="18" charset="0"/>
              </a:rPr>
              <a:t>过程时使用的参数</a:t>
            </a:r>
            <a:endParaRPr lang="en-US" altLang="zh-CN" sz="2000" b="1" dirty="0">
              <a:solidFill>
                <a:schemeClr val="tx1"/>
              </a:solidFill>
              <a:cs typeface="Times New Roman" pitchFamily="18" charset="0"/>
            </a:endParaRPr>
          </a:p>
          <a:p>
            <a:pPr>
              <a:lnSpc>
                <a:spcPts val="3000"/>
              </a:lnSpc>
              <a:buClrTx/>
              <a:buFont typeface="Wingdings" pitchFamily="2" charset="2"/>
              <a:buChar char="Ø"/>
              <a:defRPr/>
            </a:pPr>
            <a:r>
              <a:rPr lang="zh-CN" altLang="en-US" b="1" dirty="0">
                <a:solidFill>
                  <a:schemeClr val="tx1"/>
                </a:solidFill>
                <a:cs typeface="Times New Roman" pitchFamily="18" charset="0"/>
              </a:rPr>
              <a:t>形参和实参相关联的几种方法</a:t>
            </a:r>
            <a:endParaRPr lang="en-US" altLang="zh-CN" b="1" dirty="0">
              <a:solidFill>
                <a:schemeClr val="tx1"/>
              </a:solidFill>
              <a:cs typeface="Times New Roman" pitchFamily="18" charset="0"/>
            </a:endParaRPr>
          </a:p>
          <a:p>
            <a:pPr lvl="1">
              <a:lnSpc>
                <a:spcPts val="3000"/>
              </a:lnSpc>
              <a:buClrTx/>
              <a:buFont typeface="Wingdings" pitchFamily="2" charset="2"/>
              <a:buChar char="Ø"/>
              <a:defRPr/>
            </a:pPr>
            <a:r>
              <a:rPr lang="zh-CN" altLang="en-US" sz="2000" b="1" dirty="0">
                <a:solidFill>
                  <a:schemeClr val="tx1"/>
                </a:solidFill>
                <a:cs typeface="Times New Roman" pitchFamily="18" charset="0"/>
              </a:rPr>
              <a:t>传值（</a:t>
            </a:r>
            <a:r>
              <a:rPr lang="en-US" altLang="zh-CN" sz="2000" b="1" dirty="0">
                <a:solidFill>
                  <a:schemeClr val="tx1"/>
                </a:solidFill>
                <a:cs typeface="Times New Roman" pitchFamily="18" charset="0"/>
              </a:rPr>
              <a:t>Call- by-Value</a:t>
            </a:r>
            <a:r>
              <a:rPr lang="zh-CN" altLang="en-US" sz="2000" b="1" dirty="0">
                <a:solidFill>
                  <a:schemeClr val="tx1"/>
                </a:solidFill>
                <a:cs typeface="Times New Roman" pitchFamily="18" charset="0"/>
              </a:rPr>
              <a:t>）</a:t>
            </a:r>
          </a:p>
          <a:p>
            <a:pPr lvl="1">
              <a:lnSpc>
                <a:spcPts val="3000"/>
              </a:lnSpc>
              <a:buClrTx/>
              <a:buFont typeface="Wingdings" pitchFamily="2" charset="2"/>
              <a:buChar char="Ø"/>
              <a:defRPr/>
            </a:pPr>
            <a:r>
              <a:rPr lang="zh-CN" altLang="en-US" sz="2000" b="1" dirty="0">
                <a:solidFill>
                  <a:schemeClr val="tx1"/>
                </a:solidFill>
                <a:cs typeface="Times New Roman" pitchFamily="18" charset="0"/>
              </a:rPr>
              <a:t>传地址（</a:t>
            </a:r>
            <a:r>
              <a:rPr lang="en-US" altLang="zh-CN" sz="2000" b="1" dirty="0">
                <a:solidFill>
                  <a:schemeClr val="tx1"/>
                </a:solidFill>
                <a:cs typeface="Times New Roman" pitchFamily="18" charset="0"/>
              </a:rPr>
              <a:t>Call- by-Reference</a:t>
            </a:r>
            <a:r>
              <a:rPr lang="zh-CN" altLang="en-US" sz="2000" b="1" dirty="0">
                <a:solidFill>
                  <a:schemeClr val="tx1"/>
                </a:solidFill>
                <a:cs typeface="Times New Roman" pitchFamily="18" charset="0"/>
              </a:rPr>
              <a:t>）</a:t>
            </a:r>
          </a:p>
          <a:p>
            <a:pPr lvl="1">
              <a:lnSpc>
                <a:spcPts val="3000"/>
              </a:lnSpc>
              <a:buClrTx/>
              <a:buFont typeface="Wingdings" pitchFamily="2" charset="2"/>
              <a:buChar char="Ø"/>
              <a:defRPr/>
            </a:pPr>
            <a:r>
              <a:rPr lang="zh-CN" altLang="en-US" sz="2000" b="1" dirty="0">
                <a:solidFill>
                  <a:schemeClr val="tx1"/>
                </a:solidFill>
                <a:cs typeface="Times New Roman" pitchFamily="18" charset="0"/>
              </a:rPr>
              <a:t>传值结果（</a:t>
            </a:r>
            <a:r>
              <a:rPr lang="en-US" altLang="zh-CN" sz="2000" b="1" dirty="0">
                <a:solidFill>
                  <a:schemeClr val="tx1"/>
                </a:solidFill>
                <a:cs typeface="Times New Roman" pitchFamily="18" charset="0"/>
              </a:rPr>
              <a:t>Call- by-Value-Result</a:t>
            </a:r>
            <a:r>
              <a:rPr lang="zh-CN" altLang="en-US" sz="2000" b="1" dirty="0">
                <a:solidFill>
                  <a:schemeClr val="tx1"/>
                </a:solidFill>
                <a:cs typeface="Times New Roman" pitchFamily="18" charset="0"/>
              </a:rPr>
              <a:t>）</a:t>
            </a:r>
          </a:p>
          <a:p>
            <a:pPr lvl="1">
              <a:lnSpc>
                <a:spcPts val="3000"/>
              </a:lnSpc>
              <a:buClrTx/>
              <a:buFont typeface="Wingdings" pitchFamily="2" charset="2"/>
              <a:buChar char="Ø"/>
              <a:defRPr/>
            </a:pPr>
            <a:r>
              <a:rPr lang="zh-CN" altLang="en-US" sz="2000" b="1" dirty="0">
                <a:solidFill>
                  <a:schemeClr val="tx1"/>
                </a:solidFill>
                <a:cs typeface="Times New Roman" pitchFamily="18" charset="0"/>
              </a:rPr>
              <a:t>传名（</a:t>
            </a:r>
            <a:r>
              <a:rPr lang="en-US" altLang="zh-CN" sz="2000" b="1" dirty="0">
                <a:solidFill>
                  <a:schemeClr val="tx1"/>
                </a:solidFill>
                <a:cs typeface="Times New Roman" pitchFamily="18" charset="0"/>
              </a:rPr>
              <a:t>Call- by-Name</a:t>
            </a:r>
            <a:r>
              <a:rPr lang="zh-CN" altLang="en-US" sz="2000" b="1" dirty="0">
                <a:solidFill>
                  <a:schemeClr val="tx1"/>
                </a:solidFill>
                <a:cs typeface="Times New Roman" pitchFamily="18" charset="0"/>
              </a:rPr>
              <a:t>）</a:t>
            </a:r>
          </a:p>
          <a:p>
            <a:pPr>
              <a:lnSpc>
                <a:spcPts val="3800"/>
              </a:lnSpc>
              <a:buClrTx/>
              <a:buFont typeface="Wingdings" pitchFamily="2" charset="2"/>
              <a:buChar char="Ø"/>
              <a:defRPr/>
            </a:pPr>
            <a:endParaRPr lang="zh-CN" altLang="en-US" sz="2800" b="1" dirty="0">
              <a:solidFill>
                <a:schemeClr val="tx1"/>
              </a:solidFill>
              <a:cs typeface="Times New Roman" pitchFamily="18" charset="0"/>
            </a:endParaRPr>
          </a:p>
        </p:txBody>
      </p:sp>
    </p:spTree>
    <p:extLst>
      <p:ext uri="{BB962C8B-B14F-4D97-AF65-F5344CB8AC3E}">
        <p14:creationId xmlns:p14="http://schemas.microsoft.com/office/powerpoint/2010/main" val="1330693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anim calcmode="lin" valueType="num">
                                      <p:cBhvr>
                                        <p:cTn id="7" dur="500" fill="hold"/>
                                        <p:tgtEl>
                                          <p:spTgt spid="5">
                                            <p:txEl>
                                              <p:pRg st="4" end="4"/>
                                            </p:txEl>
                                          </p:spTgt>
                                        </p:tgtEl>
                                        <p:attrNameLst>
                                          <p:attrName>ppt_w</p:attrName>
                                        </p:attrNameLst>
                                      </p:cBhvr>
                                      <p:tavLst>
                                        <p:tav tm="0">
                                          <p:val>
                                            <p:fltVal val="0"/>
                                          </p:val>
                                        </p:tav>
                                        <p:tav tm="100000">
                                          <p:val>
                                            <p:strVal val="#ppt_w"/>
                                          </p:val>
                                        </p:tav>
                                      </p:tavLst>
                                    </p:anim>
                                    <p:anim calcmode="lin" valueType="num">
                                      <p:cBhvr>
                                        <p:cTn id="8" dur="500" fill="hold"/>
                                        <p:tgtEl>
                                          <p:spTgt spid="5">
                                            <p:txEl>
                                              <p:pRg st="4" end="4"/>
                                            </p:txEl>
                                          </p:spTgt>
                                        </p:tgtEl>
                                        <p:attrNameLst>
                                          <p:attrName>ppt_h</p:attrName>
                                        </p:attrNameLst>
                                      </p:cBhvr>
                                      <p:tavLst>
                                        <p:tav tm="0">
                                          <p:val>
                                            <p:fltVal val="0"/>
                                          </p:val>
                                        </p:tav>
                                        <p:tav tm="100000">
                                          <p:val>
                                            <p:strVal val="#ppt_h"/>
                                          </p:val>
                                        </p:tav>
                                      </p:tavLst>
                                    </p:anim>
                                    <p:animEffect transition="in" filter="fade">
                                      <p:cBhvr>
                                        <p:cTn id="9" dur="500"/>
                                        <p:tgtEl>
                                          <p:spTgt spid="5">
                                            <p:txEl>
                                              <p:pRg st="4" end="4"/>
                                            </p:txEl>
                                          </p:spTgt>
                                        </p:tgtEl>
                                      </p:cBhvr>
                                    </p:animEffect>
                                  </p:childTnLst>
                                </p:cTn>
                              </p:par>
                              <p:par>
                                <p:cTn id="10" presetID="53" presetClass="entr" presetSubtype="16" fill="hold" nodeType="withEffect">
                                  <p:stCondLst>
                                    <p:cond delay="0"/>
                                  </p:stCondLst>
                                  <p:childTnLst>
                                    <p:set>
                                      <p:cBhvr>
                                        <p:cTn id="11" dur="1" fill="hold">
                                          <p:stCondLst>
                                            <p:cond delay="0"/>
                                          </p:stCondLst>
                                        </p:cTn>
                                        <p:tgtEl>
                                          <p:spTgt spid="5">
                                            <p:txEl>
                                              <p:pRg st="5" end="5"/>
                                            </p:txEl>
                                          </p:spTgt>
                                        </p:tgtEl>
                                        <p:attrNameLst>
                                          <p:attrName>style.visibility</p:attrName>
                                        </p:attrNameLst>
                                      </p:cBhvr>
                                      <p:to>
                                        <p:strVal val="visible"/>
                                      </p:to>
                                    </p:set>
                                    <p:anim calcmode="lin" valueType="num">
                                      <p:cBhvr>
                                        <p:cTn id="12" dur="500" fill="hold"/>
                                        <p:tgtEl>
                                          <p:spTgt spid="5">
                                            <p:txEl>
                                              <p:pRg st="5" end="5"/>
                                            </p:txEl>
                                          </p:spTgt>
                                        </p:tgtEl>
                                        <p:attrNameLst>
                                          <p:attrName>ppt_w</p:attrName>
                                        </p:attrNameLst>
                                      </p:cBhvr>
                                      <p:tavLst>
                                        <p:tav tm="0">
                                          <p:val>
                                            <p:fltVal val="0"/>
                                          </p:val>
                                        </p:tav>
                                        <p:tav tm="100000">
                                          <p:val>
                                            <p:strVal val="#ppt_w"/>
                                          </p:val>
                                        </p:tav>
                                      </p:tavLst>
                                    </p:anim>
                                    <p:anim calcmode="lin" valueType="num">
                                      <p:cBhvr>
                                        <p:cTn id="13" dur="500" fill="hold"/>
                                        <p:tgtEl>
                                          <p:spTgt spid="5">
                                            <p:txEl>
                                              <p:pRg st="5" end="5"/>
                                            </p:txEl>
                                          </p:spTgt>
                                        </p:tgtEl>
                                        <p:attrNameLst>
                                          <p:attrName>ppt_h</p:attrName>
                                        </p:attrNameLst>
                                      </p:cBhvr>
                                      <p:tavLst>
                                        <p:tav tm="0">
                                          <p:val>
                                            <p:fltVal val="0"/>
                                          </p:val>
                                        </p:tav>
                                        <p:tav tm="100000">
                                          <p:val>
                                            <p:strVal val="#ppt_h"/>
                                          </p:val>
                                        </p:tav>
                                      </p:tavLst>
                                    </p:anim>
                                    <p:animEffect transition="in" filter="fade">
                                      <p:cBhvr>
                                        <p:cTn id="14" dur="500"/>
                                        <p:tgtEl>
                                          <p:spTgt spid="5">
                                            <p:txEl>
                                              <p:pRg st="5" end="5"/>
                                            </p:txEl>
                                          </p:spTgt>
                                        </p:tgtEl>
                                      </p:cBhvr>
                                    </p:animEffect>
                                  </p:childTnLst>
                                </p:cTn>
                              </p:par>
                              <p:par>
                                <p:cTn id="15" presetID="53" presetClass="entr" presetSubtype="16" fill="hold" nodeType="withEffect">
                                  <p:stCondLst>
                                    <p:cond delay="0"/>
                                  </p:stCondLst>
                                  <p:childTnLst>
                                    <p:set>
                                      <p:cBhvr>
                                        <p:cTn id="16" dur="1" fill="hold">
                                          <p:stCondLst>
                                            <p:cond delay="0"/>
                                          </p:stCondLst>
                                        </p:cTn>
                                        <p:tgtEl>
                                          <p:spTgt spid="5">
                                            <p:txEl>
                                              <p:pRg st="6" end="6"/>
                                            </p:txEl>
                                          </p:spTgt>
                                        </p:tgtEl>
                                        <p:attrNameLst>
                                          <p:attrName>style.visibility</p:attrName>
                                        </p:attrNameLst>
                                      </p:cBhvr>
                                      <p:to>
                                        <p:strVal val="visible"/>
                                      </p:to>
                                    </p:set>
                                    <p:anim calcmode="lin" valueType="num">
                                      <p:cBhvr>
                                        <p:cTn id="17" dur="500" fill="hold"/>
                                        <p:tgtEl>
                                          <p:spTgt spid="5">
                                            <p:txEl>
                                              <p:pRg st="6" end="6"/>
                                            </p:txEl>
                                          </p:spTgt>
                                        </p:tgtEl>
                                        <p:attrNameLst>
                                          <p:attrName>ppt_w</p:attrName>
                                        </p:attrNameLst>
                                      </p:cBhvr>
                                      <p:tavLst>
                                        <p:tav tm="0">
                                          <p:val>
                                            <p:fltVal val="0"/>
                                          </p:val>
                                        </p:tav>
                                        <p:tav tm="100000">
                                          <p:val>
                                            <p:strVal val="#ppt_w"/>
                                          </p:val>
                                        </p:tav>
                                      </p:tavLst>
                                    </p:anim>
                                    <p:anim calcmode="lin" valueType="num">
                                      <p:cBhvr>
                                        <p:cTn id="18" dur="500" fill="hold"/>
                                        <p:tgtEl>
                                          <p:spTgt spid="5">
                                            <p:txEl>
                                              <p:pRg st="6" end="6"/>
                                            </p:txEl>
                                          </p:spTgt>
                                        </p:tgtEl>
                                        <p:attrNameLst>
                                          <p:attrName>ppt_h</p:attrName>
                                        </p:attrNameLst>
                                      </p:cBhvr>
                                      <p:tavLst>
                                        <p:tav tm="0">
                                          <p:val>
                                            <p:fltVal val="0"/>
                                          </p:val>
                                        </p:tav>
                                        <p:tav tm="100000">
                                          <p:val>
                                            <p:strVal val="#ppt_h"/>
                                          </p:val>
                                        </p:tav>
                                      </p:tavLst>
                                    </p:anim>
                                    <p:animEffect transition="in" filter="fade">
                                      <p:cBhvr>
                                        <p:cTn id="19" dur="500"/>
                                        <p:tgtEl>
                                          <p:spTgt spid="5">
                                            <p:txEl>
                                              <p:pRg st="6" end="6"/>
                                            </p:txEl>
                                          </p:spTgt>
                                        </p:tgtEl>
                                      </p:cBhvr>
                                    </p:animEffect>
                                  </p:childTnLst>
                                </p:cTn>
                              </p:par>
                              <p:par>
                                <p:cTn id="20" presetID="53" presetClass="entr" presetSubtype="16" fill="hold" nodeType="withEffect">
                                  <p:stCondLst>
                                    <p:cond delay="0"/>
                                  </p:stCondLst>
                                  <p:childTnLst>
                                    <p:set>
                                      <p:cBhvr>
                                        <p:cTn id="21" dur="1" fill="hold">
                                          <p:stCondLst>
                                            <p:cond delay="0"/>
                                          </p:stCondLst>
                                        </p:cTn>
                                        <p:tgtEl>
                                          <p:spTgt spid="5">
                                            <p:txEl>
                                              <p:pRg st="7" end="7"/>
                                            </p:txEl>
                                          </p:spTgt>
                                        </p:tgtEl>
                                        <p:attrNameLst>
                                          <p:attrName>style.visibility</p:attrName>
                                        </p:attrNameLst>
                                      </p:cBhvr>
                                      <p:to>
                                        <p:strVal val="visible"/>
                                      </p:to>
                                    </p:set>
                                    <p:anim calcmode="lin" valueType="num">
                                      <p:cBhvr>
                                        <p:cTn id="22" dur="500" fill="hold"/>
                                        <p:tgtEl>
                                          <p:spTgt spid="5">
                                            <p:txEl>
                                              <p:pRg st="7" end="7"/>
                                            </p:txEl>
                                          </p:spTgt>
                                        </p:tgtEl>
                                        <p:attrNameLst>
                                          <p:attrName>ppt_w</p:attrName>
                                        </p:attrNameLst>
                                      </p:cBhvr>
                                      <p:tavLst>
                                        <p:tav tm="0">
                                          <p:val>
                                            <p:fltVal val="0"/>
                                          </p:val>
                                        </p:tav>
                                        <p:tav tm="100000">
                                          <p:val>
                                            <p:strVal val="#ppt_w"/>
                                          </p:val>
                                        </p:tav>
                                      </p:tavLst>
                                    </p:anim>
                                    <p:anim calcmode="lin" valueType="num">
                                      <p:cBhvr>
                                        <p:cTn id="23" dur="500" fill="hold"/>
                                        <p:tgtEl>
                                          <p:spTgt spid="5">
                                            <p:txEl>
                                              <p:pRg st="7" end="7"/>
                                            </p:txEl>
                                          </p:spTgt>
                                        </p:tgtEl>
                                        <p:attrNameLst>
                                          <p:attrName>ppt_h</p:attrName>
                                        </p:attrNameLst>
                                      </p:cBhvr>
                                      <p:tavLst>
                                        <p:tav tm="0">
                                          <p:val>
                                            <p:fltVal val="0"/>
                                          </p:val>
                                        </p:tav>
                                        <p:tav tm="100000">
                                          <p:val>
                                            <p:strVal val="#ppt_h"/>
                                          </p:val>
                                        </p:tav>
                                      </p:tavLst>
                                    </p:anim>
                                    <p:animEffect transition="in" filter="fade">
                                      <p:cBhvr>
                                        <p:cTn id="24" dur="500"/>
                                        <p:tgtEl>
                                          <p:spTgt spid="5">
                                            <p:txEl>
                                              <p:pRg st="7" end="7"/>
                                            </p:txEl>
                                          </p:spTgt>
                                        </p:tgtEl>
                                      </p:cBhvr>
                                    </p:animEffect>
                                  </p:childTnLst>
                                </p:cTn>
                              </p:par>
                              <p:par>
                                <p:cTn id="25" presetID="53" presetClass="entr" presetSubtype="16" fill="hold"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anim calcmode="lin" valueType="num">
                                      <p:cBhvr>
                                        <p:cTn id="27" dur="500" fill="hold"/>
                                        <p:tgtEl>
                                          <p:spTgt spid="5">
                                            <p:txEl>
                                              <p:pRg st="8" end="8"/>
                                            </p:txEl>
                                          </p:spTgt>
                                        </p:tgtEl>
                                        <p:attrNameLst>
                                          <p:attrName>ppt_w</p:attrName>
                                        </p:attrNameLst>
                                      </p:cBhvr>
                                      <p:tavLst>
                                        <p:tav tm="0">
                                          <p:val>
                                            <p:fltVal val="0"/>
                                          </p:val>
                                        </p:tav>
                                        <p:tav tm="100000">
                                          <p:val>
                                            <p:strVal val="#ppt_w"/>
                                          </p:val>
                                        </p:tav>
                                      </p:tavLst>
                                    </p:anim>
                                    <p:anim calcmode="lin" valueType="num">
                                      <p:cBhvr>
                                        <p:cTn id="28" dur="500" fill="hold"/>
                                        <p:tgtEl>
                                          <p:spTgt spid="5">
                                            <p:txEl>
                                              <p:pRg st="8" end="8"/>
                                            </p:txEl>
                                          </p:spTgt>
                                        </p:tgtEl>
                                        <p:attrNameLst>
                                          <p:attrName>ppt_h</p:attrName>
                                        </p:attrNameLst>
                                      </p:cBhvr>
                                      <p:tavLst>
                                        <p:tav tm="0">
                                          <p:val>
                                            <p:fltVal val="0"/>
                                          </p:val>
                                        </p:tav>
                                        <p:tav tm="100000">
                                          <p:val>
                                            <p:strVal val="#ppt_h"/>
                                          </p:val>
                                        </p:tav>
                                      </p:tavLst>
                                    </p:anim>
                                    <p:animEffect transition="in" filter="fade">
                                      <p:cBhvr>
                                        <p:cTn id="29" dur="500"/>
                                        <p:tgtEl>
                                          <p:spTgt spid="5">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en-US" altLang="zh-CN"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7.5.1 </a:t>
            </a:r>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传值</a:t>
            </a:r>
            <a:r>
              <a:rPr lang="zh-CN" altLang="en-US" sz="3000" dirty="0">
                <a:solidFill>
                  <a:schemeClr val="tx1"/>
                </a:solidFill>
                <a:ea typeface="微软雅黑" panose="020B0503020204020204" pitchFamily="34" charset="-122"/>
                <a:cs typeface="Times New Roman" panose="02020603050405020304" pitchFamily="18" charset="0"/>
              </a:rPr>
              <a:t>（</a:t>
            </a:r>
            <a:r>
              <a:rPr lang="en-US" altLang="zh-CN" sz="3000" dirty="0">
                <a:solidFill>
                  <a:schemeClr val="tx1"/>
                </a:solidFill>
                <a:ea typeface="微软雅黑" panose="020B0503020204020204" pitchFamily="34" charset="-122"/>
                <a:cs typeface="Times New Roman" panose="02020603050405020304" pitchFamily="18" charset="0"/>
              </a:rPr>
              <a:t>Call- by-Value</a:t>
            </a:r>
            <a:r>
              <a:rPr lang="zh-CN" altLang="en-US" sz="3000" dirty="0">
                <a:solidFill>
                  <a:schemeClr val="tx1"/>
                </a:solidFill>
                <a:ea typeface="微软雅黑" panose="020B0503020204020204" pitchFamily="34" charset="-122"/>
                <a:cs typeface="Times New Roman" panose="02020603050405020304" pitchFamily="18" charset="0"/>
              </a:rPr>
              <a:t>）</a:t>
            </a:r>
          </a:p>
        </p:txBody>
      </p:sp>
      <p:sp>
        <p:nvSpPr>
          <p:cNvPr id="5" name="Rectangle 3"/>
          <p:cNvSpPr>
            <a:spLocks noGrp="1" noChangeArrowheads="1"/>
          </p:cNvSpPr>
          <p:nvPr>
            <p:ph idx="1"/>
          </p:nvPr>
        </p:nvSpPr>
        <p:spPr>
          <a:xfrm>
            <a:off x="428625" y="785813"/>
            <a:ext cx="8258175" cy="3730153"/>
          </a:xfrm>
        </p:spPr>
        <p:txBody>
          <a:bodyPr/>
          <a:lstStyle/>
          <a:p>
            <a:pPr>
              <a:lnSpc>
                <a:spcPts val="3000"/>
              </a:lnSpc>
              <a:buClrTx/>
              <a:buFont typeface="Wingdings" pitchFamily="2" charset="2"/>
              <a:buChar char="Ø"/>
              <a:defRPr/>
            </a:pPr>
            <a:r>
              <a:rPr lang="zh-CN" altLang="en-US" b="1" dirty="0">
                <a:solidFill>
                  <a:schemeClr val="tx1"/>
                </a:solidFill>
                <a:cs typeface="Times New Roman" pitchFamily="18" charset="0"/>
              </a:rPr>
              <a:t>把实参的</a:t>
            </a:r>
            <a:r>
              <a:rPr lang="zh-CN" altLang="en-US" b="1" dirty="0">
                <a:solidFill>
                  <a:srgbClr val="FF0000"/>
                </a:solidFill>
                <a:cs typeface="Times New Roman" pitchFamily="18" charset="0"/>
              </a:rPr>
              <a:t>值</a:t>
            </a:r>
            <a:r>
              <a:rPr lang="zh-CN" altLang="en-US" b="1" dirty="0">
                <a:solidFill>
                  <a:schemeClr val="tx1"/>
                </a:solidFill>
                <a:cs typeface="Times New Roman" pitchFamily="18" charset="0"/>
              </a:rPr>
              <a:t>传递给相应的形参</a:t>
            </a:r>
            <a:endParaRPr lang="en-US" altLang="zh-CN" b="1" dirty="0">
              <a:solidFill>
                <a:schemeClr val="tx1"/>
              </a:solidFill>
              <a:cs typeface="Times New Roman" pitchFamily="18" charset="0"/>
            </a:endParaRPr>
          </a:p>
          <a:p>
            <a:pPr>
              <a:lnSpc>
                <a:spcPts val="3000"/>
              </a:lnSpc>
              <a:buClrTx/>
              <a:buFont typeface="Wingdings" pitchFamily="2" charset="2"/>
              <a:buChar char="Ø"/>
              <a:defRPr/>
            </a:pPr>
            <a:r>
              <a:rPr lang="zh-CN" altLang="en-US" b="1" dirty="0">
                <a:solidFill>
                  <a:schemeClr val="tx1"/>
                </a:solidFill>
                <a:cs typeface="Times New Roman" pitchFamily="18" charset="0"/>
              </a:rPr>
              <a:t>实现方法</a:t>
            </a:r>
            <a:endParaRPr lang="en-US" altLang="zh-CN" b="1" dirty="0">
              <a:solidFill>
                <a:schemeClr val="tx1"/>
              </a:solidFill>
              <a:cs typeface="Times New Roman" pitchFamily="18" charset="0"/>
            </a:endParaRPr>
          </a:p>
          <a:p>
            <a:pPr lvl="1">
              <a:lnSpc>
                <a:spcPts val="3000"/>
              </a:lnSpc>
              <a:buClr>
                <a:schemeClr val="tx1"/>
              </a:buClr>
              <a:buFont typeface="Wingdings" pitchFamily="2" charset="2"/>
              <a:buChar char="Ø"/>
              <a:defRPr/>
            </a:pPr>
            <a:r>
              <a:rPr lang="zh-CN" altLang="en-US" b="1" dirty="0">
                <a:solidFill>
                  <a:schemeClr val="tx2">
                    <a:lumMod val="60000"/>
                    <a:lumOff val="40000"/>
                  </a:schemeClr>
                </a:solidFill>
                <a:cs typeface="Times New Roman" pitchFamily="18" charset="0"/>
              </a:rPr>
              <a:t>调用过程</a:t>
            </a:r>
            <a:r>
              <a:rPr lang="zh-CN" altLang="en-US" b="1" dirty="0">
                <a:solidFill>
                  <a:schemeClr val="tx1"/>
                </a:solidFill>
                <a:cs typeface="Times New Roman" pitchFamily="18" charset="0"/>
              </a:rPr>
              <a:t>把</a:t>
            </a:r>
            <a:r>
              <a:rPr lang="zh-CN" altLang="en-US" b="1" dirty="0">
                <a:solidFill>
                  <a:schemeClr val="tx2">
                    <a:lumMod val="60000"/>
                    <a:lumOff val="40000"/>
                  </a:schemeClr>
                </a:solidFill>
                <a:cs typeface="Times New Roman" pitchFamily="18" charset="0"/>
              </a:rPr>
              <a:t>实参</a:t>
            </a:r>
            <a:r>
              <a:rPr lang="zh-CN" altLang="en-US" b="1" dirty="0">
                <a:solidFill>
                  <a:schemeClr val="tx1"/>
                </a:solidFill>
                <a:cs typeface="Times New Roman" pitchFamily="18" charset="0"/>
              </a:rPr>
              <a:t>的</a:t>
            </a:r>
            <a:r>
              <a:rPr lang="zh-CN" altLang="en-US" b="1" dirty="0">
                <a:solidFill>
                  <a:srgbClr val="FF0000"/>
                </a:solidFill>
                <a:cs typeface="Times New Roman" pitchFamily="18" charset="0"/>
              </a:rPr>
              <a:t>值</a:t>
            </a:r>
            <a:r>
              <a:rPr lang="zh-CN" altLang="en-US" b="1" dirty="0">
                <a:solidFill>
                  <a:schemeClr val="tx1"/>
                </a:solidFill>
                <a:cs typeface="Times New Roman" pitchFamily="18" charset="0"/>
              </a:rPr>
              <a:t>计算出来，并传递到</a:t>
            </a:r>
            <a:r>
              <a:rPr lang="zh-CN" altLang="en-US" b="1" dirty="0">
                <a:solidFill>
                  <a:schemeClr val="tx2">
                    <a:lumMod val="60000"/>
                    <a:lumOff val="40000"/>
                  </a:schemeClr>
                </a:solidFill>
                <a:cs typeface="Times New Roman" pitchFamily="18" charset="0"/>
              </a:rPr>
              <a:t>被调用过程</a:t>
            </a:r>
            <a:r>
              <a:rPr lang="zh-CN" altLang="en-US" b="1" dirty="0">
                <a:solidFill>
                  <a:schemeClr val="tx1"/>
                </a:solidFill>
                <a:cs typeface="Times New Roman" pitchFamily="18" charset="0"/>
              </a:rPr>
              <a:t>相应的</a:t>
            </a:r>
            <a:r>
              <a:rPr lang="zh-CN" altLang="en-US" b="1" dirty="0">
                <a:solidFill>
                  <a:schemeClr val="tx2">
                    <a:lumMod val="60000"/>
                    <a:lumOff val="40000"/>
                  </a:schemeClr>
                </a:solidFill>
                <a:cs typeface="Times New Roman" pitchFamily="18" charset="0"/>
              </a:rPr>
              <a:t>形式单元</a:t>
            </a:r>
            <a:r>
              <a:rPr lang="zh-CN" altLang="en-US" b="1" dirty="0">
                <a:solidFill>
                  <a:schemeClr val="tx1"/>
                </a:solidFill>
                <a:cs typeface="Times New Roman" pitchFamily="18" charset="0"/>
              </a:rPr>
              <a:t>中</a:t>
            </a:r>
          </a:p>
          <a:p>
            <a:pPr lvl="1">
              <a:lnSpc>
                <a:spcPts val="3000"/>
              </a:lnSpc>
              <a:buClr>
                <a:schemeClr val="tx1"/>
              </a:buClr>
              <a:buFont typeface="Wingdings" pitchFamily="2" charset="2"/>
              <a:buChar char="Ø"/>
              <a:defRPr/>
            </a:pPr>
            <a:r>
              <a:rPr lang="zh-CN" altLang="en-US" b="1" dirty="0">
                <a:solidFill>
                  <a:schemeClr val="tx2">
                    <a:lumMod val="60000"/>
                    <a:lumOff val="40000"/>
                  </a:schemeClr>
                </a:solidFill>
                <a:cs typeface="Times New Roman" pitchFamily="18" charset="0"/>
              </a:rPr>
              <a:t>被调用过程</a:t>
            </a:r>
            <a:r>
              <a:rPr lang="zh-CN" altLang="en-US" b="1" dirty="0">
                <a:solidFill>
                  <a:schemeClr val="tx1"/>
                </a:solidFill>
                <a:cs typeface="Times New Roman" pitchFamily="18" charset="0"/>
              </a:rPr>
              <a:t>中，像引用</a:t>
            </a:r>
            <a:r>
              <a:rPr lang="zh-CN" altLang="en-US" b="1" dirty="0">
                <a:solidFill>
                  <a:schemeClr val="tx2">
                    <a:lumMod val="60000"/>
                    <a:lumOff val="40000"/>
                  </a:schemeClr>
                </a:solidFill>
                <a:cs typeface="Times New Roman" pitchFamily="18" charset="0"/>
              </a:rPr>
              <a:t>局部数据</a:t>
            </a:r>
            <a:r>
              <a:rPr lang="zh-CN" altLang="en-US" b="1" dirty="0">
                <a:solidFill>
                  <a:schemeClr val="tx1"/>
                </a:solidFill>
                <a:cs typeface="Times New Roman" pitchFamily="18" charset="0"/>
              </a:rPr>
              <a:t>一样引用</a:t>
            </a:r>
            <a:r>
              <a:rPr lang="zh-CN" altLang="en-US" b="1" dirty="0">
                <a:solidFill>
                  <a:schemeClr val="tx2">
                    <a:lumMod val="60000"/>
                    <a:lumOff val="40000"/>
                  </a:schemeClr>
                </a:solidFill>
                <a:cs typeface="Times New Roman" pitchFamily="18" charset="0"/>
              </a:rPr>
              <a:t>形式参数</a:t>
            </a:r>
            <a:r>
              <a:rPr lang="zh-CN" altLang="en-US" b="1" dirty="0">
                <a:solidFill>
                  <a:schemeClr val="tx1"/>
                </a:solidFill>
                <a:cs typeface="Times New Roman" pitchFamily="18" charset="0"/>
              </a:rPr>
              <a:t>，</a:t>
            </a:r>
            <a:r>
              <a:rPr lang="zh-CN" altLang="en-US" b="1" dirty="0">
                <a:solidFill>
                  <a:schemeClr val="tx2">
                    <a:lumMod val="60000"/>
                    <a:lumOff val="40000"/>
                  </a:schemeClr>
                </a:solidFill>
                <a:cs typeface="Times New Roman" pitchFamily="18" charset="0"/>
              </a:rPr>
              <a:t>直接</a:t>
            </a:r>
            <a:r>
              <a:rPr lang="zh-CN" altLang="en-US" b="1" dirty="0">
                <a:solidFill>
                  <a:schemeClr val="tx1"/>
                </a:solidFill>
                <a:cs typeface="Times New Roman" pitchFamily="18" charset="0"/>
              </a:rPr>
              <a:t>访问对应的</a:t>
            </a:r>
            <a:r>
              <a:rPr lang="zh-CN" altLang="en-US" b="1" dirty="0">
                <a:solidFill>
                  <a:srgbClr val="FF0000"/>
                </a:solidFill>
                <a:cs typeface="Times New Roman" pitchFamily="18" charset="0"/>
              </a:rPr>
              <a:t>形式单元</a:t>
            </a:r>
          </a:p>
          <a:p>
            <a:pPr>
              <a:lnSpc>
                <a:spcPts val="3000"/>
              </a:lnSpc>
              <a:buClrTx/>
              <a:buFont typeface="Wingdings" pitchFamily="2" charset="2"/>
              <a:buChar char="Ø"/>
              <a:defRPr/>
            </a:pPr>
            <a:r>
              <a:rPr lang="zh-CN" altLang="en-US" b="1" dirty="0">
                <a:solidFill>
                  <a:schemeClr val="tx1"/>
                </a:solidFill>
                <a:cs typeface="Times New Roman" pitchFamily="18" charset="0"/>
              </a:rPr>
              <a:t>例：</a:t>
            </a:r>
            <a:r>
              <a:rPr lang="en-US" altLang="zh-CN" b="1" dirty="0">
                <a:solidFill>
                  <a:schemeClr val="tx1"/>
                </a:solidFill>
                <a:cs typeface="Times New Roman" pitchFamily="18" charset="0"/>
              </a:rPr>
              <a:t>Pascal</a:t>
            </a:r>
            <a:r>
              <a:rPr lang="zh-CN" altLang="en-US" b="1" dirty="0">
                <a:solidFill>
                  <a:schemeClr val="tx1"/>
                </a:solidFill>
                <a:cs typeface="Times New Roman" pitchFamily="18" charset="0"/>
              </a:rPr>
              <a:t>的</a:t>
            </a:r>
            <a:r>
              <a:rPr lang="zh-CN" altLang="en-US" b="1" dirty="0">
                <a:solidFill>
                  <a:schemeClr val="tx2">
                    <a:lumMod val="60000"/>
                    <a:lumOff val="40000"/>
                  </a:schemeClr>
                </a:solidFill>
                <a:cs typeface="Times New Roman" pitchFamily="18" charset="0"/>
              </a:rPr>
              <a:t>值</a:t>
            </a:r>
            <a:r>
              <a:rPr lang="zh-CN" altLang="en-US" b="1" dirty="0">
                <a:solidFill>
                  <a:schemeClr val="tx1"/>
                </a:solidFill>
                <a:cs typeface="Times New Roman" pitchFamily="18" charset="0"/>
              </a:rPr>
              <a:t>参数、</a:t>
            </a:r>
            <a:r>
              <a:rPr lang="en-US" altLang="zh-CN" b="1" dirty="0">
                <a:solidFill>
                  <a:schemeClr val="tx1"/>
                </a:solidFill>
                <a:cs typeface="Times New Roman" pitchFamily="18" charset="0"/>
              </a:rPr>
              <a:t>C/C++</a:t>
            </a:r>
            <a:r>
              <a:rPr lang="zh-CN" altLang="en-US" b="1" dirty="0">
                <a:solidFill>
                  <a:schemeClr val="tx1"/>
                </a:solidFill>
                <a:cs typeface="Times New Roman" pitchFamily="18" charset="0"/>
              </a:rPr>
              <a:t>的缺省参数传递</a:t>
            </a:r>
          </a:p>
        </p:txBody>
      </p:sp>
    </p:spTree>
    <p:extLst>
      <p:ext uri="{BB962C8B-B14F-4D97-AF65-F5344CB8AC3E}">
        <p14:creationId xmlns:p14="http://schemas.microsoft.com/office/powerpoint/2010/main" val="312815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 calcmode="lin" valueType="num">
                                      <p:cBhvr>
                                        <p:cTn id="7" dur="500" fill="hold"/>
                                        <p:tgtEl>
                                          <p:spTgt spid="5">
                                            <p:txEl>
                                              <p:pRg st="1" end="1"/>
                                            </p:txEl>
                                          </p:spTgt>
                                        </p:tgtEl>
                                        <p:attrNameLst>
                                          <p:attrName>ppt_w</p:attrName>
                                        </p:attrNameLst>
                                      </p:cBhvr>
                                      <p:tavLst>
                                        <p:tav tm="0">
                                          <p:val>
                                            <p:fltVal val="0"/>
                                          </p:val>
                                        </p:tav>
                                        <p:tav tm="100000">
                                          <p:val>
                                            <p:strVal val="#ppt_w"/>
                                          </p:val>
                                        </p:tav>
                                      </p:tavLst>
                                    </p:anim>
                                    <p:anim calcmode="lin" valueType="num">
                                      <p:cBhvr>
                                        <p:cTn id="8" dur="500" fill="hold"/>
                                        <p:tgtEl>
                                          <p:spTgt spid="5">
                                            <p:txEl>
                                              <p:pRg st="1" end="1"/>
                                            </p:txEl>
                                          </p:spTgt>
                                        </p:tgtEl>
                                        <p:attrNameLst>
                                          <p:attrName>ppt_h</p:attrName>
                                        </p:attrNameLst>
                                      </p:cBhvr>
                                      <p:tavLst>
                                        <p:tav tm="0">
                                          <p:val>
                                            <p:fltVal val="0"/>
                                          </p:val>
                                        </p:tav>
                                        <p:tav tm="100000">
                                          <p:val>
                                            <p:strVal val="#ppt_h"/>
                                          </p:val>
                                        </p:tav>
                                      </p:tavLst>
                                    </p:anim>
                                    <p:animEffect transition="in" filter="fade">
                                      <p:cBhvr>
                                        <p:cTn id="9" dur="500"/>
                                        <p:tgtEl>
                                          <p:spTgt spid="5">
                                            <p:txEl>
                                              <p:pRg st="1" end="1"/>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5">
                                            <p:txEl>
                                              <p:pRg st="4" end="4"/>
                                            </p:txEl>
                                          </p:spTgt>
                                        </p:tgtEl>
                                        <p:attrNameLst>
                                          <p:attrName>style.visibility</p:attrName>
                                        </p:attrNameLst>
                                      </p:cBhvr>
                                      <p:to>
                                        <p:strVal val="visible"/>
                                      </p:to>
                                    </p:set>
                                    <p:anim calcmode="lin" valueType="num">
                                      <p:cBhvr>
                                        <p:cTn id="14" dur="500" fill="hold"/>
                                        <p:tgtEl>
                                          <p:spTgt spid="5">
                                            <p:txEl>
                                              <p:pRg st="4" end="4"/>
                                            </p:txEl>
                                          </p:spTgt>
                                        </p:tgtEl>
                                        <p:attrNameLst>
                                          <p:attrName>ppt_w</p:attrName>
                                        </p:attrNameLst>
                                      </p:cBhvr>
                                      <p:tavLst>
                                        <p:tav tm="0">
                                          <p:val>
                                            <p:fltVal val="0"/>
                                          </p:val>
                                        </p:tav>
                                        <p:tav tm="100000">
                                          <p:val>
                                            <p:strVal val="#ppt_w"/>
                                          </p:val>
                                        </p:tav>
                                      </p:tavLst>
                                    </p:anim>
                                    <p:anim calcmode="lin" valueType="num">
                                      <p:cBhvr>
                                        <p:cTn id="15" dur="500" fill="hold"/>
                                        <p:tgtEl>
                                          <p:spTgt spid="5">
                                            <p:txEl>
                                              <p:pRg st="4" end="4"/>
                                            </p:txEl>
                                          </p:spTgt>
                                        </p:tgtEl>
                                        <p:attrNameLst>
                                          <p:attrName>ppt_h</p:attrName>
                                        </p:attrNameLst>
                                      </p:cBhvr>
                                      <p:tavLst>
                                        <p:tav tm="0">
                                          <p:val>
                                            <p:fltVal val="0"/>
                                          </p:val>
                                        </p:tav>
                                        <p:tav tm="100000">
                                          <p:val>
                                            <p:strVal val="#ppt_h"/>
                                          </p:val>
                                        </p:tav>
                                      </p:tavLst>
                                    </p:anim>
                                    <p:animEffect transition="in" filter="fade">
                                      <p:cBhvr>
                                        <p:cTn id="16" dur="500"/>
                                        <p:tgtEl>
                                          <p:spTgt spid="5">
                                            <p:txEl>
                                              <p:pRg st="4" end="4"/>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nodeType="clickEffect">
                                  <p:stCondLst>
                                    <p:cond delay="0"/>
                                  </p:stCondLst>
                                  <p:childTnLst>
                                    <p:set>
                                      <p:cBhvr>
                                        <p:cTn id="20" dur="1" fill="hold">
                                          <p:stCondLst>
                                            <p:cond delay="0"/>
                                          </p:stCondLst>
                                        </p:cTn>
                                        <p:tgtEl>
                                          <p:spTgt spid="5">
                                            <p:txEl>
                                              <p:pRg st="2" end="2"/>
                                            </p:txEl>
                                          </p:spTgt>
                                        </p:tgtEl>
                                        <p:attrNameLst>
                                          <p:attrName>style.visibility</p:attrName>
                                        </p:attrNameLst>
                                      </p:cBhvr>
                                      <p:to>
                                        <p:strVal val="visible"/>
                                      </p:to>
                                    </p:set>
                                    <p:anim calcmode="lin" valueType="num">
                                      <p:cBhvr>
                                        <p:cTn id="21" dur="500" fill="hold"/>
                                        <p:tgtEl>
                                          <p:spTgt spid="5">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5">
                                            <p:txEl>
                                              <p:pRg st="2" end="2"/>
                                            </p:txEl>
                                          </p:spTgt>
                                        </p:tgtEl>
                                        <p:attrNameLst>
                                          <p:attrName>ppt_h</p:attrName>
                                        </p:attrNameLst>
                                      </p:cBhvr>
                                      <p:tavLst>
                                        <p:tav tm="0">
                                          <p:val>
                                            <p:fltVal val="0"/>
                                          </p:val>
                                        </p:tav>
                                        <p:tav tm="100000">
                                          <p:val>
                                            <p:strVal val="#ppt_h"/>
                                          </p:val>
                                        </p:tav>
                                      </p:tavLst>
                                    </p:anim>
                                    <p:animEffect transition="in" filter="fade">
                                      <p:cBhvr>
                                        <p:cTn id="23" dur="500"/>
                                        <p:tgtEl>
                                          <p:spTgt spid="5">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5">
                                            <p:txEl>
                                              <p:pRg st="3" end="3"/>
                                            </p:txEl>
                                          </p:spTgt>
                                        </p:tgtEl>
                                        <p:attrNameLst>
                                          <p:attrName>style.visibility</p:attrName>
                                        </p:attrNameLst>
                                      </p:cBhvr>
                                      <p:to>
                                        <p:strVal val="visible"/>
                                      </p:to>
                                    </p:set>
                                    <p:anim calcmode="lin" valueType="num">
                                      <p:cBhvr>
                                        <p:cTn id="28" dur="500" fill="hold"/>
                                        <p:tgtEl>
                                          <p:spTgt spid="5">
                                            <p:txEl>
                                              <p:pRg st="3" end="3"/>
                                            </p:txEl>
                                          </p:spTgt>
                                        </p:tgtEl>
                                        <p:attrNameLst>
                                          <p:attrName>ppt_w</p:attrName>
                                        </p:attrNameLst>
                                      </p:cBhvr>
                                      <p:tavLst>
                                        <p:tav tm="0">
                                          <p:val>
                                            <p:fltVal val="0"/>
                                          </p:val>
                                        </p:tav>
                                        <p:tav tm="100000">
                                          <p:val>
                                            <p:strVal val="#ppt_w"/>
                                          </p:val>
                                        </p:tav>
                                      </p:tavLst>
                                    </p:anim>
                                    <p:anim calcmode="lin" valueType="num">
                                      <p:cBhvr>
                                        <p:cTn id="29" dur="500" fill="hold"/>
                                        <p:tgtEl>
                                          <p:spTgt spid="5">
                                            <p:txEl>
                                              <p:pRg st="3" end="3"/>
                                            </p:txEl>
                                          </p:spTgt>
                                        </p:tgtEl>
                                        <p:attrNameLst>
                                          <p:attrName>ppt_h</p:attrName>
                                        </p:attrNameLst>
                                      </p:cBhvr>
                                      <p:tavLst>
                                        <p:tav tm="0">
                                          <p:val>
                                            <p:fltVal val="0"/>
                                          </p:val>
                                        </p:tav>
                                        <p:tav tm="100000">
                                          <p:val>
                                            <p:strVal val="#ppt_h"/>
                                          </p:val>
                                        </p:tav>
                                      </p:tavLst>
                                    </p:anim>
                                    <p:animEffect transition="in" filter="fade">
                                      <p:cBhvr>
                                        <p:cTn id="30" dur="500"/>
                                        <p:tgtEl>
                                          <p:spTgt spid="5">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a+b,a-b,a,a</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 name="矩形 1"/>
          <p:cNvSpPr/>
          <p:nvPr/>
        </p:nvSpPr>
        <p:spPr>
          <a:xfrm>
            <a:off x="3936000" y="1216809"/>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 name="矩形 2"/>
          <p:cNvSpPr/>
          <p:nvPr/>
        </p:nvSpPr>
        <p:spPr>
          <a:xfrm>
            <a:off x="3559607" y="1131590"/>
            <a:ext cx="370614" cy="400110"/>
          </a:xfrm>
          <a:prstGeom prst="rect">
            <a:avLst/>
          </a:prstGeom>
        </p:spPr>
        <p:txBody>
          <a:bodyPr wrap="none">
            <a:spAutoFit/>
          </a:bodyPr>
          <a:lstStyle/>
          <a:p>
            <a:r>
              <a:rPr lang="en-US" altLang="zh-CN" sz="2000" dirty="0">
                <a:solidFill>
                  <a:prstClr val="black"/>
                </a:solidFill>
              </a:rPr>
              <a:t>w</a:t>
            </a:r>
            <a:endParaRPr lang="zh-CN" altLang="en-US" sz="2000" dirty="0">
              <a:solidFill>
                <a:prstClr val="black"/>
              </a:solidFill>
            </a:endParaRPr>
          </a:p>
        </p:txBody>
      </p:sp>
      <p:sp>
        <p:nvSpPr>
          <p:cNvPr id="9" name="矩形 8"/>
          <p:cNvSpPr/>
          <p:nvPr/>
        </p:nvSpPr>
        <p:spPr>
          <a:xfrm>
            <a:off x="3563888" y="1523568"/>
            <a:ext cx="312906" cy="400110"/>
          </a:xfrm>
          <a:prstGeom prst="rect">
            <a:avLst/>
          </a:prstGeom>
        </p:spPr>
        <p:txBody>
          <a:bodyPr wrap="none">
            <a:spAutoFit/>
          </a:bodyPr>
          <a:lstStyle/>
          <a:p>
            <a:r>
              <a:rPr lang="en-US" altLang="zh-CN" sz="2000" dirty="0">
                <a:solidFill>
                  <a:prstClr val="black"/>
                </a:solidFill>
              </a:rPr>
              <a:t>x</a:t>
            </a:r>
            <a:endParaRPr lang="zh-CN" altLang="en-US" sz="2000" dirty="0">
              <a:solidFill>
                <a:prstClr val="black"/>
              </a:solidFill>
            </a:endParaRPr>
          </a:p>
        </p:txBody>
      </p:sp>
      <p:sp>
        <p:nvSpPr>
          <p:cNvPr id="11" name="矩形 10"/>
          <p:cNvSpPr/>
          <p:nvPr/>
        </p:nvSpPr>
        <p:spPr>
          <a:xfrm>
            <a:off x="3563888" y="1955616"/>
            <a:ext cx="312906" cy="400110"/>
          </a:xfrm>
          <a:prstGeom prst="rect">
            <a:avLst/>
          </a:prstGeom>
        </p:spPr>
        <p:txBody>
          <a:bodyPr wrap="none">
            <a:spAutoFit/>
          </a:bodyPr>
          <a:lstStyle/>
          <a:p>
            <a:r>
              <a:rPr lang="en-US" altLang="zh-CN" sz="2000" dirty="0">
                <a:solidFill>
                  <a:prstClr val="black"/>
                </a:solidFill>
              </a:rPr>
              <a:t>y</a:t>
            </a:r>
            <a:endParaRPr lang="zh-CN" altLang="en-US" sz="2000" dirty="0">
              <a:solidFill>
                <a:prstClr val="black"/>
              </a:solidFill>
            </a:endParaRPr>
          </a:p>
        </p:txBody>
      </p:sp>
      <p:sp>
        <p:nvSpPr>
          <p:cNvPr id="13" name="矩形 12"/>
          <p:cNvSpPr/>
          <p:nvPr/>
        </p:nvSpPr>
        <p:spPr>
          <a:xfrm>
            <a:off x="3563888" y="2387664"/>
            <a:ext cx="298480" cy="400110"/>
          </a:xfrm>
          <a:prstGeom prst="rect">
            <a:avLst/>
          </a:prstGeom>
        </p:spPr>
        <p:txBody>
          <a:bodyPr wrap="none">
            <a:spAutoFit/>
          </a:bodyPr>
          <a:lstStyle/>
          <a:p>
            <a:r>
              <a:rPr lang="en-US" altLang="zh-CN" sz="2000" dirty="0">
                <a:solidFill>
                  <a:prstClr val="black"/>
                </a:solidFill>
              </a:rPr>
              <a:t>z</a:t>
            </a:r>
            <a:endParaRPr lang="zh-CN" altLang="en-US" sz="2000" dirty="0">
              <a:solidFill>
                <a:prstClr val="black"/>
              </a:solidFill>
            </a:endParaRPr>
          </a:p>
        </p:txBody>
      </p:sp>
      <p:sp>
        <p:nvSpPr>
          <p:cNvPr id="15" name="矩形 14"/>
          <p:cNvSpPr/>
          <p:nvPr/>
        </p:nvSpPr>
        <p:spPr>
          <a:xfrm>
            <a:off x="3563888"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19" name="矩形 18"/>
          <p:cNvSpPr/>
          <p:nvPr/>
        </p:nvSpPr>
        <p:spPr>
          <a:xfrm>
            <a:off x="3563888"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21" name="矩形 20"/>
          <p:cNvSpPr/>
          <p:nvPr/>
        </p:nvSpPr>
        <p:spPr>
          <a:xfrm>
            <a:off x="3563888" y="3683808"/>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1</a:t>
            </a:r>
            <a:endParaRPr lang="zh-CN" altLang="en-US" sz="2000" baseline="-25000" dirty="0">
              <a:solidFill>
                <a:prstClr val="black"/>
              </a:solidFill>
            </a:endParaRPr>
          </a:p>
        </p:txBody>
      </p:sp>
      <p:sp>
        <p:nvSpPr>
          <p:cNvPr id="23" name="矩形 22"/>
          <p:cNvSpPr/>
          <p:nvPr/>
        </p:nvSpPr>
        <p:spPr>
          <a:xfrm>
            <a:off x="3563888" y="4115856"/>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2</a:t>
            </a:r>
            <a:endParaRPr lang="zh-CN" altLang="en-US" sz="2000" baseline="-25000" dirty="0">
              <a:solidFill>
                <a:prstClr val="black"/>
              </a:solidFill>
            </a:endParaRPr>
          </a:p>
        </p:txBody>
      </p:sp>
      <p:sp>
        <p:nvSpPr>
          <p:cNvPr id="29" name="矩形 28"/>
          <p:cNvSpPr/>
          <p:nvPr/>
        </p:nvSpPr>
        <p:spPr>
          <a:xfrm>
            <a:off x="4343926" y="1170287"/>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9" name="矩形 38"/>
          <p:cNvSpPr/>
          <p:nvPr/>
        </p:nvSpPr>
        <p:spPr>
          <a:xfrm>
            <a:off x="3923928" y="1639564"/>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0" name="矩形 39"/>
          <p:cNvSpPr/>
          <p:nvPr/>
        </p:nvSpPr>
        <p:spPr>
          <a:xfrm>
            <a:off x="3923928" y="2071612"/>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1" name="矩形 40"/>
          <p:cNvSpPr/>
          <p:nvPr/>
        </p:nvSpPr>
        <p:spPr>
          <a:xfrm>
            <a:off x="3923928" y="2503660"/>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2" name="矩形 41"/>
          <p:cNvSpPr/>
          <p:nvPr/>
        </p:nvSpPr>
        <p:spPr>
          <a:xfrm>
            <a:off x="3923928"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3" name="矩形 42"/>
          <p:cNvSpPr/>
          <p:nvPr/>
        </p:nvSpPr>
        <p:spPr>
          <a:xfrm>
            <a:off x="3923928"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4" name="矩形 43"/>
          <p:cNvSpPr/>
          <p:nvPr/>
        </p:nvSpPr>
        <p:spPr>
          <a:xfrm>
            <a:off x="3923928" y="3799804"/>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5" name="矩形 44"/>
          <p:cNvSpPr/>
          <p:nvPr/>
        </p:nvSpPr>
        <p:spPr>
          <a:xfrm>
            <a:off x="3923928" y="4231852"/>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6" name="矩形 45"/>
          <p:cNvSpPr/>
          <p:nvPr/>
        </p:nvSpPr>
        <p:spPr>
          <a:xfrm>
            <a:off x="4343926" y="156363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48" name="矩形 47"/>
          <p:cNvSpPr/>
          <p:nvPr/>
        </p:nvSpPr>
        <p:spPr>
          <a:xfrm>
            <a:off x="4343926" y="2058402"/>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0" name="矩形 49"/>
          <p:cNvSpPr/>
          <p:nvPr/>
        </p:nvSpPr>
        <p:spPr>
          <a:xfrm>
            <a:off x="4343926" y="2490450"/>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1" name="矩形 50"/>
          <p:cNvSpPr/>
          <p:nvPr/>
        </p:nvSpPr>
        <p:spPr>
          <a:xfrm>
            <a:off x="4343926" y="292249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2" name="矩形 51"/>
          <p:cNvSpPr/>
          <p:nvPr/>
        </p:nvSpPr>
        <p:spPr>
          <a:xfrm>
            <a:off x="4343926"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3" name="矩形 52"/>
          <p:cNvSpPr/>
          <p:nvPr/>
        </p:nvSpPr>
        <p:spPr>
          <a:xfrm>
            <a:off x="4343926" y="378659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4" name="矩形 53"/>
          <p:cNvSpPr/>
          <p:nvPr/>
        </p:nvSpPr>
        <p:spPr>
          <a:xfrm>
            <a:off x="4343926" y="415592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359452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p:cTn id="12" dur="500" fill="hold"/>
                                        <p:tgtEl>
                                          <p:spTgt spid="3"/>
                                        </p:tgtEl>
                                        <p:attrNameLst>
                                          <p:attrName>ppt_w</p:attrName>
                                        </p:attrNameLst>
                                      </p:cBhvr>
                                      <p:tavLst>
                                        <p:tav tm="0">
                                          <p:val>
                                            <p:fltVal val="0"/>
                                          </p:val>
                                        </p:tav>
                                        <p:tav tm="100000">
                                          <p:val>
                                            <p:strVal val="#ppt_w"/>
                                          </p:val>
                                        </p:tav>
                                      </p:tavLst>
                                    </p:anim>
                                    <p:anim calcmode="lin" valueType="num">
                                      <p:cBhvr>
                                        <p:cTn id="13" dur="500" fill="hold"/>
                                        <p:tgtEl>
                                          <p:spTgt spid="3"/>
                                        </p:tgtEl>
                                        <p:attrNameLst>
                                          <p:attrName>ppt_h</p:attrName>
                                        </p:attrNameLst>
                                      </p:cBhvr>
                                      <p:tavLst>
                                        <p:tav tm="0">
                                          <p:val>
                                            <p:fltVal val="0"/>
                                          </p:val>
                                        </p:tav>
                                        <p:tav tm="100000">
                                          <p:val>
                                            <p:strVal val="#ppt_h"/>
                                          </p:val>
                                        </p:tav>
                                      </p:tavLst>
                                    </p:anim>
                                    <p:animEffect transition="in" filter="fade">
                                      <p:cBhvr>
                                        <p:cTn id="14" dur="500"/>
                                        <p:tgtEl>
                                          <p:spTgt spid="3"/>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39"/>
                                        </p:tgtEl>
                                        <p:attrNameLst>
                                          <p:attrName>style.visibility</p:attrName>
                                        </p:attrNameLst>
                                      </p:cBhvr>
                                      <p:to>
                                        <p:strVal val="visible"/>
                                      </p:to>
                                    </p:set>
                                    <p:anim calcmode="lin" valueType="num">
                                      <p:cBhvr>
                                        <p:cTn id="17" dur="500" fill="hold"/>
                                        <p:tgtEl>
                                          <p:spTgt spid="39"/>
                                        </p:tgtEl>
                                        <p:attrNameLst>
                                          <p:attrName>ppt_w</p:attrName>
                                        </p:attrNameLst>
                                      </p:cBhvr>
                                      <p:tavLst>
                                        <p:tav tm="0">
                                          <p:val>
                                            <p:fltVal val="0"/>
                                          </p:val>
                                        </p:tav>
                                        <p:tav tm="100000">
                                          <p:val>
                                            <p:strVal val="#ppt_w"/>
                                          </p:val>
                                        </p:tav>
                                      </p:tavLst>
                                    </p:anim>
                                    <p:anim calcmode="lin" valueType="num">
                                      <p:cBhvr>
                                        <p:cTn id="18" dur="500" fill="hold"/>
                                        <p:tgtEl>
                                          <p:spTgt spid="39"/>
                                        </p:tgtEl>
                                        <p:attrNameLst>
                                          <p:attrName>ppt_h</p:attrName>
                                        </p:attrNameLst>
                                      </p:cBhvr>
                                      <p:tavLst>
                                        <p:tav tm="0">
                                          <p:val>
                                            <p:fltVal val="0"/>
                                          </p:val>
                                        </p:tav>
                                        <p:tav tm="100000">
                                          <p:val>
                                            <p:strVal val="#ppt_h"/>
                                          </p:val>
                                        </p:tav>
                                      </p:tavLst>
                                    </p:anim>
                                    <p:animEffect transition="in" filter="fade">
                                      <p:cBhvr>
                                        <p:cTn id="19" dur="500"/>
                                        <p:tgtEl>
                                          <p:spTgt spid="3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 calcmode="lin" valueType="num">
                                      <p:cBhvr>
                                        <p:cTn id="22" dur="500" fill="hold"/>
                                        <p:tgtEl>
                                          <p:spTgt spid="9"/>
                                        </p:tgtEl>
                                        <p:attrNameLst>
                                          <p:attrName>ppt_w</p:attrName>
                                        </p:attrNameLst>
                                      </p:cBhvr>
                                      <p:tavLst>
                                        <p:tav tm="0">
                                          <p:val>
                                            <p:fltVal val="0"/>
                                          </p:val>
                                        </p:tav>
                                        <p:tav tm="100000">
                                          <p:val>
                                            <p:strVal val="#ppt_w"/>
                                          </p:val>
                                        </p:tav>
                                      </p:tavLst>
                                    </p:anim>
                                    <p:anim calcmode="lin" valueType="num">
                                      <p:cBhvr>
                                        <p:cTn id="23" dur="500" fill="hold"/>
                                        <p:tgtEl>
                                          <p:spTgt spid="9"/>
                                        </p:tgtEl>
                                        <p:attrNameLst>
                                          <p:attrName>ppt_h</p:attrName>
                                        </p:attrNameLst>
                                      </p:cBhvr>
                                      <p:tavLst>
                                        <p:tav tm="0">
                                          <p:val>
                                            <p:fltVal val="0"/>
                                          </p:val>
                                        </p:tav>
                                        <p:tav tm="100000">
                                          <p:val>
                                            <p:strVal val="#ppt_h"/>
                                          </p:val>
                                        </p:tav>
                                      </p:tavLst>
                                    </p:anim>
                                    <p:animEffect transition="in" filter="fade">
                                      <p:cBhvr>
                                        <p:cTn id="24" dur="500"/>
                                        <p:tgtEl>
                                          <p:spTgt spid="9"/>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40"/>
                                        </p:tgtEl>
                                        <p:attrNameLst>
                                          <p:attrName>style.visibility</p:attrName>
                                        </p:attrNameLst>
                                      </p:cBhvr>
                                      <p:to>
                                        <p:strVal val="visible"/>
                                      </p:to>
                                    </p:set>
                                    <p:anim calcmode="lin" valueType="num">
                                      <p:cBhvr>
                                        <p:cTn id="27" dur="500" fill="hold"/>
                                        <p:tgtEl>
                                          <p:spTgt spid="40"/>
                                        </p:tgtEl>
                                        <p:attrNameLst>
                                          <p:attrName>ppt_w</p:attrName>
                                        </p:attrNameLst>
                                      </p:cBhvr>
                                      <p:tavLst>
                                        <p:tav tm="0">
                                          <p:val>
                                            <p:fltVal val="0"/>
                                          </p:val>
                                        </p:tav>
                                        <p:tav tm="100000">
                                          <p:val>
                                            <p:strVal val="#ppt_w"/>
                                          </p:val>
                                        </p:tav>
                                      </p:tavLst>
                                    </p:anim>
                                    <p:anim calcmode="lin" valueType="num">
                                      <p:cBhvr>
                                        <p:cTn id="28" dur="500" fill="hold"/>
                                        <p:tgtEl>
                                          <p:spTgt spid="40"/>
                                        </p:tgtEl>
                                        <p:attrNameLst>
                                          <p:attrName>ppt_h</p:attrName>
                                        </p:attrNameLst>
                                      </p:cBhvr>
                                      <p:tavLst>
                                        <p:tav tm="0">
                                          <p:val>
                                            <p:fltVal val="0"/>
                                          </p:val>
                                        </p:tav>
                                        <p:tav tm="100000">
                                          <p:val>
                                            <p:strVal val="#ppt_h"/>
                                          </p:val>
                                        </p:tav>
                                      </p:tavLst>
                                    </p:anim>
                                    <p:animEffect transition="in" filter="fade">
                                      <p:cBhvr>
                                        <p:cTn id="29" dur="500"/>
                                        <p:tgtEl>
                                          <p:spTgt spid="40"/>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 calcmode="lin" valueType="num">
                                      <p:cBhvr>
                                        <p:cTn id="32" dur="500" fill="hold"/>
                                        <p:tgtEl>
                                          <p:spTgt spid="11"/>
                                        </p:tgtEl>
                                        <p:attrNameLst>
                                          <p:attrName>ppt_w</p:attrName>
                                        </p:attrNameLst>
                                      </p:cBhvr>
                                      <p:tavLst>
                                        <p:tav tm="0">
                                          <p:val>
                                            <p:fltVal val="0"/>
                                          </p:val>
                                        </p:tav>
                                        <p:tav tm="100000">
                                          <p:val>
                                            <p:strVal val="#ppt_w"/>
                                          </p:val>
                                        </p:tav>
                                      </p:tavLst>
                                    </p:anim>
                                    <p:anim calcmode="lin" valueType="num">
                                      <p:cBhvr>
                                        <p:cTn id="33" dur="500" fill="hold"/>
                                        <p:tgtEl>
                                          <p:spTgt spid="11"/>
                                        </p:tgtEl>
                                        <p:attrNameLst>
                                          <p:attrName>ppt_h</p:attrName>
                                        </p:attrNameLst>
                                      </p:cBhvr>
                                      <p:tavLst>
                                        <p:tav tm="0">
                                          <p:val>
                                            <p:fltVal val="0"/>
                                          </p:val>
                                        </p:tav>
                                        <p:tav tm="100000">
                                          <p:val>
                                            <p:strVal val="#ppt_h"/>
                                          </p:val>
                                        </p:tav>
                                      </p:tavLst>
                                    </p:anim>
                                    <p:animEffect transition="in" filter="fade">
                                      <p:cBhvr>
                                        <p:cTn id="34" dur="500"/>
                                        <p:tgtEl>
                                          <p:spTgt spid="11"/>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anim calcmode="lin" valueType="num">
                                      <p:cBhvr>
                                        <p:cTn id="37" dur="500" fill="hold"/>
                                        <p:tgtEl>
                                          <p:spTgt spid="41"/>
                                        </p:tgtEl>
                                        <p:attrNameLst>
                                          <p:attrName>ppt_w</p:attrName>
                                        </p:attrNameLst>
                                      </p:cBhvr>
                                      <p:tavLst>
                                        <p:tav tm="0">
                                          <p:val>
                                            <p:fltVal val="0"/>
                                          </p:val>
                                        </p:tav>
                                        <p:tav tm="100000">
                                          <p:val>
                                            <p:strVal val="#ppt_w"/>
                                          </p:val>
                                        </p:tav>
                                      </p:tavLst>
                                    </p:anim>
                                    <p:anim calcmode="lin" valueType="num">
                                      <p:cBhvr>
                                        <p:cTn id="38" dur="500" fill="hold"/>
                                        <p:tgtEl>
                                          <p:spTgt spid="41"/>
                                        </p:tgtEl>
                                        <p:attrNameLst>
                                          <p:attrName>ppt_h</p:attrName>
                                        </p:attrNameLst>
                                      </p:cBhvr>
                                      <p:tavLst>
                                        <p:tav tm="0">
                                          <p:val>
                                            <p:fltVal val="0"/>
                                          </p:val>
                                        </p:tav>
                                        <p:tav tm="100000">
                                          <p:val>
                                            <p:strVal val="#ppt_h"/>
                                          </p:val>
                                        </p:tav>
                                      </p:tavLst>
                                    </p:anim>
                                    <p:animEffect transition="in" filter="fade">
                                      <p:cBhvr>
                                        <p:cTn id="39" dur="500"/>
                                        <p:tgtEl>
                                          <p:spTgt spid="41"/>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13"/>
                                        </p:tgtEl>
                                        <p:attrNameLst>
                                          <p:attrName>style.visibility</p:attrName>
                                        </p:attrNameLst>
                                      </p:cBhvr>
                                      <p:to>
                                        <p:strVal val="visible"/>
                                      </p:to>
                                    </p:set>
                                    <p:anim calcmode="lin" valueType="num">
                                      <p:cBhvr>
                                        <p:cTn id="42" dur="500" fill="hold"/>
                                        <p:tgtEl>
                                          <p:spTgt spid="13"/>
                                        </p:tgtEl>
                                        <p:attrNameLst>
                                          <p:attrName>ppt_w</p:attrName>
                                        </p:attrNameLst>
                                      </p:cBhvr>
                                      <p:tavLst>
                                        <p:tav tm="0">
                                          <p:val>
                                            <p:fltVal val="0"/>
                                          </p:val>
                                        </p:tav>
                                        <p:tav tm="100000">
                                          <p:val>
                                            <p:strVal val="#ppt_w"/>
                                          </p:val>
                                        </p:tav>
                                      </p:tavLst>
                                    </p:anim>
                                    <p:anim calcmode="lin" valueType="num">
                                      <p:cBhvr>
                                        <p:cTn id="43" dur="500" fill="hold"/>
                                        <p:tgtEl>
                                          <p:spTgt spid="13"/>
                                        </p:tgtEl>
                                        <p:attrNameLst>
                                          <p:attrName>ppt_h</p:attrName>
                                        </p:attrNameLst>
                                      </p:cBhvr>
                                      <p:tavLst>
                                        <p:tav tm="0">
                                          <p:val>
                                            <p:fltVal val="0"/>
                                          </p:val>
                                        </p:tav>
                                        <p:tav tm="100000">
                                          <p:val>
                                            <p:strVal val="#ppt_h"/>
                                          </p:val>
                                        </p:tav>
                                      </p:tavLst>
                                    </p:anim>
                                    <p:animEffect transition="in" filter="fade">
                                      <p:cBhvr>
                                        <p:cTn id="44" dur="500"/>
                                        <p:tgtEl>
                                          <p:spTgt spid="13"/>
                                        </p:tgtEl>
                                      </p:cBhvr>
                                    </p:animEffect>
                                  </p:childTnLst>
                                </p:cTn>
                              </p:par>
                            </p:childTnLst>
                          </p:cTn>
                        </p:par>
                      </p:childTnLst>
                    </p:cTn>
                  </p:par>
                  <p:par>
                    <p:cTn id="45" fill="hold">
                      <p:stCondLst>
                        <p:cond delay="indefinite"/>
                      </p:stCondLst>
                      <p:childTnLst>
                        <p:par>
                          <p:cTn id="46" fill="hold">
                            <p:stCondLst>
                              <p:cond delay="0"/>
                            </p:stCondLst>
                            <p:childTnLst>
                              <p:par>
                                <p:cTn id="47" presetID="53" presetClass="entr" presetSubtype="16" fill="hold" grpId="0" nodeType="clickEffect">
                                  <p:stCondLst>
                                    <p:cond delay="0"/>
                                  </p:stCondLst>
                                  <p:childTnLst>
                                    <p:set>
                                      <p:cBhvr>
                                        <p:cTn id="48" dur="1" fill="hold">
                                          <p:stCondLst>
                                            <p:cond delay="0"/>
                                          </p:stCondLst>
                                        </p:cTn>
                                        <p:tgtEl>
                                          <p:spTgt spid="42"/>
                                        </p:tgtEl>
                                        <p:attrNameLst>
                                          <p:attrName>style.visibility</p:attrName>
                                        </p:attrNameLst>
                                      </p:cBhvr>
                                      <p:to>
                                        <p:strVal val="visible"/>
                                      </p:to>
                                    </p:set>
                                    <p:anim calcmode="lin" valueType="num">
                                      <p:cBhvr>
                                        <p:cTn id="49" dur="500" fill="hold"/>
                                        <p:tgtEl>
                                          <p:spTgt spid="42"/>
                                        </p:tgtEl>
                                        <p:attrNameLst>
                                          <p:attrName>ppt_w</p:attrName>
                                        </p:attrNameLst>
                                      </p:cBhvr>
                                      <p:tavLst>
                                        <p:tav tm="0">
                                          <p:val>
                                            <p:fltVal val="0"/>
                                          </p:val>
                                        </p:tav>
                                        <p:tav tm="100000">
                                          <p:val>
                                            <p:strVal val="#ppt_w"/>
                                          </p:val>
                                        </p:tav>
                                      </p:tavLst>
                                    </p:anim>
                                    <p:anim calcmode="lin" valueType="num">
                                      <p:cBhvr>
                                        <p:cTn id="50" dur="500" fill="hold"/>
                                        <p:tgtEl>
                                          <p:spTgt spid="42"/>
                                        </p:tgtEl>
                                        <p:attrNameLst>
                                          <p:attrName>ppt_h</p:attrName>
                                        </p:attrNameLst>
                                      </p:cBhvr>
                                      <p:tavLst>
                                        <p:tav tm="0">
                                          <p:val>
                                            <p:fltVal val="0"/>
                                          </p:val>
                                        </p:tav>
                                        <p:tav tm="100000">
                                          <p:val>
                                            <p:strVal val="#ppt_h"/>
                                          </p:val>
                                        </p:tav>
                                      </p:tavLst>
                                    </p:anim>
                                    <p:animEffect transition="in" filter="fade">
                                      <p:cBhvr>
                                        <p:cTn id="51" dur="500"/>
                                        <p:tgtEl>
                                          <p:spTgt spid="42"/>
                                        </p:tgtEl>
                                      </p:cBhvr>
                                    </p:animEffect>
                                  </p:childTnLst>
                                </p:cTn>
                              </p:par>
                              <p:par>
                                <p:cTn id="52" presetID="53" presetClass="entr" presetSubtype="16"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 calcmode="lin" valueType="num">
                                      <p:cBhvr>
                                        <p:cTn id="54" dur="500" fill="hold"/>
                                        <p:tgtEl>
                                          <p:spTgt spid="15"/>
                                        </p:tgtEl>
                                        <p:attrNameLst>
                                          <p:attrName>ppt_w</p:attrName>
                                        </p:attrNameLst>
                                      </p:cBhvr>
                                      <p:tavLst>
                                        <p:tav tm="0">
                                          <p:val>
                                            <p:fltVal val="0"/>
                                          </p:val>
                                        </p:tav>
                                        <p:tav tm="100000">
                                          <p:val>
                                            <p:strVal val="#ppt_w"/>
                                          </p:val>
                                        </p:tav>
                                      </p:tavLst>
                                    </p:anim>
                                    <p:anim calcmode="lin" valueType="num">
                                      <p:cBhvr>
                                        <p:cTn id="55" dur="500" fill="hold"/>
                                        <p:tgtEl>
                                          <p:spTgt spid="15"/>
                                        </p:tgtEl>
                                        <p:attrNameLst>
                                          <p:attrName>ppt_h</p:attrName>
                                        </p:attrNameLst>
                                      </p:cBhvr>
                                      <p:tavLst>
                                        <p:tav tm="0">
                                          <p:val>
                                            <p:fltVal val="0"/>
                                          </p:val>
                                        </p:tav>
                                        <p:tav tm="100000">
                                          <p:val>
                                            <p:strVal val="#ppt_h"/>
                                          </p:val>
                                        </p:tav>
                                      </p:tavLst>
                                    </p:anim>
                                    <p:animEffect transition="in" filter="fade">
                                      <p:cBhvr>
                                        <p:cTn id="56" dur="500"/>
                                        <p:tgtEl>
                                          <p:spTgt spid="15"/>
                                        </p:tgtEl>
                                      </p:cBhvr>
                                    </p:animEffect>
                                  </p:childTnLst>
                                </p:cTn>
                              </p:par>
                              <p:par>
                                <p:cTn id="57" presetID="53" presetClass="entr" presetSubtype="16" fill="hold" grpId="0" nodeType="withEffect">
                                  <p:stCondLst>
                                    <p:cond delay="0"/>
                                  </p:stCondLst>
                                  <p:childTnLst>
                                    <p:set>
                                      <p:cBhvr>
                                        <p:cTn id="58" dur="1" fill="hold">
                                          <p:stCondLst>
                                            <p:cond delay="0"/>
                                          </p:stCondLst>
                                        </p:cTn>
                                        <p:tgtEl>
                                          <p:spTgt spid="43"/>
                                        </p:tgtEl>
                                        <p:attrNameLst>
                                          <p:attrName>style.visibility</p:attrName>
                                        </p:attrNameLst>
                                      </p:cBhvr>
                                      <p:to>
                                        <p:strVal val="visible"/>
                                      </p:to>
                                    </p:set>
                                    <p:anim calcmode="lin" valueType="num">
                                      <p:cBhvr>
                                        <p:cTn id="59" dur="500" fill="hold"/>
                                        <p:tgtEl>
                                          <p:spTgt spid="43"/>
                                        </p:tgtEl>
                                        <p:attrNameLst>
                                          <p:attrName>ppt_w</p:attrName>
                                        </p:attrNameLst>
                                      </p:cBhvr>
                                      <p:tavLst>
                                        <p:tav tm="0">
                                          <p:val>
                                            <p:fltVal val="0"/>
                                          </p:val>
                                        </p:tav>
                                        <p:tav tm="100000">
                                          <p:val>
                                            <p:strVal val="#ppt_w"/>
                                          </p:val>
                                        </p:tav>
                                      </p:tavLst>
                                    </p:anim>
                                    <p:anim calcmode="lin" valueType="num">
                                      <p:cBhvr>
                                        <p:cTn id="60" dur="500" fill="hold"/>
                                        <p:tgtEl>
                                          <p:spTgt spid="43"/>
                                        </p:tgtEl>
                                        <p:attrNameLst>
                                          <p:attrName>ppt_h</p:attrName>
                                        </p:attrNameLst>
                                      </p:cBhvr>
                                      <p:tavLst>
                                        <p:tav tm="0">
                                          <p:val>
                                            <p:fltVal val="0"/>
                                          </p:val>
                                        </p:tav>
                                        <p:tav tm="100000">
                                          <p:val>
                                            <p:strVal val="#ppt_h"/>
                                          </p:val>
                                        </p:tav>
                                      </p:tavLst>
                                    </p:anim>
                                    <p:animEffect transition="in" filter="fade">
                                      <p:cBhvr>
                                        <p:cTn id="61" dur="500"/>
                                        <p:tgtEl>
                                          <p:spTgt spid="43"/>
                                        </p:tgtEl>
                                      </p:cBhvr>
                                    </p:animEffect>
                                  </p:childTnLst>
                                </p:cTn>
                              </p:par>
                              <p:par>
                                <p:cTn id="62" presetID="53" presetClass="entr" presetSubtype="16"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 calcmode="lin" valueType="num">
                                      <p:cBhvr>
                                        <p:cTn id="64" dur="500" fill="hold"/>
                                        <p:tgtEl>
                                          <p:spTgt spid="19"/>
                                        </p:tgtEl>
                                        <p:attrNameLst>
                                          <p:attrName>ppt_w</p:attrName>
                                        </p:attrNameLst>
                                      </p:cBhvr>
                                      <p:tavLst>
                                        <p:tav tm="0">
                                          <p:val>
                                            <p:fltVal val="0"/>
                                          </p:val>
                                        </p:tav>
                                        <p:tav tm="100000">
                                          <p:val>
                                            <p:strVal val="#ppt_w"/>
                                          </p:val>
                                        </p:tav>
                                      </p:tavLst>
                                    </p:anim>
                                    <p:anim calcmode="lin" valueType="num">
                                      <p:cBhvr>
                                        <p:cTn id="65" dur="500" fill="hold"/>
                                        <p:tgtEl>
                                          <p:spTgt spid="19"/>
                                        </p:tgtEl>
                                        <p:attrNameLst>
                                          <p:attrName>ppt_h</p:attrName>
                                        </p:attrNameLst>
                                      </p:cBhvr>
                                      <p:tavLst>
                                        <p:tav tm="0">
                                          <p:val>
                                            <p:fltVal val="0"/>
                                          </p:val>
                                        </p:tav>
                                        <p:tav tm="100000">
                                          <p:val>
                                            <p:strVal val="#ppt_h"/>
                                          </p:val>
                                        </p:tav>
                                      </p:tavLst>
                                    </p:anim>
                                    <p:animEffect transition="in" filter="fade">
                                      <p:cBhvr>
                                        <p:cTn id="66" dur="500"/>
                                        <p:tgtEl>
                                          <p:spTgt spid="19"/>
                                        </p:tgtEl>
                                      </p:cBhvr>
                                    </p:animEffect>
                                  </p:childTnLst>
                                </p:cTn>
                              </p:par>
                            </p:childTnLst>
                          </p:cTn>
                        </p:par>
                      </p:childTnLst>
                    </p:cTn>
                  </p:par>
                  <p:par>
                    <p:cTn id="67" fill="hold">
                      <p:stCondLst>
                        <p:cond delay="indefinite"/>
                      </p:stCondLst>
                      <p:childTnLst>
                        <p:par>
                          <p:cTn id="68" fill="hold">
                            <p:stCondLst>
                              <p:cond delay="0"/>
                            </p:stCondLst>
                            <p:childTnLst>
                              <p:par>
                                <p:cTn id="69" presetID="53" presetClass="entr" presetSubtype="16" fill="hold" grpId="0" nodeType="clickEffect">
                                  <p:stCondLst>
                                    <p:cond delay="0"/>
                                  </p:stCondLst>
                                  <p:childTnLst>
                                    <p:set>
                                      <p:cBhvr>
                                        <p:cTn id="70" dur="1" fill="hold">
                                          <p:stCondLst>
                                            <p:cond delay="0"/>
                                          </p:stCondLst>
                                        </p:cTn>
                                        <p:tgtEl>
                                          <p:spTgt spid="51"/>
                                        </p:tgtEl>
                                        <p:attrNameLst>
                                          <p:attrName>style.visibility</p:attrName>
                                        </p:attrNameLst>
                                      </p:cBhvr>
                                      <p:to>
                                        <p:strVal val="visible"/>
                                      </p:to>
                                    </p:set>
                                    <p:anim calcmode="lin" valueType="num">
                                      <p:cBhvr>
                                        <p:cTn id="71" dur="500" fill="hold"/>
                                        <p:tgtEl>
                                          <p:spTgt spid="51"/>
                                        </p:tgtEl>
                                        <p:attrNameLst>
                                          <p:attrName>ppt_w</p:attrName>
                                        </p:attrNameLst>
                                      </p:cBhvr>
                                      <p:tavLst>
                                        <p:tav tm="0">
                                          <p:val>
                                            <p:fltVal val="0"/>
                                          </p:val>
                                        </p:tav>
                                        <p:tav tm="100000">
                                          <p:val>
                                            <p:strVal val="#ppt_w"/>
                                          </p:val>
                                        </p:tav>
                                      </p:tavLst>
                                    </p:anim>
                                    <p:anim calcmode="lin" valueType="num">
                                      <p:cBhvr>
                                        <p:cTn id="72" dur="500" fill="hold"/>
                                        <p:tgtEl>
                                          <p:spTgt spid="51"/>
                                        </p:tgtEl>
                                        <p:attrNameLst>
                                          <p:attrName>ppt_h</p:attrName>
                                        </p:attrNameLst>
                                      </p:cBhvr>
                                      <p:tavLst>
                                        <p:tav tm="0">
                                          <p:val>
                                            <p:fltVal val="0"/>
                                          </p:val>
                                        </p:tav>
                                        <p:tav tm="100000">
                                          <p:val>
                                            <p:strVal val="#ppt_h"/>
                                          </p:val>
                                        </p:tav>
                                      </p:tavLst>
                                    </p:anim>
                                    <p:animEffect transition="in" filter="fade">
                                      <p:cBhvr>
                                        <p:cTn id="73" dur="5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53" presetClass="entr" presetSubtype="16" fill="hold" grpId="0" nodeType="clickEffect">
                                  <p:stCondLst>
                                    <p:cond delay="0"/>
                                  </p:stCondLst>
                                  <p:childTnLst>
                                    <p:set>
                                      <p:cBhvr>
                                        <p:cTn id="77" dur="1" fill="hold">
                                          <p:stCondLst>
                                            <p:cond delay="0"/>
                                          </p:stCondLst>
                                        </p:cTn>
                                        <p:tgtEl>
                                          <p:spTgt spid="52"/>
                                        </p:tgtEl>
                                        <p:attrNameLst>
                                          <p:attrName>style.visibility</p:attrName>
                                        </p:attrNameLst>
                                      </p:cBhvr>
                                      <p:to>
                                        <p:strVal val="visible"/>
                                      </p:to>
                                    </p:set>
                                    <p:anim calcmode="lin" valueType="num">
                                      <p:cBhvr>
                                        <p:cTn id="78" dur="500" fill="hold"/>
                                        <p:tgtEl>
                                          <p:spTgt spid="52"/>
                                        </p:tgtEl>
                                        <p:attrNameLst>
                                          <p:attrName>ppt_w</p:attrName>
                                        </p:attrNameLst>
                                      </p:cBhvr>
                                      <p:tavLst>
                                        <p:tav tm="0">
                                          <p:val>
                                            <p:fltVal val="0"/>
                                          </p:val>
                                        </p:tav>
                                        <p:tav tm="100000">
                                          <p:val>
                                            <p:strVal val="#ppt_w"/>
                                          </p:val>
                                        </p:tav>
                                      </p:tavLst>
                                    </p:anim>
                                    <p:anim calcmode="lin" valueType="num">
                                      <p:cBhvr>
                                        <p:cTn id="79" dur="500" fill="hold"/>
                                        <p:tgtEl>
                                          <p:spTgt spid="52"/>
                                        </p:tgtEl>
                                        <p:attrNameLst>
                                          <p:attrName>ppt_h</p:attrName>
                                        </p:attrNameLst>
                                      </p:cBhvr>
                                      <p:tavLst>
                                        <p:tav tm="0">
                                          <p:val>
                                            <p:fltVal val="0"/>
                                          </p:val>
                                        </p:tav>
                                        <p:tav tm="100000">
                                          <p:val>
                                            <p:strVal val="#ppt_h"/>
                                          </p:val>
                                        </p:tav>
                                      </p:tavLst>
                                    </p:anim>
                                    <p:animEffect transition="in" filter="fade">
                                      <p:cBhvr>
                                        <p:cTn id="80" dur="500"/>
                                        <p:tgtEl>
                                          <p:spTgt spid="52"/>
                                        </p:tgtEl>
                                      </p:cBhvr>
                                    </p:animEffect>
                                  </p:childTnLst>
                                </p:cTn>
                              </p:par>
                            </p:childTnLst>
                          </p:cTn>
                        </p:par>
                      </p:childTnLst>
                    </p:cTn>
                  </p:par>
                  <p:par>
                    <p:cTn id="81" fill="hold">
                      <p:stCondLst>
                        <p:cond delay="indefinite"/>
                      </p:stCondLst>
                      <p:childTnLst>
                        <p:par>
                          <p:cTn id="82" fill="hold">
                            <p:stCondLst>
                              <p:cond delay="0"/>
                            </p:stCondLst>
                            <p:childTnLst>
                              <p:par>
                                <p:cTn id="83" presetID="53" presetClass="entr" presetSubtype="16" fill="hold" grpId="0" nodeType="clickEffect">
                                  <p:stCondLst>
                                    <p:cond delay="0"/>
                                  </p:stCondLst>
                                  <p:childTnLst>
                                    <p:set>
                                      <p:cBhvr>
                                        <p:cTn id="84" dur="1" fill="hold">
                                          <p:stCondLst>
                                            <p:cond delay="0"/>
                                          </p:stCondLst>
                                        </p:cTn>
                                        <p:tgtEl>
                                          <p:spTgt spid="44"/>
                                        </p:tgtEl>
                                        <p:attrNameLst>
                                          <p:attrName>style.visibility</p:attrName>
                                        </p:attrNameLst>
                                      </p:cBhvr>
                                      <p:to>
                                        <p:strVal val="visible"/>
                                      </p:to>
                                    </p:set>
                                    <p:anim calcmode="lin" valueType="num">
                                      <p:cBhvr>
                                        <p:cTn id="85" dur="500" fill="hold"/>
                                        <p:tgtEl>
                                          <p:spTgt spid="44"/>
                                        </p:tgtEl>
                                        <p:attrNameLst>
                                          <p:attrName>ppt_w</p:attrName>
                                        </p:attrNameLst>
                                      </p:cBhvr>
                                      <p:tavLst>
                                        <p:tav tm="0">
                                          <p:val>
                                            <p:fltVal val="0"/>
                                          </p:val>
                                        </p:tav>
                                        <p:tav tm="100000">
                                          <p:val>
                                            <p:strVal val="#ppt_w"/>
                                          </p:val>
                                        </p:tav>
                                      </p:tavLst>
                                    </p:anim>
                                    <p:anim calcmode="lin" valueType="num">
                                      <p:cBhvr>
                                        <p:cTn id="86" dur="500" fill="hold"/>
                                        <p:tgtEl>
                                          <p:spTgt spid="44"/>
                                        </p:tgtEl>
                                        <p:attrNameLst>
                                          <p:attrName>ppt_h</p:attrName>
                                        </p:attrNameLst>
                                      </p:cBhvr>
                                      <p:tavLst>
                                        <p:tav tm="0">
                                          <p:val>
                                            <p:fltVal val="0"/>
                                          </p:val>
                                        </p:tav>
                                        <p:tav tm="100000">
                                          <p:val>
                                            <p:strVal val="#ppt_h"/>
                                          </p:val>
                                        </p:tav>
                                      </p:tavLst>
                                    </p:anim>
                                    <p:animEffect transition="in" filter="fade">
                                      <p:cBhvr>
                                        <p:cTn id="87" dur="500"/>
                                        <p:tgtEl>
                                          <p:spTgt spid="44"/>
                                        </p:tgtEl>
                                      </p:cBhvr>
                                    </p:animEffect>
                                  </p:childTnLst>
                                </p:cTn>
                              </p:par>
                              <p:par>
                                <p:cTn id="88" presetID="53" presetClass="entr" presetSubtype="16" fill="hold" grpId="0" nodeType="withEffect">
                                  <p:stCondLst>
                                    <p:cond delay="0"/>
                                  </p:stCondLst>
                                  <p:childTnLst>
                                    <p:set>
                                      <p:cBhvr>
                                        <p:cTn id="89" dur="1" fill="hold">
                                          <p:stCondLst>
                                            <p:cond delay="0"/>
                                          </p:stCondLst>
                                        </p:cTn>
                                        <p:tgtEl>
                                          <p:spTgt spid="21"/>
                                        </p:tgtEl>
                                        <p:attrNameLst>
                                          <p:attrName>style.visibility</p:attrName>
                                        </p:attrNameLst>
                                      </p:cBhvr>
                                      <p:to>
                                        <p:strVal val="visible"/>
                                      </p:to>
                                    </p:set>
                                    <p:anim calcmode="lin" valueType="num">
                                      <p:cBhvr>
                                        <p:cTn id="90" dur="500" fill="hold"/>
                                        <p:tgtEl>
                                          <p:spTgt spid="21"/>
                                        </p:tgtEl>
                                        <p:attrNameLst>
                                          <p:attrName>ppt_w</p:attrName>
                                        </p:attrNameLst>
                                      </p:cBhvr>
                                      <p:tavLst>
                                        <p:tav tm="0">
                                          <p:val>
                                            <p:fltVal val="0"/>
                                          </p:val>
                                        </p:tav>
                                        <p:tav tm="100000">
                                          <p:val>
                                            <p:strVal val="#ppt_w"/>
                                          </p:val>
                                        </p:tav>
                                      </p:tavLst>
                                    </p:anim>
                                    <p:anim calcmode="lin" valueType="num">
                                      <p:cBhvr>
                                        <p:cTn id="91" dur="500" fill="hold"/>
                                        <p:tgtEl>
                                          <p:spTgt spid="21"/>
                                        </p:tgtEl>
                                        <p:attrNameLst>
                                          <p:attrName>ppt_h</p:attrName>
                                        </p:attrNameLst>
                                      </p:cBhvr>
                                      <p:tavLst>
                                        <p:tav tm="0">
                                          <p:val>
                                            <p:fltVal val="0"/>
                                          </p:val>
                                        </p:tav>
                                        <p:tav tm="100000">
                                          <p:val>
                                            <p:strVal val="#ppt_h"/>
                                          </p:val>
                                        </p:tav>
                                      </p:tavLst>
                                    </p:anim>
                                    <p:animEffect transition="in" filter="fade">
                                      <p:cBhvr>
                                        <p:cTn id="92" dur="500"/>
                                        <p:tgtEl>
                                          <p:spTgt spid="21"/>
                                        </p:tgtEl>
                                      </p:cBhvr>
                                    </p:animEffect>
                                  </p:childTnLst>
                                </p:cTn>
                              </p:par>
                            </p:childTnLst>
                          </p:cTn>
                        </p:par>
                      </p:childTnLst>
                    </p:cTn>
                  </p:par>
                  <p:par>
                    <p:cTn id="93" fill="hold">
                      <p:stCondLst>
                        <p:cond delay="indefinite"/>
                      </p:stCondLst>
                      <p:childTnLst>
                        <p:par>
                          <p:cTn id="94" fill="hold">
                            <p:stCondLst>
                              <p:cond delay="0"/>
                            </p:stCondLst>
                            <p:childTnLst>
                              <p:par>
                                <p:cTn id="95" presetID="53" presetClass="entr" presetSubtype="16" fill="hold" grpId="0" nodeType="clickEffect">
                                  <p:stCondLst>
                                    <p:cond delay="0"/>
                                  </p:stCondLst>
                                  <p:childTnLst>
                                    <p:set>
                                      <p:cBhvr>
                                        <p:cTn id="96" dur="1" fill="hold">
                                          <p:stCondLst>
                                            <p:cond delay="0"/>
                                          </p:stCondLst>
                                        </p:cTn>
                                        <p:tgtEl>
                                          <p:spTgt spid="53"/>
                                        </p:tgtEl>
                                        <p:attrNameLst>
                                          <p:attrName>style.visibility</p:attrName>
                                        </p:attrNameLst>
                                      </p:cBhvr>
                                      <p:to>
                                        <p:strVal val="visible"/>
                                      </p:to>
                                    </p:set>
                                    <p:anim calcmode="lin" valueType="num">
                                      <p:cBhvr>
                                        <p:cTn id="97" dur="500" fill="hold"/>
                                        <p:tgtEl>
                                          <p:spTgt spid="53"/>
                                        </p:tgtEl>
                                        <p:attrNameLst>
                                          <p:attrName>ppt_w</p:attrName>
                                        </p:attrNameLst>
                                      </p:cBhvr>
                                      <p:tavLst>
                                        <p:tav tm="0">
                                          <p:val>
                                            <p:fltVal val="0"/>
                                          </p:val>
                                        </p:tav>
                                        <p:tav tm="100000">
                                          <p:val>
                                            <p:strVal val="#ppt_w"/>
                                          </p:val>
                                        </p:tav>
                                      </p:tavLst>
                                    </p:anim>
                                    <p:anim calcmode="lin" valueType="num">
                                      <p:cBhvr>
                                        <p:cTn id="98" dur="500" fill="hold"/>
                                        <p:tgtEl>
                                          <p:spTgt spid="53"/>
                                        </p:tgtEl>
                                        <p:attrNameLst>
                                          <p:attrName>ppt_h</p:attrName>
                                        </p:attrNameLst>
                                      </p:cBhvr>
                                      <p:tavLst>
                                        <p:tav tm="0">
                                          <p:val>
                                            <p:fltVal val="0"/>
                                          </p:val>
                                        </p:tav>
                                        <p:tav tm="100000">
                                          <p:val>
                                            <p:strVal val="#ppt_h"/>
                                          </p:val>
                                        </p:tav>
                                      </p:tavLst>
                                    </p:anim>
                                    <p:animEffect transition="in" filter="fade">
                                      <p:cBhvr>
                                        <p:cTn id="99" dur="500"/>
                                        <p:tgtEl>
                                          <p:spTgt spid="53"/>
                                        </p:tgtEl>
                                      </p:cBhvr>
                                    </p:animEffect>
                                  </p:childTnLst>
                                </p:cTn>
                              </p:par>
                            </p:childTnLst>
                          </p:cTn>
                        </p:par>
                      </p:childTnLst>
                    </p:cTn>
                  </p:par>
                  <p:par>
                    <p:cTn id="100" fill="hold">
                      <p:stCondLst>
                        <p:cond delay="indefinite"/>
                      </p:stCondLst>
                      <p:childTnLst>
                        <p:par>
                          <p:cTn id="101" fill="hold">
                            <p:stCondLst>
                              <p:cond delay="0"/>
                            </p:stCondLst>
                            <p:childTnLst>
                              <p:par>
                                <p:cTn id="102" presetID="53" presetClass="entr" presetSubtype="16" fill="hold" grpId="0" nodeType="clickEffect">
                                  <p:stCondLst>
                                    <p:cond delay="0"/>
                                  </p:stCondLst>
                                  <p:childTnLst>
                                    <p:set>
                                      <p:cBhvr>
                                        <p:cTn id="103" dur="1" fill="hold">
                                          <p:stCondLst>
                                            <p:cond delay="0"/>
                                          </p:stCondLst>
                                        </p:cTn>
                                        <p:tgtEl>
                                          <p:spTgt spid="45"/>
                                        </p:tgtEl>
                                        <p:attrNameLst>
                                          <p:attrName>style.visibility</p:attrName>
                                        </p:attrNameLst>
                                      </p:cBhvr>
                                      <p:to>
                                        <p:strVal val="visible"/>
                                      </p:to>
                                    </p:set>
                                    <p:anim calcmode="lin" valueType="num">
                                      <p:cBhvr>
                                        <p:cTn id="104" dur="500" fill="hold"/>
                                        <p:tgtEl>
                                          <p:spTgt spid="45"/>
                                        </p:tgtEl>
                                        <p:attrNameLst>
                                          <p:attrName>ppt_w</p:attrName>
                                        </p:attrNameLst>
                                      </p:cBhvr>
                                      <p:tavLst>
                                        <p:tav tm="0">
                                          <p:val>
                                            <p:fltVal val="0"/>
                                          </p:val>
                                        </p:tav>
                                        <p:tav tm="100000">
                                          <p:val>
                                            <p:strVal val="#ppt_w"/>
                                          </p:val>
                                        </p:tav>
                                      </p:tavLst>
                                    </p:anim>
                                    <p:anim calcmode="lin" valueType="num">
                                      <p:cBhvr>
                                        <p:cTn id="105" dur="500" fill="hold"/>
                                        <p:tgtEl>
                                          <p:spTgt spid="45"/>
                                        </p:tgtEl>
                                        <p:attrNameLst>
                                          <p:attrName>ppt_h</p:attrName>
                                        </p:attrNameLst>
                                      </p:cBhvr>
                                      <p:tavLst>
                                        <p:tav tm="0">
                                          <p:val>
                                            <p:fltVal val="0"/>
                                          </p:val>
                                        </p:tav>
                                        <p:tav tm="100000">
                                          <p:val>
                                            <p:strVal val="#ppt_h"/>
                                          </p:val>
                                        </p:tav>
                                      </p:tavLst>
                                    </p:anim>
                                    <p:animEffect transition="in" filter="fade">
                                      <p:cBhvr>
                                        <p:cTn id="106" dur="500"/>
                                        <p:tgtEl>
                                          <p:spTgt spid="45"/>
                                        </p:tgtEl>
                                      </p:cBhvr>
                                    </p:animEffect>
                                  </p:childTnLst>
                                </p:cTn>
                              </p:par>
                              <p:par>
                                <p:cTn id="107" presetID="53" presetClass="entr" presetSubtype="16" fill="hold" grpId="0" nodeType="withEffect">
                                  <p:stCondLst>
                                    <p:cond delay="0"/>
                                  </p:stCondLst>
                                  <p:childTnLst>
                                    <p:set>
                                      <p:cBhvr>
                                        <p:cTn id="108" dur="1" fill="hold">
                                          <p:stCondLst>
                                            <p:cond delay="0"/>
                                          </p:stCondLst>
                                        </p:cTn>
                                        <p:tgtEl>
                                          <p:spTgt spid="23"/>
                                        </p:tgtEl>
                                        <p:attrNameLst>
                                          <p:attrName>style.visibility</p:attrName>
                                        </p:attrNameLst>
                                      </p:cBhvr>
                                      <p:to>
                                        <p:strVal val="visible"/>
                                      </p:to>
                                    </p:set>
                                    <p:anim calcmode="lin" valueType="num">
                                      <p:cBhvr>
                                        <p:cTn id="109" dur="500" fill="hold"/>
                                        <p:tgtEl>
                                          <p:spTgt spid="23"/>
                                        </p:tgtEl>
                                        <p:attrNameLst>
                                          <p:attrName>ppt_w</p:attrName>
                                        </p:attrNameLst>
                                      </p:cBhvr>
                                      <p:tavLst>
                                        <p:tav tm="0">
                                          <p:val>
                                            <p:fltVal val="0"/>
                                          </p:val>
                                        </p:tav>
                                        <p:tav tm="100000">
                                          <p:val>
                                            <p:strVal val="#ppt_w"/>
                                          </p:val>
                                        </p:tav>
                                      </p:tavLst>
                                    </p:anim>
                                    <p:anim calcmode="lin" valueType="num">
                                      <p:cBhvr>
                                        <p:cTn id="110" dur="500" fill="hold"/>
                                        <p:tgtEl>
                                          <p:spTgt spid="23"/>
                                        </p:tgtEl>
                                        <p:attrNameLst>
                                          <p:attrName>ppt_h</p:attrName>
                                        </p:attrNameLst>
                                      </p:cBhvr>
                                      <p:tavLst>
                                        <p:tav tm="0">
                                          <p:val>
                                            <p:fltVal val="0"/>
                                          </p:val>
                                        </p:tav>
                                        <p:tav tm="100000">
                                          <p:val>
                                            <p:strVal val="#ppt_h"/>
                                          </p:val>
                                        </p:tav>
                                      </p:tavLst>
                                    </p:anim>
                                    <p:animEffect transition="in" filter="fade">
                                      <p:cBhvr>
                                        <p:cTn id="111" dur="500"/>
                                        <p:tgtEl>
                                          <p:spTgt spid="23"/>
                                        </p:tgtEl>
                                      </p:cBhvr>
                                    </p:animEffect>
                                  </p:childTnLst>
                                </p:cTn>
                              </p:par>
                            </p:childTnLst>
                          </p:cTn>
                        </p:par>
                      </p:childTnLst>
                    </p:cTn>
                  </p:par>
                  <p:par>
                    <p:cTn id="112" fill="hold">
                      <p:stCondLst>
                        <p:cond delay="indefinite"/>
                      </p:stCondLst>
                      <p:childTnLst>
                        <p:par>
                          <p:cTn id="113" fill="hold">
                            <p:stCondLst>
                              <p:cond delay="0"/>
                            </p:stCondLst>
                            <p:childTnLst>
                              <p:par>
                                <p:cTn id="114" presetID="53" presetClass="entr" presetSubtype="16" fill="hold" grpId="0" nodeType="clickEffect">
                                  <p:stCondLst>
                                    <p:cond delay="0"/>
                                  </p:stCondLst>
                                  <p:childTnLst>
                                    <p:set>
                                      <p:cBhvr>
                                        <p:cTn id="115" dur="1" fill="hold">
                                          <p:stCondLst>
                                            <p:cond delay="0"/>
                                          </p:stCondLst>
                                        </p:cTn>
                                        <p:tgtEl>
                                          <p:spTgt spid="54"/>
                                        </p:tgtEl>
                                        <p:attrNameLst>
                                          <p:attrName>style.visibility</p:attrName>
                                        </p:attrNameLst>
                                      </p:cBhvr>
                                      <p:to>
                                        <p:strVal val="visible"/>
                                      </p:to>
                                    </p:set>
                                    <p:anim calcmode="lin" valueType="num">
                                      <p:cBhvr>
                                        <p:cTn id="116" dur="500" fill="hold"/>
                                        <p:tgtEl>
                                          <p:spTgt spid="54"/>
                                        </p:tgtEl>
                                        <p:attrNameLst>
                                          <p:attrName>ppt_w</p:attrName>
                                        </p:attrNameLst>
                                      </p:cBhvr>
                                      <p:tavLst>
                                        <p:tav tm="0">
                                          <p:val>
                                            <p:fltVal val="0"/>
                                          </p:val>
                                        </p:tav>
                                        <p:tav tm="100000">
                                          <p:val>
                                            <p:strVal val="#ppt_w"/>
                                          </p:val>
                                        </p:tav>
                                      </p:tavLst>
                                    </p:anim>
                                    <p:anim calcmode="lin" valueType="num">
                                      <p:cBhvr>
                                        <p:cTn id="117" dur="500" fill="hold"/>
                                        <p:tgtEl>
                                          <p:spTgt spid="54"/>
                                        </p:tgtEl>
                                        <p:attrNameLst>
                                          <p:attrName>ppt_h</p:attrName>
                                        </p:attrNameLst>
                                      </p:cBhvr>
                                      <p:tavLst>
                                        <p:tav tm="0">
                                          <p:val>
                                            <p:fltVal val="0"/>
                                          </p:val>
                                        </p:tav>
                                        <p:tav tm="100000">
                                          <p:val>
                                            <p:strVal val="#ppt_h"/>
                                          </p:val>
                                        </p:tav>
                                      </p:tavLst>
                                    </p:anim>
                                    <p:animEffect transition="in" filter="fade">
                                      <p:cBhvr>
                                        <p:cTn id="118" dur="500"/>
                                        <p:tgtEl>
                                          <p:spTgt spid="54"/>
                                        </p:tgtEl>
                                      </p:cBhvr>
                                    </p:animEffect>
                                  </p:childTnLst>
                                </p:cTn>
                              </p:par>
                            </p:childTnLst>
                          </p:cTn>
                        </p:par>
                      </p:childTnLst>
                    </p:cTn>
                  </p:par>
                  <p:par>
                    <p:cTn id="119" fill="hold">
                      <p:stCondLst>
                        <p:cond delay="indefinite"/>
                      </p:stCondLst>
                      <p:childTnLst>
                        <p:par>
                          <p:cTn id="120" fill="hold">
                            <p:stCondLst>
                              <p:cond delay="0"/>
                            </p:stCondLst>
                            <p:childTnLst>
                              <p:par>
                                <p:cTn id="121" presetID="53" presetClass="entr" presetSubtype="16" fill="hold" grpId="0" nodeType="clickEffect">
                                  <p:stCondLst>
                                    <p:cond delay="0"/>
                                  </p:stCondLst>
                                  <p:childTnLst>
                                    <p:set>
                                      <p:cBhvr>
                                        <p:cTn id="122" dur="1" fill="hold">
                                          <p:stCondLst>
                                            <p:cond delay="0"/>
                                          </p:stCondLst>
                                        </p:cTn>
                                        <p:tgtEl>
                                          <p:spTgt spid="29"/>
                                        </p:tgtEl>
                                        <p:attrNameLst>
                                          <p:attrName>style.visibility</p:attrName>
                                        </p:attrNameLst>
                                      </p:cBhvr>
                                      <p:to>
                                        <p:strVal val="visible"/>
                                      </p:to>
                                    </p:set>
                                    <p:anim calcmode="lin" valueType="num">
                                      <p:cBhvr>
                                        <p:cTn id="123" dur="500" fill="hold"/>
                                        <p:tgtEl>
                                          <p:spTgt spid="29"/>
                                        </p:tgtEl>
                                        <p:attrNameLst>
                                          <p:attrName>ppt_w</p:attrName>
                                        </p:attrNameLst>
                                      </p:cBhvr>
                                      <p:tavLst>
                                        <p:tav tm="0">
                                          <p:val>
                                            <p:fltVal val="0"/>
                                          </p:val>
                                        </p:tav>
                                        <p:tav tm="100000">
                                          <p:val>
                                            <p:strVal val="#ppt_w"/>
                                          </p:val>
                                        </p:tav>
                                      </p:tavLst>
                                    </p:anim>
                                    <p:anim calcmode="lin" valueType="num">
                                      <p:cBhvr>
                                        <p:cTn id="124" dur="500" fill="hold"/>
                                        <p:tgtEl>
                                          <p:spTgt spid="29"/>
                                        </p:tgtEl>
                                        <p:attrNameLst>
                                          <p:attrName>ppt_h</p:attrName>
                                        </p:attrNameLst>
                                      </p:cBhvr>
                                      <p:tavLst>
                                        <p:tav tm="0">
                                          <p:val>
                                            <p:fltVal val="0"/>
                                          </p:val>
                                        </p:tav>
                                        <p:tav tm="100000">
                                          <p:val>
                                            <p:strVal val="#ppt_h"/>
                                          </p:val>
                                        </p:tav>
                                      </p:tavLst>
                                    </p:anim>
                                    <p:animEffect transition="in" filter="fade">
                                      <p:cBhvr>
                                        <p:cTn id="125" dur="500"/>
                                        <p:tgtEl>
                                          <p:spTgt spid="29"/>
                                        </p:tgtEl>
                                      </p:cBhvr>
                                    </p:animEffect>
                                  </p:childTnLst>
                                </p:cTn>
                              </p:par>
                            </p:childTnLst>
                          </p:cTn>
                        </p:par>
                      </p:childTnLst>
                    </p:cTn>
                  </p:par>
                  <p:par>
                    <p:cTn id="126" fill="hold">
                      <p:stCondLst>
                        <p:cond delay="indefinite"/>
                      </p:stCondLst>
                      <p:childTnLst>
                        <p:par>
                          <p:cTn id="127" fill="hold">
                            <p:stCondLst>
                              <p:cond delay="0"/>
                            </p:stCondLst>
                            <p:childTnLst>
                              <p:par>
                                <p:cTn id="128" presetID="53" presetClass="entr" presetSubtype="16" fill="hold" grpId="0" nodeType="clickEffect">
                                  <p:stCondLst>
                                    <p:cond delay="0"/>
                                  </p:stCondLst>
                                  <p:childTnLst>
                                    <p:set>
                                      <p:cBhvr>
                                        <p:cTn id="129" dur="1" fill="hold">
                                          <p:stCondLst>
                                            <p:cond delay="0"/>
                                          </p:stCondLst>
                                        </p:cTn>
                                        <p:tgtEl>
                                          <p:spTgt spid="46"/>
                                        </p:tgtEl>
                                        <p:attrNameLst>
                                          <p:attrName>style.visibility</p:attrName>
                                        </p:attrNameLst>
                                      </p:cBhvr>
                                      <p:to>
                                        <p:strVal val="visible"/>
                                      </p:to>
                                    </p:set>
                                    <p:anim calcmode="lin" valueType="num">
                                      <p:cBhvr>
                                        <p:cTn id="130" dur="500" fill="hold"/>
                                        <p:tgtEl>
                                          <p:spTgt spid="46"/>
                                        </p:tgtEl>
                                        <p:attrNameLst>
                                          <p:attrName>ppt_w</p:attrName>
                                        </p:attrNameLst>
                                      </p:cBhvr>
                                      <p:tavLst>
                                        <p:tav tm="0">
                                          <p:val>
                                            <p:fltVal val="0"/>
                                          </p:val>
                                        </p:tav>
                                        <p:tav tm="100000">
                                          <p:val>
                                            <p:strVal val="#ppt_w"/>
                                          </p:val>
                                        </p:tav>
                                      </p:tavLst>
                                    </p:anim>
                                    <p:anim calcmode="lin" valueType="num">
                                      <p:cBhvr>
                                        <p:cTn id="131" dur="500" fill="hold"/>
                                        <p:tgtEl>
                                          <p:spTgt spid="46"/>
                                        </p:tgtEl>
                                        <p:attrNameLst>
                                          <p:attrName>ppt_h</p:attrName>
                                        </p:attrNameLst>
                                      </p:cBhvr>
                                      <p:tavLst>
                                        <p:tav tm="0">
                                          <p:val>
                                            <p:fltVal val="0"/>
                                          </p:val>
                                        </p:tav>
                                        <p:tav tm="100000">
                                          <p:val>
                                            <p:strVal val="#ppt_h"/>
                                          </p:val>
                                        </p:tav>
                                      </p:tavLst>
                                    </p:anim>
                                    <p:animEffect transition="in" filter="fade">
                                      <p:cBhvr>
                                        <p:cTn id="132" dur="500"/>
                                        <p:tgtEl>
                                          <p:spTgt spid="46"/>
                                        </p:tgtEl>
                                      </p:cBhvr>
                                    </p:animEffect>
                                  </p:childTnLst>
                                </p:cTn>
                              </p:par>
                            </p:childTnLst>
                          </p:cTn>
                        </p:par>
                      </p:childTnLst>
                    </p:cTn>
                  </p:par>
                  <p:par>
                    <p:cTn id="133" fill="hold">
                      <p:stCondLst>
                        <p:cond delay="indefinite"/>
                      </p:stCondLst>
                      <p:childTnLst>
                        <p:par>
                          <p:cTn id="134" fill="hold">
                            <p:stCondLst>
                              <p:cond delay="0"/>
                            </p:stCondLst>
                            <p:childTnLst>
                              <p:par>
                                <p:cTn id="135" presetID="53" presetClass="entr" presetSubtype="16" fill="hold" grpId="0" nodeType="clickEffect">
                                  <p:stCondLst>
                                    <p:cond delay="0"/>
                                  </p:stCondLst>
                                  <p:childTnLst>
                                    <p:set>
                                      <p:cBhvr>
                                        <p:cTn id="136" dur="1" fill="hold">
                                          <p:stCondLst>
                                            <p:cond delay="0"/>
                                          </p:stCondLst>
                                        </p:cTn>
                                        <p:tgtEl>
                                          <p:spTgt spid="48"/>
                                        </p:tgtEl>
                                        <p:attrNameLst>
                                          <p:attrName>style.visibility</p:attrName>
                                        </p:attrNameLst>
                                      </p:cBhvr>
                                      <p:to>
                                        <p:strVal val="visible"/>
                                      </p:to>
                                    </p:set>
                                    <p:anim calcmode="lin" valueType="num">
                                      <p:cBhvr>
                                        <p:cTn id="137" dur="500" fill="hold"/>
                                        <p:tgtEl>
                                          <p:spTgt spid="48"/>
                                        </p:tgtEl>
                                        <p:attrNameLst>
                                          <p:attrName>ppt_w</p:attrName>
                                        </p:attrNameLst>
                                      </p:cBhvr>
                                      <p:tavLst>
                                        <p:tav tm="0">
                                          <p:val>
                                            <p:fltVal val="0"/>
                                          </p:val>
                                        </p:tav>
                                        <p:tav tm="100000">
                                          <p:val>
                                            <p:strVal val="#ppt_w"/>
                                          </p:val>
                                        </p:tav>
                                      </p:tavLst>
                                    </p:anim>
                                    <p:anim calcmode="lin" valueType="num">
                                      <p:cBhvr>
                                        <p:cTn id="138" dur="500" fill="hold"/>
                                        <p:tgtEl>
                                          <p:spTgt spid="48"/>
                                        </p:tgtEl>
                                        <p:attrNameLst>
                                          <p:attrName>ppt_h</p:attrName>
                                        </p:attrNameLst>
                                      </p:cBhvr>
                                      <p:tavLst>
                                        <p:tav tm="0">
                                          <p:val>
                                            <p:fltVal val="0"/>
                                          </p:val>
                                        </p:tav>
                                        <p:tav tm="100000">
                                          <p:val>
                                            <p:strVal val="#ppt_h"/>
                                          </p:val>
                                        </p:tav>
                                      </p:tavLst>
                                    </p:anim>
                                    <p:animEffect transition="in" filter="fade">
                                      <p:cBhvr>
                                        <p:cTn id="139" dur="500"/>
                                        <p:tgtEl>
                                          <p:spTgt spid="48"/>
                                        </p:tgtEl>
                                      </p:cBhvr>
                                    </p:animEffect>
                                  </p:childTnLst>
                                </p:cTn>
                              </p:par>
                            </p:childTnLst>
                          </p:cTn>
                        </p:par>
                      </p:childTnLst>
                    </p:cTn>
                  </p:par>
                  <p:par>
                    <p:cTn id="140" fill="hold">
                      <p:stCondLst>
                        <p:cond delay="indefinite"/>
                      </p:stCondLst>
                      <p:childTnLst>
                        <p:par>
                          <p:cTn id="141" fill="hold">
                            <p:stCondLst>
                              <p:cond delay="0"/>
                            </p:stCondLst>
                            <p:childTnLst>
                              <p:par>
                                <p:cTn id="142" presetID="53" presetClass="entr" presetSubtype="16" fill="hold" grpId="0" nodeType="clickEffect">
                                  <p:stCondLst>
                                    <p:cond delay="0"/>
                                  </p:stCondLst>
                                  <p:childTnLst>
                                    <p:set>
                                      <p:cBhvr>
                                        <p:cTn id="143" dur="1" fill="hold">
                                          <p:stCondLst>
                                            <p:cond delay="0"/>
                                          </p:stCondLst>
                                        </p:cTn>
                                        <p:tgtEl>
                                          <p:spTgt spid="50"/>
                                        </p:tgtEl>
                                        <p:attrNameLst>
                                          <p:attrName>style.visibility</p:attrName>
                                        </p:attrNameLst>
                                      </p:cBhvr>
                                      <p:to>
                                        <p:strVal val="visible"/>
                                      </p:to>
                                    </p:set>
                                    <p:anim calcmode="lin" valueType="num">
                                      <p:cBhvr>
                                        <p:cTn id="144" dur="500" fill="hold"/>
                                        <p:tgtEl>
                                          <p:spTgt spid="50"/>
                                        </p:tgtEl>
                                        <p:attrNameLst>
                                          <p:attrName>ppt_w</p:attrName>
                                        </p:attrNameLst>
                                      </p:cBhvr>
                                      <p:tavLst>
                                        <p:tav tm="0">
                                          <p:val>
                                            <p:fltVal val="0"/>
                                          </p:val>
                                        </p:tav>
                                        <p:tav tm="100000">
                                          <p:val>
                                            <p:strVal val="#ppt_w"/>
                                          </p:val>
                                        </p:tav>
                                      </p:tavLst>
                                    </p:anim>
                                    <p:anim calcmode="lin" valueType="num">
                                      <p:cBhvr>
                                        <p:cTn id="145" dur="500" fill="hold"/>
                                        <p:tgtEl>
                                          <p:spTgt spid="50"/>
                                        </p:tgtEl>
                                        <p:attrNameLst>
                                          <p:attrName>ppt_h</p:attrName>
                                        </p:attrNameLst>
                                      </p:cBhvr>
                                      <p:tavLst>
                                        <p:tav tm="0">
                                          <p:val>
                                            <p:fltVal val="0"/>
                                          </p:val>
                                        </p:tav>
                                        <p:tav tm="100000">
                                          <p:val>
                                            <p:strVal val="#ppt_h"/>
                                          </p:val>
                                        </p:tav>
                                      </p:tavLst>
                                    </p:anim>
                                    <p:animEffect transition="in" filter="fade">
                                      <p:cBhvr>
                                        <p:cTn id="146"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P spid="9" grpId="0"/>
      <p:bldP spid="11" grpId="0"/>
      <p:bldP spid="13" grpId="0"/>
      <p:bldP spid="15" grpId="0"/>
      <p:bldP spid="19" grpId="0"/>
      <p:bldP spid="21" grpId="0"/>
      <p:bldP spid="23" grpId="0"/>
      <p:bldP spid="29" grpId="0"/>
      <p:bldP spid="39" grpId="0" animBg="1"/>
      <p:bldP spid="40" grpId="0" animBg="1"/>
      <p:bldP spid="41" grpId="0" animBg="1"/>
      <p:bldP spid="42" grpId="0" animBg="1"/>
      <p:bldP spid="43" grpId="0" animBg="1"/>
      <p:bldP spid="44" grpId="0" animBg="1"/>
      <p:bldP spid="45" grpId="0" animBg="1"/>
      <p:bldP spid="46" grpId="0"/>
      <p:bldP spid="48" grpId="0"/>
      <p:bldP spid="50" grpId="0"/>
      <p:bldP spid="51" grpId="0"/>
      <p:bldP spid="52" grpId="0"/>
      <p:bldP spid="53" grpId="0"/>
      <p:bldP spid="54"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a+b,a-b,a,a</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 name="矩形 1"/>
          <p:cNvSpPr/>
          <p:nvPr/>
        </p:nvSpPr>
        <p:spPr>
          <a:xfrm>
            <a:off x="3936000" y="1216809"/>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 name="矩形 2"/>
          <p:cNvSpPr/>
          <p:nvPr/>
        </p:nvSpPr>
        <p:spPr>
          <a:xfrm>
            <a:off x="3559607" y="1131590"/>
            <a:ext cx="370614" cy="400110"/>
          </a:xfrm>
          <a:prstGeom prst="rect">
            <a:avLst/>
          </a:prstGeom>
        </p:spPr>
        <p:txBody>
          <a:bodyPr wrap="none">
            <a:spAutoFit/>
          </a:bodyPr>
          <a:lstStyle/>
          <a:p>
            <a:r>
              <a:rPr lang="en-US" altLang="zh-CN" sz="2000" dirty="0">
                <a:solidFill>
                  <a:prstClr val="black"/>
                </a:solidFill>
              </a:rPr>
              <a:t>w</a:t>
            </a:r>
            <a:endParaRPr lang="zh-CN" altLang="en-US" sz="2000" dirty="0">
              <a:solidFill>
                <a:prstClr val="black"/>
              </a:solidFill>
            </a:endParaRPr>
          </a:p>
        </p:txBody>
      </p:sp>
      <p:sp>
        <p:nvSpPr>
          <p:cNvPr id="9" name="矩形 8"/>
          <p:cNvSpPr/>
          <p:nvPr/>
        </p:nvSpPr>
        <p:spPr>
          <a:xfrm>
            <a:off x="3563888" y="1523568"/>
            <a:ext cx="312906" cy="400110"/>
          </a:xfrm>
          <a:prstGeom prst="rect">
            <a:avLst/>
          </a:prstGeom>
        </p:spPr>
        <p:txBody>
          <a:bodyPr wrap="none">
            <a:spAutoFit/>
          </a:bodyPr>
          <a:lstStyle/>
          <a:p>
            <a:r>
              <a:rPr lang="en-US" altLang="zh-CN" sz="2000" dirty="0">
                <a:solidFill>
                  <a:prstClr val="black"/>
                </a:solidFill>
              </a:rPr>
              <a:t>x</a:t>
            </a:r>
            <a:endParaRPr lang="zh-CN" altLang="en-US" sz="2000" dirty="0">
              <a:solidFill>
                <a:prstClr val="black"/>
              </a:solidFill>
            </a:endParaRPr>
          </a:p>
        </p:txBody>
      </p:sp>
      <p:sp>
        <p:nvSpPr>
          <p:cNvPr id="11" name="矩形 10"/>
          <p:cNvSpPr/>
          <p:nvPr/>
        </p:nvSpPr>
        <p:spPr>
          <a:xfrm>
            <a:off x="3563888" y="1955616"/>
            <a:ext cx="312906" cy="400110"/>
          </a:xfrm>
          <a:prstGeom prst="rect">
            <a:avLst/>
          </a:prstGeom>
        </p:spPr>
        <p:txBody>
          <a:bodyPr wrap="none">
            <a:spAutoFit/>
          </a:bodyPr>
          <a:lstStyle/>
          <a:p>
            <a:r>
              <a:rPr lang="en-US" altLang="zh-CN" sz="2000" dirty="0">
                <a:solidFill>
                  <a:prstClr val="black"/>
                </a:solidFill>
              </a:rPr>
              <a:t>y</a:t>
            </a:r>
            <a:endParaRPr lang="zh-CN" altLang="en-US" sz="2000" dirty="0">
              <a:solidFill>
                <a:prstClr val="black"/>
              </a:solidFill>
            </a:endParaRPr>
          </a:p>
        </p:txBody>
      </p:sp>
      <p:sp>
        <p:nvSpPr>
          <p:cNvPr id="13" name="矩形 12"/>
          <p:cNvSpPr/>
          <p:nvPr/>
        </p:nvSpPr>
        <p:spPr>
          <a:xfrm>
            <a:off x="3563888" y="2387664"/>
            <a:ext cx="298480" cy="400110"/>
          </a:xfrm>
          <a:prstGeom prst="rect">
            <a:avLst/>
          </a:prstGeom>
        </p:spPr>
        <p:txBody>
          <a:bodyPr wrap="none">
            <a:spAutoFit/>
          </a:bodyPr>
          <a:lstStyle/>
          <a:p>
            <a:r>
              <a:rPr lang="en-US" altLang="zh-CN" sz="2000" dirty="0">
                <a:solidFill>
                  <a:prstClr val="black"/>
                </a:solidFill>
              </a:rPr>
              <a:t>z</a:t>
            </a:r>
            <a:endParaRPr lang="zh-CN" altLang="en-US" sz="2000" dirty="0">
              <a:solidFill>
                <a:prstClr val="black"/>
              </a:solidFill>
            </a:endParaRPr>
          </a:p>
        </p:txBody>
      </p:sp>
      <p:sp>
        <p:nvSpPr>
          <p:cNvPr id="15" name="矩形 14"/>
          <p:cNvSpPr/>
          <p:nvPr/>
        </p:nvSpPr>
        <p:spPr>
          <a:xfrm>
            <a:off x="3563888"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19" name="矩形 18"/>
          <p:cNvSpPr/>
          <p:nvPr/>
        </p:nvSpPr>
        <p:spPr>
          <a:xfrm>
            <a:off x="3563888"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21" name="矩形 20"/>
          <p:cNvSpPr/>
          <p:nvPr/>
        </p:nvSpPr>
        <p:spPr>
          <a:xfrm>
            <a:off x="3563888" y="3683808"/>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1</a:t>
            </a:r>
            <a:endParaRPr lang="zh-CN" altLang="en-US" sz="2000" baseline="-25000" dirty="0">
              <a:solidFill>
                <a:prstClr val="black"/>
              </a:solidFill>
            </a:endParaRPr>
          </a:p>
        </p:txBody>
      </p:sp>
      <p:sp>
        <p:nvSpPr>
          <p:cNvPr id="23" name="矩形 22"/>
          <p:cNvSpPr/>
          <p:nvPr/>
        </p:nvSpPr>
        <p:spPr>
          <a:xfrm>
            <a:off x="3563888" y="4115856"/>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2</a:t>
            </a:r>
            <a:endParaRPr lang="zh-CN" altLang="en-US" sz="2000" baseline="-25000" dirty="0">
              <a:solidFill>
                <a:prstClr val="black"/>
              </a:solidFill>
            </a:endParaRPr>
          </a:p>
        </p:txBody>
      </p:sp>
      <p:sp>
        <p:nvSpPr>
          <p:cNvPr id="29" name="矩形 28"/>
          <p:cNvSpPr/>
          <p:nvPr/>
        </p:nvSpPr>
        <p:spPr>
          <a:xfrm>
            <a:off x="4343926" y="1170287"/>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9" name="矩形 38"/>
          <p:cNvSpPr/>
          <p:nvPr/>
        </p:nvSpPr>
        <p:spPr>
          <a:xfrm>
            <a:off x="3923928" y="1639564"/>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0" name="矩形 39"/>
          <p:cNvSpPr/>
          <p:nvPr/>
        </p:nvSpPr>
        <p:spPr>
          <a:xfrm>
            <a:off x="3923928" y="2071612"/>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1" name="矩形 40"/>
          <p:cNvSpPr/>
          <p:nvPr/>
        </p:nvSpPr>
        <p:spPr>
          <a:xfrm>
            <a:off x="3923928" y="2503660"/>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2" name="矩形 41"/>
          <p:cNvSpPr/>
          <p:nvPr/>
        </p:nvSpPr>
        <p:spPr>
          <a:xfrm>
            <a:off x="3923928"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3" name="矩形 42"/>
          <p:cNvSpPr/>
          <p:nvPr/>
        </p:nvSpPr>
        <p:spPr>
          <a:xfrm>
            <a:off x="3923928"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4" name="矩形 43"/>
          <p:cNvSpPr/>
          <p:nvPr/>
        </p:nvSpPr>
        <p:spPr>
          <a:xfrm>
            <a:off x="3923928" y="3799804"/>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5" name="矩形 44"/>
          <p:cNvSpPr/>
          <p:nvPr/>
        </p:nvSpPr>
        <p:spPr>
          <a:xfrm>
            <a:off x="3923928" y="4231852"/>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6" name="矩形 45"/>
          <p:cNvSpPr/>
          <p:nvPr/>
        </p:nvSpPr>
        <p:spPr>
          <a:xfrm>
            <a:off x="4343926" y="156363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48" name="矩形 47"/>
          <p:cNvSpPr/>
          <p:nvPr/>
        </p:nvSpPr>
        <p:spPr>
          <a:xfrm>
            <a:off x="4343926" y="2058402"/>
            <a:ext cx="415498"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40</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0" name="矩形 49"/>
          <p:cNvSpPr/>
          <p:nvPr/>
        </p:nvSpPr>
        <p:spPr>
          <a:xfrm>
            <a:off x="4343926" y="2490450"/>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1" name="矩形 50"/>
          <p:cNvSpPr/>
          <p:nvPr/>
        </p:nvSpPr>
        <p:spPr>
          <a:xfrm>
            <a:off x="4343926" y="292249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2" name="矩形 51"/>
          <p:cNvSpPr/>
          <p:nvPr/>
        </p:nvSpPr>
        <p:spPr>
          <a:xfrm>
            <a:off x="4343926"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3" name="矩形 52"/>
          <p:cNvSpPr/>
          <p:nvPr/>
        </p:nvSpPr>
        <p:spPr>
          <a:xfrm>
            <a:off x="4343926" y="378659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4" name="矩形 53"/>
          <p:cNvSpPr/>
          <p:nvPr/>
        </p:nvSpPr>
        <p:spPr>
          <a:xfrm>
            <a:off x="4343926" y="415592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923530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8"/>
                                        </p:tgtEl>
                                        <p:attrNameLst>
                                          <p:attrName>style.visibility</p:attrName>
                                        </p:attrNameLst>
                                      </p:cBhvr>
                                      <p:to>
                                        <p:strVal val="visible"/>
                                      </p:to>
                                    </p:set>
                                    <p:anim calcmode="lin" valueType="num">
                                      <p:cBhvr>
                                        <p:cTn id="7" dur="500" fill="hold"/>
                                        <p:tgtEl>
                                          <p:spTgt spid="48"/>
                                        </p:tgtEl>
                                        <p:attrNameLst>
                                          <p:attrName>ppt_w</p:attrName>
                                        </p:attrNameLst>
                                      </p:cBhvr>
                                      <p:tavLst>
                                        <p:tav tm="0">
                                          <p:val>
                                            <p:fltVal val="0"/>
                                          </p:val>
                                        </p:tav>
                                        <p:tav tm="100000">
                                          <p:val>
                                            <p:strVal val="#ppt_w"/>
                                          </p:val>
                                        </p:tav>
                                      </p:tavLst>
                                    </p:anim>
                                    <p:anim calcmode="lin" valueType="num">
                                      <p:cBhvr>
                                        <p:cTn id="8" dur="500" fill="hold"/>
                                        <p:tgtEl>
                                          <p:spTgt spid="48"/>
                                        </p:tgtEl>
                                        <p:attrNameLst>
                                          <p:attrName>ppt_h</p:attrName>
                                        </p:attrNameLst>
                                      </p:cBhvr>
                                      <p:tavLst>
                                        <p:tav tm="0">
                                          <p:val>
                                            <p:fltVal val="0"/>
                                          </p:val>
                                        </p:tav>
                                        <p:tav tm="100000">
                                          <p:val>
                                            <p:strVal val="#ppt_h"/>
                                          </p:val>
                                        </p:tav>
                                      </p:tavLst>
                                    </p:anim>
                                    <p:animEffect transition="in" filter="fade">
                                      <p:cBhvr>
                                        <p:cTn id="9"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a+b,a-b,a,a</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 name="矩形 1"/>
          <p:cNvSpPr/>
          <p:nvPr/>
        </p:nvSpPr>
        <p:spPr>
          <a:xfrm>
            <a:off x="3936000" y="1216809"/>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 name="矩形 2"/>
          <p:cNvSpPr/>
          <p:nvPr/>
        </p:nvSpPr>
        <p:spPr>
          <a:xfrm>
            <a:off x="3559607" y="1131590"/>
            <a:ext cx="370614" cy="400110"/>
          </a:xfrm>
          <a:prstGeom prst="rect">
            <a:avLst/>
          </a:prstGeom>
        </p:spPr>
        <p:txBody>
          <a:bodyPr wrap="none">
            <a:spAutoFit/>
          </a:bodyPr>
          <a:lstStyle/>
          <a:p>
            <a:r>
              <a:rPr lang="en-US" altLang="zh-CN" sz="2000" dirty="0">
                <a:solidFill>
                  <a:prstClr val="black"/>
                </a:solidFill>
              </a:rPr>
              <a:t>w</a:t>
            </a:r>
            <a:endParaRPr lang="zh-CN" altLang="en-US" sz="2000" dirty="0">
              <a:solidFill>
                <a:prstClr val="black"/>
              </a:solidFill>
            </a:endParaRPr>
          </a:p>
        </p:txBody>
      </p:sp>
      <p:sp>
        <p:nvSpPr>
          <p:cNvPr id="9" name="矩形 8"/>
          <p:cNvSpPr/>
          <p:nvPr/>
        </p:nvSpPr>
        <p:spPr>
          <a:xfrm>
            <a:off x="3563888" y="1523568"/>
            <a:ext cx="312906" cy="400110"/>
          </a:xfrm>
          <a:prstGeom prst="rect">
            <a:avLst/>
          </a:prstGeom>
        </p:spPr>
        <p:txBody>
          <a:bodyPr wrap="none">
            <a:spAutoFit/>
          </a:bodyPr>
          <a:lstStyle/>
          <a:p>
            <a:r>
              <a:rPr lang="en-US" altLang="zh-CN" sz="2000" dirty="0">
                <a:solidFill>
                  <a:prstClr val="black"/>
                </a:solidFill>
              </a:rPr>
              <a:t>x</a:t>
            </a:r>
            <a:endParaRPr lang="zh-CN" altLang="en-US" sz="2000" dirty="0">
              <a:solidFill>
                <a:prstClr val="black"/>
              </a:solidFill>
            </a:endParaRPr>
          </a:p>
        </p:txBody>
      </p:sp>
      <p:sp>
        <p:nvSpPr>
          <p:cNvPr id="11" name="矩形 10"/>
          <p:cNvSpPr/>
          <p:nvPr/>
        </p:nvSpPr>
        <p:spPr>
          <a:xfrm>
            <a:off x="3563888" y="1955616"/>
            <a:ext cx="312906" cy="400110"/>
          </a:xfrm>
          <a:prstGeom prst="rect">
            <a:avLst/>
          </a:prstGeom>
        </p:spPr>
        <p:txBody>
          <a:bodyPr wrap="none">
            <a:spAutoFit/>
          </a:bodyPr>
          <a:lstStyle/>
          <a:p>
            <a:r>
              <a:rPr lang="en-US" altLang="zh-CN" sz="2000" dirty="0">
                <a:solidFill>
                  <a:prstClr val="black"/>
                </a:solidFill>
              </a:rPr>
              <a:t>y</a:t>
            </a:r>
            <a:endParaRPr lang="zh-CN" altLang="en-US" sz="2000" dirty="0">
              <a:solidFill>
                <a:prstClr val="black"/>
              </a:solidFill>
            </a:endParaRPr>
          </a:p>
        </p:txBody>
      </p:sp>
      <p:sp>
        <p:nvSpPr>
          <p:cNvPr id="13" name="矩形 12"/>
          <p:cNvSpPr/>
          <p:nvPr/>
        </p:nvSpPr>
        <p:spPr>
          <a:xfrm>
            <a:off x="3563888" y="2387664"/>
            <a:ext cx="298480" cy="400110"/>
          </a:xfrm>
          <a:prstGeom prst="rect">
            <a:avLst/>
          </a:prstGeom>
        </p:spPr>
        <p:txBody>
          <a:bodyPr wrap="none">
            <a:spAutoFit/>
          </a:bodyPr>
          <a:lstStyle/>
          <a:p>
            <a:r>
              <a:rPr lang="en-US" altLang="zh-CN" sz="2000" dirty="0">
                <a:solidFill>
                  <a:prstClr val="black"/>
                </a:solidFill>
              </a:rPr>
              <a:t>z</a:t>
            </a:r>
            <a:endParaRPr lang="zh-CN" altLang="en-US" sz="2000" dirty="0">
              <a:solidFill>
                <a:prstClr val="black"/>
              </a:solidFill>
            </a:endParaRPr>
          </a:p>
        </p:txBody>
      </p:sp>
      <p:sp>
        <p:nvSpPr>
          <p:cNvPr id="15" name="矩形 14"/>
          <p:cNvSpPr/>
          <p:nvPr/>
        </p:nvSpPr>
        <p:spPr>
          <a:xfrm>
            <a:off x="3563888"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19" name="矩形 18"/>
          <p:cNvSpPr/>
          <p:nvPr/>
        </p:nvSpPr>
        <p:spPr>
          <a:xfrm>
            <a:off x="3563888"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21" name="矩形 20"/>
          <p:cNvSpPr/>
          <p:nvPr/>
        </p:nvSpPr>
        <p:spPr>
          <a:xfrm>
            <a:off x="3563888" y="3683808"/>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1</a:t>
            </a:r>
            <a:endParaRPr lang="zh-CN" altLang="en-US" sz="2000" baseline="-25000" dirty="0">
              <a:solidFill>
                <a:prstClr val="black"/>
              </a:solidFill>
            </a:endParaRPr>
          </a:p>
        </p:txBody>
      </p:sp>
      <p:sp>
        <p:nvSpPr>
          <p:cNvPr id="23" name="矩形 22"/>
          <p:cNvSpPr/>
          <p:nvPr/>
        </p:nvSpPr>
        <p:spPr>
          <a:xfrm>
            <a:off x="3563888" y="4115856"/>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2</a:t>
            </a:r>
            <a:endParaRPr lang="zh-CN" altLang="en-US" sz="2000" baseline="-25000" dirty="0">
              <a:solidFill>
                <a:prstClr val="black"/>
              </a:solidFill>
            </a:endParaRPr>
          </a:p>
        </p:txBody>
      </p:sp>
      <p:sp>
        <p:nvSpPr>
          <p:cNvPr id="29" name="矩形 28"/>
          <p:cNvSpPr/>
          <p:nvPr/>
        </p:nvSpPr>
        <p:spPr>
          <a:xfrm>
            <a:off x="4343926" y="1170287"/>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9" name="矩形 38"/>
          <p:cNvSpPr/>
          <p:nvPr/>
        </p:nvSpPr>
        <p:spPr>
          <a:xfrm>
            <a:off x="3923928" y="1639564"/>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0" name="矩形 39"/>
          <p:cNvSpPr/>
          <p:nvPr/>
        </p:nvSpPr>
        <p:spPr>
          <a:xfrm>
            <a:off x="3923928" y="2071612"/>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1" name="矩形 40"/>
          <p:cNvSpPr/>
          <p:nvPr/>
        </p:nvSpPr>
        <p:spPr>
          <a:xfrm>
            <a:off x="3923928" y="2503660"/>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2" name="矩形 41"/>
          <p:cNvSpPr/>
          <p:nvPr/>
        </p:nvSpPr>
        <p:spPr>
          <a:xfrm>
            <a:off x="3923928"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3" name="矩形 42"/>
          <p:cNvSpPr/>
          <p:nvPr/>
        </p:nvSpPr>
        <p:spPr>
          <a:xfrm>
            <a:off x="3923928"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4" name="矩形 43"/>
          <p:cNvSpPr/>
          <p:nvPr/>
        </p:nvSpPr>
        <p:spPr>
          <a:xfrm>
            <a:off x="3923928" y="3799804"/>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5" name="矩形 44"/>
          <p:cNvSpPr/>
          <p:nvPr/>
        </p:nvSpPr>
        <p:spPr>
          <a:xfrm>
            <a:off x="3923928" y="4231852"/>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6" name="矩形 45"/>
          <p:cNvSpPr/>
          <p:nvPr/>
        </p:nvSpPr>
        <p:spPr>
          <a:xfrm>
            <a:off x="4343926" y="156363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48" name="矩形 47"/>
          <p:cNvSpPr/>
          <p:nvPr/>
        </p:nvSpPr>
        <p:spPr>
          <a:xfrm>
            <a:off x="4343926" y="2058402"/>
            <a:ext cx="415498"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40</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0" name="矩形 49"/>
          <p:cNvSpPr/>
          <p:nvPr/>
        </p:nvSpPr>
        <p:spPr>
          <a:xfrm>
            <a:off x="4343926" y="2490450"/>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7</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1" name="矩形 50"/>
          <p:cNvSpPr/>
          <p:nvPr/>
        </p:nvSpPr>
        <p:spPr>
          <a:xfrm>
            <a:off x="4343926" y="292249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2" name="矩形 51"/>
          <p:cNvSpPr/>
          <p:nvPr/>
        </p:nvSpPr>
        <p:spPr>
          <a:xfrm>
            <a:off x="4343926"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3" name="矩形 52"/>
          <p:cNvSpPr/>
          <p:nvPr/>
        </p:nvSpPr>
        <p:spPr>
          <a:xfrm>
            <a:off x="4343926" y="378659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4" name="矩形 53"/>
          <p:cNvSpPr/>
          <p:nvPr/>
        </p:nvSpPr>
        <p:spPr>
          <a:xfrm>
            <a:off x="4343926" y="415592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4079841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cBhvr>
                                        <p:cTn id="7" dur="500" fill="hold"/>
                                        <p:tgtEl>
                                          <p:spTgt spid="50"/>
                                        </p:tgtEl>
                                        <p:attrNameLst>
                                          <p:attrName>ppt_w</p:attrName>
                                        </p:attrNameLst>
                                      </p:cBhvr>
                                      <p:tavLst>
                                        <p:tav tm="0">
                                          <p:val>
                                            <p:fltVal val="0"/>
                                          </p:val>
                                        </p:tav>
                                        <p:tav tm="100000">
                                          <p:val>
                                            <p:strVal val="#ppt_w"/>
                                          </p:val>
                                        </p:tav>
                                      </p:tavLst>
                                    </p:anim>
                                    <p:anim calcmode="lin" valueType="num">
                                      <p:cBhvr>
                                        <p:cTn id="8" dur="500" fill="hold"/>
                                        <p:tgtEl>
                                          <p:spTgt spid="50"/>
                                        </p:tgtEl>
                                        <p:attrNameLst>
                                          <p:attrName>ppt_h</p:attrName>
                                        </p:attrNameLst>
                                      </p:cBhvr>
                                      <p:tavLst>
                                        <p:tav tm="0">
                                          <p:val>
                                            <p:fltVal val="0"/>
                                          </p:val>
                                        </p:tav>
                                        <p:tav tm="100000">
                                          <p:val>
                                            <p:strVal val="#ppt_h"/>
                                          </p:val>
                                        </p:tav>
                                      </p:tavLst>
                                    </p:anim>
                                    <p:animEffect transition="in" filter="fade">
                                      <p:cBhvr>
                                        <p:cTn id="9"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en-US" altLang="zh-CN"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7.5.2 </a:t>
            </a:r>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传地址</a:t>
            </a:r>
            <a:r>
              <a:rPr lang="zh-CN" altLang="en-US" sz="3000" dirty="0">
                <a:solidFill>
                  <a:schemeClr val="tx1"/>
                </a:solidFill>
                <a:ea typeface="微软雅黑" panose="020B0503020204020204" pitchFamily="34" charset="-122"/>
                <a:cs typeface="Times New Roman" panose="02020603050405020304" pitchFamily="18" charset="0"/>
              </a:rPr>
              <a:t>（</a:t>
            </a:r>
            <a:r>
              <a:rPr lang="en-US" altLang="zh-CN" sz="3000" dirty="0">
                <a:solidFill>
                  <a:schemeClr val="tx1"/>
                </a:solidFill>
                <a:ea typeface="微软雅黑" panose="020B0503020204020204" pitchFamily="34" charset="-122"/>
                <a:cs typeface="Times New Roman" panose="02020603050405020304" pitchFamily="18" charset="0"/>
              </a:rPr>
              <a:t>Call- by-Reference</a:t>
            </a:r>
            <a:r>
              <a:rPr lang="zh-CN" altLang="en-US" sz="3000" dirty="0">
                <a:solidFill>
                  <a:schemeClr val="tx1"/>
                </a:solidFill>
                <a:ea typeface="微软雅黑" panose="020B0503020204020204" pitchFamily="34" charset="-122"/>
                <a:cs typeface="Times New Roman" panose="02020603050405020304" pitchFamily="18" charset="0"/>
              </a:rPr>
              <a:t>）</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258175" cy="3874169"/>
          </a:xfrm>
        </p:spPr>
        <p:txBody>
          <a:bodyPr/>
          <a:lstStyle/>
          <a:p>
            <a:pPr lvl="0">
              <a:lnSpc>
                <a:spcPts val="3000"/>
              </a:lnSpc>
              <a:buClrTx/>
              <a:buFont typeface="Wingdings" pitchFamily="2" charset="2"/>
              <a:buChar char="Ø"/>
              <a:defRPr/>
            </a:pPr>
            <a:r>
              <a:rPr lang="zh-CN" altLang="en-US" b="1" dirty="0">
                <a:solidFill>
                  <a:prstClr val="black"/>
                </a:solidFill>
                <a:cs typeface="Times New Roman" pitchFamily="18" charset="0"/>
              </a:rPr>
              <a:t>把实参的</a:t>
            </a:r>
            <a:r>
              <a:rPr lang="zh-CN" altLang="en-US" b="1" dirty="0">
                <a:solidFill>
                  <a:srgbClr val="FF0000"/>
                </a:solidFill>
                <a:cs typeface="Times New Roman" pitchFamily="18" charset="0"/>
              </a:rPr>
              <a:t>地址</a:t>
            </a:r>
            <a:r>
              <a:rPr lang="zh-CN" altLang="en-US" b="1" dirty="0">
                <a:solidFill>
                  <a:prstClr val="black"/>
                </a:solidFill>
                <a:cs typeface="Times New Roman" pitchFamily="18" charset="0"/>
              </a:rPr>
              <a:t>传递给相应的形参</a:t>
            </a:r>
            <a:endParaRPr lang="en-US" altLang="zh-CN" b="1" dirty="0">
              <a:solidFill>
                <a:prstClr val="black"/>
              </a:solidFill>
              <a:cs typeface="Times New Roman" pitchFamily="18" charset="0"/>
            </a:endParaRPr>
          </a:p>
          <a:p>
            <a:pPr lvl="0">
              <a:lnSpc>
                <a:spcPts val="3000"/>
              </a:lnSpc>
              <a:buClrTx/>
              <a:buFont typeface="Wingdings" pitchFamily="2" charset="2"/>
              <a:buChar char="Ø"/>
              <a:defRPr/>
            </a:pPr>
            <a:r>
              <a:rPr lang="zh-CN" altLang="en-US" b="1" dirty="0">
                <a:solidFill>
                  <a:prstClr val="black"/>
                </a:solidFill>
                <a:cs typeface="Times New Roman" pitchFamily="18" charset="0"/>
              </a:rPr>
              <a:t>实现方法</a:t>
            </a:r>
            <a:endParaRPr lang="en-US" altLang="zh-CN" b="1" dirty="0">
              <a:solidFill>
                <a:prstClr val="black"/>
              </a:solidFill>
              <a:cs typeface="Times New Roman" pitchFamily="18" charset="0"/>
            </a:endParaRPr>
          </a:p>
          <a:p>
            <a:pPr lvl="1">
              <a:lnSpc>
                <a:spcPts val="3000"/>
              </a:lnSpc>
              <a:buClr>
                <a:schemeClr val="tx1"/>
              </a:buClr>
              <a:buFont typeface="Wingdings" pitchFamily="2" charset="2"/>
              <a:buChar char="Ø"/>
              <a:defRPr/>
            </a:pPr>
            <a:r>
              <a:rPr lang="zh-CN" altLang="en-US" b="1" dirty="0">
                <a:solidFill>
                  <a:schemeClr val="tx2">
                    <a:lumMod val="60000"/>
                    <a:lumOff val="40000"/>
                  </a:schemeClr>
                </a:solidFill>
                <a:cs typeface="Times New Roman" pitchFamily="18" charset="0"/>
              </a:rPr>
              <a:t>调用过程</a:t>
            </a:r>
            <a:r>
              <a:rPr lang="zh-CN" altLang="en-US" b="1" dirty="0">
                <a:solidFill>
                  <a:prstClr val="black"/>
                </a:solidFill>
                <a:cs typeface="Times New Roman" pitchFamily="18" charset="0"/>
              </a:rPr>
              <a:t>把</a:t>
            </a:r>
            <a:r>
              <a:rPr lang="zh-CN" altLang="en-US" b="1" dirty="0">
                <a:solidFill>
                  <a:schemeClr val="tx2">
                    <a:lumMod val="60000"/>
                    <a:lumOff val="40000"/>
                  </a:schemeClr>
                </a:solidFill>
                <a:cs typeface="Times New Roman" pitchFamily="18" charset="0"/>
              </a:rPr>
              <a:t>实参</a:t>
            </a:r>
            <a:r>
              <a:rPr lang="zh-CN" altLang="en-US" b="1" dirty="0">
                <a:solidFill>
                  <a:prstClr val="black"/>
                </a:solidFill>
                <a:cs typeface="Times New Roman" pitchFamily="18" charset="0"/>
              </a:rPr>
              <a:t>的</a:t>
            </a:r>
            <a:r>
              <a:rPr lang="zh-CN" altLang="en-US" b="1" dirty="0">
                <a:solidFill>
                  <a:srgbClr val="FF0000"/>
                </a:solidFill>
                <a:cs typeface="Times New Roman" pitchFamily="18" charset="0"/>
              </a:rPr>
              <a:t>地址</a:t>
            </a:r>
            <a:r>
              <a:rPr lang="zh-CN" altLang="en-US" b="1" dirty="0">
                <a:solidFill>
                  <a:prstClr val="black"/>
                </a:solidFill>
                <a:cs typeface="Times New Roman" pitchFamily="18" charset="0"/>
              </a:rPr>
              <a:t>传递到</a:t>
            </a:r>
            <a:r>
              <a:rPr lang="zh-CN" altLang="en-US" b="1" dirty="0">
                <a:solidFill>
                  <a:schemeClr val="tx2">
                    <a:lumMod val="60000"/>
                    <a:lumOff val="40000"/>
                  </a:schemeClr>
                </a:solidFill>
                <a:cs typeface="Times New Roman" pitchFamily="18" charset="0"/>
              </a:rPr>
              <a:t>被调用过程</a:t>
            </a:r>
            <a:r>
              <a:rPr lang="zh-CN" altLang="en-US" b="1" dirty="0">
                <a:solidFill>
                  <a:prstClr val="black"/>
                </a:solidFill>
                <a:cs typeface="Times New Roman" pitchFamily="18" charset="0"/>
              </a:rPr>
              <a:t>相应的</a:t>
            </a:r>
            <a:r>
              <a:rPr lang="zh-CN" altLang="en-US" b="1" dirty="0">
                <a:solidFill>
                  <a:schemeClr val="tx2">
                    <a:lumMod val="60000"/>
                    <a:lumOff val="40000"/>
                  </a:schemeClr>
                </a:solidFill>
                <a:cs typeface="Times New Roman" pitchFamily="18" charset="0"/>
              </a:rPr>
              <a:t>形式单元</a:t>
            </a:r>
            <a:r>
              <a:rPr lang="zh-CN" altLang="en-US" b="1" dirty="0">
                <a:solidFill>
                  <a:prstClr val="black"/>
                </a:solidFill>
                <a:cs typeface="Times New Roman" pitchFamily="18" charset="0"/>
              </a:rPr>
              <a:t>中</a:t>
            </a:r>
          </a:p>
          <a:p>
            <a:pPr lvl="1">
              <a:lnSpc>
                <a:spcPts val="3000"/>
              </a:lnSpc>
              <a:buClr>
                <a:schemeClr val="tx1"/>
              </a:buClr>
              <a:buFont typeface="Wingdings" pitchFamily="2" charset="2"/>
              <a:buChar char="Ø"/>
              <a:defRPr/>
            </a:pPr>
            <a:r>
              <a:rPr lang="zh-CN" altLang="en-US" b="1" dirty="0">
                <a:solidFill>
                  <a:schemeClr val="tx2">
                    <a:lumMod val="60000"/>
                    <a:lumOff val="40000"/>
                  </a:schemeClr>
                </a:solidFill>
                <a:cs typeface="Times New Roman" pitchFamily="18" charset="0"/>
              </a:rPr>
              <a:t>被调用过程</a:t>
            </a:r>
            <a:r>
              <a:rPr lang="zh-CN" altLang="en-US" b="1" dirty="0">
                <a:solidFill>
                  <a:prstClr val="black"/>
                </a:solidFill>
                <a:cs typeface="Times New Roman" pitchFamily="18" charset="0"/>
              </a:rPr>
              <a:t>中，对</a:t>
            </a:r>
            <a:r>
              <a:rPr lang="zh-CN" altLang="en-US" b="1" dirty="0">
                <a:solidFill>
                  <a:schemeClr val="tx2">
                    <a:lumMod val="60000"/>
                    <a:lumOff val="40000"/>
                  </a:schemeClr>
                </a:solidFill>
                <a:cs typeface="Times New Roman" pitchFamily="18" charset="0"/>
              </a:rPr>
              <a:t>形参</a:t>
            </a:r>
            <a:r>
              <a:rPr lang="zh-CN" altLang="en-US" b="1" dirty="0">
                <a:solidFill>
                  <a:prstClr val="black"/>
                </a:solidFill>
                <a:cs typeface="Times New Roman" pitchFamily="18" charset="0"/>
              </a:rPr>
              <a:t>的引用或赋值被处理成</a:t>
            </a:r>
            <a:r>
              <a:rPr lang="zh-CN" altLang="en-US" b="1" dirty="0">
                <a:solidFill>
                  <a:schemeClr val="tx1"/>
                </a:solidFill>
                <a:cs typeface="Times New Roman" pitchFamily="18" charset="0"/>
              </a:rPr>
              <a:t>对</a:t>
            </a:r>
            <a:r>
              <a:rPr lang="zh-CN" altLang="en-US" b="1" dirty="0">
                <a:solidFill>
                  <a:schemeClr val="tx2">
                    <a:lumMod val="60000"/>
                    <a:lumOff val="40000"/>
                  </a:schemeClr>
                </a:solidFill>
                <a:cs typeface="Times New Roman" pitchFamily="18" charset="0"/>
              </a:rPr>
              <a:t>形式单元</a:t>
            </a:r>
            <a:r>
              <a:rPr lang="zh-CN" altLang="en-US" b="1" dirty="0">
                <a:solidFill>
                  <a:schemeClr val="tx1"/>
                </a:solidFill>
                <a:cs typeface="Times New Roman" pitchFamily="18" charset="0"/>
              </a:rPr>
              <a:t>的</a:t>
            </a:r>
            <a:r>
              <a:rPr lang="zh-CN" altLang="en-US" b="1" dirty="0">
                <a:solidFill>
                  <a:schemeClr val="tx2">
                    <a:lumMod val="60000"/>
                    <a:lumOff val="40000"/>
                  </a:schemeClr>
                </a:solidFill>
                <a:cs typeface="Times New Roman" pitchFamily="18" charset="0"/>
              </a:rPr>
              <a:t>间接</a:t>
            </a:r>
            <a:r>
              <a:rPr lang="zh-CN" altLang="en-US" b="1" dirty="0">
                <a:solidFill>
                  <a:schemeClr val="tx1"/>
                </a:solidFill>
                <a:cs typeface="Times New Roman" pitchFamily="18" charset="0"/>
              </a:rPr>
              <a:t>访问</a:t>
            </a:r>
            <a:endParaRPr lang="zh-CN" altLang="en-US" b="1" dirty="0">
              <a:solidFill>
                <a:srgbClr val="FF0000"/>
              </a:solidFill>
              <a:cs typeface="Times New Roman" pitchFamily="18" charset="0"/>
            </a:endParaRPr>
          </a:p>
          <a:p>
            <a:pPr lvl="0">
              <a:lnSpc>
                <a:spcPts val="3000"/>
              </a:lnSpc>
              <a:buClrTx/>
              <a:buFont typeface="Wingdings" pitchFamily="2" charset="2"/>
              <a:buChar char="Ø"/>
              <a:defRPr/>
            </a:pPr>
            <a:r>
              <a:rPr lang="zh-CN" altLang="en-US" b="1" dirty="0">
                <a:solidFill>
                  <a:prstClr val="black"/>
                </a:solidFill>
                <a:cs typeface="Times New Roman" pitchFamily="18" charset="0"/>
              </a:rPr>
              <a:t>例：</a:t>
            </a:r>
            <a:r>
              <a:rPr lang="en-US" altLang="zh-CN" b="1" dirty="0">
                <a:solidFill>
                  <a:prstClr val="black"/>
                </a:solidFill>
                <a:cs typeface="Times New Roman" pitchFamily="18" charset="0"/>
              </a:rPr>
              <a:t>Pascal</a:t>
            </a:r>
            <a:r>
              <a:rPr lang="zh-CN" altLang="en-US" b="1" dirty="0">
                <a:solidFill>
                  <a:prstClr val="black"/>
                </a:solidFill>
                <a:cs typeface="Times New Roman" pitchFamily="18" charset="0"/>
              </a:rPr>
              <a:t>的</a:t>
            </a:r>
            <a:r>
              <a:rPr lang="en-US" altLang="zh-CN" b="1" dirty="0" err="1">
                <a:solidFill>
                  <a:schemeClr val="tx2">
                    <a:lumMod val="60000"/>
                    <a:lumOff val="40000"/>
                  </a:schemeClr>
                </a:solidFill>
                <a:cs typeface="Times New Roman" pitchFamily="18" charset="0"/>
              </a:rPr>
              <a:t>var</a:t>
            </a:r>
            <a:r>
              <a:rPr lang="zh-CN" altLang="en-US" b="1" dirty="0">
                <a:solidFill>
                  <a:prstClr val="black"/>
                </a:solidFill>
                <a:cs typeface="Times New Roman" pitchFamily="18" charset="0"/>
              </a:rPr>
              <a:t>参数、</a:t>
            </a:r>
            <a:r>
              <a:rPr lang="en-US" altLang="zh-CN" b="1" dirty="0">
                <a:solidFill>
                  <a:prstClr val="black"/>
                </a:solidFill>
                <a:cs typeface="Times New Roman" pitchFamily="18" charset="0"/>
              </a:rPr>
              <a:t>C/C++</a:t>
            </a:r>
            <a:r>
              <a:rPr lang="zh-CN" altLang="en-US" b="1" dirty="0">
                <a:solidFill>
                  <a:prstClr val="black"/>
                </a:solidFill>
                <a:cs typeface="Times New Roman" pitchFamily="18" charset="0"/>
              </a:rPr>
              <a:t>的传</a:t>
            </a:r>
            <a:r>
              <a:rPr lang="zh-CN" altLang="en-US" b="1" dirty="0">
                <a:solidFill>
                  <a:schemeClr val="tx2">
                    <a:lumMod val="60000"/>
                    <a:lumOff val="40000"/>
                  </a:schemeClr>
                </a:solidFill>
                <a:cs typeface="Times New Roman" pitchFamily="18" charset="0"/>
              </a:rPr>
              <a:t>引用</a:t>
            </a:r>
          </a:p>
        </p:txBody>
      </p:sp>
    </p:spTree>
    <p:extLst>
      <p:ext uri="{BB962C8B-B14F-4D97-AF65-F5344CB8AC3E}">
        <p14:creationId xmlns:p14="http://schemas.microsoft.com/office/powerpoint/2010/main" val="1477213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 calcmode="lin" valueType="num">
                                      <p:cBhvr>
                                        <p:cTn id="7" dur="500" fill="hold"/>
                                        <p:tgtEl>
                                          <p:spTgt spid="5">
                                            <p:txEl>
                                              <p:pRg st="1" end="1"/>
                                            </p:txEl>
                                          </p:spTgt>
                                        </p:tgtEl>
                                        <p:attrNameLst>
                                          <p:attrName>ppt_w</p:attrName>
                                        </p:attrNameLst>
                                      </p:cBhvr>
                                      <p:tavLst>
                                        <p:tav tm="0">
                                          <p:val>
                                            <p:fltVal val="0"/>
                                          </p:val>
                                        </p:tav>
                                        <p:tav tm="100000">
                                          <p:val>
                                            <p:strVal val="#ppt_w"/>
                                          </p:val>
                                        </p:tav>
                                      </p:tavLst>
                                    </p:anim>
                                    <p:anim calcmode="lin" valueType="num">
                                      <p:cBhvr>
                                        <p:cTn id="8" dur="500" fill="hold"/>
                                        <p:tgtEl>
                                          <p:spTgt spid="5">
                                            <p:txEl>
                                              <p:pRg st="1" end="1"/>
                                            </p:txEl>
                                          </p:spTgt>
                                        </p:tgtEl>
                                        <p:attrNameLst>
                                          <p:attrName>ppt_h</p:attrName>
                                        </p:attrNameLst>
                                      </p:cBhvr>
                                      <p:tavLst>
                                        <p:tav tm="0">
                                          <p:val>
                                            <p:fltVal val="0"/>
                                          </p:val>
                                        </p:tav>
                                        <p:tav tm="100000">
                                          <p:val>
                                            <p:strVal val="#ppt_h"/>
                                          </p:val>
                                        </p:tav>
                                      </p:tavLst>
                                    </p:anim>
                                    <p:animEffect transition="in" filter="fade">
                                      <p:cBhvr>
                                        <p:cTn id="9" dur="500"/>
                                        <p:tgtEl>
                                          <p:spTgt spid="5">
                                            <p:txEl>
                                              <p:pRg st="1" end="1"/>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5">
                                            <p:txEl>
                                              <p:pRg st="4" end="4"/>
                                            </p:txEl>
                                          </p:spTgt>
                                        </p:tgtEl>
                                        <p:attrNameLst>
                                          <p:attrName>style.visibility</p:attrName>
                                        </p:attrNameLst>
                                      </p:cBhvr>
                                      <p:to>
                                        <p:strVal val="visible"/>
                                      </p:to>
                                    </p:set>
                                    <p:anim calcmode="lin" valueType="num">
                                      <p:cBhvr>
                                        <p:cTn id="14" dur="500" fill="hold"/>
                                        <p:tgtEl>
                                          <p:spTgt spid="5">
                                            <p:txEl>
                                              <p:pRg st="4" end="4"/>
                                            </p:txEl>
                                          </p:spTgt>
                                        </p:tgtEl>
                                        <p:attrNameLst>
                                          <p:attrName>ppt_w</p:attrName>
                                        </p:attrNameLst>
                                      </p:cBhvr>
                                      <p:tavLst>
                                        <p:tav tm="0">
                                          <p:val>
                                            <p:fltVal val="0"/>
                                          </p:val>
                                        </p:tav>
                                        <p:tav tm="100000">
                                          <p:val>
                                            <p:strVal val="#ppt_w"/>
                                          </p:val>
                                        </p:tav>
                                      </p:tavLst>
                                    </p:anim>
                                    <p:anim calcmode="lin" valueType="num">
                                      <p:cBhvr>
                                        <p:cTn id="15" dur="500" fill="hold"/>
                                        <p:tgtEl>
                                          <p:spTgt spid="5">
                                            <p:txEl>
                                              <p:pRg st="4" end="4"/>
                                            </p:txEl>
                                          </p:spTgt>
                                        </p:tgtEl>
                                        <p:attrNameLst>
                                          <p:attrName>ppt_h</p:attrName>
                                        </p:attrNameLst>
                                      </p:cBhvr>
                                      <p:tavLst>
                                        <p:tav tm="0">
                                          <p:val>
                                            <p:fltVal val="0"/>
                                          </p:val>
                                        </p:tav>
                                        <p:tav tm="100000">
                                          <p:val>
                                            <p:strVal val="#ppt_h"/>
                                          </p:val>
                                        </p:tav>
                                      </p:tavLst>
                                    </p:anim>
                                    <p:animEffect transition="in" filter="fade">
                                      <p:cBhvr>
                                        <p:cTn id="16" dur="500"/>
                                        <p:tgtEl>
                                          <p:spTgt spid="5">
                                            <p:txEl>
                                              <p:pRg st="4" end="4"/>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nodeType="clickEffect">
                                  <p:stCondLst>
                                    <p:cond delay="0"/>
                                  </p:stCondLst>
                                  <p:childTnLst>
                                    <p:set>
                                      <p:cBhvr>
                                        <p:cTn id="20" dur="1" fill="hold">
                                          <p:stCondLst>
                                            <p:cond delay="0"/>
                                          </p:stCondLst>
                                        </p:cTn>
                                        <p:tgtEl>
                                          <p:spTgt spid="5">
                                            <p:txEl>
                                              <p:pRg st="2" end="2"/>
                                            </p:txEl>
                                          </p:spTgt>
                                        </p:tgtEl>
                                        <p:attrNameLst>
                                          <p:attrName>style.visibility</p:attrName>
                                        </p:attrNameLst>
                                      </p:cBhvr>
                                      <p:to>
                                        <p:strVal val="visible"/>
                                      </p:to>
                                    </p:set>
                                    <p:anim calcmode="lin" valueType="num">
                                      <p:cBhvr>
                                        <p:cTn id="21" dur="500" fill="hold"/>
                                        <p:tgtEl>
                                          <p:spTgt spid="5">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5">
                                            <p:txEl>
                                              <p:pRg st="2" end="2"/>
                                            </p:txEl>
                                          </p:spTgt>
                                        </p:tgtEl>
                                        <p:attrNameLst>
                                          <p:attrName>ppt_h</p:attrName>
                                        </p:attrNameLst>
                                      </p:cBhvr>
                                      <p:tavLst>
                                        <p:tav tm="0">
                                          <p:val>
                                            <p:fltVal val="0"/>
                                          </p:val>
                                        </p:tav>
                                        <p:tav tm="100000">
                                          <p:val>
                                            <p:strVal val="#ppt_h"/>
                                          </p:val>
                                        </p:tav>
                                      </p:tavLst>
                                    </p:anim>
                                    <p:animEffect transition="in" filter="fade">
                                      <p:cBhvr>
                                        <p:cTn id="23" dur="500"/>
                                        <p:tgtEl>
                                          <p:spTgt spid="5">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5">
                                            <p:txEl>
                                              <p:pRg st="3" end="3"/>
                                            </p:txEl>
                                          </p:spTgt>
                                        </p:tgtEl>
                                        <p:attrNameLst>
                                          <p:attrName>style.visibility</p:attrName>
                                        </p:attrNameLst>
                                      </p:cBhvr>
                                      <p:to>
                                        <p:strVal val="visible"/>
                                      </p:to>
                                    </p:set>
                                    <p:anim calcmode="lin" valueType="num">
                                      <p:cBhvr>
                                        <p:cTn id="28" dur="500" fill="hold"/>
                                        <p:tgtEl>
                                          <p:spTgt spid="5">
                                            <p:txEl>
                                              <p:pRg st="3" end="3"/>
                                            </p:txEl>
                                          </p:spTgt>
                                        </p:tgtEl>
                                        <p:attrNameLst>
                                          <p:attrName>ppt_w</p:attrName>
                                        </p:attrNameLst>
                                      </p:cBhvr>
                                      <p:tavLst>
                                        <p:tav tm="0">
                                          <p:val>
                                            <p:fltVal val="0"/>
                                          </p:val>
                                        </p:tav>
                                        <p:tav tm="100000">
                                          <p:val>
                                            <p:strVal val="#ppt_w"/>
                                          </p:val>
                                        </p:tav>
                                      </p:tavLst>
                                    </p:anim>
                                    <p:anim calcmode="lin" valueType="num">
                                      <p:cBhvr>
                                        <p:cTn id="29" dur="500" fill="hold"/>
                                        <p:tgtEl>
                                          <p:spTgt spid="5">
                                            <p:txEl>
                                              <p:pRg st="3" end="3"/>
                                            </p:txEl>
                                          </p:spTgt>
                                        </p:tgtEl>
                                        <p:attrNameLst>
                                          <p:attrName>ppt_h</p:attrName>
                                        </p:attrNameLst>
                                      </p:cBhvr>
                                      <p:tavLst>
                                        <p:tav tm="0">
                                          <p:val>
                                            <p:fltVal val="0"/>
                                          </p:val>
                                        </p:tav>
                                        <p:tav tm="100000">
                                          <p:val>
                                            <p:strVal val="#ppt_h"/>
                                          </p:val>
                                        </p:tav>
                                      </p:tavLst>
                                    </p:anim>
                                    <p:animEffect transition="in" filter="fade">
                                      <p:cBhvr>
                                        <p:cTn id="30" dur="500"/>
                                        <p:tgtEl>
                                          <p:spTgt spid="5">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t>
            </a:r>
            <a:r>
              <a:rPr lang="en-US" altLang="zh-CN" sz="2000" b="1" dirty="0">
                <a:solidFill>
                  <a:schemeClr val="tx1"/>
                </a:solidFill>
                <a:cs typeface="Times New Roman" pitchFamily="18" charset="0"/>
              </a:rPr>
              <a:t>, a-b, a, a);</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 name="矩形 1"/>
          <p:cNvSpPr/>
          <p:nvPr/>
        </p:nvSpPr>
        <p:spPr>
          <a:xfrm>
            <a:off x="3936000" y="1216809"/>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3559607" y="1131590"/>
            <a:ext cx="370614" cy="400110"/>
          </a:xfrm>
          <a:prstGeom prst="rect">
            <a:avLst/>
          </a:prstGeom>
        </p:spPr>
        <p:txBody>
          <a:bodyPr wrap="none">
            <a:spAutoFit/>
          </a:bodyPr>
          <a:lstStyle/>
          <a:p>
            <a:r>
              <a:rPr lang="en-US" altLang="zh-CN" sz="2000" dirty="0"/>
              <a:t>w</a:t>
            </a:r>
            <a:endParaRPr lang="zh-CN" altLang="en-US" sz="2000" dirty="0"/>
          </a:p>
        </p:txBody>
      </p:sp>
      <p:sp>
        <p:nvSpPr>
          <p:cNvPr id="9" name="矩形 8"/>
          <p:cNvSpPr/>
          <p:nvPr/>
        </p:nvSpPr>
        <p:spPr>
          <a:xfrm>
            <a:off x="3563888" y="1523568"/>
            <a:ext cx="312906" cy="400110"/>
          </a:xfrm>
          <a:prstGeom prst="rect">
            <a:avLst/>
          </a:prstGeom>
        </p:spPr>
        <p:txBody>
          <a:bodyPr wrap="none">
            <a:spAutoFit/>
          </a:bodyPr>
          <a:lstStyle/>
          <a:p>
            <a:r>
              <a:rPr lang="en-US" altLang="zh-CN" sz="2000" dirty="0"/>
              <a:t>x</a:t>
            </a:r>
            <a:endParaRPr lang="zh-CN" altLang="en-US" sz="2000" dirty="0"/>
          </a:p>
        </p:txBody>
      </p:sp>
      <p:sp>
        <p:nvSpPr>
          <p:cNvPr id="11" name="矩形 10"/>
          <p:cNvSpPr/>
          <p:nvPr/>
        </p:nvSpPr>
        <p:spPr>
          <a:xfrm>
            <a:off x="3563888" y="1955616"/>
            <a:ext cx="312906" cy="400110"/>
          </a:xfrm>
          <a:prstGeom prst="rect">
            <a:avLst/>
          </a:prstGeom>
        </p:spPr>
        <p:txBody>
          <a:bodyPr wrap="none">
            <a:spAutoFit/>
          </a:bodyPr>
          <a:lstStyle/>
          <a:p>
            <a:r>
              <a:rPr lang="en-US" altLang="zh-CN" sz="2000" dirty="0"/>
              <a:t>y</a:t>
            </a:r>
            <a:endParaRPr lang="zh-CN" altLang="en-US" sz="2000" dirty="0"/>
          </a:p>
        </p:txBody>
      </p:sp>
      <p:sp>
        <p:nvSpPr>
          <p:cNvPr id="13" name="矩形 12"/>
          <p:cNvSpPr/>
          <p:nvPr/>
        </p:nvSpPr>
        <p:spPr>
          <a:xfrm>
            <a:off x="3563888" y="2387664"/>
            <a:ext cx="298480" cy="400110"/>
          </a:xfrm>
          <a:prstGeom prst="rect">
            <a:avLst/>
          </a:prstGeom>
        </p:spPr>
        <p:txBody>
          <a:bodyPr wrap="none">
            <a:spAutoFit/>
          </a:bodyPr>
          <a:lstStyle/>
          <a:p>
            <a:r>
              <a:rPr lang="en-US" altLang="zh-CN" sz="2000" dirty="0"/>
              <a:t>z</a:t>
            </a:r>
            <a:endParaRPr lang="zh-CN" altLang="en-US" sz="2000" dirty="0"/>
          </a:p>
        </p:txBody>
      </p:sp>
      <p:sp>
        <p:nvSpPr>
          <p:cNvPr id="15" name="矩形 14"/>
          <p:cNvSpPr/>
          <p:nvPr/>
        </p:nvSpPr>
        <p:spPr>
          <a:xfrm>
            <a:off x="3563888" y="2819712"/>
            <a:ext cx="312906" cy="400110"/>
          </a:xfrm>
          <a:prstGeom prst="rect">
            <a:avLst/>
          </a:prstGeom>
        </p:spPr>
        <p:txBody>
          <a:bodyPr wrap="none">
            <a:spAutoFit/>
          </a:bodyPr>
          <a:lstStyle/>
          <a:p>
            <a:r>
              <a:rPr lang="en-US" altLang="zh-CN" sz="2000" dirty="0"/>
              <a:t>a</a:t>
            </a:r>
            <a:endParaRPr lang="zh-CN" altLang="en-US" sz="2000" dirty="0"/>
          </a:p>
        </p:txBody>
      </p:sp>
      <p:sp>
        <p:nvSpPr>
          <p:cNvPr id="19" name="矩形 18"/>
          <p:cNvSpPr/>
          <p:nvPr/>
        </p:nvSpPr>
        <p:spPr>
          <a:xfrm>
            <a:off x="3563888" y="3251760"/>
            <a:ext cx="327334" cy="400110"/>
          </a:xfrm>
          <a:prstGeom prst="rect">
            <a:avLst/>
          </a:prstGeom>
        </p:spPr>
        <p:txBody>
          <a:bodyPr wrap="none">
            <a:spAutoFit/>
          </a:bodyPr>
          <a:lstStyle/>
          <a:p>
            <a:r>
              <a:rPr lang="en-US" altLang="zh-CN" sz="2000" dirty="0"/>
              <a:t>b</a:t>
            </a:r>
            <a:endParaRPr lang="zh-CN" altLang="en-US" sz="2000" dirty="0"/>
          </a:p>
        </p:txBody>
      </p:sp>
      <p:sp>
        <p:nvSpPr>
          <p:cNvPr id="21" name="矩形 20"/>
          <p:cNvSpPr/>
          <p:nvPr/>
        </p:nvSpPr>
        <p:spPr>
          <a:xfrm>
            <a:off x="3563888" y="3683808"/>
            <a:ext cx="354584" cy="400110"/>
          </a:xfrm>
          <a:prstGeom prst="rect">
            <a:avLst/>
          </a:prstGeom>
        </p:spPr>
        <p:txBody>
          <a:bodyPr wrap="none">
            <a:spAutoFit/>
          </a:bodyPr>
          <a:lstStyle/>
          <a:p>
            <a:r>
              <a:rPr lang="en-US" altLang="zh-CN" sz="2000" dirty="0"/>
              <a:t>t</a:t>
            </a:r>
            <a:r>
              <a:rPr lang="en-US" altLang="zh-CN" sz="2000" baseline="-25000" dirty="0"/>
              <a:t>1</a:t>
            </a:r>
            <a:endParaRPr lang="zh-CN" altLang="en-US" sz="2000" baseline="-25000" dirty="0"/>
          </a:p>
        </p:txBody>
      </p:sp>
      <p:sp>
        <p:nvSpPr>
          <p:cNvPr id="23" name="矩形 22"/>
          <p:cNvSpPr/>
          <p:nvPr/>
        </p:nvSpPr>
        <p:spPr>
          <a:xfrm>
            <a:off x="3563888" y="4115856"/>
            <a:ext cx="354584" cy="400110"/>
          </a:xfrm>
          <a:prstGeom prst="rect">
            <a:avLst/>
          </a:prstGeom>
        </p:spPr>
        <p:txBody>
          <a:bodyPr wrap="none">
            <a:spAutoFit/>
          </a:bodyPr>
          <a:lstStyle/>
          <a:p>
            <a:r>
              <a:rPr lang="en-US" altLang="zh-CN" sz="2000" dirty="0"/>
              <a:t>t</a:t>
            </a:r>
            <a:r>
              <a:rPr lang="en-US" altLang="zh-CN" sz="2000" baseline="-25000" dirty="0"/>
              <a:t>2</a:t>
            </a:r>
            <a:endParaRPr lang="zh-CN" altLang="en-US" sz="2000" baseline="-25000" dirty="0"/>
          </a:p>
        </p:txBody>
      </p:sp>
      <p:sp>
        <p:nvSpPr>
          <p:cNvPr id="29" name="矩形 28"/>
          <p:cNvSpPr/>
          <p:nvPr/>
        </p:nvSpPr>
        <p:spPr>
          <a:xfrm>
            <a:off x="4024100" y="1170287"/>
            <a:ext cx="1035861" cy="369332"/>
          </a:xfrm>
          <a:prstGeom prst="rect">
            <a:avLst/>
          </a:prstGeom>
        </p:spPr>
        <p:txBody>
          <a:bodyPr wrap="none">
            <a:spAutoFit/>
          </a:bodyPr>
          <a:lstStyle/>
          <a:p>
            <a:r>
              <a:rPr lang="en-US" altLang="zh-CN" sz="1800" dirty="0">
                <a:ea typeface="+mn-ea"/>
                <a:cs typeface="Times New Roman" panose="02020603050405020304" pitchFamily="18" charset="0"/>
              </a:rPr>
              <a:t>t</a:t>
            </a:r>
            <a:r>
              <a:rPr lang="en-US" altLang="zh-CN" sz="1800" baseline="-25000" dirty="0">
                <a:ea typeface="+mn-ea"/>
                <a:cs typeface="Times New Roman" panose="02020603050405020304" pitchFamily="18" charset="0"/>
              </a:rPr>
              <a:t>1</a:t>
            </a:r>
            <a:r>
              <a:rPr lang="zh-CN" altLang="en-US" sz="1800" dirty="0">
                <a:solidFill>
                  <a:srgbClr val="000000"/>
                </a:solidFill>
                <a:ea typeface="+mn-ea"/>
                <a:cs typeface="Times New Roman" panose="02020603050405020304" pitchFamily="18" charset="0"/>
              </a:rPr>
              <a:t>的地址</a:t>
            </a:r>
            <a:endParaRPr lang="zh-CN" altLang="en-US" dirty="0">
              <a:ea typeface="+mn-ea"/>
              <a:cs typeface="Times New Roman" panose="02020603050405020304" pitchFamily="18" charset="0"/>
            </a:endParaRPr>
          </a:p>
        </p:txBody>
      </p:sp>
      <p:sp>
        <p:nvSpPr>
          <p:cNvPr id="39" name="矩形 38"/>
          <p:cNvSpPr/>
          <p:nvPr/>
        </p:nvSpPr>
        <p:spPr>
          <a:xfrm>
            <a:off x="3923928" y="1639564"/>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矩形 39"/>
          <p:cNvSpPr/>
          <p:nvPr/>
        </p:nvSpPr>
        <p:spPr>
          <a:xfrm>
            <a:off x="3923928" y="2071612"/>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40"/>
          <p:cNvSpPr/>
          <p:nvPr/>
        </p:nvSpPr>
        <p:spPr>
          <a:xfrm>
            <a:off x="3923928" y="2503660"/>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3923928"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nvSpPr>
        <p:spPr>
          <a:xfrm>
            <a:off x="3923928"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3923928" y="3799804"/>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44"/>
          <p:cNvSpPr/>
          <p:nvPr/>
        </p:nvSpPr>
        <p:spPr>
          <a:xfrm>
            <a:off x="3923928" y="4231852"/>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矩形 45"/>
          <p:cNvSpPr/>
          <p:nvPr/>
        </p:nvSpPr>
        <p:spPr>
          <a:xfrm>
            <a:off x="4040195" y="1563638"/>
            <a:ext cx="1031051" cy="369332"/>
          </a:xfrm>
          <a:prstGeom prst="rect">
            <a:avLst/>
          </a:prstGeom>
        </p:spPr>
        <p:txBody>
          <a:bodyPr wrap="none">
            <a:spAutoFit/>
          </a:bodyPr>
          <a:lstStyle/>
          <a:p>
            <a:r>
              <a:rPr lang="en-US" altLang="zh-CN" sz="1800" dirty="0">
                <a:ea typeface="+mn-ea"/>
                <a:cs typeface="Times New Roman" panose="02020603050405020304" pitchFamily="18" charset="0"/>
              </a:rPr>
              <a:t>t</a:t>
            </a:r>
            <a:r>
              <a:rPr lang="en-US" altLang="zh-CN" sz="1800" baseline="-25000" dirty="0">
                <a:ea typeface="+mn-ea"/>
                <a:cs typeface="Times New Roman" panose="02020603050405020304" pitchFamily="18" charset="0"/>
              </a:rPr>
              <a:t>2</a:t>
            </a:r>
            <a:r>
              <a:rPr lang="zh-CN" altLang="en-US" sz="1800" dirty="0">
                <a:solidFill>
                  <a:srgbClr val="000000"/>
                </a:solidFill>
                <a:ea typeface="+mn-ea"/>
                <a:cs typeface="Times New Roman" panose="02020603050405020304" pitchFamily="18" charset="0"/>
              </a:rPr>
              <a:t>的地址</a:t>
            </a:r>
            <a:endParaRPr lang="zh-CN" altLang="en-US" dirty="0">
              <a:ea typeface="+mn-ea"/>
              <a:cs typeface="Times New Roman" panose="02020603050405020304" pitchFamily="18" charset="0"/>
            </a:endParaRPr>
          </a:p>
        </p:txBody>
      </p:sp>
      <p:sp>
        <p:nvSpPr>
          <p:cNvPr id="48" name="矩形 47"/>
          <p:cNvSpPr/>
          <p:nvPr/>
        </p:nvSpPr>
        <p:spPr>
          <a:xfrm>
            <a:off x="4040195" y="2058402"/>
            <a:ext cx="992579" cy="369332"/>
          </a:xfrm>
          <a:prstGeom prst="rect">
            <a:avLst/>
          </a:prstGeom>
        </p:spPr>
        <p:txBody>
          <a:bodyPr wrap="none">
            <a:spAutoFit/>
          </a:bodyPr>
          <a:lstStyle/>
          <a:p>
            <a:r>
              <a:rPr lang="en-US" altLang="zh-CN" sz="1800" dirty="0">
                <a:ea typeface="+mn-ea"/>
                <a:cs typeface="Times New Roman" panose="02020603050405020304" pitchFamily="18" charset="0"/>
              </a:rPr>
              <a:t>a</a:t>
            </a:r>
            <a:r>
              <a:rPr lang="zh-CN" altLang="en-US" sz="1800" dirty="0">
                <a:solidFill>
                  <a:srgbClr val="000000"/>
                </a:solidFill>
                <a:ea typeface="+mn-ea"/>
                <a:cs typeface="Times New Roman" panose="02020603050405020304" pitchFamily="18" charset="0"/>
              </a:rPr>
              <a:t>的地址</a:t>
            </a:r>
            <a:endParaRPr lang="zh-CN" altLang="en-US" dirty="0">
              <a:ea typeface="+mn-ea"/>
              <a:cs typeface="Times New Roman" panose="02020603050405020304" pitchFamily="18" charset="0"/>
            </a:endParaRPr>
          </a:p>
        </p:txBody>
      </p:sp>
      <p:sp>
        <p:nvSpPr>
          <p:cNvPr id="50" name="矩形 49"/>
          <p:cNvSpPr/>
          <p:nvPr/>
        </p:nvSpPr>
        <p:spPr>
          <a:xfrm>
            <a:off x="4045005" y="2490450"/>
            <a:ext cx="992579" cy="369332"/>
          </a:xfrm>
          <a:prstGeom prst="rect">
            <a:avLst/>
          </a:prstGeom>
        </p:spPr>
        <p:txBody>
          <a:bodyPr wrap="none">
            <a:spAutoFit/>
          </a:bodyPr>
          <a:lstStyle/>
          <a:p>
            <a:r>
              <a:rPr lang="en-US" altLang="zh-CN" sz="1800" dirty="0">
                <a:ea typeface="+mn-ea"/>
                <a:cs typeface="Times New Roman" panose="02020603050405020304" pitchFamily="18" charset="0"/>
              </a:rPr>
              <a:t>a</a:t>
            </a:r>
            <a:r>
              <a:rPr lang="zh-CN" altLang="en-US" sz="1800" dirty="0">
                <a:solidFill>
                  <a:srgbClr val="000000"/>
                </a:solidFill>
                <a:ea typeface="+mn-ea"/>
                <a:cs typeface="Times New Roman" panose="02020603050405020304" pitchFamily="18" charset="0"/>
              </a:rPr>
              <a:t>的地址</a:t>
            </a:r>
            <a:endParaRPr lang="zh-CN" altLang="en-US" dirty="0">
              <a:ea typeface="+mn-ea"/>
              <a:cs typeface="Times New Roman" panose="02020603050405020304" pitchFamily="18" charset="0"/>
            </a:endParaRPr>
          </a:p>
        </p:txBody>
      </p:sp>
      <p:sp>
        <p:nvSpPr>
          <p:cNvPr id="51" name="矩形 50"/>
          <p:cNvSpPr/>
          <p:nvPr/>
        </p:nvSpPr>
        <p:spPr>
          <a:xfrm>
            <a:off x="4343926" y="2922498"/>
            <a:ext cx="300082" cy="369332"/>
          </a:xfrm>
          <a:prstGeom prst="rect">
            <a:avLst/>
          </a:prstGeom>
        </p:spPr>
        <p:txBody>
          <a:bodyPr wrap="none">
            <a:spAutoFit/>
          </a:bodyPr>
          <a:lstStyle/>
          <a:p>
            <a:r>
              <a:rPr lang="en-US" altLang="zh-CN" sz="1800" dirty="0">
                <a:solidFill>
                  <a:srgbClr val="000000"/>
                </a:solidFill>
                <a:ea typeface="+mn-ea"/>
                <a:cs typeface="Times New Roman" panose="02020603050405020304" pitchFamily="18" charset="0"/>
              </a:rPr>
              <a:t>5</a:t>
            </a:r>
            <a:endParaRPr lang="zh-CN" altLang="en-US" dirty="0">
              <a:ea typeface="+mn-ea"/>
              <a:cs typeface="Times New Roman" panose="02020603050405020304" pitchFamily="18" charset="0"/>
            </a:endParaRPr>
          </a:p>
        </p:txBody>
      </p:sp>
      <p:sp>
        <p:nvSpPr>
          <p:cNvPr id="52" name="矩形 51"/>
          <p:cNvSpPr/>
          <p:nvPr/>
        </p:nvSpPr>
        <p:spPr>
          <a:xfrm>
            <a:off x="4343926" y="3354546"/>
            <a:ext cx="300082" cy="369332"/>
          </a:xfrm>
          <a:prstGeom prst="rect">
            <a:avLst/>
          </a:prstGeom>
        </p:spPr>
        <p:txBody>
          <a:bodyPr wrap="none">
            <a:spAutoFit/>
          </a:bodyPr>
          <a:lstStyle/>
          <a:p>
            <a:r>
              <a:rPr lang="en-US" altLang="zh-CN" sz="1800" dirty="0">
                <a:solidFill>
                  <a:srgbClr val="000000"/>
                </a:solidFill>
                <a:ea typeface="+mn-ea"/>
                <a:cs typeface="Times New Roman" panose="02020603050405020304" pitchFamily="18" charset="0"/>
              </a:rPr>
              <a:t>3</a:t>
            </a:r>
            <a:endParaRPr lang="zh-CN" altLang="en-US" dirty="0">
              <a:ea typeface="+mn-ea"/>
              <a:cs typeface="Times New Roman" panose="02020603050405020304" pitchFamily="18" charset="0"/>
            </a:endParaRPr>
          </a:p>
        </p:txBody>
      </p:sp>
      <p:sp>
        <p:nvSpPr>
          <p:cNvPr id="53" name="矩形 52"/>
          <p:cNvSpPr/>
          <p:nvPr/>
        </p:nvSpPr>
        <p:spPr>
          <a:xfrm>
            <a:off x="4343926" y="3786594"/>
            <a:ext cx="300082" cy="369332"/>
          </a:xfrm>
          <a:prstGeom prst="rect">
            <a:avLst/>
          </a:prstGeom>
        </p:spPr>
        <p:txBody>
          <a:bodyPr wrap="none">
            <a:spAutoFit/>
          </a:bodyPr>
          <a:lstStyle/>
          <a:p>
            <a:r>
              <a:rPr lang="en-US" altLang="zh-CN" sz="1800" dirty="0">
                <a:solidFill>
                  <a:srgbClr val="000000"/>
                </a:solidFill>
                <a:ea typeface="+mn-ea"/>
                <a:cs typeface="Times New Roman" panose="02020603050405020304" pitchFamily="18" charset="0"/>
              </a:rPr>
              <a:t>8</a:t>
            </a:r>
            <a:endParaRPr lang="zh-CN" altLang="en-US" dirty="0">
              <a:ea typeface="+mn-ea"/>
              <a:cs typeface="Times New Roman" panose="02020603050405020304" pitchFamily="18" charset="0"/>
            </a:endParaRPr>
          </a:p>
        </p:txBody>
      </p:sp>
      <p:sp>
        <p:nvSpPr>
          <p:cNvPr id="54" name="矩形 53"/>
          <p:cNvSpPr/>
          <p:nvPr/>
        </p:nvSpPr>
        <p:spPr>
          <a:xfrm>
            <a:off x="4343926" y="4155926"/>
            <a:ext cx="300082" cy="369332"/>
          </a:xfrm>
          <a:prstGeom prst="rect">
            <a:avLst/>
          </a:prstGeom>
        </p:spPr>
        <p:txBody>
          <a:bodyPr wrap="none">
            <a:spAutoFit/>
          </a:bodyPr>
          <a:lstStyle/>
          <a:p>
            <a:r>
              <a:rPr lang="en-US" altLang="zh-CN" sz="1800" dirty="0">
                <a:solidFill>
                  <a:srgbClr val="000000"/>
                </a:solidFill>
                <a:ea typeface="+mn-ea"/>
                <a:cs typeface="Times New Roman" panose="02020603050405020304" pitchFamily="18" charset="0"/>
              </a:rPr>
              <a:t>2</a:t>
            </a:r>
            <a:endParaRPr lang="zh-CN" altLang="en-US" dirty="0">
              <a:ea typeface="+mn-ea"/>
              <a:cs typeface="Times New Roman" panose="02020603050405020304" pitchFamily="18" charset="0"/>
            </a:endParaRPr>
          </a:p>
        </p:txBody>
      </p:sp>
    </p:spTree>
    <p:extLst>
      <p:ext uri="{BB962C8B-B14F-4D97-AF65-F5344CB8AC3E}">
        <p14:creationId xmlns:p14="http://schemas.microsoft.com/office/powerpoint/2010/main" val="3760744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p:cTn id="12" dur="500" fill="hold"/>
                                        <p:tgtEl>
                                          <p:spTgt spid="3"/>
                                        </p:tgtEl>
                                        <p:attrNameLst>
                                          <p:attrName>ppt_w</p:attrName>
                                        </p:attrNameLst>
                                      </p:cBhvr>
                                      <p:tavLst>
                                        <p:tav tm="0">
                                          <p:val>
                                            <p:fltVal val="0"/>
                                          </p:val>
                                        </p:tav>
                                        <p:tav tm="100000">
                                          <p:val>
                                            <p:strVal val="#ppt_w"/>
                                          </p:val>
                                        </p:tav>
                                      </p:tavLst>
                                    </p:anim>
                                    <p:anim calcmode="lin" valueType="num">
                                      <p:cBhvr>
                                        <p:cTn id="13" dur="500" fill="hold"/>
                                        <p:tgtEl>
                                          <p:spTgt spid="3"/>
                                        </p:tgtEl>
                                        <p:attrNameLst>
                                          <p:attrName>ppt_h</p:attrName>
                                        </p:attrNameLst>
                                      </p:cBhvr>
                                      <p:tavLst>
                                        <p:tav tm="0">
                                          <p:val>
                                            <p:fltVal val="0"/>
                                          </p:val>
                                        </p:tav>
                                        <p:tav tm="100000">
                                          <p:val>
                                            <p:strVal val="#ppt_h"/>
                                          </p:val>
                                        </p:tav>
                                      </p:tavLst>
                                    </p:anim>
                                    <p:animEffect transition="in" filter="fade">
                                      <p:cBhvr>
                                        <p:cTn id="14" dur="500"/>
                                        <p:tgtEl>
                                          <p:spTgt spid="3"/>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39"/>
                                        </p:tgtEl>
                                        <p:attrNameLst>
                                          <p:attrName>style.visibility</p:attrName>
                                        </p:attrNameLst>
                                      </p:cBhvr>
                                      <p:to>
                                        <p:strVal val="visible"/>
                                      </p:to>
                                    </p:set>
                                    <p:anim calcmode="lin" valueType="num">
                                      <p:cBhvr>
                                        <p:cTn id="17" dur="500" fill="hold"/>
                                        <p:tgtEl>
                                          <p:spTgt spid="39"/>
                                        </p:tgtEl>
                                        <p:attrNameLst>
                                          <p:attrName>ppt_w</p:attrName>
                                        </p:attrNameLst>
                                      </p:cBhvr>
                                      <p:tavLst>
                                        <p:tav tm="0">
                                          <p:val>
                                            <p:fltVal val="0"/>
                                          </p:val>
                                        </p:tav>
                                        <p:tav tm="100000">
                                          <p:val>
                                            <p:strVal val="#ppt_w"/>
                                          </p:val>
                                        </p:tav>
                                      </p:tavLst>
                                    </p:anim>
                                    <p:anim calcmode="lin" valueType="num">
                                      <p:cBhvr>
                                        <p:cTn id="18" dur="500" fill="hold"/>
                                        <p:tgtEl>
                                          <p:spTgt spid="39"/>
                                        </p:tgtEl>
                                        <p:attrNameLst>
                                          <p:attrName>ppt_h</p:attrName>
                                        </p:attrNameLst>
                                      </p:cBhvr>
                                      <p:tavLst>
                                        <p:tav tm="0">
                                          <p:val>
                                            <p:fltVal val="0"/>
                                          </p:val>
                                        </p:tav>
                                        <p:tav tm="100000">
                                          <p:val>
                                            <p:strVal val="#ppt_h"/>
                                          </p:val>
                                        </p:tav>
                                      </p:tavLst>
                                    </p:anim>
                                    <p:animEffect transition="in" filter="fade">
                                      <p:cBhvr>
                                        <p:cTn id="19" dur="500"/>
                                        <p:tgtEl>
                                          <p:spTgt spid="3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 calcmode="lin" valueType="num">
                                      <p:cBhvr>
                                        <p:cTn id="22" dur="500" fill="hold"/>
                                        <p:tgtEl>
                                          <p:spTgt spid="9"/>
                                        </p:tgtEl>
                                        <p:attrNameLst>
                                          <p:attrName>ppt_w</p:attrName>
                                        </p:attrNameLst>
                                      </p:cBhvr>
                                      <p:tavLst>
                                        <p:tav tm="0">
                                          <p:val>
                                            <p:fltVal val="0"/>
                                          </p:val>
                                        </p:tav>
                                        <p:tav tm="100000">
                                          <p:val>
                                            <p:strVal val="#ppt_w"/>
                                          </p:val>
                                        </p:tav>
                                      </p:tavLst>
                                    </p:anim>
                                    <p:anim calcmode="lin" valueType="num">
                                      <p:cBhvr>
                                        <p:cTn id="23" dur="500" fill="hold"/>
                                        <p:tgtEl>
                                          <p:spTgt spid="9"/>
                                        </p:tgtEl>
                                        <p:attrNameLst>
                                          <p:attrName>ppt_h</p:attrName>
                                        </p:attrNameLst>
                                      </p:cBhvr>
                                      <p:tavLst>
                                        <p:tav tm="0">
                                          <p:val>
                                            <p:fltVal val="0"/>
                                          </p:val>
                                        </p:tav>
                                        <p:tav tm="100000">
                                          <p:val>
                                            <p:strVal val="#ppt_h"/>
                                          </p:val>
                                        </p:tav>
                                      </p:tavLst>
                                    </p:anim>
                                    <p:animEffect transition="in" filter="fade">
                                      <p:cBhvr>
                                        <p:cTn id="24" dur="500"/>
                                        <p:tgtEl>
                                          <p:spTgt spid="9"/>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40"/>
                                        </p:tgtEl>
                                        <p:attrNameLst>
                                          <p:attrName>style.visibility</p:attrName>
                                        </p:attrNameLst>
                                      </p:cBhvr>
                                      <p:to>
                                        <p:strVal val="visible"/>
                                      </p:to>
                                    </p:set>
                                    <p:anim calcmode="lin" valueType="num">
                                      <p:cBhvr>
                                        <p:cTn id="27" dur="500" fill="hold"/>
                                        <p:tgtEl>
                                          <p:spTgt spid="40"/>
                                        </p:tgtEl>
                                        <p:attrNameLst>
                                          <p:attrName>ppt_w</p:attrName>
                                        </p:attrNameLst>
                                      </p:cBhvr>
                                      <p:tavLst>
                                        <p:tav tm="0">
                                          <p:val>
                                            <p:fltVal val="0"/>
                                          </p:val>
                                        </p:tav>
                                        <p:tav tm="100000">
                                          <p:val>
                                            <p:strVal val="#ppt_w"/>
                                          </p:val>
                                        </p:tav>
                                      </p:tavLst>
                                    </p:anim>
                                    <p:anim calcmode="lin" valueType="num">
                                      <p:cBhvr>
                                        <p:cTn id="28" dur="500" fill="hold"/>
                                        <p:tgtEl>
                                          <p:spTgt spid="40"/>
                                        </p:tgtEl>
                                        <p:attrNameLst>
                                          <p:attrName>ppt_h</p:attrName>
                                        </p:attrNameLst>
                                      </p:cBhvr>
                                      <p:tavLst>
                                        <p:tav tm="0">
                                          <p:val>
                                            <p:fltVal val="0"/>
                                          </p:val>
                                        </p:tav>
                                        <p:tav tm="100000">
                                          <p:val>
                                            <p:strVal val="#ppt_h"/>
                                          </p:val>
                                        </p:tav>
                                      </p:tavLst>
                                    </p:anim>
                                    <p:animEffect transition="in" filter="fade">
                                      <p:cBhvr>
                                        <p:cTn id="29" dur="500"/>
                                        <p:tgtEl>
                                          <p:spTgt spid="40"/>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 calcmode="lin" valueType="num">
                                      <p:cBhvr>
                                        <p:cTn id="32" dur="500" fill="hold"/>
                                        <p:tgtEl>
                                          <p:spTgt spid="11"/>
                                        </p:tgtEl>
                                        <p:attrNameLst>
                                          <p:attrName>ppt_w</p:attrName>
                                        </p:attrNameLst>
                                      </p:cBhvr>
                                      <p:tavLst>
                                        <p:tav tm="0">
                                          <p:val>
                                            <p:fltVal val="0"/>
                                          </p:val>
                                        </p:tav>
                                        <p:tav tm="100000">
                                          <p:val>
                                            <p:strVal val="#ppt_w"/>
                                          </p:val>
                                        </p:tav>
                                      </p:tavLst>
                                    </p:anim>
                                    <p:anim calcmode="lin" valueType="num">
                                      <p:cBhvr>
                                        <p:cTn id="33" dur="500" fill="hold"/>
                                        <p:tgtEl>
                                          <p:spTgt spid="11"/>
                                        </p:tgtEl>
                                        <p:attrNameLst>
                                          <p:attrName>ppt_h</p:attrName>
                                        </p:attrNameLst>
                                      </p:cBhvr>
                                      <p:tavLst>
                                        <p:tav tm="0">
                                          <p:val>
                                            <p:fltVal val="0"/>
                                          </p:val>
                                        </p:tav>
                                        <p:tav tm="100000">
                                          <p:val>
                                            <p:strVal val="#ppt_h"/>
                                          </p:val>
                                        </p:tav>
                                      </p:tavLst>
                                    </p:anim>
                                    <p:animEffect transition="in" filter="fade">
                                      <p:cBhvr>
                                        <p:cTn id="34" dur="500"/>
                                        <p:tgtEl>
                                          <p:spTgt spid="11"/>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anim calcmode="lin" valueType="num">
                                      <p:cBhvr>
                                        <p:cTn id="37" dur="500" fill="hold"/>
                                        <p:tgtEl>
                                          <p:spTgt spid="41"/>
                                        </p:tgtEl>
                                        <p:attrNameLst>
                                          <p:attrName>ppt_w</p:attrName>
                                        </p:attrNameLst>
                                      </p:cBhvr>
                                      <p:tavLst>
                                        <p:tav tm="0">
                                          <p:val>
                                            <p:fltVal val="0"/>
                                          </p:val>
                                        </p:tav>
                                        <p:tav tm="100000">
                                          <p:val>
                                            <p:strVal val="#ppt_w"/>
                                          </p:val>
                                        </p:tav>
                                      </p:tavLst>
                                    </p:anim>
                                    <p:anim calcmode="lin" valueType="num">
                                      <p:cBhvr>
                                        <p:cTn id="38" dur="500" fill="hold"/>
                                        <p:tgtEl>
                                          <p:spTgt spid="41"/>
                                        </p:tgtEl>
                                        <p:attrNameLst>
                                          <p:attrName>ppt_h</p:attrName>
                                        </p:attrNameLst>
                                      </p:cBhvr>
                                      <p:tavLst>
                                        <p:tav tm="0">
                                          <p:val>
                                            <p:fltVal val="0"/>
                                          </p:val>
                                        </p:tav>
                                        <p:tav tm="100000">
                                          <p:val>
                                            <p:strVal val="#ppt_h"/>
                                          </p:val>
                                        </p:tav>
                                      </p:tavLst>
                                    </p:anim>
                                    <p:animEffect transition="in" filter="fade">
                                      <p:cBhvr>
                                        <p:cTn id="39" dur="500"/>
                                        <p:tgtEl>
                                          <p:spTgt spid="41"/>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13"/>
                                        </p:tgtEl>
                                        <p:attrNameLst>
                                          <p:attrName>style.visibility</p:attrName>
                                        </p:attrNameLst>
                                      </p:cBhvr>
                                      <p:to>
                                        <p:strVal val="visible"/>
                                      </p:to>
                                    </p:set>
                                    <p:anim calcmode="lin" valueType="num">
                                      <p:cBhvr>
                                        <p:cTn id="42" dur="500" fill="hold"/>
                                        <p:tgtEl>
                                          <p:spTgt spid="13"/>
                                        </p:tgtEl>
                                        <p:attrNameLst>
                                          <p:attrName>ppt_w</p:attrName>
                                        </p:attrNameLst>
                                      </p:cBhvr>
                                      <p:tavLst>
                                        <p:tav tm="0">
                                          <p:val>
                                            <p:fltVal val="0"/>
                                          </p:val>
                                        </p:tav>
                                        <p:tav tm="100000">
                                          <p:val>
                                            <p:strVal val="#ppt_w"/>
                                          </p:val>
                                        </p:tav>
                                      </p:tavLst>
                                    </p:anim>
                                    <p:anim calcmode="lin" valueType="num">
                                      <p:cBhvr>
                                        <p:cTn id="43" dur="500" fill="hold"/>
                                        <p:tgtEl>
                                          <p:spTgt spid="13"/>
                                        </p:tgtEl>
                                        <p:attrNameLst>
                                          <p:attrName>ppt_h</p:attrName>
                                        </p:attrNameLst>
                                      </p:cBhvr>
                                      <p:tavLst>
                                        <p:tav tm="0">
                                          <p:val>
                                            <p:fltVal val="0"/>
                                          </p:val>
                                        </p:tav>
                                        <p:tav tm="100000">
                                          <p:val>
                                            <p:strVal val="#ppt_h"/>
                                          </p:val>
                                        </p:tav>
                                      </p:tavLst>
                                    </p:anim>
                                    <p:animEffect transition="in" filter="fade">
                                      <p:cBhvr>
                                        <p:cTn id="44" dur="500"/>
                                        <p:tgtEl>
                                          <p:spTgt spid="13"/>
                                        </p:tgtEl>
                                      </p:cBhvr>
                                    </p:animEffect>
                                  </p:childTnLst>
                                </p:cTn>
                              </p:par>
                            </p:childTnLst>
                          </p:cTn>
                        </p:par>
                      </p:childTnLst>
                    </p:cTn>
                  </p:par>
                  <p:par>
                    <p:cTn id="45" fill="hold">
                      <p:stCondLst>
                        <p:cond delay="indefinite"/>
                      </p:stCondLst>
                      <p:childTnLst>
                        <p:par>
                          <p:cTn id="46" fill="hold">
                            <p:stCondLst>
                              <p:cond delay="0"/>
                            </p:stCondLst>
                            <p:childTnLst>
                              <p:par>
                                <p:cTn id="47" presetID="53" presetClass="entr" presetSubtype="16" fill="hold" grpId="0" nodeType="clickEffect">
                                  <p:stCondLst>
                                    <p:cond delay="0"/>
                                  </p:stCondLst>
                                  <p:childTnLst>
                                    <p:set>
                                      <p:cBhvr>
                                        <p:cTn id="48" dur="1" fill="hold">
                                          <p:stCondLst>
                                            <p:cond delay="0"/>
                                          </p:stCondLst>
                                        </p:cTn>
                                        <p:tgtEl>
                                          <p:spTgt spid="42"/>
                                        </p:tgtEl>
                                        <p:attrNameLst>
                                          <p:attrName>style.visibility</p:attrName>
                                        </p:attrNameLst>
                                      </p:cBhvr>
                                      <p:to>
                                        <p:strVal val="visible"/>
                                      </p:to>
                                    </p:set>
                                    <p:anim calcmode="lin" valueType="num">
                                      <p:cBhvr>
                                        <p:cTn id="49" dur="500" fill="hold"/>
                                        <p:tgtEl>
                                          <p:spTgt spid="42"/>
                                        </p:tgtEl>
                                        <p:attrNameLst>
                                          <p:attrName>ppt_w</p:attrName>
                                        </p:attrNameLst>
                                      </p:cBhvr>
                                      <p:tavLst>
                                        <p:tav tm="0">
                                          <p:val>
                                            <p:fltVal val="0"/>
                                          </p:val>
                                        </p:tav>
                                        <p:tav tm="100000">
                                          <p:val>
                                            <p:strVal val="#ppt_w"/>
                                          </p:val>
                                        </p:tav>
                                      </p:tavLst>
                                    </p:anim>
                                    <p:anim calcmode="lin" valueType="num">
                                      <p:cBhvr>
                                        <p:cTn id="50" dur="500" fill="hold"/>
                                        <p:tgtEl>
                                          <p:spTgt spid="42"/>
                                        </p:tgtEl>
                                        <p:attrNameLst>
                                          <p:attrName>ppt_h</p:attrName>
                                        </p:attrNameLst>
                                      </p:cBhvr>
                                      <p:tavLst>
                                        <p:tav tm="0">
                                          <p:val>
                                            <p:fltVal val="0"/>
                                          </p:val>
                                        </p:tav>
                                        <p:tav tm="100000">
                                          <p:val>
                                            <p:strVal val="#ppt_h"/>
                                          </p:val>
                                        </p:tav>
                                      </p:tavLst>
                                    </p:anim>
                                    <p:animEffect transition="in" filter="fade">
                                      <p:cBhvr>
                                        <p:cTn id="51" dur="500"/>
                                        <p:tgtEl>
                                          <p:spTgt spid="42"/>
                                        </p:tgtEl>
                                      </p:cBhvr>
                                    </p:animEffect>
                                  </p:childTnLst>
                                </p:cTn>
                              </p:par>
                              <p:par>
                                <p:cTn id="52" presetID="53" presetClass="entr" presetSubtype="16"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 calcmode="lin" valueType="num">
                                      <p:cBhvr>
                                        <p:cTn id="54" dur="500" fill="hold"/>
                                        <p:tgtEl>
                                          <p:spTgt spid="15"/>
                                        </p:tgtEl>
                                        <p:attrNameLst>
                                          <p:attrName>ppt_w</p:attrName>
                                        </p:attrNameLst>
                                      </p:cBhvr>
                                      <p:tavLst>
                                        <p:tav tm="0">
                                          <p:val>
                                            <p:fltVal val="0"/>
                                          </p:val>
                                        </p:tav>
                                        <p:tav tm="100000">
                                          <p:val>
                                            <p:strVal val="#ppt_w"/>
                                          </p:val>
                                        </p:tav>
                                      </p:tavLst>
                                    </p:anim>
                                    <p:anim calcmode="lin" valueType="num">
                                      <p:cBhvr>
                                        <p:cTn id="55" dur="500" fill="hold"/>
                                        <p:tgtEl>
                                          <p:spTgt spid="15"/>
                                        </p:tgtEl>
                                        <p:attrNameLst>
                                          <p:attrName>ppt_h</p:attrName>
                                        </p:attrNameLst>
                                      </p:cBhvr>
                                      <p:tavLst>
                                        <p:tav tm="0">
                                          <p:val>
                                            <p:fltVal val="0"/>
                                          </p:val>
                                        </p:tav>
                                        <p:tav tm="100000">
                                          <p:val>
                                            <p:strVal val="#ppt_h"/>
                                          </p:val>
                                        </p:tav>
                                      </p:tavLst>
                                    </p:anim>
                                    <p:animEffect transition="in" filter="fade">
                                      <p:cBhvr>
                                        <p:cTn id="56" dur="500"/>
                                        <p:tgtEl>
                                          <p:spTgt spid="15"/>
                                        </p:tgtEl>
                                      </p:cBhvr>
                                    </p:animEffect>
                                  </p:childTnLst>
                                </p:cTn>
                              </p:par>
                              <p:par>
                                <p:cTn id="57" presetID="53" presetClass="entr" presetSubtype="16" fill="hold" grpId="0" nodeType="withEffect">
                                  <p:stCondLst>
                                    <p:cond delay="0"/>
                                  </p:stCondLst>
                                  <p:childTnLst>
                                    <p:set>
                                      <p:cBhvr>
                                        <p:cTn id="58" dur="1" fill="hold">
                                          <p:stCondLst>
                                            <p:cond delay="0"/>
                                          </p:stCondLst>
                                        </p:cTn>
                                        <p:tgtEl>
                                          <p:spTgt spid="43"/>
                                        </p:tgtEl>
                                        <p:attrNameLst>
                                          <p:attrName>style.visibility</p:attrName>
                                        </p:attrNameLst>
                                      </p:cBhvr>
                                      <p:to>
                                        <p:strVal val="visible"/>
                                      </p:to>
                                    </p:set>
                                    <p:anim calcmode="lin" valueType="num">
                                      <p:cBhvr>
                                        <p:cTn id="59" dur="500" fill="hold"/>
                                        <p:tgtEl>
                                          <p:spTgt spid="43"/>
                                        </p:tgtEl>
                                        <p:attrNameLst>
                                          <p:attrName>ppt_w</p:attrName>
                                        </p:attrNameLst>
                                      </p:cBhvr>
                                      <p:tavLst>
                                        <p:tav tm="0">
                                          <p:val>
                                            <p:fltVal val="0"/>
                                          </p:val>
                                        </p:tav>
                                        <p:tav tm="100000">
                                          <p:val>
                                            <p:strVal val="#ppt_w"/>
                                          </p:val>
                                        </p:tav>
                                      </p:tavLst>
                                    </p:anim>
                                    <p:anim calcmode="lin" valueType="num">
                                      <p:cBhvr>
                                        <p:cTn id="60" dur="500" fill="hold"/>
                                        <p:tgtEl>
                                          <p:spTgt spid="43"/>
                                        </p:tgtEl>
                                        <p:attrNameLst>
                                          <p:attrName>ppt_h</p:attrName>
                                        </p:attrNameLst>
                                      </p:cBhvr>
                                      <p:tavLst>
                                        <p:tav tm="0">
                                          <p:val>
                                            <p:fltVal val="0"/>
                                          </p:val>
                                        </p:tav>
                                        <p:tav tm="100000">
                                          <p:val>
                                            <p:strVal val="#ppt_h"/>
                                          </p:val>
                                        </p:tav>
                                      </p:tavLst>
                                    </p:anim>
                                    <p:animEffect transition="in" filter="fade">
                                      <p:cBhvr>
                                        <p:cTn id="61" dur="500"/>
                                        <p:tgtEl>
                                          <p:spTgt spid="43"/>
                                        </p:tgtEl>
                                      </p:cBhvr>
                                    </p:animEffect>
                                  </p:childTnLst>
                                </p:cTn>
                              </p:par>
                              <p:par>
                                <p:cTn id="62" presetID="53" presetClass="entr" presetSubtype="16"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 calcmode="lin" valueType="num">
                                      <p:cBhvr>
                                        <p:cTn id="64" dur="500" fill="hold"/>
                                        <p:tgtEl>
                                          <p:spTgt spid="19"/>
                                        </p:tgtEl>
                                        <p:attrNameLst>
                                          <p:attrName>ppt_w</p:attrName>
                                        </p:attrNameLst>
                                      </p:cBhvr>
                                      <p:tavLst>
                                        <p:tav tm="0">
                                          <p:val>
                                            <p:fltVal val="0"/>
                                          </p:val>
                                        </p:tav>
                                        <p:tav tm="100000">
                                          <p:val>
                                            <p:strVal val="#ppt_w"/>
                                          </p:val>
                                        </p:tav>
                                      </p:tavLst>
                                    </p:anim>
                                    <p:anim calcmode="lin" valueType="num">
                                      <p:cBhvr>
                                        <p:cTn id="65" dur="500" fill="hold"/>
                                        <p:tgtEl>
                                          <p:spTgt spid="19"/>
                                        </p:tgtEl>
                                        <p:attrNameLst>
                                          <p:attrName>ppt_h</p:attrName>
                                        </p:attrNameLst>
                                      </p:cBhvr>
                                      <p:tavLst>
                                        <p:tav tm="0">
                                          <p:val>
                                            <p:fltVal val="0"/>
                                          </p:val>
                                        </p:tav>
                                        <p:tav tm="100000">
                                          <p:val>
                                            <p:strVal val="#ppt_h"/>
                                          </p:val>
                                        </p:tav>
                                      </p:tavLst>
                                    </p:anim>
                                    <p:animEffect transition="in" filter="fade">
                                      <p:cBhvr>
                                        <p:cTn id="66" dur="500"/>
                                        <p:tgtEl>
                                          <p:spTgt spid="19"/>
                                        </p:tgtEl>
                                      </p:cBhvr>
                                    </p:animEffect>
                                  </p:childTnLst>
                                </p:cTn>
                              </p:par>
                            </p:childTnLst>
                          </p:cTn>
                        </p:par>
                      </p:childTnLst>
                    </p:cTn>
                  </p:par>
                  <p:par>
                    <p:cTn id="67" fill="hold">
                      <p:stCondLst>
                        <p:cond delay="indefinite"/>
                      </p:stCondLst>
                      <p:childTnLst>
                        <p:par>
                          <p:cTn id="68" fill="hold">
                            <p:stCondLst>
                              <p:cond delay="0"/>
                            </p:stCondLst>
                            <p:childTnLst>
                              <p:par>
                                <p:cTn id="69" presetID="53" presetClass="entr" presetSubtype="16" fill="hold" grpId="0" nodeType="clickEffect">
                                  <p:stCondLst>
                                    <p:cond delay="0"/>
                                  </p:stCondLst>
                                  <p:childTnLst>
                                    <p:set>
                                      <p:cBhvr>
                                        <p:cTn id="70" dur="1" fill="hold">
                                          <p:stCondLst>
                                            <p:cond delay="0"/>
                                          </p:stCondLst>
                                        </p:cTn>
                                        <p:tgtEl>
                                          <p:spTgt spid="51"/>
                                        </p:tgtEl>
                                        <p:attrNameLst>
                                          <p:attrName>style.visibility</p:attrName>
                                        </p:attrNameLst>
                                      </p:cBhvr>
                                      <p:to>
                                        <p:strVal val="visible"/>
                                      </p:to>
                                    </p:set>
                                    <p:anim calcmode="lin" valueType="num">
                                      <p:cBhvr>
                                        <p:cTn id="71" dur="500" fill="hold"/>
                                        <p:tgtEl>
                                          <p:spTgt spid="51"/>
                                        </p:tgtEl>
                                        <p:attrNameLst>
                                          <p:attrName>ppt_w</p:attrName>
                                        </p:attrNameLst>
                                      </p:cBhvr>
                                      <p:tavLst>
                                        <p:tav tm="0">
                                          <p:val>
                                            <p:fltVal val="0"/>
                                          </p:val>
                                        </p:tav>
                                        <p:tav tm="100000">
                                          <p:val>
                                            <p:strVal val="#ppt_w"/>
                                          </p:val>
                                        </p:tav>
                                      </p:tavLst>
                                    </p:anim>
                                    <p:anim calcmode="lin" valueType="num">
                                      <p:cBhvr>
                                        <p:cTn id="72" dur="500" fill="hold"/>
                                        <p:tgtEl>
                                          <p:spTgt spid="51"/>
                                        </p:tgtEl>
                                        <p:attrNameLst>
                                          <p:attrName>ppt_h</p:attrName>
                                        </p:attrNameLst>
                                      </p:cBhvr>
                                      <p:tavLst>
                                        <p:tav tm="0">
                                          <p:val>
                                            <p:fltVal val="0"/>
                                          </p:val>
                                        </p:tav>
                                        <p:tav tm="100000">
                                          <p:val>
                                            <p:strVal val="#ppt_h"/>
                                          </p:val>
                                        </p:tav>
                                      </p:tavLst>
                                    </p:anim>
                                    <p:animEffect transition="in" filter="fade">
                                      <p:cBhvr>
                                        <p:cTn id="73" dur="5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53" presetClass="entr" presetSubtype="16" fill="hold" grpId="0" nodeType="clickEffect">
                                  <p:stCondLst>
                                    <p:cond delay="0"/>
                                  </p:stCondLst>
                                  <p:childTnLst>
                                    <p:set>
                                      <p:cBhvr>
                                        <p:cTn id="77" dur="1" fill="hold">
                                          <p:stCondLst>
                                            <p:cond delay="0"/>
                                          </p:stCondLst>
                                        </p:cTn>
                                        <p:tgtEl>
                                          <p:spTgt spid="52"/>
                                        </p:tgtEl>
                                        <p:attrNameLst>
                                          <p:attrName>style.visibility</p:attrName>
                                        </p:attrNameLst>
                                      </p:cBhvr>
                                      <p:to>
                                        <p:strVal val="visible"/>
                                      </p:to>
                                    </p:set>
                                    <p:anim calcmode="lin" valueType="num">
                                      <p:cBhvr>
                                        <p:cTn id="78" dur="500" fill="hold"/>
                                        <p:tgtEl>
                                          <p:spTgt spid="52"/>
                                        </p:tgtEl>
                                        <p:attrNameLst>
                                          <p:attrName>ppt_w</p:attrName>
                                        </p:attrNameLst>
                                      </p:cBhvr>
                                      <p:tavLst>
                                        <p:tav tm="0">
                                          <p:val>
                                            <p:fltVal val="0"/>
                                          </p:val>
                                        </p:tav>
                                        <p:tav tm="100000">
                                          <p:val>
                                            <p:strVal val="#ppt_w"/>
                                          </p:val>
                                        </p:tav>
                                      </p:tavLst>
                                    </p:anim>
                                    <p:anim calcmode="lin" valueType="num">
                                      <p:cBhvr>
                                        <p:cTn id="79" dur="500" fill="hold"/>
                                        <p:tgtEl>
                                          <p:spTgt spid="52"/>
                                        </p:tgtEl>
                                        <p:attrNameLst>
                                          <p:attrName>ppt_h</p:attrName>
                                        </p:attrNameLst>
                                      </p:cBhvr>
                                      <p:tavLst>
                                        <p:tav tm="0">
                                          <p:val>
                                            <p:fltVal val="0"/>
                                          </p:val>
                                        </p:tav>
                                        <p:tav tm="100000">
                                          <p:val>
                                            <p:strVal val="#ppt_h"/>
                                          </p:val>
                                        </p:tav>
                                      </p:tavLst>
                                    </p:anim>
                                    <p:animEffect transition="in" filter="fade">
                                      <p:cBhvr>
                                        <p:cTn id="80" dur="500"/>
                                        <p:tgtEl>
                                          <p:spTgt spid="52"/>
                                        </p:tgtEl>
                                      </p:cBhvr>
                                    </p:animEffect>
                                  </p:childTnLst>
                                </p:cTn>
                              </p:par>
                            </p:childTnLst>
                          </p:cTn>
                        </p:par>
                      </p:childTnLst>
                    </p:cTn>
                  </p:par>
                  <p:par>
                    <p:cTn id="81" fill="hold">
                      <p:stCondLst>
                        <p:cond delay="indefinite"/>
                      </p:stCondLst>
                      <p:childTnLst>
                        <p:par>
                          <p:cTn id="82" fill="hold">
                            <p:stCondLst>
                              <p:cond delay="0"/>
                            </p:stCondLst>
                            <p:childTnLst>
                              <p:par>
                                <p:cTn id="83" presetID="53" presetClass="entr" presetSubtype="16" fill="hold" grpId="0" nodeType="clickEffect">
                                  <p:stCondLst>
                                    <p:cond delay="0"/>
                                  </p:stCondLst>
                                  <p:childTnLst>
                                    <p:set>
                                      <p:cBhvr>
                                        <p:cTn id="84" dur="1" fill="hold">
                                          <p:stCondLst>
                                            <p:cond delay="0"/>
                                          </p:stCondLst>
                                        </p:cTn>
                                        <p:tgtEl>
                                          <p:spTgt spid="44"/>
                                        </p:tgtEl>
                                        <p:attrNameLst>
                                          <p:attrName>style.visibility</p:attrName>
                                        </p:attrNameLst>
                                      </p:cBhvr>
                                      <p:to>
                                        <p:strVal val="visible"/>
                                      </p:to>
                                    </p:set>
                                    <p:anim calcmode="lin" valueType="num">
                                      <p:cBhvr>
                                        <p:cTn id="85" dur="500" fill="hold"/>
                                        <p:tgtEl>
                                          <p:spTgt spid="44"/>
                                        </p:tgtEl>
                                        <p:attrNameLst>
                                          <p:attrName>ppt_w</p:attrName>
                                        </p:attrNameLst>
                                      </p:cBhvr>
                                      <p:tavLst>
                                        <p:tav tm="0">
                                          <p:val>
                                            <p:fltVal val="0"/>
                                          </p:val>
                                        </p:tav>
                                        <p:tav tm="100000">
                                          <p:val>
                                            <p:strVal val="#ppt_w"/>
                                          </p:val>
                                        </p:tav>
                                      </p:tavLst>
                                    </p:anim>
                                    <p:anim calcmode="lin" valueType="num">
                                      <p:cBhvr>
                                        <p:cTn id="86" dur="500" fill="hold"/>
                                        <p:tgtEl>
                                          <p:spTgt spid="44"/>
                                        </p:tgtEl>
                                        <p:attrNameLst>
                                          <p:attrName>ppt_h</p:attrName>
                                        </p:attrNameLst>
                                      </p:cBhvr>
                                      <p:tavLst>
                                        <p:tav tm="0">
                                          <p:val>
                                            <p:fltVal val="0"/>
                                          </p:val>
                                        </p:tav>
                                        <p:tav tm="100000">
                                          <p:val>
                                            <p:strVal val="#ppt_h"/>
                                          </p:val>
                                        </p:tav>
                                      </p:tavLst>
                                    </p:anim>
                                    <p:animEffect transition="in" filter="fade">
                                      <p:cBhvr>
                                        <p:cTn id="87" dur="500"/>
                                        <p:tgtEl>
                                          <p:spTgt spid="44"/>
                                        </p:tgtEl>
                                      </p:cBhvr>
                                    </p:animEffect>
                                  </p:childTnLst>
                                </p:cTn>
                              </p:par>
                              <p:par>
                                <p:cTn id="88" presetID="53" presetClass="entr" presetSubtype="16" fill="hold" grpId="0" nodeType="withEffect">
                                  <p:stCondLst>
                                    <p:cond delay="0"/>
                                  </p:stCondLst>
                                  <p:childTnLst>
                                    <p:set>
                                      <p:cBhvr>
                                        <p:cTn id="89" dur="1" fill="hold">
                                          <p:stCondLst>
                                            <p:cond delay="0"/>
                                          </p:stCondLst>
                                        </p:cTn>
                                        <p:tgtEl>
                                          <p:spTgt spid="21"/>
                                        </p:tgtEl>
                                        <p:attrNameLst>
                                          <p:attrName>style.visibility</p:attrName>
                                        </p:attrNameLst>
                                      </p:cBhvr>
                                      <p:to>
                                        <p:strVal val="visible"/>
                                      </p:to>
                                    </p:set>
                                    <p:anim calcmode="lin" valueType="num">
                                      <p:cBhvr>
                                        <p:cTn id="90" dur="500" fill="hold"/>
                                        <p:tgtEl>
                                          <p:spTgt spid="21"/>
                                        </p:tgtEl>
                                        <p:attrNameLst>
                                          <p:attrName>ppt_w</p:attrName>
                                        </p:attrNameLst>
                                      </p:cBhvr>
                                      <p:tavLst>
                                        <p:tav tm="0">
                                          <p:val>
                                            <p:fltVal val="0"/>
                                          </p:val>
                                        </p:tav>
                                        <p:tav tm="100000">
                                          <p:val>
                                            <p:strVal val="#ppt_w"/>
                                          </p:val>
                                        </p:tav>
                                      </p:tavLst>
                                    </p:anim>
                                    <p:anim calcmode="lin" valueType="num">
                                      <p:cBhvr>
                                        <p:cTn id="91" dur="500" fill="hold"/>
                                        <p:tgtEl>
                                          <p:spTgt spid="21"/>
                                        </p:tgtEl>
                                        <p:attrNameLst>
                                          <p:attrName>ppt_h</p:attrName>
                                        </p:attrNameLst>
                                      </p:cBhvr>
                                      <p:tavLst>
                                        <p:tav tm="0">
                                          <p:val>
                                            <p:fltVal val="0"/>
                                          </p:val>
                                        </p:tav>
                                        <p:tav tm="100000">
                                          <p:val>
                                            <p:strVal val="#ppt_h"/>
                                          </p:val>
                                        </p:tav>
                                      </p:tavLst>
                                    </p:anim>
                                    <p:animEffect transition="in" filter="fade">
                                      <p:cBhvr>
                                        <p:cTn id="92" dur="500"/>
                                        <p:tgtEl>
                                          <p:spTgt spid="21"/>
                                        </p:tgtEl>
                                      </p:cBhvr>
                                    </p:animEffect>
                                  </p:childTnLst>
                                </p:cTn>
                              </p:par>
                            </p:childTnLst>
                          </p:cTn>
                        </p:par>
                      </p:childTnLst>
                    </p:cTn>
                  </p:par>
                  <p:par>
                    <p:cTn id="93" fill="hold">
                      <p:stCondLst>
                        <p:cond delay="indefinite"/>
                      </p:stCondLst>
                      <p:childTnLst>
                        <p:par>
                          <p:cTn id="94" fill="hold">
                            <p:stCondLst>
                              <p:cond delay="0"/>
                            </p:stCondLst>
                            <p:childTnLst>
                              <p:par>
                                <p:cTn id="95" presetID="53" presetClass="entr" presetSubtype="16" fill="hold" grpId="0" nodeType="clickEffect">
                                  <p:stCondLst>
                                    <p:cond delay="0"/>
                                  </p:stCondLst>
                                  <p:childTnLst>
                                    <p:set>
                                      <p:cBhvr>
                                        <p:cTn id="96" dur="1" fill="hold">
                                          <p:stCondLst>
                                            <p:cond delay="0"/>
                                          </p:stCondLst>
                                        </p:cTn>
                                        <p:tgtEl>
                                          <p:spTgt spid="53"/>
                                        </p:tgtEl>
                                        <p:attrNameLst>
                                          <p:attrName>style.visibility</p:attrName>
                                        </p:attrNameLst>
                                      </p:cBhvr>
                                      <p:to>
                                        <p:strVal val="visible"/>
                                      </p:to>
                                    </p:set>
                                    <p:anim calcmode="lin" valueType="num">
                                      <p:cBhvr>
                                        <p:cTn id="97" dur="500" fill="hold"/>
                                        <p:tgtEl>
                                          <p:spTgt spid="53"/>
                                        </p:tgtEl>
                                        <p:attrNameLst>
                                          <p:attrName>ppt_w</p:attrName>
                                        </p:attrNameLst>
                                      </p:cBhvr>
                                      <p:tavLst>
                                        <p:tav tm="0">
                                          <p:val>
                                            <p:fltVal val="0"/>
                                          </p:val>
                                        </p:tav>
                                        <p:tav tm="100000">
                                          <p:val>
                                            <p:strVal val="#ppt_w"/>
                                          </p:val>
                                        </p:tav>
                                      </p:tavLst>
                                    </p:anim>
                                    <p:anim calcmode="lin" valueType="num">
                                      <p:cBhvr>
                                        <p:cTn id="98" dur="500" fill="hold"/>
                                        <p:tgtEl>
                                          <p:spTgt spid="53"/>
                                        </p:tgtEl>
                                        <p:attrNameLst>
                                          <p:attrName>ppt_h</p:attrName>
                                        </p:attrNameLst>
                                      </p:cBhvr>
                                      <p:tavLst>
                                        <p:tav tm="0">
                                          <p:val>
                                            <p:fltVal val="0"/>
                                          </p:val>
                                        </p:tav>
                                        <p:tav tm="100000">
                                          <p:val>
                                            <p:strVal val="#ppt_h"/>
                                          </p:val>
                                        </p:tav>
                                      </p:tavLst>
                                    </p:anim>
                                    <p:animEffect transition="in" filter="fade">
                                      <p:cBhvr>
                                        <p:cTn id="99" dur="500"/>
                                        <p:tgtEl>
                                          <p:spTgt spid="53"/>
                                        </p:tgtEl>
                                      </p:cBhvr>
                                    </p:animEffect>
                                  </p:childTnLst>
                                </p:cTn>
                              </p:par>
                            </p:childTnLst>
                          </p:cTn>
                        </p:par>
                      </p:childTnLst>
                    </p:cTn>
                  </p:par>
                  <p:par>
                    <p:cTn id="100" fill="hold">
                      <p:stCondLst>
                        <p:cond delay="indefinite"/>
                      </p:stCondLst>
                      <p:childTnLst>
                        <p:par>
                          <p:cTn id="101" fill="hold">
                            <p:stCondLst>
                              <p:cond delay="0"/>
                            </p:stCondLst>
                            <p:childTnLst>
                              <p:par>
                                <p:cTn id="102" presetID="53" presetClass="entr" presetSubtype="16" fill="hold" grpId="0" nodeType="clickEffect">
                                  <p:stCondLst>
                                    <p:cond delay="0"/>
                                  </p:stCondLst>
                                  <p:childTnLst>
                                    <p:set>
                                      <p:cBhvr>
                                        <p:cTn id="103" dur="1" fill="hold">
                                          <p:stCondLst>
                                            <p:cond delay="0"/>
                                          </p:stCondLst>
                                        </p:cTn>
                                        <p:tgtEl>
                                          <p:spTgt spid="45"/>
                                        </p:tgtEl>
                                        <p:attrNameLst>
                                          <p:attrName>style.visibility</p:attrName>
                                        </p:attrNameLst>
                                      </p:cBhvr>
                                      <p:to>
                                        <p:strVal val="visible"/>
                                      </p:to>
                                    </p:set>
                                    <p:anim calcmode="lin" valueType="num">
                                      <p:cBhvr>
                                        <p:cTn id="104" dur="500" fill="hold"/>
                                        <p:tgtEl>
                                          <p:spTgt spid="45"/>
                                        </p:tgtEl>
                                        <p:attrNameLst>
                                          <p:attrName>ppt_w</p:attrName>
                                        </p:attrNameLst>
                                      </p:cBhvr>
                                      <p:tavLst>
                                        <p:tav tm="0">
                                          <p:val>
                                            <p:fltVal val="0"/>
                                          </p:val>
                                        </p:tav>
                                        <p:tav tm="100000">
                                          <p:val>
                                            <p:strVal val="#ppt_w"/>
                                          </p:val>
                                        </p:tav>
                                      </p:tavLst>
                                    </p:anim>
                                    <p:anim calcmode="lin" valueType="num">
                                      <p:cBhvr>
                                        <p:cTn id="105" dur="500" fill="hold"/>
                                        <p:tgtEl>
                                          <p:spTgt spid="45"/>
                                        </p:tgtEl>
                                        <p:attrNameLst>
                                          <p:attrName>ppt_h</p:attrName>
                                        </p:attrNameLst>
                                      </p:cBhvr>
                                      <p:tavLst>
                                        <p:tav tm="0">
                                          <p:val>
                                            <p:fltVal val="0"/>
                                          </p:val>
                                        </p:tav>
                                        <p:tav tm="100000">
                                          <p:val>
                                            <p:strVal val="#ppt_h"/>
                                          </p:val>
                                        </p:tav>
                                      </p:tavLst>
                                    </p:anim>
                                    <p:animEffect transition="in" filter="fade">
                                      <p:cBhvr>
                                        <p:cTn id="106" dur="500"/>
                                        <p:tgtEl>
                                          <p:spTgt spid="45"/>
                                        </p:tgtEl>
                                      </p:cBhvr>
                                    </p:animEffect>
                                  </p:childTnLst>
                                </p:cTn>
                              </p:par>
                              <p:par>
                                <p:cTn id="107" presetID="53" presetClass="entr" presetSubtype="16" fill="hold" grpId="0" nodeType="withEffect">
                                  <p:stCondLst>
                                    <p:cond delay="0"/>
                                  </p:stCondLst>
                                  <p:childTnLst>
                                    <p:set>
                                      <p:cBhvr>
                                        <p:cTn id="108" dur="1" fill="hold">
                                          <p:stCondLst>
                                            <p:cond delay="0"/>
                                          </p:stCondLst>
                                        </p:cTn>
                                        <p:tgtEl>
                                          <p:spTgt spid="23"/>
                                        </p:tgtEl>
                                        <p:attrNameLst>
                                          <p:attrName>style.visibility</p:attrName>
                                        </p:attrNameLst>
                                      </p:cBhvr>
                                      <p:to>
                                        <p:strVal val="visible"/>
                                      </p:to>
                                    </p:set>
                                    <p:anim calcmode="lin" valueType="num">
                                      <p:cBhvr>
                                        <p:cTn id="109" dur="500" fill="hold"/>
                                        <p:tgtEl>
                                          <p:spTgt spid="23"/>
                                        </p:tgtEl>
                                        <p:attrNameLst>
                                          <p:attrName>ppt_w</p:attrName>
                                        </p:attrNameLst>
                                      </p:cBhvr>
                                      <p:tavLst>
                                        <p:tav tm="0">
                                          <p:val>
                                            <p:fltVal val="0"/>
                                          </p:val>
                                        </p:tav>
                                        <p:tav tm="100000">
                                          <p:val>
                                            <p:strVal val="#ppt_w"/>
                                          </p:val>
                                        </p:tav>
                                      </p:tavLst>
                                    </p:anim>
                                    <p:anim calcmode="lin" valueType="num">
                                      <p:cBhvr>
                                        <p:cTn id="110" dur="500" fill="hold"/>
                                        <p:tgtEl>
                                          <p:spTgt spid="23"/>
                                        </p:tgtEl>
                                        <p:attrNameLst>
                                          <p:attrName>ppt_h</p:attrName>
                                        </p:attrNameLst>
                                      </p:cBhvr>
                                      <p:tavLst>
                                        <p:tav tm="0">
                                          <p:val>
                                            <p:fltVal val="0"/>
                                          </p:val>
                                        </p:tav>
                                        <p:tav tm="100000">
                                          <p:val>
                                            <p:strVal val="#ppt_h"/>
                                          </p:val>
                                        </p:tav>
                                      </p:tavLst>
                                    </p:anim>
                                    <p:animEffect transition="in" filter="fade">
                                      <p:cBhvr>
                                        <p:cTn id="111" dur="500"/>
                                        <p:tgtEl>
                                          <p:spTgt spid="23"/>
                                        </p:tgtEl>
                                      </p:cBhvr>
                                    </p:animEffect>
                                  </p:childTnLst>
                                </p:cTn>
                              </p:par>
                            </p:childTnLst>
                          </p:cTn>
                        </p:par>
                      </p:childTnLst>
                    </p:cTn>
                  </p:par>
                  <p:par>
                    <p:cTn id="112" fill="hold">
                      <p:stCondLst>
                        <p:cond delay="indefinite"/>
                      </p:stCondLst>
                      <p:childTnLst>
                        <p:par>
                          <p:cTn id="113" fill="hold">
                            <p:stCondLst>
                              <p:cond delay="0"/>
                            </p:stCondLst>
                            <p:childTnLst>
                              <p:par>
                                <p:cTn id="114" presetID="53" presetClass="entr" presetSubtype="16" fill="hold" grpId="0" nodeType="clickEffect">
                                  <p:stCondLst>
                                    <p:cond delay="0"/>
                                  </p:stCondLst>
                                  <p:childTnLst>
                                    <p:set>
                                      <p:cBhvr>
                                        <p:cTn id="115" dur="1" fill="hold">
                                          <p:stCondLst>
                                            <p:cond delay="0"/>
                                          </p:stCondLst>
                                        </p:cTn>
                                        <p:tgtEl>
                                          <p:spTgt spid="54"/>
                                        </p:tgtEl>
                                        <p:attrNameLst>
                                          <p:attrName>style.visibility</p:attrName>
                                        </p:attrNameLst>
                                      </p:cBhvr>
                                      <p:to>
                                        <p:strVal val="visible"/>
                                      </p:to>
                                    </p:set>
                                    <p:anim calcmode="lin" valueType="num">
                                      <p:cBhvr>
                                        <p:cTn id="116" dur="500" fill="hold"/>
                                        <p:tgtEl>
                                          <p:spTgt spid="54"/>
                                        </p:tgtEl>
                                        <p:attrNameLst>
                                          <p:attrName>ppt_w</p:attrName>
                                        </p:attrNameLst>
                                      </p:cBhvr>
                                      <p:tavLst>
                                        <p:tav tm="0">
                                          <p:val>
                                            <p:fltVal val="0"/>
                                          </p:val>
                                        </p:tav>
                                        <p:tav tm="100000">
                                          <p:val>
                                            <p:strVal val="#ppt_w"/>
                                          </p:val>
                                        </p:tav>
                                      </p:tavLst>
                                    </p:anim>
                                    <p:anim calcmode="lin" valueType="num">
                                      <p:cBhvr>
                                        <p:cTn id="117" dur="500" fill="hold"/>
                                        <p:tgtEl>
                                          <p:spTgt spid="54"/>
                                        </p:tgtEl>
                                        <p:attrNameLst>
                                          <p:attrName>ppt_h</p:attrName>
                                        </p:attrNameLst>
                                      </p:cBhvr>
                                      <p:tavLst>
                                        <p:tav tm="0">
                                          <p:val>
                                            <p:fltVal val="0"/>
                                          </p:val>
                                        </p:tav>
                                        <p:tav tm="100000">
                                          <p:val>
                                            <p:strVal val="#ppt_h"/>
                                          </p:val>
                                        </p:tav>
                                      </p:tavLst>
                                    </p:anim>
                                    <p:animEffect transition="in" filter="fade">
                                      <p:cBhvr>
                                        <p:cTn id="118" dur="500"/>
                                        <p:tgtEl>
                                          <p:spTgt spid="54"/>
                                        </p:tgtEl>
                                      </p:cBhvr>
                                    </p:animEffect>
                                  </p:childTnLst>
                                </p:cTn>
                              </p:par>
                            </p:childTnLst>
                          </p:cTn>
                        </p:par>
                      </p:childTnLst>
                    </p:cTn>
                  </p:par>
                  <p:par>
                    <p:cTn id="119" fill="hold">
                      <p:stCondLst>
                        <p:cond delay="indefinite"/>
                      </p:stCondLst>
                      <p:childTnLst>
                        <p:par>
                          <p:cTn id="120" fill="hold">
                            <p:stCondLst>
                              <p:cond delay="0"/>
                            </p:stCondLst>
                            <p:childTnLst>
                              <p:par>
                                <p:cTn id="121" presetID="53" presetClass="entr" presetSubtype="16" fill="hold" grpId="0" nodeType="clickEffect">
                                  <p:stCondLst>
                                    <p:cond delay="0"/>
                                  </p:stCondLst>
                                  <p:childTnLst>
                                    <p:set>
                                      <p:cBhvr>
                                        <p:cTn id="122" dur="1" fill="hold">
                                          <p:stCondLst>
                                            <p:cond delay="0"/>
                                          </p:stCondLst>
                                        </p:cTn>
                                        <p:tgtEl>
                                          <p:spTgt spid="29"/>
                                        </p:tgtEl>
                                        <p:attrNameLst>
                                          <p:attrName>style.visibility</p:attrName>
                                        </p:attrNameLst>
                                      </p:cBhvr>
                                      <p:to>
                                        <p:strVal val="visible"/>
                                      </p:to>
                                    </p:set>
                                    <p:anim calcmode="lin" valueType="num">
                                      <p:cBhvr>
                                        <p:cTn id="123" dur="500" fill="hold"/>
                                        <p:tgtEl>
                                          <p:spTgt spid="29"/>
                                        </p:tgtEl>
                                        <p:attrNameLst>
                                          <p:attrName>ppt_w</p:attrName>
                                        </p:attrNameLst>
                                      </p:cBhvr>
                                      <p:tavLst>
                                        <p:tav tm="0">
                                          <p:val>
                                            <p:fltVal val="0"/>
                                          </p:val>
                                        </p:tav>
                                        <p:tav tm="100000">
                                          <p:val>
                                            <p:strVal val="#ppt_w"/>
                                          </p:val>
                                        </p:tav>
                                      </p:tavLst>
                                    </p:anim>
                                    <p:anim calcmode="lin" valueType="num">
                                      <p:cBhvr>
                                        <p:cTn id="124" dur="500" fill="hold"/>
                                        <p:tgtEl>
                                          <p:spTgt spid="29"/>
                                        </p:tgtEl>
                                        <p:attrNameLst>
                                          <p:attrName>ppt_h</p:attrName>
                                        </p:attrNameLst>
                                      </p:cBhvr>
                                      <p:tavLst>
                                        <p:tav tm="0">
                                          <p:val>
                                            <p:fltVal val="0"/>
                                          </p:val>
                                        </p:tav>
                                        <p:tav tm="100000">
                                          <p:val>
                                            <p:strVal val="#ppt_h"/>
                                          </p:val>
                                        </p:tav>
                                      </p:tavLst>
                                    </p:anim>
                                    <p:animEffect transition="in" filter="fade">
                                      <p:cBhvr>
                                        <p:cTn id="125" dur="500"/>
                                        <p:tgtEl>
                                          <p:spTgt spid="29"/>
                                        </p:tgtEl>
                                      </p:cBhvr>
                                    </p:animEffect>
                                  </p:childTnLst>
                                </p:cTn>
                              </p:par>
                            </p:childTnLst>
                          </p:cTn>
                        </p:par>
                      </p:childTnLst>
                    </p:cTn>
                  </p:par>
                  <p:par>
                    <p:cTn id="126" fill="hold">
                      <p:stCondLst>
                        <p:cond delay="indefinite"/>
                      </p:stCondLst>
                      <p:childTnLst>
                        <p:par>
                          <p:cTn id="127" fill="hold">
                            <p:stCondLst>
                              <p:cond delay="0"/>
                            </p:stCondLst>
                            <p:childTnLst>
                              <p:par>
                                <p:cTn id="128" presetID="53" presetClass="entr" presetSubtype="16" fill="hold" grpId="0" nodeType="clickEffect">
                                  <p:stCondLst>
                                    <p:cond delay="0"/>
                                  </p:stCondLst>
                                  <p:childTnLst>
                                    <p:set>
                                      <p:cBhvr>
                                        <p:cTn id="129" dur="1" fill="hold">
                                          <p:stCondLst>
                                            <p:cond delay="0"/>
                                          </p:stCondLst>
                                        </p:cTn>
                                        <p:tgtEl>
                                          <p:spTgt spid="46"/>
                                        </p:tgtEl>
                                        <p:attrNameLst>
                                          <p:attrName>style.visibility</p:attrName>
                                        </p:attrNameLst>
                                      </p:cBhvr>
                                      <p:to>
                                        <p:strVal val="visible"/>
                                      </p:to>
                                    </p:set>
                                    <p:anim calcmode="lin" valueType="num">
                                      <p:cBhvr>
                                        <p:cTn id="130" dur="500" fill="hold"/>
                                        <p:tgtEl>
                                          <p:spTgt spid="46"/>
                                        </p:tgtEl>
                                        <p:attrNameLst>
                                          <p:attrName>ppt_w</p:attrName>
                                        </p:attrNameLst>
                                      </p:cBhvr>
                                      <p:tavLst>
                                        <p:tav tm="0">
                                          <p:val>
                                            <p:fltVal val="0"/>
                                          </p:val>
                                        </p:tav>
                                        <p:tav tm="100000">
                                          <p:val>
                                            <p:strVal val="#ppt_w"/>
                                          </p:val>
                                        </p:tav>
                                      </p:tavLst>
                                    </p:anim>
                                    <p:anim calcmode="lin" valueType="num">
                                      <p:cBhvr>
                                        <p:cTn id="131" dur="500" fill="hold"/>
                                        <p:tgtEl>
                                          <p:spTgt spid="46"/>
                                        </p:tgtEl>
                                        <p:attrNameLst>
                                          <p:attrName>ppt_h</p:attrName>
                                        </p:attrNameLst>
                                      </p:cBhvr>
                                      <p:tavLst>
                                        <p:tav tm="0">
                                          <p:val>
                                            <p:fltVal val="0"/>
                                          </p:val>
                                        </p:tav>
                                        <p:tav tm="100000">
                                          <p:val>
                                            <p:strVal val="#ppt_h"/>
                                          </p:val>
                                        </p:tav>
                                      </p:tavLst>
                                    </p:anim>
                                    <p:animEffect transition="in" filter="fade">
                                      <p:cBhvr>
                                        <p:cTn id="132" dur="500"/>
                                        <p:tgtEl>
                                          <p:spTgt spid="46"/>
                                        </p:tgtEl>
                                      </p:cBhvr>
                                    </p:animEffect>
                                  </p:childTnLst>
                                </p:cTn>
                              </p:par>
                            </p:childTnLst>
                          </p:cTn>
                        </p:par>
                      </p:childTnLst>
                    </p:cTn>
                  </p:par>
                  <p:par>
                    <p:cTn id="133" fill="hold">
                      <p:stCondLst>
                        <p:cond delay="indefinite"/>
                      </p:stCondLst>
                      <p:childTnLst>
                        <p:par>
                          <p:cTn id="134" fill="hold">
                            <p:stCondLst>
                              <p:cond delay="0"/>
                            </p:stCondLst>
                            <p:childTnLst>
                              <p:par>
                                <p:cTn id="135" presetID="53" presetClass="entr" presetSubtype="16" fill="hold" grpId="0" nodeType="clickEffect">
                                  <p:stCondLst>
                                    <p:cond delay="0"/>
                                  </p:stCondLst>
                                  <p:childTnLst>
                                    <p:set>
                                      <p:cBhvr>
                                        <p:cTn id="136" dur="1" fill="hold">
                                          <p:stCondLst>
                                            <p:cond delay="0"/>
                                          </p:stCondLst>
                                        </p:cTn>
                                        <p:tgtEl>
                                          <p:spTgt spid="48"/>
                                        </p:tgtEl>
                                        <p:attrNameLst>
                                          <p:attrName>style.visibility</p:attrName>
                                        </p:attrNameLst>
                                      </p:cBhvr>
                                      <p:to>
                                        <p:strVal val="visible"/>
                                      </p:to>
                                    </p:set>
                                    <p:anim calcmode="lin" valueType="num">
                                      <p:cBhvr>
                                        <p:cTn id="137" dur="500" fill="hold"/>
                                        <p:tgtEl>
                                          <p:spTgt spid="48"/>
                                        </p:tgtEl>
                                        <p:attrNameLst>
                                          <p:attrName>ppt_w</p:attrName>
                                        </p:attrNameLst>
                                      </p:cBhvr>
                                      <p:tavLst>
                                        <p:tav tm="0">
                                          <p:val>
                                            <p:fltVal val="0"/>
                                          </p:val>
                                        </p:tav>
                                        <p:tav tm="100000">
                                          <p:val>
                                            <p:strVal val="#ppt_w"/>
                                          </p:val>
                                        </p:tav>
                                      </p:tavLst>
                                    </p:anim>
                                    <p:anim calcmode="lin" valueType="num">
                                      <p:cBhvr>
                                        <p:cTn id="138" dur="500" fill="hold"/>
                                        <p:tgtEl>
                                          <p:spTgt spid="48"/>
                                        </p:tgtEl>
                                        <p:attrNameLst>
                                          <p:attrName>ppt_h</p:attrName>
                                        </p:attrNameLst>
                                      </p:cBhvr>
                                      <p:tavLst>
                                        <p:tav tm="0">
                                          <p:val>
                                            <p:fltVal val="0"/>
                                          </p:val>
                                        </p:tav>
                                        <p:tav tm="100000">
                                          <p:val>
                                            <p:strVal val="#ppt_h"/>
                                          </p:val>
                                        </p:tav>
                                      </p:tavLst>
                                    </p:anim>
                                    <p:animEffect transition="in" filter="fade">
                                      <p:cBhvr>
                                        <p:cTn id="139" dur="500"/>
                                        <p:tgtEl>
                                          <p:spTgt spid="48"/>
                                        </p:tgtEl>
                                      </p:cBhvr>
                                    </p:animEffect>
                                  </p:childTnLst>
                                </p:cTn>
                              </p:par>
                            </p:childTnLst>
                          </p:cTn>
                        </p:par>
                      </p:childTnLst>
                    </p:cTn>
                  </p:par>
                  <p:par>
                    <p:cTn id="140" fill="hold">
                      <p:stCondLst>
                        <p:cond delay="indefinite"/>
                      </p:stCondLst>
                      <p:childTnLst>
                        <p:par>
                          <p:cTn id="141" fill="hold">
                            <p:stCondLst>
                              <p:cond delay="0"/>
                            </p:stCondLst>
                            <p:childTnLst>
                              <p:par>
                                <p:cTn id="142" presetID="53" presetClass="entr" presetSubtype="16" fill="hold" grpId="0" nodeType="clickEffect">
                                  <p:stCondLst>
                                    <p:cond delay="0"/>
                                  </p:stCondLst>
                                  <p:childTnLst>
                                    <p:set>
                                      <p:cBhvr>
                                        <p:cTn id="143" dur="1" fill="hold">
                                          <p:stCondLst>
                                            <p:cond delay="0"/>
                                          </p:stCondLst>
                                        </p:cTn>
                                        <p:tgtEl>
                                          <p:spTgt spid="50"/>
                                        </p:tgtEl>
                                        <p:attrNameLst>
                                          <p:attrName>style.visibility</p:attrName>
                                        </p:attrNameLst>
                                      </p:cBhvr>
                                      <p:to>
                                        <p:strVal val="visible"/>
                                      </p:to>
                                    </p:set>
                                    <p:anim calcmode="lin" valueType="num">
                                      <p:cBhvr>
                                        <p:cTn id="144" dur="500" fill="hold"/>
                                        <p:tgtEl>
                                          <p:spTgt spid="50"/>
                                        </p:tgtEl>
                                        <p:attrNameLst>
                                          <p:attrName>ppt_w</p:attrName>
                                        </p:attrNameLst>
                                      </p:cBhvr>
                                      <p:tavLst>
                                        <p:tav tm="0">
                                          <p:val>
                                            <p:fltVal val="0"/>
                                          </p:val>
                                        </p:tav>
                                        <p:tav tm="100000">
                                          <p:val>
                                            <p:strVal val="#ppt_w"/>
                                          </p:val>
                                        </p:tav>
                                      </p:tavLst>
                                    </p:anim>
                                    <p:anim calcmode="lin" valueType="num">
                                      <p:cBhvr>
                                        <p:cTn id="145" dur="500" fill="hold"/>
                                        <p:tgtEl>
                                          <p:spTgt spid="50"/>
                                        </p:tgtEl>
                                        <p:attrNameLst>
                                          <p:attrName>ppt_h</p:attrName>
                                        </p:attrNameLst>
                                      </p:cBhvr>
                                      <p:tavLst>
                                        <p:tav tm="0">
                                          <p:val>
                                            <p:fltVal val="0"/>
                                          </p:val>
                                        </p:tav>
                                        <p:tav tm="100000">
                                          <p:val>
                                            <p:strVal val="#ppt_h"/>
                                          </p:val>
                                        </p:tav>
                                      </p:tavLst>
                                    </p:anim>
                                    <p:animEffect transition="in" filter="fade">
                                      <p:cBhvr>
                                        <p:cTn id="146"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P spid="9" grpId="0"/>
      <p:bldP spid="11" grpId="0"/>
      <p:bldP spid="13" grpId="0"/>
      <p:bldP spid="15" grpId="0"/>
      <p:bldP spid="19" grpId="0"/>
      <p:bldP spid="21" grpId="0"/>
      <p:bldP spid="23" grpId="0"/>
      <p:bldP spid="29" grpId="0"/>
      <p:bldP spid="39" grpId="0" animBg="1"/>
      <p:bldP spid="40" grpId="0" animBg="1"/>
      <p:bldP spid="41" grpId="0" animBg="1"/>
      <p:bldP spid="42" grpId="0" animBg="1"/>
      <p:bldP spid="43" grpId="0" animBg="1"/>
      <p:bldP spid="44" grpId="0" animBg="1"/>
      <p:bldP spid="45" grpId="0" animBg="1"/>
      <p:bldP spid="46" grpId="0"/>
      <p:bldP spid="48" grpId="0"/>
      <p:bldP spid="50" grpId="0"/>
      <p:bldP spid="51" grpId="0"/>
      <p:bldP spid="52" grpId="0"/>
      <p:bldP spid="53" grpId="0"/>
      <p:bldP spid="54"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t>
            </a:r>
            <a:r>
              <a:rPr lang="en-US" altLang="zh-CN" sz="2000" b="1" dirty="0">
                <a:solidFill>
                  <a:schemeClr val="tx1"/>
                </a:solidFill>
                <a:cs typeface="Times New Roman" pitchFamily="18" charset="0"/>
              </a:rPr>
              <a:t>, a-b, a, a);</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 name="矩形 1"/>
          <p:cNvSpPr/>
          <p:nvPr/>
        </p:nvSpPr>
        <p:spPr>
          <a:xfrm>
            <a:off x="3936000" y="1216809"/>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 name="矩形 2"/>
          <p:cNvSpPr/>
          <p:nvPr/>
        </p:nvSpPr>
        <p:spPr>
          <a:xfrm>
            <a:off x="3559607" y="1131590"/>
            <a:ext cx="370614" cy="400110"/>
          </a:xfrm>
          <a:prstGeom prst="rect">
            <a:avLst/>
          </a:prstGeom>
        </p:spPr>
        <p:txBody>
          <a:bodyPr wrap="none">
            <a:spAutoFit/>
          </a:bodyPr>
          <a:lstStyle/>
          <a:p>
            <a:r>
              <a:rPr lang="en-US" altLang="zh-CN" sz="2000" dirty="0">
                <a:solidFill>
                  <a:prstClr val="black"/>
                </a:solidFill>
              </a:rPr>
              <a:t>w</a:t>
            </a:r>
            <a:endParaRPr lang="zh-CN" altLang="en-US" sz="2000" dirty="0">
              <a:solidFill>
                <a:prstClr val="black"/>
              </a:solidFill>
            </a:endParaRPr>
          </a:p>
        </p:txBody>
      </p:sp>
      <p:sp>
        <p:nvSpPr>
          <p:cNvPr id="9" name="矩形 8"/>
          <p:cNvSpPr/>
          <p:nvPr/>
        </p:nvSpPr>
        <p:spPr>
          <a:xfrm>
            <a:off x="3563888" y="1523568"/>
            <a:ext cx="312906" cy="400110"/>
          </a:xfrm>
          <a:prstGeom prst="rect">
            <a:avLst/>
          </a:prstGeom>
        </p:spPr>
        <p:txBody>
          <a:bodyPr wrap="none">
            <a:spAutoFit/>
          </a:bodyPr>
          <a:lstStyle/>
          <a:p>
            <a:r>
              <a:rPr lang="en-US" altLang="zh-CN" sz="2000" dirty="0">
                <a:solidFill>
                  <a:prstClr val="black"/>
                </a:solidFill>
              </a:rPr>
              <a:t>x</a:t>
            </a:r>
            <a:endParaRPr lang="zh-CN" altLang="en-US" sz="2000" dirty="0">
              <a:solidFill>
                <a:prstClr val="black"/>
              </a:solidFill>
            </a:endParaRPr>
          </a:p>
        </p:txBody>
      </p:sp>
      <p:sp>
        <p:nvSpPr>
          <p:cNvPr id="11" name="矩形 10"/>
          <p:cNvSpPr/>
          <p:nvPr/>
        </p:nvSpPr>
        <p:spPr>
          <a:xfrm>
            <a:off x="3563888" y="1955616"/>
            <a:ext cx="312906" cy="400110"/>
          </a:xfrm>
          <a:prstGeom prst="rect">
            <a:avLst/>
          </a:prstGeom>
        </p:spPr>
        <p:txBody>
          <a:bodyPr wrap="none">
            <a:spAutoFit/>
          </a:bodyPr>
          <a:lstStyle/>
          <a:p>
            <a:r>
              <a:rPr lang="en-US" altLang="zh-CN" sz="2000" dirty="0">
                <a:solidFill>
                  <a:prstClr val="black"/>
                </a:solidFill>
              </a:rPr>
              <a:t>y</a:t>
            </a:r>
            <a:endParaRPr lang="zh-CN" altLang="en-US" sz="2000" dirty="0">
              <a:solidFill>
                <a:prstClr val="black"/>
              </a:solidFill>
            </a:endParaRPr>
          </a:p>
        </p:txBody>
      </p:sp>
      <p:sp>
        <p:nvSpPr>
          <p:cNvPr id="13" name="矩形 12"/>
          <p:cNvSpPr/>
          <p:nvPr/>
        </p:nvSpPr>
        <p:spPr>
          <a:xfrm>
            <a:off x="3563888" y="2387664"/>
            <a:ext cx="298480" cy="400110"/>
          </a:xfrm>
          <a:prstGeom prst="rect">
            <a:avLst/>
          </a:prstGeom>
        </p:spPr>
        <p:txBody>
          <a:bodyPr wrap="none">
            <a:spAutoFit/>
          </a:bodyPr>
          <a:lstStyle/>
          <a:p>
            <a:r>
              <a:rPr lang="en-US" altLang="zh-CN" sz="2000" dirty="0">
                <a:solidFill>
                  <a:prstClr val="black"/>
                </a:solidFill>
              </a:rPr>
              <a:t>z</a:t>
            </a:r>
            <a:endParaRPr lang="zh-CN" altLang="en-US" sz="2000" dirty="0">
              <a:solidFill>
                <a:prstClr val="black"/>
              </a:solidFill>
            </a:endParaRPr>
          </a:p>
        </p:txBody>
      </p:sp>
      <p:sp>
        <p:nvSpPr>
          <p:cNvPr id="15" name="矩形 14"/>
          <p:cNvSpPr/>
          <p:nvPr/>
        </p:nvSpPr>
        <p:spPr>
          <a:xfrm>
            <a:off x="3563888"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19" name="矩形 18"/>
          <p:cNvSpPr/>
          <p:nvPr/>
        </p:nvSpPr>
        <p:spPr>
          <a:xfrm>
            <a:off x="3563888"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21" name="矩形 20"/>
          <p:cNvSpPr/>
          <p:nvPr/>
        </p:nvSpPr>
        <p:spPr>
          <a:xfrm>
            <a:off x="3563888" y="3683808"/>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1</a:t>
            </a:r>
            <a:endParaRPr lang="zh-CN" altLang="en-US" sz="2000" baseline="-25000" dirty="0">
              <a:solidFill>
                <a:prstClr val="black"/>
              </a:solidFill>
            </a:endParaRPr>
          </a:p>
        </p:txBody>
      </p:sp>
      <p:sp>
        <p:nvSpPr>
          <p:cNvPr id="23" name="矩形 22"/>
          <p:cNvSpPr/>
          <p:nvPr/>
        </p:nvSpPr>
        <p:spPr>
          <a:xfrm>
            <a:off x="3563888" y="4115856"/>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2</a:t>
            </a:r>
            <a:endParaRPr lang="zh-CN" altLang="en-US" sz="2000" baseline="-25000" dirty="0">
              <a:solidFill>
                <a:prstClr val="black"/>
              </a:solidFill>
            </a:endParaRPr>
          </a:p>
        </p:txBody>
      </p:sp>
      <p:sp>
        <p:nvSpPr>
          <p:cNvPr id="29" name="矩形 28"/>
          <p:cNvSpPr/>
          <p:nvPr/>
        </p:nvSpPr>
        <p:spPr>
          <a:xfrm>
            <a:off x="4024100" y="1170287"/>
            <a:ext cx="103586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1</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9" name="矩形 38"/>
          <p:cNvSpPr/>
          <p:nvPr/>
        </p:nvSpPr>
        <p:spPr>
          <a:xfrm>
            <a:off x="3923928" y="1639564"/>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0" name="矩形 39"/>
          <p:cNvSpPr/>
          <p:nvPr/>
        </p:nvSpPr>
        <p:spPr>
          <a:xfrm>
            <a:off x="3923928" y="2071612"/>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1" name="矩形 40"/>
          <p:cNvSpPr/>
          <p:nvPr/>
        </p:nvSpPr>
        <p:spPr>
          <a:xfrm>
            <a:off x="3923928" y="2503660"/>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2" name="矩形 41"/>
          <p:cNvSpPr/>
          <p:nvPr/>
        </p:nvSpPr>
        <p:spPr>
          <a:xfrm>
            <a:off x="3923928"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3" name="矩形 42"/>
          <p:cNvSpPr/>
          <p:nvPr/>
        </p:nvSpPr>
        <p:spPr>
          <a:xfrm>
            <a:off x="3923928"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4" name="矩形 43"/>
          <p:cNvSpPr/>
          <p:nvPr/>
        </p:nvSpPr>
        <p:spPr>
          <a:xfrm>
            <a:off x="3923928" y="3799804"/>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5" name="矩形 44"/>
          <p:cNvSpPr/>
          <p:nvPr/>
        </p:nvSpPr>
        <p:spPr>
          <a:xfrm>
            <a:off x="3923928" y="4231852"/>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6" name="矩形 45"/>
          <p:cNvSpPr/>
          <p:nvPr/>
        </p:nvSpPr>
        <p:spPr>
          <a:xfrm>
            <a:off x="4040195" y="1563638"/>
            <a:ext cx="103105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2</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48" name="矩形 47"/>
          <p:cNvSpPr/>
          <p:nvPr/>
        </p:nvSpPr>
        <p:spPr>
          <a:xfrm>
            <a:off x="4040195" y="2058402"/>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0" name="矩形 49"/>
          <p:cNvSpPr/>
          <p:nvPr/>
        </p:nvSpPr>
        <p:spPr>
          <a:xfrm>
            <a:off x="4045005" y="2490450"/>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1" name="矩形 50"/>
          <p:cNvSpPr/>
          <p:nvPr/>
        </p:nvSpPr>
        <p:spPr>
          <a:xfrm>
            <a:off x="4343926" y="2922498"/>
            <a:ext cx="415498"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40</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2" name="矩形 51"/>
          <p:cNvSpPr/>
          <p:nvPr/>
        </p:nvSpPr>
        <p:spPr>
          <a:xfrm>
            <a:off x="4343926"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3" name="矩形 52"/>
          <p:cNvSpPr/>
          <p:nvPr/>
        </p:nvSpPr>
        <p:spPr>
          <a:xfrm>
            <a:off x="4343926" y="378659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4" name="矩形 53"/>
          <p:cNvSpPr/>
          <p:nvPr/>
        </p:nvSpPr>
        <p:spPr>
          <a:xfrm>
            <a:off x="4343926" y="415592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3380419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1"/>
                                        </p:tgtEl>
                                        <p:attrNameLst>
                                          <p:attrName>style.visibility</p:attrName>
                                        </p:attrNameLst>
                                      </p:cBhvr>
                                      <p:to>
                                        <p:strVal val="visible"/>
                                      </p:to>
                                    </p:set>
                                    <p:anim calcmode="lin" valueType="num">
                                      <p:cBhvr>
                                        <p:cTn id="7" dur="500" fill="hold"/>
                                        <p:tgtEl>
                                          <p:spTgt spid="51"/>
                                        </p:tgtEl>
                                        <p:attrNameLst>
                                          <p:attrName>ppt_w</p:attrName>
                                        </p:attrNameLst>
                                      </p:cBhvr>
                                      <p:tavLst>
                                        <p:tav tm="0">
                                          <p:val>
                                            <p:fltVal val="0"/>
                                          </p:val>
                                        </p:tav>
                                        <p:tav tm="100000">
                                          <p:val>
                                            <p:strVal val="#ppt_w"/>
                                          </p:val>
                                        </p:tav>
                                      </p:tavLst>
                                    </p:anim>
                                    <p:anim calcmode="lin" valueType="num">
                                      <p:cBhvr>
                                        <p:cTn id="8" dur="500" fill="hold"/>
                                        <p:tgtEl>
                                          <p:spTgt spid="51"/>
                                        </p:tgtEl>
                                        <p:attrNameLst>
                                          <p:attrName>ppt_h</p:attrName>
                                        </p:attrNameLst>
                                      </p:cBhvr>
                                      <p:tavLst>
                                        <p:tav tm="0">
                                          <p:val>
                                            <p:fltVal val="0"/>
                                          </p:val>
                                        </p:tav>
                                        <p:tav tm="100000">
                                          <p:val>
                                            <p:strVal val="#ppt_h"/>
                                          </p:val>
                                        </p:tav>
                                      </p:tavLst>
                                    </p:anim>
                                    <p:animEffect transition="in" filter="fade">
                                      <p:cBhvr>
                                        <p:cTn id="9"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t>
            </a:r>
            <a:r>
              <a:rPr lang="en-US" altLang="zh-CN" sz="2000" b="1" dirty="0">
                <a:solidFill>
                  <a:schemeClr val="tx1"/>
                </a:solidFill>
                <a:cs typeface="Times New Roman" pitchFamily="18" charset="0"/>
              </a:rPr>
              <a:t>, a-b, a, a);</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 name="矩形 1"/>
          <p:cNvSpPr/>
          <p:nvPr/>
        </p:nvSpPr>
        <p:spPr>
          <a:xfrm>
            <a:off x="3936000" y="1216809"/>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 name="矩形 2"/>
          <p:cNvSpPr/>
          <p:nvPr/>
        </p:nvSpPr>
        <p:spPr>
          <a:xfrm>
            <a:off x="3559607" y="1131590"/>
            <a:ext cx="370614" cy="400110"/>
          </a:xfrm>
          <a:prstGeom prst="rect">
            <a:avLst/>
          </a:prstGeom>
        </p:spPr>
        <p:txBody>
          <a:bodyPr wrap="none">
            <a:spAutoFit/>
          </a:bodyPr>
          <a:lstStyle/>
          <a:p>
            <a:r>
              <a:rPr lang="en-US" altLang="zh-CN" sz="2000" dirty="0">
                <a:solidFill>
                  <a:prstClr val="black"/>
                </a:solidFill>
              </a:rPr>
              <a:t>w</a:t>
            </a:r>
            <a:endParaRPr lang="zh-CN" altLang="en-US" sz="2000" dirty="0">
              <a:solidFill>
                <a:prstClr val="black"/>
              </a:solidFill>
            </a:endParaRPr>
          </a:p>
        </p:txBody>
      </p:sp>
      <p:sp>
        <p:nvSpPr>
          <p:cNvPr id="9" name="矩形 8"/>
          <p:cNvSpPr/>
          <p:nvPr/>
        </p:nvSpPr>
        <p:spPr>
          <a:xfrm>
            <a:off x="3563888" y="1523568"/>
            <a:ext cx="312906" cy="400110"/>
          </a:xfrm>
          <a:prstGeom prst="rect">
            <a:avLst/>
          </a:prstGeom>
        </p:spPr>
        <p:txBody>
          <a:bodyPr wrap="none">
            <a:spAutoFit/>
          </a:bodyPr>
          <a:lstStyle/>
          <a:p>
            <a:r>
              <a:rPr lang="en-US" altLang="zh-CN" sz="2000" dirty="0">
                <a:solidFill>
                  <a:prstClr val="black"/>
                </a:solidFill>
              </a:rPr>
              <a:t>x</a:t>
            </a:r>
            <a:endParaRPr lang="zh-CN" altLang="en-US" sz="2000" dirty="0">
              <a:solidFill>
                <a:prstClr val="black"/>
              </a:solidFill>
            </a:endParaRPr>
          </a:p>
        </p:txBody>
      </p:sp>
      <p:sp>
        <p:nvSpPr>
          <p:cNvPr id="11" name="矩形 10"/>
          <p:cNvSpPr/>
          <p:nvPr/>
        </p:nvSpPr>
        <p:spPr>
          <a:xfrm>
            <a:off x="3563888" y="1955616"/>
            <a:ext cx="312906" cy="400110"/>
          </a:xfrm>
          <a:prstGeom prst="rect">
            <a:avLst/>
          </a:prstGeom>
        </p:spPr>
        <p:txBody>
          <a:bodyPr wrap="none">
            <a:spAutoFit/>
          </a:bodyPr>
          <a:lstStyle/>
          <a:p>
            <a:r>
              <a:rPr lang="en-US" altLang="zh-CN" sz="2000" dirty="0">
                <a:solidFill>
                  <a:prstClr val="black"/>
                </a:solidFill>
              </a:rPr>
              <a:t>y</a:t>
            </a:r>
            <a:endParaRPr lang="zh-CN" altLang="en-US" sz="2000" dirty="0">
              <a:solidFill>
                <a:prstClr val="black"/>
              </a:solidFill>
            </a:endParaRPr>
          </a:p>
        </p:txBody>
      </p:sp>
      <p:sp>
        <p:nvSpPr>
          <p:cNvPr id="13" name="矩形 12"/>
          <p:cNvSpPr/>
          <p:nvPr/>
        </p:nvSpPr>
        <p:spPr>
          <a:xfrm>
            <a:off x="3563888" y="2387664"/>
            <a:ext cx="298480" cy="400110"/>
          </a:xfrm>
          <a:prstGeom prst="rect">
            <a:avLst/>
          </a:prstGeom>
        </p:spPr>
        <p:txBody>
          <a:bodyPr wrap="none">
            <a:spAutoFit/>
          </a:bodyPr>
          <a:lstStyle/>
          <a:p>
            <a:r>
              <a:rPr lang="en-US" altLang="zh-CN" sz="2000" dirty="0">
                <a:solidFill>
                  <a:prstClr val="black"/>
                </a:solidFill>
              </a:rPr>
              <a:t>z</a:t>
            </a:r>
            <a:endParaRPr lang="zh-CN" altLang="en-US" sz="2000" dirty="0">
              <a:solidFill>
                <a:prstClr val="black"/>
              </a:solidFill>
            </a:endParaRPr>
          </a:p>
        </p:txBody>
      </p:sp>
      <p:sp>
        <p:nvSpPr>
          <p:cNvPr id="15" name="矩形 14"/>
          <p:cNvSpPr/>
          <p:nvPr/>
        </p:nvSpPr>
        <p:spPr>
          <a:xfrm>
            <a:off x="3563888"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19" name="矩形 18"/>
          <p:cNvSpPr/>
          <p:nvPr/>
        </p:nvSpPr>
        <p:spPr>
          <a:xfrm>
            <a:off x="3563888"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21" name="矩形 20"/>
          <p:cNvSpPr/>
          <p:nvPr/>
        </p:nvSpPr>
        <p:spPr>
          <a:xfrm>
            <a:off x="3563888" y="3683808"/>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1</a:t>
            </a:r>
            <a:endParaRPr lang="zh-CN" altLang="en-US" sz="2000" baseline="-25000" dirty="0">
              <a:solidFill>
                <a:prstClr val="black"/>
              </a:solidFill>
            </a:endParaRPr>
          </a:p>
        </p:txBody>
      </p:sp>
      <p:sp>
        <p:nvSpPr>
          <p:cNvPr id="23" name="矩形 22"/>
          <p:cNvSpPr/>
          <p:nvPr/>
        </p:nvSpPr>
        <p:spPr>
          <a:xfrm>
            <a:off x="3563888" y="4115856"/>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2</a:t>
            </a:r>
            <a:endParaRPr lang="zh-CN" altLang="en-US" sz="2000" baseline="-25000" dirty="0">
              <a:solidFill>
                <a:prstClr val="black"/>
              </a:solidFill>
            </a:endParaRPr>
          </a:p>
        </p:txBody>
      </p:sp>
      <p:sp>
        <p:nvSpPr>
          <p:cNvPr id="29" name="矩形 28"/>
          <p:cNvSpPr/>
          <p:nvPr/>
        </p:nvSpPr>
        <p:spPr>
          <a:xfrm>
            <a:off x="4024100" y="1170287"/>
            <a:ext cx="103586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1</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9" name="矩形 38"/>
          <p:cNvSpPr/>
          <p:nvPr/>
        </p:nvSpPr>
        <p:spPr>
          <a:xfrm>
            <a:off x="3923928" y="1639564"/>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0" name="矩形 39"/>
          <p:cNvSpPr/>
          <p:nvPr/>
        </p:nvSpPr>
        <p:spPr>
          <a:xfrm>
            <a:off x="3923928" y="2071612"/>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1" name="矩形 40"/>
          <p:cNvSpPr/>
          <p:nvPr/>
        </p:nvSpPr>
        <p:spPr>
          <a:xfrm>
            <a:off x="3923928" y="2503660"/>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2" name="矩形 41"/>
          <p:cNvSpPr/>
          <p:nvPr/>
        </p:nvSpPr>
        <p:spPr>
          <a:xfrm>
            <a:off x="3923928"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3" name="矩形 42"/>
          <p:cNvSpPr/>
          <p:nvPr/>
        </p:nvSpPr>
        <p:spPr>
          <a:xfrm>
            <a:off x="3923928"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4" name="矩形 43"/>
          <p:cNvSpPr/>
          <p:nvPr/>
        </p:nvSpPr>
        <p:spPr>
          <a:xfrm>
            <a:off x="3923928" y="3799804"/>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5" name="矩形 44"/>
          <p:cNvSpPr/>
          <p:nvPr/>
        </p:nvSpPr>
        <p:spPr>
          <a:xfrm>
            <a:off x="3923928" y="4231852"/>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6" name="矩形 45"/>
          <p:cNvSpPr/>
          <p:nvPr/>
        </p:nvSpPr>
        <p:spPr>
          <a:xfrm>
            <a:off x="4040195" y="1563638"/>
            <a:ext cx="103105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2</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48" name="矩形 47"/>
          <p:cNvSpPr/>
          <p:nvPr/>
        </p:nvSpPr>
        <p:spPr>
          <a:xfrm>
            <a:off x="4040195" y="2058402"/>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0" name="矩形 49"/>
          <p:cNvSpPr/>
          <p:nvPr/>
        </p:nvSpPr>
        <p:spPr>
          <a:xfrm>
            <a:off x="4045005" y="2490450"/>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1" name="矩形 50"/>
          <p:cNvSpPr/>
          <p:nvPr/>
        </p:nvSpPr>
        <p:spPr>
          <a:xfrm>
            <a:off x="4343926" y="2922498"/>
            <a:ext cx="415498"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42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2" name="矩形 51"/>
          <p:cNvSpPr/>
          <p:nvPr/>
        </p:nvSpPr>
        <p:spPr>
          <a:xfrm>
            <a:off x="4343926"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3" name="矩形 52"/>
          <p:cNvSpPr/>
          <p:nvPr/>
        </p:nvSpPr>
        <p:spPr>
          <a:xfrm>
            <a:off x="4343926" y="378659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4" name="矩形 53"/>
          <p:cNvSpPr/>
          <p:nvPr/>
        </p:nvSpPr>
        <p:spPr>
          <a:xfrm>
            <a:off x="4343926" y="415592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710624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1"/>
                                        </p:tgtEl>
                                        <p:attrNameLst>
                                          <p:attrName>style.visibility</p:attrName>
                                        </p:attrNameLst>
                                      </p:cBhvr>
                                      <p:to>
                                        <p:strVal val="visible"/>
                                      </p:to>
                                    </p:set>
                                    <p:anim calcmode="lin" valueType="num">
                                      <p:cBhvr>
                                        <p:cTn id="7" dur="500" fill="hold"/>
                                        <p:tgtEl>
                                          <p:spTgt spid="51"/>
                                        </p:tgtEl>
                                        <p:attrNameLst>
                                          <p:attrName>ppt_w</p:attrName>
                                        </p:attrNameLst>
                                      </p:cBhvr>
                                      <p:tavLst>
                                        <p:tav tm="0">
                                          <p:val>
                                            <p:fltVal val="0"/>
                                          </p:val>
                                        </p:tav>
                                        <p:tav tm="100000">
                                          <p:val>
                                            <p:strVal val="#ppt_w"/>
                                          </p:val>
                                        </p:tav>
                                      </p:tavLst>
                                    </p:anim>
                                    <p:anim calcmode="lin" valueType="num">
                                      <p:cBhvr>
                                        <p:cTn id="8" dur="500" fill="hold"/>
                                        <p:tgtEl>
                                          <p:spTgt spid="51"/>
                                        </p:tgtEl>
                                        <p:attrNameLst>
                                          <p:attrName>ppt_h</p:attrName>
                                        </p:attrNameLst>
                                      </p:cBhvr>
                                      <p:tavLst>
                                        <p:tav tm="0">
                                          <p:val>
                                            <p:fltVal val="0"/>
                                          </p:val>
                                        </p:tav>
                                        <p:tav tm="100000">
                                          <p:val>
                                            <p:strVal val="#ppt_h"/>
                                          </p:val>
                                        </p:tav>
                                      </p:tavLst>
                                    </p:anim>
                                    <p:animEffect transition="in" filter="fade">
                                      <p:cBhvr>
                                        <p:cTn id="9"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en-US" altLang="zh-CN"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7.5.3 </a:t>
            </a:r>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传值结果</a:t>
            </a:r>
            <a:r>
              <a:rPr lang="zh-CN" altLang="en-US" sz="3000" dirty="0">
                <a:solidFill>
                  <a:schemeClr val="tx1"/>
                </a:solidFill>
                <a:ea typeface="微软雅黑" panose="020B0503020204020204" pitchFamily="34" charset="-122"/>
                <a:cs typeface="Times New Roman" panose="02020603050405020304" pitchFamily="18" charset="0"/>
              </a:rPr>
              <a:t>（</a:t>
            </a:r>
            <a:r>
              <a:rPr lang="en-US" altLang="zh-CN" sz="3000" dirty="0">
                <a:solidFill>
                  <a:schemeClr val="tx1"/>
                </a:solidFill>
                <a:ea typeface="微软雅黑" panose="020B0503020204020204" pitchFamily="34" charset="-122"/>
                <a:cs typeface="Times New Roman" panose="02020603050405020304" pitchFamily="18" charset="0"/>
              </a:rPr>
              <a:t>Call- by-Value-Result</a:t>
            </a:r>
            <a:r>
              <a:rPr lang="zh-CN" altLang="en-US" sz="3000" dirty="0">
                <a:solidFill>
                  <a:schemeClr val="tx1"/>
                </a:solidFill>
                <a:ea typeface="微软雅黑" panose="020B0503020204020204" pitchFamily="34" charset="-122"/>
                <a:cs typeface="Times New Roman" panose="02020603050405020304" pitchFamily="18" charset="0"/>
              </a:rPr>
              <a:t>）</a:t>
            </a:r>
          </a:p>
        </p:txBody>
      </p:sp>
      <p:sp>
        <p:nvSpPr>
          <p:cNvPr id="5" name="Rectangle 3"/>
          <p:cNvSpPr>
            <a:spLocks noGrp="1" noChangeArrowheads="1"/>
          </p:cNvSpPr>
          <p:nvPr>
            <p:ph idx="1"/>
          </p:nvPr>
        </p:nvSpPr>
        <p:spPr>
          <a:xfrm>
            <a:off x="428625" y="785813"/>
            <a:ext cx="8391525" cy="3946177"/>
          </a:xfrm>
        </p:spPr>
        <p:txBody>
          <a:bodyPr/>
          <a:lstStyle/>
          <a:p>
            <a:pPr lvl="0">
              <a:lnSpc>
                <a:spcPts val="3000"/>
              </a:lnSpc>
              <a:buClrTx/>
              <a:buFont typeface="Wingdings" pitchFamily="2" charset="2"/>
              <a:buChar char="Ø"/>
              <a:defRPr/>
            </a:pPr>
            <a:r>
              <a:rPr lang="zh-CN" altLang="en-US" b="1" dirty="0">
                <a:solidFill>
                  <a:prstClr val="black"/>
                </a:solidFill>
                <a:cs typeface="Times New Roman" pitchFamily="18" charset="0"/>
              </a:rPr>
              <a:t>传地址的一种变形</a:t>
            </a:r>
            <a:endParaRPr lang="en-US" altLang="zh-CN" b="1" dirty="0">
              <a:solidFill>
                <a:prstClr val="black"/>
              </a:solidFill>
              <a:cs typeface="Times New Roman" pitchFamily="18" charset="0"/>
            </a:endParaRPr>
          </a:p>
          <a:p>
            <a:pPr lvl="0">
              <a:lnSpc>
                <a:spcPts val="3000"/>
              </a:lnSpc>
              <a:buClrTx/>
              <a:buFont typeface="Wingdings" pitchFamily="2" charset="2"/>
              <a:buChar char="Ø"/>
              <a:defRPr/>
            </a:pPr>
            <a:r>
              <a:rPr lang="zh-CN" altLang="en-US" b="1" dirty="0">
                <a:solidFill>
                  <a:prstClr val="black"/>
                </a:solidFill>
                <a:cs typeface="Times New Roman" pitchFamily="18" charset="0"/>
              </a:rPr>
              <a:t>实现方法</a:t>
            </a:r>
            <a:endParaRPr lang="en-US" altLang="zh-CN" b="1" dirty="0">
              <a:solidFill>
                <a:prstClr val="black"/>
              </a:solidFill>
              <a:cs typeface="Times New Roman" pitchFamily="18" charset="0"/>
            </a:endParaRPr>
          </a:p>
          <a:p>
            <a:pPr lvl="1">
              <a:lnSpc>
                <a:spcPts val="3000"/>
              </a:lnSpc>
              <a:buClr>
                <a:schemeClr val="tx1"/>
              </a:buClr>
              <a:buFont typeface="Wingdings" pitchFamily="2" charset="2"/>
              <a:buChar char="Ø"/>
              <a:defRPr/>
            </a:pPr>
            <a:r>
              <a:rPr lang="zh-CN" altLang="en-US" b="1" dirty="0">
                <a:solidFill>
                  <a:schemeClr val="tx1"/>
                </a:solidFill>
                <a:cs typeface="Times New Roman" pitchFamily="18" charset="0"/>
              </a:rPr>
              <a:t>每个形参对应两个形式单元。第一个形式单元存放</a:t>
            </a:r>
            <a:r>
              <a:rPr lang="zh-CN" altLang="en-US" b="1" dirty="0">
                <a:solidFill>
                  <a:schemeClr val="tx2">
                    <a:lumMod val="60000"/>
                    <a:lumOff val="40000"/>
                  </a:schemeClr>
                </a:solidFill>
                <a:cs typeface="Times New Roman" pitchFamily="18" charset="0"/>
              </a:rPr>
              <a:t>实参的</a:t>
            </a:r>
            <a:r>
              <a:rPr lang="zh-CN" altLang="en-US" b="1" dirty="0">
                <a:solidFill>
                  <a:srgbClr val="FF0000"/>
                </a:solidFill>
                <a:cs typeface="Times New Roman" pitchFamily="18" charset="0"/>
              </a:rPr>
              <a:t>地址</a:t>
            </a:r>
            <a:r>
              <a:rPr lang="zh-CN" altLang="en-US" b="1" dirty="0">
                <a:solidFill>
                  <a:schemeClr val="tx1"/>
                </a:solidFill>
                <a:cs typeface="Times New Roman" pitchFamily="18" charset="0"/>
              </a:rPr>
              <a:t>，第二个形式单元存放</a:t>
            </a:r>
            <a:r>
              <a:rPr lang="zh-CN" altLang="en-US" b="1" dirty="0">
                <a:solidFill>
                  <a:schemeClr val="tx2">
                    <a:lumMod val="60000"/>
                    <a:lumOff val="40000"/>
                  </a:schemeClr>
                </a:solidFill>
                <a:cs typeface="Times New Roman" pitchFamily="18" charset="0"/>
              </a:rPr>
              <a:t>实参的</a:t>
            </a:r>
            <a:r>
              <a:rPr lang="zh-CN" altLang="en-US" b="1" dirty="0">
                <a:solidFill>
                  <a:srgbClr val="FF0000"/>
                </a:solidFill>
                <a:cs typeface="Times New Roman" pitchFamily="18" charset="0"/>
              </a:rPr>
              <a:t>值</a:t>
            </a:r>
            <a:endParaRPr lang="en-US" altLang="zh-CN" b="1" dirty="0">
              <a:solidFill>
                <a:srgbClr val="FF0000"/>
              </a:solidFill>
              <a:cs typeface="Times New Roman" pitchFamily="18" charset="0"/>
            </a:endParaRPr>
          </a:p>
          <a:p>
            <a:pPr lvl="1">
              <a:lnSpc>
                <a:spcPts val="3000"/>
              </a:lnSpc>
              <a:buClr>
                <a:schemeClr val="tx1"/>
              </a:buClr>
              <a:buFont typeface="Wingdings" pitchFamily="2" charset="2"/>
              <a:buChar char="Ø"/>
              <a:defRPr/>
            </a:pPr>
            <a:r>
              <a:rPr lang="zh-CN" altLang="en-US" b="1" dirty="0">
                <a:solidFill>
                  <a:schemeClr val="tx1"/>
                </a:solidFill>
                <a:cs typeface="Times New Roman" pitchFamily="18" charset="0"/>
              </a:rPr>
              <a:t>在过程体中，对形参的引用或赋值看作对它的第二个形式单元的</a:t>
            </a:r>
            <a:r>
              <a:rPr lang="zh-CN" altLang="en-US" b="1" dirty="0">
                <a:solidFill>
                  <a:schemeClr val="tx2">
                    <a:lumMod val="60000"/>
                    <a:lumOff val="40000"/>
                  </a:schemeClr>
                </a:solidFill>
                <a:cs typeface="Times New Roman" pitchFamily="18" charset="0"/>
              </a:rPr>
              <a:t>直接</a:t>
            </a:r>
            <a:r>
              <a:rPr lang="zh-CN" altLang="en-US" b="1" dirty="0">
                <a:solidFill>
                  <a:schemeClr val="tx1"/>
                </a:solidFill>
                <a:cs typeface="Times New Roman" pitchFamily="18" charset="0"/>
              </a:rPr>
              <a:t>访问</a:t>
            </a:r>
            <a:endParaRPr lang="en-US" altLang="zh-CN" b="1" dirty="0">
              <a:solidFill>
                <a:schemeClr val="tx2">
                  <a:lumMod val="60000"/>
                  <a:lumOff val="40000"/>
                </a:schemeClr>
              </a:solidFill>
              <a:cs typeface="Times New Roman" pitchFamily="18" charset="0"/>
            </a:endParaRPr>
          </a:p>
          <a:p>
            <a:pPr lvl="1">
              <a:lnSpc>
                <a:spcPts val="3000"/>
              </a:lnSpc>
              <a:buClr>
                <a:schemeClr val="tx1"/>
              </a:buClr>
              <a:buFont typeface="Wingdings" pitchFamily="2" charset="2"/>
              <a:buChar char="Ø"/>
              <a:defRPr/>
            </a:pPr>
            <a:r>
              <a:rPr lang="zh-CN" altLang="en-US" b="1" dirty="0">
                <a:solidFill>
                  <a:schemeClr val="tx1"/>
                </a:solidFill>
                <a:cs typeface="Times New Roman" pitchFamily="18" charset="0"/>
              </a:rPr>
              <a:t>过程完成返回前，把第二个单元的内容存放到第一个单元所指的实参单元中</a:t>
            </a:r>
            <a:endParaRPr lang="en-US" altLang="zh-CN" b="1" dirty="0">
              <a:solidFill>
                <a:schemeClr val="tx1"/>
              </a:solidFill>
              <a:cs typeface="Times New Roman" pitchFamily="18" charset="0"/>
            </a:endParaRPr>
          </a:p>
          <a:p>
            <a:pPr lvl="0">
              <a:lnSpc>
                <a:spcPts val="3000"/>
              </a:lnSpc>
              <a:buClrTx/>
              <a:buFont typeface="Wingdings" pitchFamily="2" charset="2"/>
              <a:buChar char="Ø"/>
              <a:defRPr/>
            </a:pPr>
            <a:r>
              <a:rPr lang="zh-CN" altLang="en-US" b="1" dirty="0">
                <a:solidFill>
                  <a:prstClr val="black"/>
                </a:solidFill>
                <a:cs typeface="Times New Roman" pitchFamily="18" charset="0"/>
              </a:rPr>
              <a:t>例：</a:t>
            </a:r>
            <a:r>
              <a:rPr lang="en-US" altLang="zh-CN" b="1" dirty="0">
                <a:solidFill>
                  <a:prstClr val="black"/>
                </a:solidFill>
                <a:cs typeface="Times New Roman" pitchFamily="18" charset="0"/>
              </a:rPr>
              <a:t>Fortune</a:t>
            </a:r>
          </a:p>
        </p:txBody>
      </p:sp>
    </p:spTree>
    <p:extLst>
      <p:ext uri="{BB962C8B-B14F-4D97-AF65-F5344CB8AC3E}">
        <p14:creationId xmlns:p14="http://schemas.microsoft.com/office/powerpoint/2010/main" val="2647567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 calcmode="lin" valueType="num">
                                      <p:cBhvr>
                                        <p:cTn id="7" dur="500" fill="hold"/>
                                        <p:tgtEl>
                                          <p:spTgt spid="5">
                                            <p:txEl>
                                              <p:pRg st="1" end="1"/>
                                            </p:txEl>
                                          </p:spTgt>
                                        </p:tgtEl>
                                        <p:attrNameLst>
                                          <p:attrName>ppt_w</p:attrName>
                                        </p:attrNameLst>
                                      </p:cBhvr>
                                      <p:tavLst>
                                        <p:tav tm="0">
                                          <p:val>
                                            <p:fltVal val="0"/>
                                          </p:val>
                                        </p:tav>
                                        <p:tav tm="100000">
                                          <p:val>
                                            <p:strVal val="#ppt_w"/>
                                          </p:val>
                                        </p:tav>
                                      </p:tavLst>
                                    </p:anim>
                                    <p:anim calcmode="lin" valueType="num">
                                      <p:cBhvr>
                                        <p:cTn id="8" dur="500" fill="hold"/>
                                        <p:tgtEl>
                                          <p:spTgt spid="5">
                                            <p:txEl>
                                              <p:pRg st="1" end="1"/>
                                            </p:txEl>
                                          </p:spTgt>
                                        </p:tgtEl>
                                        <p:attrNameLst>
                                          <p:attrName>ppt_h</p:attrName>
                                        </p:attrNameLst>
                                      </p:cBhvr>
                                      <p:tavLst>
                                        <p:tav tm="0">
                                          <p:val>
                                            <p:fltVal val="0"/>
                                          </p:val>
                                        </p:tav>
                                        <p:tav tm="100000">
                                          <p:val>
                                            <p:strVal val="#ppt_h"/>
                                          </p:val>
                                        </p:tav>
                                      </p:tavLst>
                                    </p:anim>
                                    <p:animEffect transition="in" filter="fade">
                                      <p:cBhvr>
                                        <p:cTn id="9" dur="500"/>
                                        <p:tgtEl>
                                          <p:spTgt spid="5">
                                            <p:txEl>
                                              <p:pRg st="1" end="1"/>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5">
                                            <p:txEl>
                                              <p:pRg st="5" end="5"/>
                                            </p:txEl>
                                          </p:spTgt>
                                        </p:tgtEl>
                                        <p:attrNameLst>
                                          <p:attrName>style.visibility</p:attrName>
                                        </p:attrNameLst>
                                      </p:cBhvr>
                                      <p:to>
                                        <p:strVal val="visible"/>
                                      </p:to>
                                    </p:set>
                                    <p:anim calcmode="lin" valueType="num">
                                      <p:cBhvr>
                                        <p:cTn id="14" dur="500" fill="hold"/>
                                        <p:tgtEl>
                                          <p:spTgt spid="5">
                                            <p:txEl>
                                              <p:pRg st="5" end="5"/>
                                            </p:txEl>
                                          </p:spTgt>
                                        </p:tgtEl>
                                        <p:attrNameLst>
                                          <p:attrName>ppt_w</p:attrName>
                                        </p:attrNameLst>
                                      </p:cBhvr>
                                      <p:tavLst>
                                        <p:tav tm="0">
                                          <p:val>
                                            <p:fltVal val="0"/>
                                          </p:val>
                                        </p:tav>
                                        <p:tav tm="100000">
                                          <p:val>
                                            <p:strVal val="#ppt_w"/>
                                          </p:val>
                                        </p:tav>
                                      </p:tavLst>
                                    </p:anim>
                                    <p:anim calcmode="lin" valueType="num">
                                      <p:cBhvr>
                                        <p:cTn id="15" dur="500" fill="hold"/>
                                        <p:tgtEl>
                                          <p:spTgt spid="5">
                                            <p:txEl>
                                              <p:pRg st="5" end="5"/>
                                            </p:txEl>
                                          </p:spTgt>
                                        </p:tgtEl>
                                        <p:attrNameLst>
                                          <p:attrName>ppt_h</p:attrName>
                                        </p:attrNameLst>
                                      </p:cBhvr>
                                      <p:tavLst>
                                        <p:tav tm="0">
                                          <p:val>
                                            <p:fltVal val="0"/>
                                          </p:val>
                                        </p:tav>
                                        <p:tav tm="100000">
                                          <p:val>
                                            <p:strVal val="#ppt_h"/>
                                          </p:val>
                                        </p:tav>
                                      </p:tavLst>
                                    </p:anim>
                                    <p:animEffect transition="in" filter="fade">
                                      <p:cBhvr>
                                        <p:cTn id="16" dur="500"/>
                                        <p:tgtEl>
                                          <p:spTgt spid="5">
                                            <p:txEl>
                                              <p:pRg st="5" end="5"/>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nodeType="clickEffect">
                                  <p:stCondLst>
                                    <p:cond delay="0"/>
                                  </p:stCondLst>
                                  <p:childTnLst>
                                    <p:set>
                                      <p:cBhvr>
                                        <p:cTn id="20" dur="1" fill="hold">
                                          <p:stCondLst>
                                            <p:cond delay="0"/>
                                          </p:stCondLst>
                                        </p:cTn>
                                        <p:tgtEl>
                                          <p:spTgt spid="5">
                                            <p:txEl>
                                              <p:pRg st="2" end="2"/>
                                            </p:txEl>
                                          </p:spTgt>
                                        </p:tgtEl>
                                        <p:attrNameLst>
                                          <p:attrName>style.visibility</p:attrName>
                                        </p:attrNameLst>
                                      </p:cBhvr>
                                      <p:to>
                                        <p:strVal val="visible"/>
                                      </p:to>
                                    </p:set>
                                    <p:anim calcmode="lin" valueType="num">
                                      <p:cBhvr>
                                        <p:cTn id="21" dur="500" fill="hold"/>
                                        <p:tgtEl>
                                          <p:spTgt spid="5">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5">
                                            <p:txEl>
                                              <p:pRg st="2" end="2"/>
                                            </p:txEl>
                                          </p:spTgt>
                                        </p:tgtEl>
                                        <p:attrNameLst>
                                          <p:attrName>ppt_h</p:attrName>
                                        </p:attrNameLst>
                                      </p:cBhvr>
                                      <p:tavLst>
                                        <p:tav tm="0">
                                          <p:val>
                                            <p:fltVal val="0"/>
                                          </p:val>
                                        </p:tav>
                                        <p:tav tm="100000">
                                          <p:val>
                                            <p:strVal val="#ppt_h"/>
                                          </p:val>
                                        </p:tav>
                                      </p:tavLst>
                                    </p:anim>
                                    <p:animEffect transition="in" filter="fade">
                                      <p:cBhvr>
                                        <p:cTn id="23" dur="500"/>
                                        <p:tgtEl>
                                          <p:spTgt spid="5">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5">
                                            <p:txEl>
                                              <p:pRg st="3" end="3"/>
                                            </p:txEl>
                                          </p:spTgt>
                                        </p:tgtEl>
                                        <p:attrNameLst>
                                          <p:attrName>style.visibility</p:attrName>
                                        </p:attrNameLst>
                                      </p:cBhvr>
                                      <p:to>
                                        <p:strVal val="visible"/>
                                      </p:to>
                                    </p:set>
                                    <p:anim calcmode="lin" valueType="num">
                                      <p:cBhvr>
                                        <p:cTn id="28" dur="500" fill="hold"/>
                                        <p:tgtEl>
                                          <p:spTgt spid="5">
                                            <p:txEl>
                                              <p:pRg st="3" end="3"/>
                                            </p:txEl>
                                          </p:spTgt>
                                        </p:tgtEl>
                                        <p:attrNameLst>
                                          <p:attrName>ppt_w</p:attrName>
                                        </p:attrNameLst>
                                      </p:cBhvr>
                                      <p:tavLst>
                                        <p:tav tm="0">
                                          <p:val>
                                            <p:fltVal val="0"/>
                                          </p:val>
                                        </p:tav>
                                        <p:tav tm="100000">
                                          <p:val>
                                            <p:strVal val="#ppt_w"/>
                                          </p:val>
                                        </p:tav>
                                      </p:tavLst>
                                    </p:anim>
                                    <p:anim calcmode="lin" valueType="num">
                                      <p:cBhvr>
                                        <p:cTn id="29" dur="500" fill="hold"/>
                                        <p:tgtEl>
                                          <p:spTgt spid="5">
                                            <p:txEl>
                                              <p:pRg st="3" end="3"/>
                                            </p:txEl>
                                          </p:spTgt>
                                        </p:tgtEl>
                                        <p:attrNameLst>
                                          <p:attrName>ppt_h</p:attrName>
                                        </p:attrNameLst>
                                      </p:cBhvr>
                                      <p:tavLst>
                                        <p:tav tm="0">
                                          <p:val>
                                            <p:fltVal val="0"/>
                                          </p:val>
                                        </p:tav>
                                        <p:tav tm="100000">
                                          <p:val>
                                            <p:strVal val="#ppt_h"/>
                                          </p:val>
                                        </p:tav>
                                      </p:tavLst>
                                    </p:anim>
                                    <p:animEffect transition="in" filter="fade">
                                      <p:cBhvr>
                                        <p:cTn id="30" dur="500"/>
                                        <p:tgtEl>
                                          <p:spTgt spid="5">
                                            <p:txEl>
                                              <p:pRg st="3" end="3"/>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53" presetClass="entr" presetSubtype="16" fill="hold" nodeType="clickEffect">
                                  <p:stCondLst>
                                    <p:cond delay="0"/>
                                  </p:stCondLst>
                                  <p:childTnLst>
                                    <p:set>
                                      <p:cBhvr>
                                        <p:cTn id="34" dur="1" fill="hold">
                                          <p:stCondLst>
                                            <p:cond delay="0"/>
                                          </p:stCondLst>
                                        </p:cTn>
                                        <p:tgtEl>
                                          <p:spTgt spid="5">
                                            <p:txEl>
                                              <p:pRg st="4" end="4"/>
                                            </p:txEl>
                                          </p:spTgt>
                                        </p:tgtEl>
                                        <p:attrNameLst>
                                          <p:attrName>style.visibility</p:attrName>
                                        </p:attrNameLst>
                                      </p:cBhvr>
                                      <p:to>
                                        <p:strVal val="visible"/>
                                      </p:to>
                                    </p:set>
                                    <p:anim calcmode="lin" valueType="num">
                                      <p:cBhvr>
                                        <p:cTn id="35" dur="500" fill="hold"/>
                                        <p:tgtEl>
                                          <p:spTgt spid="5">
                                            <p:txEl>
                                              <p:pRg st="4" end="4"/>
                                            </p:txEl>
                                          </p:spTgt>
                                        </p:tgtEl>
                                        <p:attrNameLst>
                                          <p:attrName>ppt_w</p:attrName>
                                        </p:attrNameLst>
                                      </p:cBhvr>
                                      <p:tavLst>
                                        <p:tav tm="0">
                                          <p:val>
                                            <p:fltVal val="0"/>
                                          </p:val>
                                        </p:tav>
                                        <p:tav tm="100000">
                                          <p:val>
                                            <p:strVal val="#ppt_w"/>
                                          </p:val>
                                        </p:tav>
                                      </p:tavLst>
                                    </p:anim>
                                    <p:anim calcmode="lin" valueType="num">
                                      <p:cBhvr>
                                        <p:cTn id="36" dur="500" fill="hold"/>
                                        <p:tgtEl>
                                          <p:spTgt spid="5">
                                            <p:txEl>
                                              <p:pRg st="4" end="4"/>
                                            </p:txEl>
                                          </p:spTgt>
                                        </p:tgtEl>
                                        <p:attrNameLst>
                                          <p:attrName>ppt_h</p:attrName>
                                        </p:attrNameLst>
                                      </p:cBhvr>
                                      <p:tavLst>
                                        <p:tav tm="0">
                                          <p:val>
                                            <p:fltVal val="0"/>
                                          </p:val>
                                        </p:tav>
                                        <p:tav tm="100000">
                                          <p:val>
                                            <p:strVal val="#ppt_h"/>
                                          </p:val>
                                        </p:tav>
                                      </p:tavLst>
                                    </p:anim>
                                    <p:animEffect transition="in" filter="fade">
                                      <p:cBhvr>
                                        <p:cTn id="37" dur="50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a+b,a-b,a,a</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 name="矩形 1"/>
          <p:cNvSpPr/>
          <p:nvPr/>
        </p:nvSpPr>
        <p:spPr>
          <a:xfrm>
            <a:off x="3936000" y="1216809"/>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 name="矩形 2"/>
          <p:cNvSpPr/>
          <p:nvPr/>
        </p:nvSpPr>
        <p:spPr>
          <a:xfrm>
            <a:off x="3559607" y="1131590"/>
            <a:ext cx="370614" cy="400110"/>
          </a:xfrm>
          <a:prstGeom prst="rect">
            <a:avLst/>
          </a:prstGeom>
        </p:spPr>
        <p:txBody>
          <a:bodyPr wrap="none">
            <a:spAutoFit/>
          </a:bodyPr>
          <a:lstStyle/>
          <a:p>
            <a:r>
              <a:rPr lang="en-US" altLang="zh-CN" sz="2000" dirty="0">
                <a:solidFill>
                  <a:prstClr val="black"/>
                </a:solidFill>
              </a:rPr>
              <a:t>w</a:t>
            </a:r>
            <a:endParaRPr lang="zh-CN" altLang="en-US" sz="2000" dirty="0">
              <a:solidFill>
                <a:prstClr val="black"/>
              </a:solidFill>
            </a:endParaRPr>
          </a:p>
        </p:txBody>
      </p:sp>
      <p:sp>
        <p:nvSpPr>
          <p:cNvPr id="9" name="矩形 8"/>
          <p:cNvSpPr/>
          <p:nvPr/>
        </p:nvSpPr>
        <p:spPr>
          <a:xfrm>
            <a:off x="3563888" y="1523568"/>
            <a:ext cx="312906" cy="400110"/>
          </a:xfrm>
          <a:prstGeom prst="rect">
            <a:avLst/>
          </a:prstGeom>
        </p:spPr>
        <p:txBody>
          <a:bodyPr wrap="none">
            <a:spAutoFit/>
          </a:bodyPr>
          <a:lstStyle/>
          <a:p>
            <a:r>
              <a:rPr lang="en-US" altLang="zh-CN" sz="2000" dirty="0">
                <a:solidFill>
                  <a:prstClr val="black"/>
                </a:solidFill>
              </a:rPr>
              <a:t>x</a:t>
            </a:r>
            <a:endParaRPr lang="zh-CN" altLang="en-US" sz="2000" dirty="0">
              <a:solidFill>
                <a:prstClr val="black"/>
              </a:solidFill>
            </a:endParaRPr>
          </a:p>
        </p:txBody>
      </p:sp>
      <p:sp>
        <p:nvSpPr>
          <p:cNvPr id="11" name="矩形 10"/>
          <p:cNvSpPr/>
          <p:nvPr/>
        </p:nvSpPr>
        <p:spPr>
          <a:xfrm>
            <a:off x="3563888" y="1955616"/>
            <a:ext cx="312906" cy="400110"/>
          </a:xfrm>
          <a:prstGeom prst="rect">
            <a:avLst/>
          </a:prstGeom>
        </p:spPr>
        <p:txBody>
          <a:bodyPr wrap="none">
            <a:spAutoFit/>
          </a:bodyPr>
          <a:lstStyle/>
          <a:p>
            <a:r>
              <a:rPr lang="en-US" altLang="zh-CN" sz="2000" dirty="0">
                <a:solidFill>
                  <a:prstClr val="black"/>
                </a:solidFill>
              </a:rPr>
              <a:t>y</a:t>
            </a:r>
            <a:endParaRPr lang="zh-CN" altLang="en-US" sz="2000" dirty="0">
              <a:solidFill>
                <a:prstClr val="black"/>
              </a:solidFill>
            </a:endParaRPr>
          </a:p>
        </p:txBody>
      </p:sp>
      <p:sp>
        <p:nvSpPr>
          <p:cNvPr id="13" name="矩形 12"/>
          <p:cNvSpPr/>
          <p:nvPr/>
        </p:nvSpPr>
        <p:spPr>
          <a:xfrm>
            <a:off x="3563888" y="2387664"/>
            <a:ext cx="298480" cy="400110"/>
          </a:xfrm>
          <a:prstGeom prst="rect">
            <a:avLst/>
          </a:prstGeom>
        </p:spPr>
        <p:txBody>
          <a:bodyPr wrap="none">
            <a:spAutoFit/>
          </a:bodyPr>
          <a:lstStyle/>
          <a:p>
            <a:r>
              <a:rPr lang="en-US" altLang="zh-CN" sz="2000" dirty="0">
                <a:solidFill>
                  <a:prstClr val="black"/>
                </a:solidFill>
              </a:rPr>
              <a:t>z</a:t>
            </a:r>
            <a:endParaRPr lang="zh-CN" altLang="en-US" sz="2000" dirty="0">
              <a:solidFill>
                <a:prstClr val="black"/>
              </a:solidFill>
            </a:endParaRPr>
          </a:p>
        </p:txBody>
      </p:sp>
      <p:sp>
        <p:nvSpPr>
          <p:cNvPr id="15" name="矩形 14"/>
          <p:cNvSpPr/>
          <p:nvPr/>
        </p:nvSpPr>
        <p:spPr>
          <a:xfrm>
            <a:off x="3563888"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19" name="矩形 18"/>
          <p:cNvSpPr/>
          <p:nvPr/>
        </p:nvSpPr>
        <p:spPr>
          <a:xfrm>
            <a:off x="3563888"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21" name="矩形 20"/>
          <p:cNvSpPr/>
          <p:nvPr/>
        </p:nvSpPr>
        <p:spPr>
          <a:xfrm>
            <a:off x="3563888" y="3683808"/>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1</a:t>
            </a:r>
            <a:endParaRPr lang="zh-CN" altLang="en-US" sz="2000" baseline="-25000" dirty="0">
              <a:solidFill>
                <a:prstClr val="black"/>
              </a:solidFill>
            </a:endParaRPr>
          </a:p>
        </p:txBody>
      </p:sp>
      <p:sp>
        <p:nvSpPr>
          <p:cNvPr id="23" name="矩形 22"/>
          <p:cNvSpPr/>
          <p:nvPr/>
        </p:nvSpPr>
        <p:spPr>
          <a:xfrm>
            <a:off x="3563888" y="4115856"/>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2</a:t>
            </a:r>
            <a:endParaRPr lang="zh-CN" altLang="en-US" sz="2000" baseline="-25000" dirty="0">
              <a:solidFill>
                <a:prstClr val="black"/>
              </a:solidFill>
            </a:endParaRPr>
          </a:p>
        </p:txBody>
      </p:sp>
      <p:sp>
        <p:nvSpPr>
          <p:cNvPr id="29" name="矩形 28"/>
          <p:cNvSpPr/>
          <p:nvPr/>
        </p:nvSpPr>
        <p:spPr>
          <a:xfrm>
            <a:off x="4024100" y="1170287"/>
            <a:ext cx="103586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1</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9" name="矩形 38"/>
          <p:cNvSpPr/>
          <p:nvPr/>
        </p:nvSpPr>
        <p:spPr>
          <a:xfrm>
            <a:off x="3923928" y="1639564"/>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0" name="矩形 39"/>
          <p:cNvSpPr/>
          <p:nvPr/>
        </p:nvSpPr>
        <p:spPr>
          <a:xfrm>
            <a:off x="3923928" y="2071612"/>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1" name="矩形 40"/>
          <p:cNvSpPr/>
          <p:nvPr/>
        </p:nvSpPr>
        <p:spPr>
          <a:xfrm>
            <a:off x="3923928" y="2503660"/>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2" name="矩形 41"/>
          <p:cNvSpPr/>
          <p:nvPr/>
        </p:nvSpPr>
        <p:spPr>
          <a:xfrm>
            <a:off x="3923928"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3" name="矩形 42"/>
          <p:cNvSpPr/>
          <p:nvPr/>
        </p:nvSpPr>
        <p:spPr>
          <a:xfrm>
            <a:off x="3923928"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4" name="矩形 43"/>
          <p:cNvSpPr/>
          <p:nvPr/>
        </p:nvSpPr>
        <p:spPr>
          <a:xfrm>
            <a:off x="3923928" y="3799804"/>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5" name="矩形 44"/>
          <p:cNvSpPr/>
          <p:nvPr/>
        </p:nvSpPr>
        <p:spPr>
          <a:xfrm>
            <a:off x="3923928" y="4231852"/>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6" name="矩形 45"/>
          <p:cNvSpPr/>
          <p:nvPr/>
        </p:nvSpPr>
        <p:spPr>
          <a:xfrm>
            <a:off x="4040195" y="1563638"/>
            <a:ext cx="103105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2</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48" name="矩形 47"/>
          <p:cNvSpPr/>
          <p:nvPr/>
        </p:nvSpPr>
        <p:spPr>
          <a:xfrm>
            <a:off x="4040195" y="2058402"/>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0" name="矩形 49"/>
          <p:cNvSpPr/>
          <p:nvPr/>
        </p:nvSpPr>
        <p:spPr>
          <a:xfrm>
            <a:off x="4045005" y="2490450"/>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1" name="矩形 50"/>
          <p:cNvSpPr/>
          <p:nvPr/>
        </p:nvSpPr>
        <p:spPr>
          <a:xfrm>
            <a:off x="4343926" y="292249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2" name="矩形 51"/>
          <p:cNvSpPr/>
          <p:nvPr/>
        </p:nvSpPr>
        <p:spPr>
          <a:xfrm>
            <a:off x="4343926"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3" name="矩形 52"/>
          <p:cNvSpPr/>
          <p:nvPr/>
        </p:nvSpPr>
        <p:spPr>
          <a:xfrm>
            <a:off x="4343926" y="378659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4" name="矩形 53"/>
          <p:cNvSpPr/>
          <p:nvPr/>
        </p:nvSpPr>
        <p:spPr>
          <a:xfrm>
            <a:off x="4343926" y="415592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1" name="矩形 30"/>
          <p:cNvSpPr/>
          <p:nvPr/>
        </p:nvSpPr>
        <p:spPr>
          <a:xfrm>
            <a:off x="5304153" y="1240828"/>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2" name="矩形 31"/>
          <p:cNvSpPr/>
          <p:nvPr/>
        </p:nvSpPr>
        <p:spPr>
          <a:xfrm>
            <a:off x="5712078" y="119430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3" name="矩形 32"/>
          <p:cNvSpPr/>
          <p:nvPr/>
        </p:nvSpPr>
        <p:spPr>
          <a:xfrm>
            <a:off x="5292080" y="1672876"/>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4" name="矩形 33"/>
          <p:cNvSpPr/>
          <p:nvPr/>
        </p:nvSpPr>
        <p:spPr>
          <a:xfrm>
            <a:off x="5700005" y="162635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5" name="矩形 34"/>
          <p:cNvSpPr/>
          <p:nvPr/>
        </p:nvSpPr>
        <p:spPr>
          <a:xfrm>
            <a:off x="5292080" y="2104924"/>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6" name="矩形 35"/>
          <p:cNvSpPr/>
          <p:nvPr/>
        </p:nvSpPr>
        <p:spPr>
          <a:xfrm>
            <a:off x="5700005" y="2058402"/>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7" name="矩形 36"/>
          <p:cNvSpPr/>
          <p:nvPr/>
        </p:nvSpPr>
        <p:spPr>
          <a:xfrm>
            <a:off x="5292080" y="2536972"/>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8" name="矩形 37"/>
          <p:cNvSpPr/>
          <p:nvPr/>
        </p:nvSpPr>
        <p:spPr>
          <a:xfrm>
            <a:off x="5700005" y="2490450"/>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12002559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31"/>
                                        </p:tgtEl>
                                        <p:attrNameLst>
                                          <p:attrName>style.visibility</p:attrName>
                                        </p:attrNameLst>
                                      </p:cBhvr>
                                      <p:to>
                                        <p:strVal val="visible"/>
                                      </p:to>
                                    </p:set>
                                    <p:anim calcmode="lin" valueType="num">
                                      <p:cBhvr>
                                        <p:cTn id="12" dur="500" fill="hold"/>
                                        <p:tgtEl>
                                          <p:spTgt spid="31"/>
                                        </p:tgtEl>
                                        <p:attrNameLst>
                                          <p:attrName>ppt_w</p:attrName>
                                        </p:attrNameLst>
                                      </p:cBhvr>
                                      <p:tavLst>
                                        <p:tav tm="0">
                                          <p:val>
                                            <p:fltVal val="0"/>
                                          </p:val>
                                        </p:tav>
                                        <p:tav tm="100000">
                                          <p:val>
                                            <p:strVal val="#ppt_w"/>
                                          </p:val>
                                        </p:tav>
                                      </p:tavLst>
                                    </p:anim>
                                    <p:anim calcmode="lin" valueType="num">
                                      <p:cBhvr>
                                        <p:cTn id="13" dur="500" fill="hold"/>
                                        <p:tgtEl>
                                          <p:spTgt spid="31"/>
                                        </p:tgtEl>
                                        <p:attrNameLst>
                                          <p:attrName>ppt_h</p:attrName>
                                        </p:attrNameLst>
                                      </p:cBhvr>
                                      <p:tavLst>
                                        <p:tav tm="0">
                                          <p:val>
                                            <p:fltVal val="0"/>
                                          </p:val>
                                        </p:tav>
                                        <p:tav tm="100000">
                                          <p:val>
                                            <p:strVal val="#ppt_h"/>
                                          </p:val>
                                        </p:tav>
                                      </p:tavLst>
                                    </p:anim>
                                    <p:animEffect transition="in" filter="fade">
                                      <p:cBhvr>
                                        <p:cTn id="14" dur="500"/>
                                        <p:tgtEl>
                                          <p:spTgt spid="31"/>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anim calcmode="lin" valueType="num">
                                      <p:cBhvr>
                                        <p:cTn id="17" dur="500" fill="hold"/>
                                        <p:tgtEl>
                                          <p:spTgt spid="3"/>
                                        </p:tgtEl>
                                        <p:attrNameLst>
                                          <p:attrName>ppt_w</p:attrName>
                                        </p:attrNameLst>
                                      </p:cBhvr>
                                      <p:tavLst>
                                        <p:tav tm="0">
                                          <p:val>
                                            <p:fltVal val="0"/>
                                          </p:val>
                                        </p:tav>
                                        <p:tav tm="100000">
                                          <p:val>
                                            <p:strVal val="#ppt_w"/>
                                          </p:val>
                                        </p:tav>
                                      </p:tavLst>
                                    </p:anim>
                                    <p:anim calcmode="lin" valueType="num">
                                      <p:cBhvr>
                                        <p:cTn id="18" dur="500" fill="hold"/>
                                        <p:tgtEl>
                                          <p:spTgt spid="3"/>
                                        </p:tgtEl>
                                        <p:attrNameLst>
                                          <p:attrName>ppt_h</p:attrName>
                                        </p:attrNameLst>
                                      </p:cBhvr>
                                      <p:tavLst>
                                        <p:tav tm="0">
                                          <p:val>
                                            <p:fltVal val="0"/>
                                          </p:val>
                                        </p:tav>
                                        <p:tav tm="100000">
                                          <p:val>
                                            <p:strVal val="#ppt_h"/>
                                          </p:val>
                                        </p:tav>
                                      </p:tavLst>
                                    </p:anim>
                                    <p:animEffect transition="in" filter="fade">
                                      <p:cBhvr>
                                        <p:cTn id="19" dur="500"/>
                                        <p:tgtEl>
                                          <p:spTgt spid="3"/>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39"/>
                                        </p:tgtEl>
                                        <p:attrNameLst>
                                          <p:attrName>style.visibility</p:attrName>
                                        </p:attrNameLst>
                                      </p:cBhvr>
                                      <p:to>
                                        <p:strVal val="visible"/>
                                      </p:to>
                                    </p:set>
                                    <p:anim calcmode="lin" valueType="num">
                                      <p:cBhvr>
                                        <p:cTn id="22" dur="500" fill="hold"/>
                                        <p:tgtEl>
                                          <p:spTgt spid="39"/>
                                        </p:tgtEl>
                                        <p:attrNameLst>
                                          <p:attrName>ppt_w</p:attrName>
                                        </p:attrNameLst>
                                      </p:cBhvr>
                                      <p:tavLst>
                                        <p:tav tm="0">
                                          <p:val>
                                            <p:fltVal val="0"/>
                                          </p:val>
                                        </p:tav>
                                        <p:tav tm="100000">
                                          <p:val>
                                            <p:strVal val="#ppt_w"/>
                                          </p:val>
                                        </p:tav>
                                      </p:tavLst>
                                    </p:anim>
                                    <p:anim calcmode="lin" valueType="num">
                                      <p:cBhvr>
                                        <p:cTn id="23" dur="500" fill="hold"/>
                                        <p:tgtEl>
                                          <p:spTgt spid="39"/>
                                        </p:tgtEl>
                                        <p:attrNameLst>
                                          <p:attrName>ppt_h</p:attrName>
                                        </p:attrNameLst>
                                      </p:cBhvr>
                                      <p:tavLst>
                                        <p:tav tm="0">
                                          <p:val>
                                            <p:fltVal val="0"/>
                                          </p:val>
                                        </p:tav>
                                        <p:tav tm="100000">
                                          <p:val>
                                            <p:strVal val="#ppt_h"/>
                                          </p:val>
                                        </p:tav>
                                      </p:tavLst>
                                    </p:anim>
                                    <p:animEffect transition="in" filter="fade">
                                      <p:cBhvr>
                                        <p:cTn id="24" dur="500"/>
                                        <p:tgtEl>
                                          <p:spTgt spid="39"/>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anim calcmode="lin" valueType="num">
                                      <p:cBhvr>
                                        <p:cTn id="27" dur="500" fill="hold"/>
                                        <p:tgtEl>
                                          <p:spTgt spid="33"/>
                                        </p:tgtEl>
                                        <p:attrNameLst>
                                          <p:attrName>ppt_w</p:attrName>
                                        </p:attrNameLst>
                                      </p:cBhvr>
                                      <p:tavLst>
                                        <p:tav tm="0">
                                          <p:val>
                                            <p:fltVal val="0"/>
                                          </p:val>
                                        </p:tav>
                                        <p:tav tm="100000">
                                          <p:val>
                                            <p:strVal val="#ppt_w"/>
                                          </p:val>
                                        </p:tav>
                                      </p:tavLst>
                                    </p:anim>
                                    <p:anim calcmode="lin" valueType="num">
                                      <p:cBhvr>
                                        <p:cTn id="28" dur="500" fill="hold"/>
                                        <p:tgtEl>
                                          <p:spTgt spid="33"/>
                                        </p:tgtEl>
                                        <p:attrNameLst>
                                          <p:attrName>ppt_h</p:attrName>
                                        </p:attrNameLst>
                                      </p:cBhvr>
                                      <p:tavLst>
                                        <p:tav tm="0">
                                          <p:val>
                                            <p:fltVal val="0"/>
                                          </p:val>
                                        </p:tav>
                                        <p:tav tm="100000">
                                          <p:val>
                                            <p:strVal val="#ppt_h"/>
                                          </p:val>
                                        </p:tav>
                                      </p:tavLst>
                                    </p:anim>
                                    <p:animEffect transition="in" filter="fade">
                                      <p:cBhvr>
                                        <p:cTn id="29" dur="500"/>
                                        <p:tgtEl>
                                          <p:spTgt spid="33"/>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p:cTn id="32" dur="500" fill="hold"/>
                                        <p:tgtEl>
                                          <p:spTgt spid="9"/>
                                        </p:tgtEl>
                                        <p:attrNameLst>
                                          <p:attrName>ppt_w</p:attrName>
                                        </p:attrNameLst>
                                      </p:cBhvr>
                                      <p:tavLst>
                                        <p:tav tm="0">
                                          <p:val>
                                            <p:fltVal val="0"/>
                                          </p:val>
                                        </p:tav>
                                        <p:tav tm="100000">
                                          <p:val>
                                            <p:strVal val="#ppt_w"/>
                                          </p:val>
                                        </p:tav>
                                      </p:tavLst>
                                    </p:anim>
                                    <p:anim calcmode="lin" valueType="num">
                                      <p:cBhvr>
                                        <p:cTn id="33" dur="500" fill="hold"/>
                                        <p:tgtEl>
                                          <p:spTgt spid="9"/>
                                        </p:tgtEl>
                                        <p:attrNameLst>
                                          <p:attrName>ppt_h</p:attrName>
                                        </p:attrNameLst>
                                      </p:cBhvr>
                                      <p:tavLst>
                                        <p:tav tm="0">
                                          <p:val>
                                            <p:fltVal val="0"/>
                                          </p:val>
                                        </p:tav>
                                        <p:tav tm="100000">
                                          <p:val>
                                            <p:strVal val="#ppt_h"/>
                                          </p:val>
                                        </p:tav>
                                      </p:tavLst>
                                    </p:anim>
                                    <p:animEffect transition="in" filter="fade">
                                      <p:cBhvr>
                                        <p:cTn id="34" dur="500"/>
                                        <p:tgtEl>
                                          <p:spTgt spid="9"/>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40"/>
                                        </p:tgtEl>
                                        <p:attrNameLst>
                                          <p:attrName>style.visibility</p:attrName>
                                        </p:attrNameLst>
                                      </p:cBhvr>
                                      <p:to>
                                        <p:strVal val="visible"/>
                                      </p:to>
                                    </p:set>
                                    <p:anim calcmode="lin" valueType="num">
                                      <p:cBhvr>
                                        <p:cTn id="37" dur="500" fill="hold"/>
                                        <p:tgtEl>
                                          <p:spTgt spid="40"/>
                                        </p:tgtEl>
                                        <p:attrNameLst>
                                          <p:attrName>ppt_w</p:attrName>
                                        </p:attrNameLst>
                                      </p:cBhvr>
                                      <p:tavLst>
                                        <p:tav tm="0">
                                          <p:val>
                                            <p:fltVal val="0"/>
                                          </p:val>
                                        </p:tav>
                                        <p:tav tm="100000">
                                          <p:val>
                                            <p:strVal val="#ppt_w"/>
                                          </p:val>
                                        </p:tav>
                                      </p:tavLst>
                                    </p:anim>
                                    <p:anim calcmode="lin" valueType="num">
                                      <p:cBhvr>
                                        <p:cTn id="38" dur="500" fill="hold"/>
                                        <p:tgtEl>
                                          <p:spTgt spid="40"/>
                                        </p:tgtEl>
                                        <p:attrNameLst>
                                          <p:attrName>ppt_h</p:attrName>
                                        </p:attrNameLst>
                                      </p:cBhvr>
                                      <p:tavLst>
                                        <p:tav tm="0">
                                          <p:val>
                                            <p:fltVal val="0"/>
                                          </p:val>
                                        </p:tav>
                                        <p:tav tm="100000">
                                          <p:val>
                                            <p:strVal val="#ppt_h"/>
                                          </p:val>
                                        </p:tav>
                                      </p:tavLst>
                                    </p:anim>
                                    <p:animEffect transition="in" filter="fade">
                                      <p:cBhvr>
                                        <p:cTn id="39" dur="500"/>
                                        <p:tgtEl>
                                          <p:spTgt spid="40"/>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35"/>
                                        </p:tgtEl>
                                        <p:attrNameLst>
                                          <p:attrName>style.visibility</p:attrName>
                                        </p:attrNameLst>
                                      </p:cBhvr>
                                      <p:to>
                                        <p:strVal val="visible"/>
                                      </p:to>
                                    </p:set>
                                    <p:anim calcmode="lin" valueType="num">
                                      <p:cBhvr>
                                        <p:cTn id="42" dur="500" fill="hold"/>
                                        <p:tgtEl>
                                          <p:spTgt spid="35"/>
                                        </p:tgtEl>
                                        <p:attrNameLst>
                                          <p:attrName>ppt_w</p:attrName>
                                        </p:attrNameLst>
                                      </p:cBhvr>
                                      <p:tavLst>
                                        <p:tav tm="0">
                                          <p:val>
                                            <p:fltVal val="0"/>
                                          </p:val>
                                        </p:tav>
                                        <p:tav tm="100000">
                                          <p:val>
                                            <p:strVal val="#ppt_w"/>
                                          </p:val>
                                        </p:tav>
                                      </p:tavLst>
                                    </p:anim>
                                    <p:anim calcmode="lin" valueType="num">
                                      <p:cBhvr>
                                        <p:cTn id="43" dur="500" fill="hold"/>
                                        <p:tgtEl>
                                          <p:spTgt spid="35"/>
                                        </p:tgtEl>
                                        <p:attrNameLst>
                                          <p:attrName>ppt_h</p:attrName>
                                        </p:attrNameLst>
                                      </p:cBhvr>
                                      <p:tavLst>
                                        <p:tav tm="0">
                                          <p:val>
                                            <p:fltVal val="0"/>
                                          </p:val>
                                        </p:tav>
                                        <p:tav tm="100000">
                                          <p:val>
                                            <p:strVal val="#ppt_h"/>
                                          </p:val>
                                        </p:tav>
                                      </p:tavLst>
                                    </p:anim>
                                    <p:animEffect transition="in" filter="fade">
                                      <p:cBhvr>
                                        <p:cTn id="44" dur="500"/>
                                        <p:tgtEl>
                                          <p:spTgt spid="35"/>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11"/>
                                        </p:tgtEl>
                                        <p:attrNameLst>
                                          <p:attrName>style.visibility</p:attrName>
                                        </p:attrNameLst>
                                      </p:cBhvr>
                                      <p:to>
                                        <p:strVal val="visible"/>
                                      </p:to>
                                    </p:set>
                                    <p:anim calcmode="lin" valueType="num">
                                      <p:cBhvr>
                                        <p:cTn id="47" dur="500" fill="hold"/>
                                        <p:tgtEl>
                                          <p:spTgt spid="11"/>
                                        </p:tgtEl>
                                        <p:attrNameLst>
                                          <p:attrName>ppt_w</p:attrName>
                                        </p:attrNameLst>
                                      </p:cBhvr>
                                      <p:tavLst>
                                        <p:tav tm="0">
                                          <p:val>
                                            <p:fltVal val="0"/>
                                          </p:val>
                                        </p:tav>
                                        <p:tav tm="100000">
                                          <p:val>
                                            <p:strVal val="#ppt_w"/>
                                          </p:val>
                                        </p:tav>
                                      </p:tavLst>
                                    </p:anim>
                                    <p:anim calcmode="lin" valueType="num">
                                      <p:cBhvr>
                                        <p:cTn id="48" dur="500" fill="hold"/>
                                        <p:tgtEl>
                                          <p:spTgt spid="11"/>
                                        </p:tgtEl>
                                        <p:attrNameLst>
                                          <p:attrName>ppt_h</p:attrName>
                                        </p:attrNameLst>
                                      </p:cBhvr>
                                      <p:tavLst>
                                        <p:tav tm="0">
                                          <p:val>
                                            <p:fltVal val="0"/>
                                          </p:val>
                                        </p:tav>
                                        <p:tav tm="100000">
                                          <p:val>
                                            <p:strVal val="#ppt_h"/>
                                          </p:val>
                                        </p:tav>
                                      </p:tavLst>
                                    </p:anim>
                                    <p:animEffect transition="in" filter="fade">
                                      <p:cBhvr>
                                        <p:cTn id="49" dur="500"/>
                                        <p:tgtEl>
                                          <p:spTgt spid="11"/>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 calcmode="lin" valueType="num">
                                      <p:cBhvr>
                                        <p:cTn id="52" dur="500" fill="hold"/>
                                        <p:tgtEl>
                                          <p:spTgt spid="41"/>
                                        </p:tgtEl>
                                        <p:attrNameLst>
                                          <p:attrName>ppt_w</p:attrName>
                                        </p:attrNameLst>
                                      </p:cBhvr>
                                      <p:tavLst>
                                        <p:tav tm="0">
                                          <p:val>
                                            <p:fltVal val="0"/>
                                          </p:val>
                                        </p:tav>
                                        <p:tav tm="100000">
                                          <p:val>
                                            <p:strVal val="#ppt_w"/>
                                          </p:val>
                                        </p:tav>
                                      </p:tavLst>
                                    </p:anim>
                                    <p:anim calcmode="lin" valueType="num">
                                      <p:cBhvr>
                                        <p:cTn id="53" dur="500" fill="hold"/>
                                        <p:tgtEl>
                                          <p:spTgt spid="41"/>
                                        </p:tgtEl>
                                        <p:attrNameLst>
                                          <p:attrName>ppt_h</p:attrName>
                                        </p:attrNameLst>
                                      </p:cBhvr>
                                      <p:tavLst>
                                        <p:tav tm="0">
                                          <p:val>
                                            <p:fltVal val="0"/>
                                          </p:val>
                                        </p:tav>
                                        <p:tav tm="100000">
                                          <p:val>
                                            <p:strVal val="#ppt_h"/>
                                          </p:val>
                                        </p:tav>
                                      </p:tavLst>
                                    </p:anim>
                                    <p:animEffect transition="in" filter="fade">
                                      <p:cBhvr>
                                        <p:cTn id="54" dur="500"/>
                                        <p:tgtEl>
                                          <p:spTgt spid="41"/>
                                        </p:tgtEl>
                                      </p:cBhvr>
                                    </p:animEffect>
                                  </p:childTnLst>
                                </p:cTn>
                              </p:par>
                              <p:par>
                                <p:cTn id="55" presetID="53" presetClass="entr" presetSubtype="16" fill="hold" grpId="0" nodeType="withEffect">
                                  <p:stCondLst>
                                    <p:cond delay="0"/>
                                  </p:stCondLst>
                                  <p:childTnLst>
                                    <p:set>
                                      <p:cBhvr>
                                        <p:cTn id="56" dur="1" fill="hold">
                                          <p:stCondLst>
                                            <p:cond delay="0"/>
                                          </p:stCondLst>
                                        </p:cTn>
                                        <p:tgtEl>
                                          <p:spTgt spid="37"/>
                                        </p:tgtEl>
                                        <p:attrNameLst>
                                          <p:attrName>style.visibility</p:attrName>
                                        </p:attrNameLst>
                                      </p:cBhvr>
                                      <p:to>
                                        <p:strVal val="visible"/>
                                      </p:to>
                                    </p:set>
                                    <p:anim calcmode="lin" valueType="num">
                                      <p:cBhvr>
                                        <p:cTn id="57" dur="500" fill="hold"/>
                                        <p:tgtEl>
                                          <p:spTgt spid="37"/>
                                        </p:tgtEl>
                                        <p:attrNameLst>
                                          <p:attrName>ppt_w</p:attrName>
                                        </p:attrNameLst>
                                      </p:cBhvr>
                                      <p:tavLst>
                                        <p:tav tm="0">
                                          <p:val>
                                            <p:fltVal val="0"/>
                                          </p:val>
                                        </p:tav>
                                        <p:tav tm="100000">
                                          <p:val>
                                            <p:strVal val="#ppt_w"/>
                                          </p:val>
                                        </p:tav>
                                      </p:tavLst>
                                    </p:anim>
                                    <p:anim calcmode="lin" valueType="num">
                                      <p:cBhvr>
                                        <p:cTn id="58" dur="500" fill="hold"/>
                                        <p:tgtEl>
                                          <p:spTgt spid="37"/>
                                        </p:tgtEl>
                                        <p:attrNameLst>
                                          <p:attrName>ppt_h</p:attrName>
                                        </p:attrNameLst>
                                      </p:cBhvr>
                                      <p:tavLst>
                                        <p:tav tm="0">
                                          <p:val>
                                            <p:fltVal val="0"/>
                                          </p:val>
                                        </p:tav>
                                        <p:tav tm="100000">
                                          <p:val>
                                            <p:strVal val="#ppt_h"/>
                                          </p:val>
                                        </p:tav>
                                      </p:tavLst>
                                    </p:anim>
                                    <p:animEffect transition="in" filter="fade">
                                      <p:cBhvr>
                                        <p:cTn id="59" dur="500"/>
                                        <p:tgtEl>
                                          <p:spTgt spid="37"/>
                                        </p:tgtEl>
                                      </p:cBhvr>
                                    </p:animEffect>
                                  </p:childTnLst>
                                </p:cTn>
                              </p:par>
                              <p:par>
                                <p:cTn id="60" presetID="53" presetClass="entr" presetSubtype="16" fill="hold" grpId="0" nodeType="withEffect">
                                  <p:stCondLst>
                                    <p:cond delay="0"/>
                                  </p:stCondLst>
                                  <p:childTnLst>
                                    <p:set>
                                      <p:cBhvr>
                                        <p:cTn id="61" dur="1" fill="hold">
                                          <p:stCondLst>
                                            <p:cond delay="0"/>
                                          </p:stCondLst>
                                        </p:cTn>
                                        <p:tgtEl>
                                          <p:spTgt spid="13"/>
                                        </p:tgtEl>
                                        <p:attrNameLst>
                                          <p:attrName>style.visibility</p:attrName>
                                        </p:attrNameLst>
                                      </p:cBhvr>
                                      <p:to>
                                        <p:strVal val="visible"/>
                                      </p:to>
                                    </p:set>
                                    <p:anim calcmode="lin" valueType="num">
                                      <p:cBhvr>
                                        <p:cTn id="62" dur="500" fill="hold"/>
                                        <p:tgtEl>
                                          <p:spTgt spid="13"/>
                                        </p:tgtEl>
                                        <p:attrNameLst>
                                          <p:attrName>ppt_w</p:attrName>
                                        </p:attrNameLst>
                                      </p:cBhvr>
                                      <p:tavLst>
                                        <p:tav tm="0">
                                          <p:val>
                                            <p:fltVal val="0"/>
                                          </p:val>
                                        </p:tav>
                                        <p:tav tm="100000">
                                          <p:val>
                                            <p:strVal val="#ppt_w"/>
                                          </p:val>
                                        </p:tav>
                                      </p:tavLst>
                                    </p:anim>
                                    <p:anim calcmode="lin" valueType="num">
                                      <p:cBhvr>
                                        <p:cTn id="63" dur="500" fill="hold"/>
                                        <p:tgtEl>
                                          <p:spTgt spid="13"/>
                                        </p:tgtEl>
                                        <p:attrNameLst>
                                          <p:attrName>ppt_h</p:attrName>
                                        </p:attrNameLst>
                                      </p:cBhvr>
                                      <p:tavLst>
                                        <p:tav tm="0">
                                          <p:val>
                                            <p:fltVal val="0"/>
                                          </p:val>
                                        </p:tav>
                                        <p:tav tm="100000">
                                          <p:val>
                                            <p:strVal val="#ppt_h"/>
                                          </p:val>
                                        </p:tav>
                                      </p:tavLst>
                                    </p:anim>
                                    <p:animEffect transition="in" filter="fade">
                                      <p:cBhvr>
                                        <p:cTn id="64" dur="500"/>
                                        <p:tgtEl>
                                          <p:spTgt spid="13"/>
                                        </p:tgtEl>
                                      </p:cBhvr>
                                    </p:animEffect>
                                  </p:childTnLst>
                                </p:cTn>
                              </p:par>
                            </p:childTnLst>
                          </p:cTn>
                        </p:par>
                      </p:childTnLst>
                    </p:cTn>
                  </p:par>
                  <p:par>
                    <p:cTn id="65" fill="hold">
                      <p:stCondLst>
                        <p:cond delay="indefinite"/>
                      </p:stCondLst>
                      <p:childTnLst>
                        <p:par>
                          <p:cTn id="66" fill="hold">
                            <p:stCondLst>
                              <p:cond delay="0"/>
                            </p:stCondLst>
                            <p:childTnLst>
                              <p:par>
                                <p:cTn id="67" presetID="53" presetClass="entr" presetSubtype="16" fill="hold" grpId="0" nodeType="clickEffect">
                                  <p:stCondLst>
                                    <p:cond delay="0"/>
                                  </p:stCondLst>
                                  <p:childTnLst>
                                    <p:set>
                                      <p:cBhvr>
                                        <p:cTn id="68" dur="1" fill="hold">
                                          <p:stCondLst>
                                            <p:cond delay="0"/>
                                          </p:stCondLst>
                                        </p:cTn>
                                        <p:tgtEl>
                                          <p:spTgt spid="42"/>
                                        </p:tgtEl>
                                        <p:attrNameLst>
                                          <p:attrName>style.visibility</p:attrName>
                                        </p:attrNameLst>
                                      </p:cBhvr>
                                      <p:to>
                                        <p:strVal val="visible"/>
                                      </p:to>
                                    </p:set>
                                    <p:anim calcmode="lin" valueType="num">
                                      <p:cBhvr>
                                        <p:cTn id="69" dur="500" fill="hold"/>
                                        <p:tgtEl>
                                          <p:spTgt spid="42"/>
                                        </p:tgtEl>
                                        <p:attrNameLst>
                                          <p:attrName>ppt_w</p:attrName>
                                        </p:attrNameLst>
                                      </p:cBhvr>
                                      <p:tavLst>
                                        <p:tav tm="0">
                                          <p:val>
                                            <p:fltVal val="0"/>
                                          </p:val>
                                        </p:tav>
                                        <p:tav tm="100000">
                                          <p:val>
                                            <p:strVal val="#ppt_w"/>
                                          </p:val>
                                        </p:tav>
                                      </p:tavLst>
                                    </p:anim>
                                    <p:anim calcmode="lin" valueType="num">
                                      <p:cBhvr>
                                        <p:cTn id="70" dur="500" fill="hold"/>
                                        <p:tgtEl>
                                          <p:spTgt spid="42"/>
                                        </p:tgtEl>
                                        <p:attrNameLst>
                                          <p:attrName>ppt_h</p:attrName>
                                        </p:attrNameLst>
                                      </p:cBhvr>
                                      <p:tavLst>
                                        <p:tav tm="0">
                                          <p:val>
                                            <p:fltVal val="0"/>
                                          </p:val>
                                        </p:tav>
                                        <p:tav tm="100000">
                                          <p:val>
                                            <p:strVal val="#ppt_h"/>
                                          </p:val>
                                        </p:tav>
                                      </p:tavLst>
                                    </p:anim>
                                    <p:animEffect transition="in" filter="fade">
                                      <p:cBhvr>
                                        <p:cTn id="71" dur="500"/>
                                        <p:tgtEl>
                                          <p:spTgt spid="42"/>
                                        </p:tgtEl>
                                      </p:cBhvr>
                                    </p:animEffect>
                                  </p:childTnLst>
                                </p:cTn>
                              </p:par>
                              <p:par>
                                <p:cTn id="72" presetID="53" presetClass="entr" presetSubtype="16" fill="hold" grpId="0" nodeType="withEffect">
                                  <p:stCondLst>
                                    <p:cond delay="0"/>
                                  </p:stCondLst>
                                  <p:childTnLst>
                                    <p:set>
                                      <p:cBhvr>
                                        <p:cTn id="73" dur="1" fill="hold">
                                          <p:stCondLst>
                                            <p:cond delay="0"/>
                                          </p:stCondLst>
                                        </p:cTn>
                                        <p:tgtEl>
                                          <p:spTgt spid="15"/>
                                        </p:tgtEl>
                                        <p:attrNameLst>
                                          <p:attrName>style.visibility</p:attrName>
                                        </p:attrNameLst>
                                      </p:cBhvr>
                                      <p:to>
                                        <p:strVal val="visible"/>
                                      </p:to>
                                    </p:set>
                                    <p:anim calcmode="lin" valueType="num">
                                      <p:cBhvr>
                                        <p:cTn id="74" dur="500" fill="hold"/>
                                        <p:tgtEl>
                                          <p:spTgt spid="15"/>
                                        </p:tgtEl>
                                        <p:attrNameLst>
                                          <p:attrName>ppt_w</p:attrName>
                                        </p:attrNameLst>
                                      </p:cBhvr>
                                      <p:tavLst>
                                        <p:tav tm="0">
                                          <p:val>
                                            <p:fltVal val="0"/>
                                          </p:val>
                                        </p:tav>
                                        <p:tav tm="100000">
                                          <p:val>
                                            <p:strVal val="#ppt_w"/>
                                          </p:val>
                                        </p:tav>
                                      </p:tavLst>
                                    </p:anim>
                                    <p:anim calcmode="lin" valueType="num">
                                      <p:cBhvr>
                                        <p:cTn id="75" dur="500" fill="hold"/>
                                        <p:tgtEl>
                                          <p:spTgt spid="15"/>
                                        </p:tgtEl>
                                        <p:attrNameLst>
                                          <p:attrName>ppt_h</p:attrName>
                                        </p:attrNameLst>
                                      </p:cBhvr>
                                      <p:tavLst>
                                        <p:tav tm="0">
                                          <p:val>
                                            <p:fltVal val="0"/>
                                          </p:val>
                                        </p:tav>
                                        <p:tav tm="100000">
                                          <p:val>
                                            <p:strVal val="#ppt_h"/>
                                          </p:val>
                                        </p:tav>
                                      </p:tavLst>
                                    </p:anim>
                                    <p:animEffect transition="in" filter="fade">
                                      <p:cBhvr>
                                        <p:cTn id="76" dur="500"/>
                                        <p:tgtEl>
                                          <p:spTgt spid="15"/>
                                        </p:tgtEl>
                                      </p:cBhvr>
                                    </p:animEffect>
                                  </p:childTnLst>
                                </p:cTn>
                              </p:par>
                              <p:par>
                                <p:cTn id="77" presetID="53" presetClass="entr" presetSubtype="16"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 calcmode="lin" valueType="num">
                                      <p:cBhvr>
                                        <p:cTn id="79" dur="500" fill="hold"/>
                                        <p:tgtEl>
                                          <p:spTgt spid="43"/>
                                        </p:tgtEl>
                                        <p:attrNameLst>
                                          <p:attrName>ppt_w</p:attrName>
                                        </p:attrNameLst>
                                      </p:cBhvr>
                                      <p:tavLst>
                                        <p:tav tm="0">
                                          <p:val>
                                            <p:fltVal val="0"/>
                                          </p:val>
                                        </p:tav>
                                        <p:tav tm="100000">
                                          <p:val>
                                            <p:strVal val="#ppt_w"/>
                                          </p:val>
                                        </p:tav>
                                      </p:tavLst>
                                    </p:anim>
                                    <p:anim calcmode="lin" valueType="num">
                                      <p:cBhvr>
                                        <p:cTn id="80" dur="500" fill="hold"/>
                                        <p:tgtEl>
                                          <p:spTgt spid="43"/>
                                        </p:tgtEl>
                                        <p:attrNameLst>
                                          <p:attrName>ppt_h</p:attrName>
                                        </p:attrNameLst>
                                      </p:cBhvr>
                                      <p:tavLst>
                                        <p:tav tm="0">
                                          <p:val>
                                            <p:fltVal val="0"/>
                                          </p:val>
                                        </p:tav>
                                        <p:tav tm="100000">
                                          <p:val>
                                            <p:strVal val="#ppt_h"/>
                                          </p:val>
                                        </p:tav>
                                      </p:tavLst>
                                    </p:anim>
                                    <p:animEffect transition="in" filter="fade">
                                      <p:cBhvr>
                                        <p:cTn id="81" dur="500"/>
                                        <p:tgtEl>
                                          <p:spTgt spid="43"/>
                                        </p:tgtEl>
                                      </p:cBhvr>
                                    </p:animEffect>
                                  </p:childTnLst>
                                </p:cTn>
                              </p:par>
                              <p:par>
                                <p:cTn id="82" presetID="53" presetClass="entr" presetSubtype="16" fill="hold" grpId="0" nodeType="withEffect">
                                  <p:stCondLst>
                                    <p:cond delay="0"/>
                                  </p:stCondLst>
                                  <p:childTnLst>
                                    <p:set>
                                      <p:cBhvr>
                                        <p:cTn id="83" dur="1" fill="hold">
                                          <p:stCondLst>
                                            <p:cond delay="0"/>
                                          </p:stCondLst>
                                        </p:cTn>
                                        <p:tgtEl>
                                          <p:spTgt spid="19"/>
                                        </p:tgtEl>
                                        <p:attrNameLst>
                                          <p:attrName>style.visibility</p:attrName>
                                        </p:attrNameLst>
                                      </p:cBhvr>
                                      <p:to>
                                        <p:strVal val="visible"/>
                                      </p:to>
                                    </p:set>
                                    <p:anim calcmode="lin" valueType="num">
                                      <p:cBhvr>
                                        <p:cTn id="84" dur="500" fill="hold"/>
                                        <p:tgtEl>
                                          <p:spTgt spid="19"/>
                                        </p:tgtEl>
                                        <p:attrNameLst>
                                          <p:attrName>ppt_w</p:attrName>
                                        </p:attrNameLst>
                                      </p:cBhvr>
                                      <p:tavLst>
                                        <p:tav tm="0">
                                          <p:val>
                                            <p:fltVal val="0"/>
                                          </p:val>
                                        </p:tav>
                                        <p:tav tm="100000">
                                          <p:val>
                                            <p:strVal val="#ppt_w"/>
                                          </p:val>
                                        </p:tav>
                                      </p:tavLst>
                                    </p:anim>
                                    <p:anim calcmode="lin" valueType="num">
                                      <p:cBhvr>
                                        <p:cTn id="85" dur="500" fill="hold"/>
                                        <p:tgtEl>
                                          <p:spTgt spid="19"/>
                                        </p:tgtEl>
                                        <p:attrNameLst>
                                          <p:attrName>ppt_h</p:attrName>
                                        </p:attrNameLst>
                                      </p:cBhvr>
                                      <p:tavLst>
                                        <p:tav tm="0">
                                          <p:val>
                                            <p:fltVal val="0"/>
                                          </p:val>
                                        </p:tav>
                                        <p:tav tm="100000">
                                          <p:val>
                                            <p:strVal val="#ppt_h"/>
                                          </p:val>
                                        </p:tav>
                                      </p:tavLst>
                                    </p:anim>
                                    <p:animEffect transition="in" filter="fade">
                                      <p:cBhvr>
                                        <p:cTn id="86" dur="500"/>
                                        <p:tgtEl>
                                          <p:spTgt spid="19"/>
                                        </p:tgtEl>
                                      </p:cBhvr>
                                    </p:animEffect>
                                  </p:childTnLst>
                                </p:cTn>
                              </p:par>
                            </p:childTnLst>
                          </p:cTn>
                        </p:par>
                      </p:childTnLst>
                    </p:cTn>
                  </p:par>
                  <p:par>
                    <p:cTn id="87" fill="hold">
                      <p:stCondLst>
                        <p:cond delay="indefinite"/>
                      </p:stCondLst>
                      <p:childTnLst>
                        <p:par>
                          <p:cTn id="88" fill="hold">
                            <p:stCondLst>
                              <p:cond delay="0"/>
                            </p:stCondLst>
                            <p:childTnLst>
                              <p:par>
                                <p:cTn id="89" presetID="53" presetClass="entr" presetSubtype="16" fill="hold" grpId="0" nodeType="clickEffect">
                                  <p:stCondLst>
                                    <p:cond delay="0"/>
                                  </p:stCondLst>
                                  <p:childTnLst>
                                    <p:set>
                                      <p:cBhvr>
                                        <p:cTn id="90" dur="1" fill="hold">
                                          <p:stCondLst>
                                            <p:cond delay="0"/>
                                          </p:stCondLst>
                                        </p:cTn>
                                        <p:tgtEl>
                                          <p:spTgt spid="51"/>
                                        </p:tgtEl>
                                        <p:attrNameLst>
                                          <p:attrName>style.visibility</p:attrName>
                                        </p:attrNameLst>
                                      </p:cBhvr>
                                      <p:to>
                                        <p:strVal val="visible"/>
                                      </p:to>
                                    </p:set>
                                    <p:anim calcmode="lin" valueType="num">
                                      <p:cBhvr>
                                        <p:cTn id="91" dur="500" fill="hold"/>
                                        <p:tgtEl>
                                          <p:spTgt spid="51"/>
                                        </p:tgtEl>
                                        <p:attrNameLst>
                                          <p:attrName>ppt_w</p:attrName>
                                        </p:attrNameLst>
                                      </p:cBhvr>
                                      <p:tavLst>
                                        <p:tav tm="0">
                                          <p:val>
                                            <p:fltVal val="0"/>
                                          </p:val>
                                        </p:tav>
                                        <p:tav tm="100000">
                                          <p:val>
                                            <p:strVal val="#ppt_w"/>
                                          </p:val>
                                        </p:tav>
                                      </p:tavLst>
                                    </p:anim>
                                    <p:anim calcmode="lin" valueType="num">
                                      <p:cBhvr>
                                        <p:cTn id="92" dur="500" fill="hold"/>
                                        <p:tgtEl>
                                          <p:spTgt spid="51"/>
                                        </p:tgtEl>
                                        <p:attrNameLst>
                                          <p:attrName>ppt_h</p:attrName>
                                        </p:attrNameLst>
                                      </p:cBhvr>
                                      <p:tavLst>
                                        <p:tav tm="0">
                                          <p:val>
                                            <p:fltVal val="0"/>
                                          </p:val>
                                        </p:tav>
                                        <p:tav tm="100000">
                                          <p:val>
                                            <p:strVal val="#ppt_h"/>
                                          </p:val>
                                        </p:tav>
                                      </p:tavLst>
                                    </p:anim>
                                    <p:animEffect transition="in" filter="fade">
                                      <p:cBhvr>
                                        <p:cTn id="93" dur="500"/>
                                        <p:tgtEl>
                                          <p:spTgt spid="51"/>
                                        </p:tgtEl>
                                      </p:cBhvr>
                                    </p:animEffect>
                                  </p:childTnLst>
                                </p:cTn>
                              </p:par>
                            </p:childTnLst>
                          </p:cTn>
                        </p:par>
                      </p:childTnLst>
                    </p:cTn>
                  </p:par>
                  <p:par>
                    <p:cTn id="94" fill="hold">
                      <p:stCondLst>
                        <p:cond delay="indefinite"/>
                      </p:stCondLst>
                      <p:childTnLst>
                        <p:par>
                          <p:cTn id="95" fill="hold">
                            <p:stCondLst>
                              <p:cond delay="0"/>
                            </p:stCondLst>
                            <p:childTnLst>
                              <p:par>
                                <p:cTn id="96" presetID="53" presetClass="entr" presetSubtype="16" fill="hold" grpId="0" nodeType="clickEffect">
                                  <p:stCondLst>
                                    <p:cond delay="0"/>
                                  </p:stCondLst>
                                  <p:childTnLst>
                                    <p:set>
                                      <p:cBhvr>
                                        <p:cTn id="97" dur="1" fill="hold">
                                          <p:stCondLst>
                                            <p:cond delay="0"/>
                                          </p:stCondLst>
                                        </p:cTn>
                                        <p:tgtEl>
                                          <p:spTgt spid="52"/>
                                        </p:tgtEl>
                                        <p:attrNameLst>
                                          <p:attrName>style.visibility</p:attrName>
                                        </p:attrNameLst>
                                      </p:cBhvr>
                                      <p:to>
                                        <p:strVal val="visible"/>
                                      </p:to>
                                    </p:set>
                                    <p:anim calcmode="lin" valueType="num">
                                      <p:cBhvr>
                                        <p:cTn id="98" dur="500" fill="hold"/>
                                        <p:tgtEl>
                                          <p:spTgt spid="52"/>
                                        </p:tgtEl>
                                        <p:attrNameLst>
                                          <p:attrName>ppt_w</p:attrName>
                                        </p:attrNameLst>
                                      </p:cBhvr>
                                      <p:tavLst>
                                        <p:tav tm="0">
                                          <p:val>
                                            <p:fltVal val="0"/>
                                          </p:val>
                                        </p:tav>
                                        <p:tav tm="100000">
                                          <p:val>
                                            <p:strVal val="#ppt_w"/>
                                          </p:val>
                                        </p:tav>
                                      </p:tavLst>
                                    </p:anim>
                                    <p:anim calcmode="lin" valueType="num">
                                      <p:cBhvr>
                                        <p:cTn id="99" dur="500" fill="hold"/>
                                        <p:tgtEl>
                                          <p:spTgt spid="52"/>
                                        </p:tgtEl>
                                        <p:attrNameLst>
                                          <p:attrName>ppt_h</p:attrName>
                                        </p:attrNameLst>
                                      </p:cBhvr>
                                      <p:tavLst>
                                        <p:tav tm="0">
                                          <p:val>
                                            <p:fltVal val="0"/>
                                          </p:val>
                                        </p:tav>
                                        <p:tav tm="100000">
                                          <p:val>
                                            <p:strVal val="#ppt_h"/>
                                          </p:val>
                                        </p:tav>
                                      </p:tavLst>
                                    </p:anim>
                                    <p:animEffect transition="in" filter="fade">
                                      <p:cBhvr>
                                        <p:cTn id="100" dur="500"/>
                                        <p:tgtEl>
                                          <p:spTgt spid="52"/>
                                        </p:tgtEl>
                                      </p:cBhvr>
                                    </p:animEffect>
                                  </p:childTnLst>
                                </p:cTn>
                              </p:par>
                            </p:childTnLst>
                          </p:cTn>
                        </p:par>
                      </p:childTnLst>
                    </p:cTn>
                  </p:par>
                  <p:par>
                    <p:cTn id="101" fill="hold">
                      <p:stCondLst>
                        <p:cond delay="indefinite"/>
                      </p:stCondLst>
                      <p:childTnLst>
                        <p:par>
                          <p:cTn id="102" fill="hold">
                            <p:stCondLst>
                              <p:cond delay="0"/>
                            </p:stCondLst>
                            <p:childTnLst>
                              <p:par>
                                <p:cTn id="103" presetID="53" presetClass="entr" presetSubtype="16" fill="hold" grpId="0" nodeType="clickEffect">
                                  <p:stCondLst>
                                    <p:cond delay="0"/>
                                  </p:stCondLst>
                                  <p:childTnLst>
                                    <p:set>
                                      <p:cBhvr>
                                        <p:cTn id="104" dur="1" fill="hold">
                                          <p:stCondLst>
                                            <p:cond delay="0"/>
                                          </p:stCondLst>
                                        </p:cTn>
                                        <p:tgtEl>
                                          <p:spTgt spid="44"/>
                                        </p:tgtEl>
                                        <p:attrNameLst>
                                          <p:attrName>style.visibility</p:attrName>
                                        </p:attrNameLst>
                                      </p:cBhvr>
                                      <p:to>
                                        <p:strVal val="visible"/>
                                      </p:to>
                                    </p:set>
                                    <p:anim calcmode="lin" valueType="num">
                                      <p:cBhvr>
                                        <p:cTn id="105" dur="500" fill="hold"/>
                                        <p:tgtEl>
                                          <p:spTgt spid="44"/>
                                        </p:tgtEl>
                                        <p:attrNameLst>
                                          <p:attrName>ppt_w</p:attrName>
                                        </p:attrNameLst>
                                      </p:cBhvr>
                                      <p:tavLst>
                                        <p:tav tm="0">
                                          <p:val>
                                            <p:fltVal val="0"/>
                                          </p:val>
                                        </p:tav>
                                        <p:tav tm="100000">
                                          <p:val>
                                            <p:strVal val="#ppt_w"/>
                                          </p:val>
                                        </p:tav>
                                      </p:tavLst>
                                    </p:anim>
                                    <p:anim calcmode="lin" valueType="num">
                                      <p:cBhvr>
                                        <p:cTn id="106" dur="500" fill="hold"/>
                                        <p:tgtEl>
                                          <p:spTgt spid="44"/>
                                        </p:tgtEl>
                                        <p:attrNameLst>
                                          <p:attrName>ppt_h</p:attrName>
                                        </p:attrNameLst>
                                      </p:cBhvr>
                                      <p:tavLst>
                                        <p:tav tm="0">
                                          <p:val>
                                            <p:fltVal val="0"/>
                                          </p:val>
                                        </p:tav>
                                        <p:tav tm="100000">
                                          <p:val>
                                            <p:strVal val="#ppt_h"/>
                                          </p:val>
                                        </p:tav>
                                      </p:tavLst>
                                    </p:anim>
                                    <p:animEffect transition="in" filter="fade">
                                      <p:cBhvr>
                                        <p:cTn id="107" dur="500"/>
                                        <p:tgtEl>
                                          <p:spTgt spid="44"/>
                                        </p:tgtEl>
                                      </p:cBhvr>
                                    </p:animEffect>
                                  </p:childTnLst>
                                </p:cTn>
                              </p:par>
                              <p:par>
                                <p:cTn id="108" presetID="53" presetClass="entr" presetSubtype="16" fill="hold" grpId="0" nodeType="withEffect">
                                  <p:stCondLst>
                                    <p:cond delay="0"/>
                                  </p:stCondLst>
                                  <p:childTnLst>
                                    <p:set>
                                      <p:cBhvr>
                                        <p:cTn id="109" dur="1" fill="hold">
                                          <p:stCondLst>
                                            <p:cond delay="0"/>
                                          </p:stCondLst>
                                        </p:cTn>
                                        <p:tgtEl>
                                          <p:spTgt spid="21"/>
                                        </p:tgtEl>
                                        <p:attrNameLst>
                                          <p:attrName>style.visibility</p:attrName>
                                        </p:attrNameLst>
                                      </p:cBhvr>
                                      <p:to>
                                        <p:strVal val="visible"/>
                                      </p:to>
                                    </p:set>
                                    <p:anim calcmode="lin" valueType="num">
                                      <p:cBhvr>
                                        <p:cTn id="110" dur="500" fill="hold"/>
                                        <p:tgtEl>
                                          <p:spTgt spid="21"/>
                                        </p:tgtEl>
                                        <p:attrNameLst>
                                          <p:attrName>ppt_w</p:attrName>
                                        </p:attrNameLst>
                                      </p:cBhvr>
                                      <p:tavLst>
                                        <p:tav tm="0">
                                          <p:val>
                                            <p:fltVal val="0"/>
                                          </p:val>
                                        </p:tav>
                                        <p:tav tm="100000">
                                          <p:val>
                                            <p:strVal val="#ppt_w"/>
                                          </p:val>
                                        </p:tav>
                                      </p:tavLst>
                                    </p:anim>
                                    <p:anim calcmode="lin" valueType="num">
                                      <p:cBhvr>
                                        <p:cTn id="111" dur="500" fill="hold"/>
                                        <p:tgtEl>
                                          <p:spTgt spid="21"/>
                                        </p:tgtEl>
                                        <p:attrNameLst>
                                          <p:attrName>ppt_h</p:attrName>
                                        </p:attrNameLst>
                                      </p:cBhvr>
                                      <p:tavLst>
                                        <p:tav tm="0">
                                          <p:val>
                                            <p:fltVal val="0"/>
                                          </p:val>
                                        </p:tav>
                                        <p:tav tm="100000">
                                          <p:val>
                                            <p:strVal val="#ppt_h"/>
                                          </p:val>
                                        </p:tav>
                                      </p:tavLst>
                                    </p:anim>
                                    <p:animEffect transition="in" filter="fade">
                                      <p:cBhvr>
                                        <p:cTn id="112" dur="500"/>
                                        <p:tgtEl>
                                          <p:spTgt spid="21"/>
                                        </p:tgtEl>
                                      </p:cBhvr>
                                    </p:animEffect>
                                  </p:childTnLst>
                                </p:cTn>
                              </p:par>
                            </p:childTnLst>
                          </p:cTn>
                        </p:par>
                      </p:childTnLst>
                    </p:cTn>
                  </p:par>
                  <p:par>
                    <p:cTn id="113" fill="hold">
                      <p:stCondLst>
                        <p:cond delay="indefinite"/>
                      </p:stCondLst>
                      <p:childTnLst>
                        <p:par>
                          <p:cTn id="114" fill="hold">
                            <p:stCondLst>
                              <p:cond delay="0"/>
                            </p:stCondLst>
                            <p:childTnLst>
                              <p:par>
                                <p:cTn id="115" presetID="53" presetClass="entr" presetSubtype="16" fill="hold" grpId="0" nodeType="clickEffect">
                                  <p:stCondLst>
                                    <p:cond delay="0"/>
                                  </p:stCondLst>
                                  <p:childTnLst>
                                    <p:set>
                                      <p:cBhvr>
                                        <p:cTn id="116" dur="1" fill="hold">
                                          <p:stCondLst>
                                            <p:cond delay="0"/>
                                          </p:stCondLst>
                                        </p:cTn>
                                        <p:tgtEl>
                                          <p:spTgt spid="53"/>
                                        </p:tgtEl>
                                        <p:attrNameLst>
                                          <p:attrName>style.visibility</p:attrName>
                                        </p:attrNameLst>
                                      </p:cBhvr>
                                      <p:to>
                                        <p:strVal val="visible"/>
                                      </p:to>
                                    </p:set>
                                    <p:anim calcmode="lin" valueType="num">
                                      <p:cBhvr>
                                        <p:cTn id="117" dur="500" fill="hold"/>
                                        <p:tgtEl>
                                          <p:spTgt spid="53"/>
                                        </p:tgtEl>
                                        <p:attrNameLst>
                                          <p:attrName>ppt_w</p:attrName>
                                        </p:attrNameLst>
                                      </p:cBhvr>
                                      <p:tavLst>
                                        <p:tav tm="0">
                                          <p:val>
                                            <p:fltVal val="0"/>
                                          </p:val>
                                        </p:tav>
                                        <p:tav tm="100000">
                                          <p:val>
                                            <p:strVal val="#ppt_w"/>
                                          </p:val>
                                        </p:tav>
                                      </p:tavLst>
                                    </p:anim>
                                    <p:anim calcmode="lin" valueType="num">
                                      <p:cBhvr>
                                        <p:cTn id="118" dur="500" fill="hold"/>
                                        <p:tgtEl>
                                          <p:spTgt spid="53"/>
                                        </p:tgtEl>
                                        <p:attrNameLst>
                                          <p:attrName>ppt_h</p:attrName>
                                        </p:attrNameLst>
                                      </p:cBhvr>
                                      <p:tavLst>
                                        <p:tav tm="0">
                                          <p:val>
                                            <p:fltVal val="0"/>
                                          </p:val>
                                        </p:tav>
                                        <p:tav tm="100000">
                                          <p:val>
                                            <p:strVal val="#ppt_h"/>
                                          </p:val>
                                        </p:tav>
                                      </p:tavLst>
                                    </p:anim>
                                    <p:animEffect transition="in" filter="fade">
                                      <p:cBhvr>
                                        <p:cTn id="119" dur="500"/>
                                        <p:tgtEl>
                                          <p:spTgt spid="53"/>
                                        </p:tgtEl>
                                      </p:cBhvr>
                                    </p:animEffect>
                                  </p:childTnLst>
                                </p:cTn>
                              </p:par>
                            </p:childTnLst>
                          </p:cTn>
                        </p:par>
                      </p:childTnLst>
                    </p:cTn>
                  </p:par>
                  <p:par>
                    <p:cTn id="120" fill="hold">
                      <p:stCondLst>
                        <p:cond delay="indefinite"/>
                      </p:stCondLst>
                      <p:childTnLst>
                        <p:par>
                          <p:cTn id="121" fill="hold">
                            <p:stCondLst>
                              <p:cond delay="0"/>
                            </p:stCondLst>
                            <p:childTnLst>
                              <p:par>
                                <p:cTn id="122" presetID="53" presetClass="entr" presetSubtype="16" fill="hold" grpId="0" nodeType="clickEffect">
                                  <p:stCondLst>
                                    <p:cond delay="0"/>
                                  </p:stCondLst>
                                  <p:childTnLst>
                                    <p:set>
                                      <p:cBhvr>
                                        <p:cTn id="123" dur="1" fill="hold">
                                          <p:stCondLst>
                                            <p:cond delay="0"/>
                                          </p:stCondLst>
                                        </p:cTn>
                                        <p:tgtEl>
                                          <p:spTgt spid="45"/>
                                        </p:tgtEl>
                                        <p:attrNameLst>
                                          <p:attrName>style.visibility</p:attrName>
                                        </p:attrNameLst>
                                      </p:cBhvr>
                                      <p:to>
                                        <p:strVal val="visible"/>
                                      </p:to>
                                    </p:set>
                                    <p:anim calcmode="lin" valueType="num">
                                      <p:cBhvr>
                                        <p:cTn id="124" dur="500" fill="hold"/>
                                        <p:tgtEl>
                                          <p:spTgt spid="45"/>
                                        </p:tgtEl>
                                        <p:attrNameLst>
                                          <p:attrName>ppt_w</p:attrName>
                                        </p:attrNameLst>
                                      </p:cBhvr>
                                      <p:tavLst>
                                        <p:tav tm="0">
                                          <p:val>
                                            <p:fltVal val="0"/>
                                          </p:val>
                                        </p:tav>
                                        <p:tav tm="100000">
                                          <p:val>
                                            <p:strVal val="#ppt_w"/>
                                          </p:val>
                                        </p:tav>
                                      </p:tavLst>
                                    </p:anim>
                                    <p:anim calcmode="lin" valueType="num">
                                      <p:cBhvr>
                                        <p:cTn id="125" dur="500" fill="hold"/>
                                        <p:tgtEl>
                                          <p:spTgt spid="45"/>
                                        </p:tgtEl>
                                        <p:attrNameLst>
                                          <p:attrName>ppt_h</p:attrName>
                                        </p:attrNameLst>
                                      </p:cBhvr>
                                      <p:tavLst>
                                        <p:tav tm="0">
                                          <p:val>
                                            <p:fltVal val="0"/>
                                          </p:val>
                                        </p:tav>
                                        <p:tav tm="100000">
                                          <p:val>
                                            <p:strVal val="#ppt_h"/>
                                          </p:val>
                                        </p:tav>
                                      </p:tavLst>
                                    </p:anim>
                                    <p:animEffect transition="in" filter="fade">
                                      <p:cBhvr>
                                        <p:cTn id="126" dur="500"/>
                                        <p:tgtEl>
                                          <p:spTgt spid="45"/>
                                        </p:tgtEl>
                                      </p:cBhvr>
                                    </p:animEffect>
                                  </p:childTnLst>
                                </p:cTn>
                              </p:par>
                              <p:par>
                                <p:cTn id="127" presetID="53" presetClass="entr" presetSubtype="16" fill="hold" grpId="0" nodeType="withEffect">
                                  <p:stCondLst>
                                    <p:cond delay="0"/>
                                  </p:stCondLst>
                                  <p:childTnLst>
                                    <p:set>
                                      <p:cBhvr>
                                        <p:cTn id="128" dur="1" fill="hold">
                                          <p:stCondLst>
                                            <p:cond delay="0"/>
                                          </p:stCondLst>
                                        </p:cTn>
                                        <p:tgtEl>
                                          <p:spTgt spid="23"/>
                                        </p:tgtEl>
                                        <p:attrNameLst>
                                          <p:attrName>style.visibility</p:attrName>
                                        </p:attrNameLst>
                                      </p:cBhvr>
                                      <p:to>
                                        <p:strVal val="visible"/>
                                      </p:to>
                                    </p:set>
                                    <p:anim calcmode="lin" valueType="num">
                                      <p:cBhvr>
                                        <p:cTn id="129" dur="500" fill="hold"/>
                                        <p:tgtEl>
                                          <p:spTgt spid="23"/>
                                        </p:tgtEl>
                                        <p:attrNameLst>
                                          <p:attrName>ppt_w</p:attrName>
                                        </p:attrNameLst>
                                      </p:cBhvr>
                                      <p:tavLst>
                                        <p:tav tm="0">
                                          <p:val>
                                            <p:fltVal val="0"/>
                                          </p:val>
                                        </p:tav>
                                        <p:tav tm="100000">
                                          <p:val>
                                            <p:strVal val="#ppt_w"/>
                                          </p:val>
                                        </p:tav>
                                      </p:tavLst>
                                    </p:anim>
                                    <p:anim calcmode="lin" valueType="num">
                                      <p:cBhvr>
                                        <p:cTn id="130" dur="500" fill="hold"/>
                                        <p:tgtEl>
                                          <p:spTgt spid="23"/>
                                        </p:tgtEl>
                                        <p:attrNameLst>
                                          <p:attrName>ppt_h</p:attrName>
                                        </p:attrNameLst>
                                      </p:cBhvr>
                                      <p:tavLst>
                                        <p:tav tm="0">
                                          <p:val>
                                            <p:fltVal val="0"/>
                                          </p:val>
                                        </p:tav>
                                        <p:tav tm="100000">
                                          <p:val>
                                            <p:strVal val="#ppt_h"/>
                                          </p:val>
                                        </p:tav>
                                      </p:tavLst>
                                    </p:anim>
                                    <p:animEffect transition="in" filter="fade">
                                      <p:cBhvr>
                                        <p:cTn id="131" dur="500"/>
                                        <p:tgtEl>
                                          <p:spTgt spid="23"/>
                                        </p:tgtEl>
                                      </p:cBhvr>
                                    </p:animEffect>
                                  </p:childTnLst>
                                </p:cTn>
                              </p:par>
                            </p:childTnLst>
                          </p:cTn>
                        </p:par>
                      </p:childTnLst>
                    </p:cTn>
                  </p:par>
                  <p:par>
                    <p:cTn id="132" fill="hold">
                      <p:stCondLst>
                        <p:cond delay="indefinite"/>
                      </p:stCondLst>
                      <p:childTnLst>
                        <p:par>
                          <p:cTn id="133" fill="hold">
                            <p:stCondLst>
                              <p:cond delay="0"/>
                            </p:stCondLst>
                            <p:childTnLst>
                              <p:par>
                                <p:cTn id="134" presetID="53" presetClass="entr" presetSubtype="16" fill="hold" grpId="0" nodeType="clickEffect">
                                  <p:stCondLst>
                                    <p:cond delay="0"/>
                                  </p:stCondLst>
                                  <p:childTnLst>
                                    <p:set>
                                      <p:cBhvr>
                                        <p:cTn id="135" dur="1" fill="hold">
                                          <p:stCondLst>
                                            <p:cond delay="0"/>
                                          </p:stCondLst>
                                        </p:cTn>
                                        <p:tgtEl>
                                          <p:spTgt spid="54"/>
                                        </p:tgtEl>
                                        <p:attrNameLst>
                                          <p:attrName>style.visibility</p:attrName>
                                        </p:attrNameLst>
                                      </p:cBhvr>
                                      <p:to>
                                        <p:strVal val="visible"/>
                                      </p:to>
                                    </p:set>
                                    <p:anim calcmode="lin" valueType="num">
                                      <p:cBhvr>
                                        <p:cTn id="136" dur="500" fill="hold"/>
                                        <p:tgtEl>
                                          <p:spTgt spid="54"/>
                                        </p:tgtEl>
                                        <p:attrNameLst>
                                          <p:attrName>ppt_w</p:attrName>
                                        </p:attrNameLst>
                                      </p:cBhvr>
                                      <p:tavLst>
                                        <p:tav tm="0">
                                          <p:val>
                                            <p:fltVal val="0"/>
                                          </p:val>
                                        </p:tav>
                                        <p:tav tm="100000">
                                          <p:val>
                                            <p:strVal val="#ppt_w"/>
                                          </p:val>
                                        </p:tav>
                                      </p:tavLst>
                                    </p:anim>
                                    <p:anim calcmode="lin" valueType="num">
                                      <p:cBhvr>
                                        <p:cTn id="137" dur="500" fill="hold"/>
                                        <p:tgtEl>
                                          <p:spTgt spid="54"/>
                                        </p:tgtEl>
                                        <p:attrNameLst>
                                          <p:attrName>ppt_h</p:attrName>
                                        </p:attrNameLst>
                                      </p:cBhvr>
                                      <p:tavLst>
                                        <p:tav tm="0">
                                          <p:val>
                                            <p:fltVal val="0"/>
                                          </p:val>
                                        </p:tav>
                                        <p:tav tm="100000">
                                          <p:val>
                                            <p:strVal val="#ppt_h"/>
                                          </p:val>
                                        </p:tav>
                                      </p:tavLst>
                                    </p:anim>
                                    <p:animEffect transition="in" filter="fade">
                                      <p:cBhvr>
                                        <p:cTn id="138" dur="500"/>
                                        <p:tgtEl>
                                          <p:spTgt spid="54"/>
                                        </p:tgtEl>
                                      </p:cBhvr>
                                    </p:animEffect>
                                  </p:childTnLst>
                                </p:cTn>
                              </p:par>
                            </p:childTnLst>
                          </p:cTn>
                        </p:par>
                      </p:childTnLst>
                    </p:cTn>
                  </p:par>
                  <p:par>
                    <p:cTn id="139" fill="hold">
                      <p:stCondLst>
                        <p:cond delay="indefinite"/>
                      </p:stCondLst>
                      <p:childTnLst>
                        <p:par>
                          <p:cTn id="140" fill="hold">
                            <p:stCondLst>
                              <p:cond delay="0"/>
                            </p:stCondLst>
                            <p:childTnLst>
                              <p:par>
                                <p:cTn id="141" presetID="53" presetClass="entr" presetSubtype="16" fill="hold" grpId="0" nodeType="clickEffect">
                                  <p:stCondLst>
                                    <p:cond delay="0"/>
                                  </p:stCondLst>
                                  <p:childTnLst>
                                    <p:set>
                                      <p:cBhvr>
                                        <p:cTn id="142" dur="1" fill="hold">
                                          <p:stCondLst>
                                            <p:cond delay="0"/>
                                          </p:stCondLst>
                                        </p:cTn>
                                        <p:tgtEl>
                                          <p:spTgt spid="29"/>
                                        </p:tgtEl>
                                        <p:attrNameLst>
                                          <p:attrName>style.visibility</p:attrName>
                                        </p:attrNameLst>
                                      </p:cBhvr>
                                      <p:to>
                                        <p:strVal val="visible"/>
                                      </p:to>
                                    </p:set>
                                    <p:anim calcmode="lin" valueType="num">
                                      <p:cBhvr>
                                        <p:cTn id="143" dur="500" fill="hold"/>
                                        <p:tgtEl>
                                          <p:spTgt spid="29"/>
                                        </p:tgtEl>
                                        <p:attrNameLst>
                                          <p:attrName>ppt_w</p:attrName>
                                        </p:attrNameLst>
                                      </p:cBhvr>
                                      <p:tavLst>
                                        <p:tav tm="0">
                                          <p:val>
                                            <p:fltVal val="0"/>
                                          </p:val>
                                        </p:tav>
                                        <p:tav tm="100000">
                                          <p:val>
                                            <p:strVal val="#ppt_w"/>
                                          </p:val>
                                        </p:tav>
                                      </p:tavLst>
                                    </p:anim>
                                    <p:anim calcmode="lin" valueType="num">
                                      <p:cBhvr>
                                        <p:cTn id="144" dur="500" fill="hold"/>
                                        <p:tgtEl>
                                          <p:spTgt spid="29"/>
                                        </p:tgtEl>
                                        <p:attrNameLst>
                                          <p:attrName>ppt_h</p:attrName>
                                        </p:attrNameLst>
                                      </p:cBhvr>
                                      <p:tavLst>
                                        <p:tav tm="0">
                                          <p:val>
                                            <p:fltVal val="0"/>
                                          </p:val>
                                        </p:tav>
                                        <p:tav tm="100000">
                                          <p:val>
                                            <p:strVal val="#ppt_h"/>
                                          </p:val>
                                        </p:tav>
                                      </p:tavLst>
                                    </p:anim>
                                    <p:animEffect transition="in" filter="fade">
                                      <p:cBhvr>
                                        <p:cTn id="145" dur="500"/>
                                        <p:tgtEl>
                                          <p:spTgt spid="29"/>
                                        </p:tgtEl>
                                      </p:cBhvr>
                                    </p:animEffect>
                                  </p:childTnLst>
                                </p:cTn>
                              </p:par>
                            </p:childTnLst>
                          </p:cTn>
                        </p:par>
                      </p:childTnLst>
                    </p:cTn>
                  </p:par>
                  <p:par>
                    <p:cTn id="146" fill="hold">
                      <p:stCondLst>
                        <p:cond delay="indefinite"/>
                      </p:stCondLst>
                      <p:childTnLst>
                        <p:par>
                          <p:cTn id="147" fill="hold">
                            <p:stCondLst>
                              <p:cond delay="0"/>
                            </p:stCondLst>
                            <p:childTnLst>
                              <p:par>
                                <p:cTn id="148" presetID="53" presetClass="entr" presetSubtype="16" fill="hold" grpId="0" nodeType="clickEffect">
                                  <p:stCondLst>
                                    <p:cond delay="0"/>
                                  </p:stCondLst>
                                  <p:childTnLst>
                                    <p:set>
                                      <p:cBhvr>
                                        <p:cTn id="149" dur="1" fill="hold">
                                          <p:stCondLst>
                                            <p:cond delay="0"/>
                                          </p:stCondLst>
                                        </p:cTn>
                                        <p:tgtEl>
                                          <p:spTgt spid="32"/>
                                        </p:tgtEl>
                                        <p:attrNameLst>
                                          <p:attrName>style.visibility</p:attrName>
                                        </p:attrNameLst>
                                      </p:cBhvr>
                                      <p:to>
                                        <p:strVal val="visible"/>
                                      </p:to>
                                    </p:set>
                                    <p:anim calcmode="lin" valueType="num">
                                      <p:cBhvr>
                                        <p:cTn id="150" dur="500" fill="hold"/>
                                        <p:tgtEl>
                                          <p:spTgt spid="32"/>
                                        </p:tgtEl>
                                        <p:attrNameLst>
                                          <p:attrName>ppt_w</p:attrName>
                                        </p:attrNameLst>
                                      </p:cBhvr>
                                      <p:tavLst>
                                        <p:tav tm="0">
                                          <p:val>
                                            <p:fltVal val="0"/>
                                          </p:val>
                                        </p:tav>
                                        <p:tav tm="100000">
                                          <p:val>
                                            <p:strVal val="#ppt_w"/>
                                          </p:val>
                                        </p:tav>
                                      </p:tavLst>
                                    </p:anim>
                                    <p:anim calcmode="lin" valueType="num">
                                      <p:cBhvr>
                                        <p:cTn id="151" dur="500" fill="hold"/>
                                        <p:tgtEl>
                                          <p:spTgt spid="32"/>
                                        </p:tgtEl>
                                        <p:attrNameLst>
                                          <p:attrName>ppt_h</p:attrName>
                                        </p:attrNameLst>
                                      </p:cBhvr>
                                      <p:tavLst>
                                        <p:tav tm="0">
                                          <p:val>
                                            <p:fltVal val="0"/>
                                          </p:val>
                                        </p:tav>
                                        <p:tav tm="100000">
                                          <p:val>
                                            <p:strVal val="#ppt_h"/>
                                          </p:val>
                                        </p:tav>
                                      </p:tavLst>
                                    </p:anim>
                                    <p:animEffect transition="in" filter="fade">
                                      <p:cBhvr>
                                        <p:cTn id="152" dur="500"/>
                                        <p:tgtEl>
                                          <p:spTgt spid="32"/>
                                        </p:tgtEl>
                                      </p:cBhvr>
                                    </p:animEffect>
                                  </p:childTnLst>
                                </p:cTn>
                              </p:par>
                            </p:childTnLst>
                          </p:cTn>
                        </p:par>
                      </p:childTnLst>
                    </p:cTn>
                  </p:par>
                  <p:par>
                    <p:cTn id="153" fill="hold">
                      <p:stCondLst>
                        <p:cond delay="indefinite"/>
                      </p:stCondLst>
                      <p:childTnLst>
                        <p:par>
                          <p:cTn id="154" fill="hold">
                            <p:stCondLst>
                              <p:cond delay="0"/>
                            </p:stCondLst>
                            <p:childTnLst>
                              <p:par>
                                <p:cTn id="155" presetID="53" presetClass="entr" presetSubtype="16" fill="hold" grpId="0" nodeType="clickEffect">
                                  <p:stCondLst>
                                    <p:cond delay="0"/>
                                  </p:stCondLst>
                                  <p:childTnLst>
                                    <p:set>
                                      <p:cBhvr>
                                        <p:cTn id="156" dur="1" fill="hold">
                                          <p:stCondLst>
                                            <p:cond delay="0"/>
                                          </p:stCondLst>
                                        </p:cTn>
                                        <p:tgtEl>
                                          <p:spTgt spid="46"/>
                                        </p:tgtEl>
                                        <p:attrNameLst>
                                          <p:attrName>style.visibility</p:attrName>
                                        </p:attrNameLst>
                                      </p:cBhvr>
                                      <p:to>
                                        <p:strVal val="visible"/>
                                      </p:to>
                                    </p:set>
                                    <p:anim calcmode="lin" valueType="num">
                                      <p:cBhvr>
                                        <p:cTn id="157" dur="500" fill="hold"/>
                                        <p:tgtEl>
                                          <p:spTgt spid="46"/>
                                        </p:tgtEl>
                                        <p:attrNameLst>
                                          <p:attrName>ppt_w</p:attrName>
                                        </p:attrNameLst>
                                      </p:cBhvr>
                                      <p:tavLst>
                                        <p:tav tm="0">
                                          <p:val>
                                            <p:fltVal val="0"/>
                                          </p:val>
                                        </p:tav>
                                        <p:tav tm="100000">
                                          <p:val>
                                            <p:strVal val="#ppt_w"/>
                                          </p:val>
                                        </p:tav>
                                      </p:tavLst>
                                    </p:anim>
                                    <p:anim calcmode="lin" valueType="num">
                                      <p:cBhvr>
                                        <p:cTn id="158" dur="500" fill="hold"/>
                                        <p:tgtEl>
                                          <p:spTgt spid="46"/>
                                        </p:tgtEl>
                                        <p:attrNameLst>
                                          <p:attrName>ppt_h</p:attrName>
                                        </p:attrNameLst>
                                      </p:cBhvr>
                                      <p:tavLst>
                                        <p:tav tm="0">
                                          <p:val>
                                            <p:fltVal val="0"/>
                                          </p:val>
                                        </p:tav>
                                        <p:tav tm="100000">
                                          <p:val>
                                            <p:strVal val="#ppt_h"/>
                                          </p:val>
                                        </p:tav>
                                      </p:tavLst>
                                    </p:anim>
                                    <p:animEffect transition="in" filter="fade">
                                      <p:cBhvr>
                                        <p:cTn id="159" dur="500"/>
                                        <p:tgtEl>
                                          <p:spTgt spid="46"/>
                                        </p:tgtEl>
                                      </p:cBhvr>
                                    </p:animEffect>
                                  </p:childTnLst>
                                </p:cTn>
                              </p:par>
                            </p:childTnLst>
                          </p:cTn>
                        </p:par>
                      </p:childTnLst>
                    </p:cTn>
                  </p:par>
                  <p:par>
                    <p:cTn id="160" fill="hold">
                      <p:stCondLst>
                        <p:cond delay="indefinite"/>
                      </p:stCondLst>
                      <p:childTnLst>
                        <p:par>
                          <p:cTn id="161" fill="hold">
                            <p:stCondLst>
                              <p:cond delay="0"/>
                            </p:stCondLst>
                            <p:childTnLst>
                              <p:par>
                                <p:cTn id="162" presetID="53" presetClass="entr" presetSubtype="16" fill="hold" grpId="0" nodeType="clickEffect">
                                  <p:stCondLst>
                                    <p:cond delay="0"/>
                                  </p:stCondLst>
                                  <p:childTnLst>
                                    <p:set>
                                      <p:cBhvr>
                                        <p:cTn id="163" dur="1" fill="hold">
                                          <p:stCondLst>
                                            <p:cond delay="0"/>
                                          </p:stCondLst>
                                        </p:cTn>
                                        <p:tgtEl>
                                          <p:spTgt spid="34"/>
                                        </p:tgtEl>
                                        <p:attrNameLst>
                                          <p:attrName>style.visibility</p:attrName>
                                        </p:attrNameLst>
                                      </p:cBhvr>
                                      <p:to>
                                        <p:strVal val="visible"/>
                                      </p:to>
                                    </p:set>
                                    <p:anim calcmode="lin" valueType="num">
                                      <p:cBhvr>
                                        <p:cTn id="164" dur="500" fill="hold"/>
                                        <p:tgtEl>
                                          <p:spTgt spid="34"/>
                                        </p:tgtEl>
                                        <p:attrNameLst>
                                          <p:attrName>ppt_w</p:attrName>
                                        </p:attrNameLst>
                                      </p:cBhvr>
                                      <p:tavLst>
                                        <p:tav tm="0">
                                          <p:val>
                                            <p:fltVal val="0"/>
                                          </p:val>
                                        </p:tav>
                                        <p:tav tm="100000">
                                          <p:val>
                                            <p:strVal val="#ppt_w"/>
                                          </p:val>
                                        </p:tav>
                                      </p:tavLst>
                                    </p:anim>
                                    <p:anim calcmode="lin" valueType="num">
                                      <p:cBhvr>
                                        <p:cTn id="165" dur="500" fill="hold"/>
                                        <p:tgtEl>
                                          <p:spTgt spid="34"/>
                                        </p:tgtEl>
                                        <p:attrNameLst>
                                          <p:attrName>ppt_h</p:attrName>
                                        </p:attrNameLst>
                                      </p:cBhvr>
                                      <p:tavLst>
                                        <p:tav tm="0">
                                          <p:val>
                                            <p:fltVal val="0"/>
                                          </p:val>
                                        </p:tav>
                                        <p:tav tm="100000">
                                          <p:val>
                                            <p:strVal val="#ppt_h"/>
                                          </p:val>
                                        </p:tav>
                                      </p:tavLst>
                                    </p:anim>
                                    <p:animEffect transition="in" filter="fade">
                                      <p:cBhvr>
                                        <p:cTn id="166" dur="500"/>
                                        <p:tgtEl>
                                          <p:spTgt spid="34"/>
                                        </p:tgtEl>
                                      </p:cBhvr>
                                    </p:animEffect>
                                  </p:childTnLst>
                                </p:cTn>
                              </p:par>
                            </p:childTnLst>
                          </p:cTn>
                        </p:par>
                      </p:childTnLst>
                    </p:cTn>
                  </p:par>
                  <p:par>
                    <p:cTn id="167" fill="hold">
                      <p:stCondLst>
                        <p:cond delay="indefinite"/>
                      </p:stCondLst>
                      <p:childTnLst>
                        <p:par>
                          <p:cTn id="168" fill="hold">
                            <p:stCondLst>
                              <p:cond delay="0"/>
                            </p:stCondLst>
                            <p:childTnLst>
                              <p:par>
                                <p:cTn id="169" presetID="53" presetClass="entr" presetSubtype="16" fill="hold" grpId="0" nodeType="clickEffect">
                                  <p:stCondLst>
                                    <p:cond delay="0"/>
                                  </p:stCondLst>
                                  <p:childTnLst>
                                    <p:set>
                                      <p:cBhvr>
                                        <p:cTn id="170" dur="1" fill="hold">
                                          <p:stCondLst>
                                            <p:cond delay="0"/>
                                          </p:stCondLst>
                                        </p:cTn>
                                        <p:tgtEl>
                                          <p:spTgt spid="48"/>
                                        </p:tgtEl>
                                        <p:attrNameLst>
                                          <p:attrName>style.visibility</p:attrName>
                                        </p:attrNameLst>
                                      </p:cBhvr>
                                      <p:to>
                                        <p:strVal val="visible"/>
                                      </p:to>
                                    </p:set>
                                    <p:anim calcmode="lin" valueType="num">
                                      <p:cBhvr>
                                        <p:cTn id="171" dur="500" fill="hold"/>
                                        <p:tgtEl>
                                          <p:spTgt spid="48"/>
                                        </p:tgtEl>
                                        <p:attrNameLst>
                                          <p:attrName>ppt_w</p:attrName>
                                        </p:attrNameLst>
                                      </p:cBhvr>
                                      <p:tavLst>
                                        <p:tav tm="0">
                                          <p:val>
                                            <p:fltVal val="0"/>
                                          </p:val>
                                        </p:tav>
                                        <p:tav tm="100000">
                                          <p:val>
                                            <p:strVal val="#ppt_w"/>
                                          </p:val>
                                        </p:tav>
                                      </p:tavLst>
                                    </p:anim>
                                    <p:anim calcmode="lin" valueType="num">
                                      <p:cBhvr>
                                        <p:cTn id="172" dur="500" fill="hold"/>
                                        <p:tgtEl>
                                          <p:spTgt spid="48"/>
                                        </p:tgtEl>
                                        <p:attrNameLst>
                                          <p:attrName>ppt_h</p:attrName>
                                        </p:attrNameLst>
                                      </p:cBhvr>
                                      <p:tavLst>
                                        <p:tav tm="0">
                                          <p:val>
                                            <p:fltVal val="0"/>
                                          </p:val>
                                        </p:tav>
                                        <p:tav tm="100000">
                                          <p:val>
                                            <p:strVal val="#ppt_h"/>
                                          </p:val>
                                        </p:tav>
                                      </p:tavLst>
                                    </p:anim>
                                    <p:animEffect transition="in" filter="fade">
                                      <p:cBhvr>
                                        <p:cTn id="173" dur="500"/>
                                        <p:tgtEl>
                                          <p:spTgt spid="48"/>
                                        </p:tgtEl>
                                      </p:cBhvr>
                                    </p:animEffect>
                                  </p:childTnLst>
                                </p:cTn>
                              </p:par>
                            </p:childTnLst>
                          </p:cTn>
                        </p:par>
                      </p:childTnLst>
                    </p:cTn>
                  </p:par>
                  <p:par>
                    <p:cTn id="174" fill="hold">
                      <p:stCondLst>
                        <p:cond delay="indefinite"/>
                      </p:stCondLst>
                      <p:childTnLst>
                        <p:par>
                          <p:cTn id="175" fill="hold">
                            <p:stCondLst>
                              <p:cond delay="0"/>
                            </p:stCondLst>
                            <p:childTnLst>
                              <p:par>
                                <p:cTn id="176" presetID="53" presetClass="entr" presetSubtype="16" fill="hold" grpId="0" nodeType="clickEffect">
                                  <p:stCondLst>
                                    <p:cond delay="0"/>
                                  </p:stCondLst>
                                  <p:childTnLst>
                                    <p:set>
                                      <p:cBhvr>
                                        <p:cTn id="177" dur="1" fill="hold">
                                          <p:stCondLst>
                                            <p:cond delay="0"/>
                                          </p:stCondLst>
                                        </p:cTn>
                                        <p:tgtEl>
                                          <p:spTgt spid="36"/>
                                        </p:tgtEl>
                                        <p:attrNameLst>
                                          <p:attrName>style.visibility</p:attrName>
                                        </p:attrNameLst>
                                      </p:cBhvr>
                                      <p:to>
                                        <p:strVal val="visible"/>
                                      </p:to>
                                    </p:set>
                                    <p:anim calcmode="lin" valueType="num">
                                      <p:cBhvr>
                                        <p:cTn id="178" dur="500" fill="hold"/>
                                        <p:tgtEl>
                                          <p:spTgt spid="36"/>
                                        </p:tgtEl>
                                        <p:attrNameLst>
                                          <p:attrName>ppt_w</p:attrName>
                                        </p:attrNameLst>
                                      </p:cBhvr>
                                      <p:tavLst>
                                        <p:tav tm="0">
                                          <p:val>
                                            <p:fltVal val="0"/>
                                          </p:val>
                                        </p:tav>
                                        <p:tav tm="100000">
                                          <p:val>
                                            <p:strVal val="#ppt_w"/>
                                          </p:val>
                                        </p:tav>
                                      </p:tavLst>
                                    </p:anim>
                                    <p:anim calcmode="lin" valueType="num">
                                      <p:cBhvr>
                                        <p:cTn id="179" dur="500" fill="hold"/>
                                        <p:tgtEl>
                                          <p:spTgt spid="36"/>
                                        </p:tgtEl>
                                        <p:attrNameLst>
                                          <p:attrName>ppt_h</p:attrName>
                                        </p:attrNameLst>
                                      </p:cBhvr>
                                      <p:tavLst>
                                        <p:tav tm="0">
                                          <p:val>
                                            <p:fltVal val="0"/>
                                          </p:val>
                                        </p:tav>
                                        <p:tav tm="100000">
                                          <p:val>
                                            <p:strVal val="#ppt_h"/>
                                          </p:val>
                                        </p:tav>
                                      </p:tavLst>
                                    </p:anim>
                                    <p:animEffect transition="in" filter="fade">
                                      <p:cBhvr>
                                        <p:cTn id="180" dur="500"/>
                                        <p:tgtEl>
                                          <p:spTgt spid="36"/>
                                        </p:tgtEl>
                                      </p:cBhvr>
                                    </p:animEffect>
                                  </p:childTnLst>
                                </p:cTn>
                              </p:par>
                            </p:childTnLst>
                          </p:cTn>
                        </p:par>
                      </p:childTnLst>
                    </p:cTn>
                  </p:par>
                  <p:par>
                    <p:cTn id="181" fill="hold">
                      <p:stCondLst>
                        <p:cond delay="indefinite"/>
                      </p:stCondLst>
                      <p:childTnLst>
                        <p:par>
                          <p:cTn id="182" fill="hold">
                            <p:stCondLst>
                              <p:cond delay="0"/>
                            </p:stCondLst>
                            <p:childTnLst>
                              <p:par>
                                <p:cTn id="183" presetID="53" presetClass="entr" presetSubtype="16" fill="hold" grpId="0" nodeType="clickEffect">
                                  <p:stCondLst>
                                    <p:cond delay="0"/>
                                  </p:stCondLst>
                                  <p:childTnLst>
                                    <p:set>
                                      <p:cBhvr>
                                        <p:cTn id="184" dur="1" fill="hold">
                                          <p:stCondLst>
                                            <p:cond delay="0"/>
                                          </p:stCondLst>
                                        </p:cTn>
                                        <p:tgtEl>
                                          <p:spTgt spid="50"/>
                                        </p:tgtEl>
                                        <p:attrNameLst>
                                          <p:attrName>style.visibility</p:attrName>
                                        </p:attrNameLst>
                                      </p:cBhvr>
                                      <p:to>
                                        <p:strVal val="visible"/>
                                      </p:to>
                                    </p:set>
                                    <p:anim calcmode="lin" valueType="num">
                                      <p:cBhvr>
                                        <p:cTn id="185" dur="500" fill="hold"/>
                                        <p:tgtEl>
                                          <p:spTgt spid="50"/>
                                        </p:tgtEl>
                                        <p:attrNameLst>
                                          <p:attrName>ppt_w</p:attrName>
                                        </p:attrNameLst>
                                      </p:cBhvr>
                                      <p:tavLst>
                                        <p:tav tm="0">
                                          <p:val>
                                            <p:fltVal val="0"/>
                                          </p:val>
                                        </p:tav>
                                        <p:tav tm="100000">
                                          <p:val>
                                            <p:strVal val="#ppt_w"/>
                                          </p:val>
                                        </p:tav>
                                      </p:tavLst>
                                    </p:anim>
                                    <p:anim calcmode="lin" valueType="num">
                                      <p:cBhvr>
                                        <p:cTn id="186" dur="500" fill="hold"/>
                                        <p:tgtEl>
                                          <p:spTgt spid="50"/>
                                        </p:tgtEl>
                                        <p:attrNameLst>
                                          <p:attrName>ppt_h</p:attrName>
                                        </p:attrNameLst>
                                      </p:cBhvr>
                                      <p:tavLst>
                                        <p:tav tm="0">
                                          <p:val>
                                            <p:fltVal val="0"/>
                                          </p:val>
                                        </p:tav>
                                        <p:tav tm="100000">
                                          <p:val>
                                            <p:strVal val="#ppt_h"/>
                                          </p:val>
                                        </p:tav>
                                      </p:tavLst>
                                    </p:anim>
                                    <p:animEffect transition="in" filter="fade">
                                      <p:cBhvr>
                                        <p:cTn id="187" dur="500"/>
                                        <p:tgtEl>
                                          <p:spTgt spid="50"/>
                                        </p:tgtEl>
                                      </p:cBhvr>
                                    </p:animEffect>
                                  </p:childTnLst>
                                </p:cTn>
                              </p:par>
                            </p:childTnLst>
                          </p:cTn>
                        </p:par>
                      </p:childTnLst>
                    </p:cTn>
                  </p:par>
                  <p:par>
                    <p:cTn id="188" fill="hold">
                      <p:stCondLst>
                        <p:cond delay="indefinite"/>
                      </p:stCondLst>
                      <p:childTnLst>
                        <p:par>
                          <p:cTn id="189" fill="hold">
                            <p:stCondLst>
                              <p:cond delay="0"/>
                            </p:stCondLst>
                            <p:childTnLst>
                              <p:par>
                                <p:cTn id="190" presetID="53" presetClass="entr" presetSubtype="16"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 calcmode="lin" valueType="num">
                                      <p:cBhvr>
                                        <p:cTn id="192" dur="500" fill="hold"/>
                                        <p:tgtEl>
                                          <p:spTgt spid="38"/>
                                        </p:tgtEl>
                                        <p:attrNameLst>
                                          <p:attrName>ppt_w</p:attrName>
                                        </p:attrNameLst>
                                      </p:cBhvr>
                                      <p:tavLst>
                                        <p:tav tm="0">
                                          <p:val>
                                            <p:fltVal val="0"/>
                                          </p:val>
                                        </p:tav>
                                        <p:tav tm="100000">
                                          <p:val>
                                            <p:strVal val="#ppt_w"/>
                                          </p:val>
                                        </p:tav>
                                      </p:tavLst>
                                    </p:anim>
                                    <p:anim calcmode="lin" valueType="num">
                                      <p:cBhvr>
                                        <p:cTn id="193" dur="500" fill="hold"/>
                                        <p:tgtEl>
                                          <p:spTgt spid="38"/>
                                        </p:tgtEl>
                                        <p:attrNameLst>
                                          <p:attrName>ppt_h</p:attrName>
                                        </p:attrNameLst>
                                      </p:cBhvr>
                                      <p:tavLst>
                                        <p:tav tm="0">
                                          <p:val>
                                            <p:fltVal val="0"/>
                                          </p:val>
                                        </p:tav>
                                        <p:tav tm="100000">
                                          <p:val>
                                            <p:strVal val="#ppt_h"/>
                                          </p:val>
                                        </p:tav>
                                      </p:tavLst>
                                    </p:anim>
                                    <p:animEffect transition="in" filter="fade">
                                      <p:cBhvr>
                                        <p:cTn id="194"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P spid="9" grpId="0"/>
      <p:bldP spid="11" grpId="0"/>
      <p:bldP spid="13" grpId="0"/>
      <p:bldP spid="15" grpId="0"/>
      <p:bldP spid="19" grpId="0"/>
      <p:bldP spid="21" grpId="0"/>
      <p:bldP spid="23" grpId="0"/>
      <p:bldP spid="29" grpId="0"/>
      <p:bldP spid="39" grpId="0" animBg="1"/>
      <p:bldP spid="40" grpId="0" animBg="1"/>
      <p:bldP spid="41" grpId="0" animBg="1"/>
      <p:bldP spid="42" grpId="0" animBg="1"/>
      <p:bldP spid="43" grpId="0" animBg="1"/>
      <p:bldP spid="44" grpId="0" animBg="1"/>
      <p:bldP spid="45" grpId="0" animBg="1"/>
      <p:bldP spid="46" grpId="0"/>
      <p:bldP spid="48" grpId="0"/>
      <p:bldP spid="50" grpId="0"/>
      <p:bldP spid="51" grpId="0"/>
      <p:bldP spid="52" grpId="0"/>
      <p:bldP spid="53" grpId="0"/>
      <p:bldP spid="54" grpId="0"/>
      <p:bldP spid="31" grpId="0" animBg="1"/>
      <p:bldP spid="32" grpId="0"/>
      <p:bldP spid="33" grpId="0" animBg="1"/>
      <p:bldP spid="34" grpId="0"/>
      <p:bldP spid="35" grpId="0" animBg="1"/>
      <p:bldP spid="36" grpId="0"/>
      <p:bldP spid="37" grpId="0" animBg="1"/>
      <p:bldP spid="38"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a+b,a-b,a,a</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 name="矩形 1"/>
          <p:cNvSpPr/>
          <p:nvPr/>
        </p:nvSpPr>
        <p:spPr>
          <a:xfrm>
            <a:off x="3936000" y="1216809"/>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 name="矩形 2"/>
          <p:cNvSpPr/>
          <p:nvPr/>
        </p:nvSpPr>
        <p:spPr>
          <a:xfrm>
            <a:off x="3559607" y="1131590"/>
            <a:ext cx="370614" cy="400110"/>
          </a:xfrm>
          <a:prstGeom prst="rect">
            <a:avLst/>
          </a:prstGeom>
        </p:spPr>
        <p:txBody>
          <a:bodyPr wrap="none">
            <a:spAutoFit/>
          </a:bodyPr>
          <a:lstStyle/>
          <a:p>
            <a:r>
              <a:rPr lang="en-US" altLang="zh-CN" sz="2000" dirty="0">
                <a:solidFill>
                  <a:prstClr val="black"/>
                </a:solidFill>
              </a:rPr>
              <a:t>w</a:t>
            </a:r>
            <a:endParaRPr lang="zh-CN" altLang="en-US" sz="2000" dirty="0">
              <a:solidFill>
                <a:prstClr val="black"/>
              </a:solidFill>
            </a:endParaRPr>
          </a:p>
        </p:txBody>
      </p:sp>
      <p:sp>
        <p:nvSpPr>
          <p:cNvPr id="9" name="矩形 8"/>
          <p:cNvSpPr/>
          <p:nvPr/>
        </p:nvSpPr>
        <p:spPr>
          <a:xfrm>
            <a:off x="3563888" y="1523568"/>
            <a:ext cx="312906" cy="400110"/>
          </a:xfrm>
          <a:prstGeom prst="rect">
            <a:avLst/>
          </a:prstGeom>
        </p:spPr>
        <p:txBody>
          <a:bodyPr wrap="none">
            <a:spAutoFit/>
          </a:bodyPr>
          <a:lstStyle/>
          <a:p>
            <a:r>
              <a:rPr lang="en-US" altLang="zh-CN" sz="2000" dirty="0">
                <a:solidFill>
                  <a:prstClr val="black"/>
                </a:solidFill>
              </a:rPr>
              <a:t>x</a:t>
            </a:r>
            <a:endParaRPr lang="zh-CN" altLang="en-US" sz="2000" dirty="0">
              <a:solidFill>
                <a:prstClr val="black"/>
              </a:solidFill>
            </a:endParaRPr>
          </a:p>
        </p:txBody>
      </p:sp>
      <p:sp>
        <p:nvSpPr>
          <p:cNvPr id="11" name="矩形 10"/>
          <p:cNvSpPr/>
          <p:nvPr/>
        </p:nvSpPr>
        <p:spPr>
          <a:xfrm>
            <a:off x="3563888" y="1955616"/>
            <a:ext cx="312906" cy="400110"/>
          </a:xfrm>
          <a:prstGeom prst="rect">
            <a:avLst/>
          </a:prstGeom>
        </p:spPr>
        <p:txBody>
          <a:bodyPr wrap="none">
            <a:spAutoFit/>
          </a:bodyPr>
          <a:lstStyle/>
          <a:p>
            <a:r>
              <a:rPr lang="en-US" altLang="zh-CN" sz="2000" dirty="0">
                <a:solidFill>
                  <a:prstClr val="black"/>
                </a:solidFill>
              </a:rPr>
              <a:t>y</a:t>
            </a:r>
            <a:endParaRPr lang="zh-CN" altLang="en-US" sz="2000" dirty="0">
              <a:solidFill>
                <a:prstClr val="black"/>
              </a:solidFill>
            </a:endParaRPr>
          </a:p>
        </p:txBody>
      </p:sp>
      <p:sp>
        <p:nvSpPr>
          <p:cNvPr id="13" name="矩形 12"/>
          <p:cNvSpPr/>
          <p:nvPr/>
        </p:nvSpPr>
        <p:spPr>
          <a:xfrm>
            <a:off x="3563888" y="2387664"/>
            <a:ext cx="298480" cy="400110"/>
          </a:xfrm>
          <a:prstGeom prst="rect">
            <a:avLst/>
          </a:prstGeom>
        </p:spPr>
        <p:txBody>
          <a:bodyPr wrap="none">
            <a:spAutoFit/>
          </a:bodyPr>
          <a:lstStyle/>
          <a:p>
            <a:r>
              <a:rPr lang="en-US" altLang="zh-CN" sz="2000" dirty="0">
                <a:solidFill>
                  <a:prstClr val="black"/>
                </a:solidFill>
              </a:rPr>
              <a:t>z</a:t>
            </a:r>
            <a:endParaRPr lang="zh-CN" altLang="en-US" sz="2000" dirty="0">
              <a:solidFill>
                <a:prstClr val="black"/>
              </a:solidFill>
            </a:endParaRPr>
          </a:p>
        </p:txBody>
      </p:sp>
      <p:sp>
        <p:nvSpPr>
          <p:cNvPr id="15" name="矩形 14"/>
          <p:cNvSpPr/>
          <p:nvPr/>
        </p:nvSpPr>
        <p:spPr>
          <a:xfrm>
            <a:off x="3563888"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19" name="矩形 18"/>
          <p:cNvSpPr/>
          <p:nvPr/>
        </p:nvSpPr>
        <p:spPr>
          <a:xfrm>
            <a:off x="3563888"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21" name="矩形 20"/>
          <p:cNvSpPr/>
          <p:nvPr/>
        </p:nvSpPr>
        <p:spPr>
          <a:xfrm>
            <a:off x="3563888" y="3683808"/>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1</a:t>
            </a:r>
            <a:endParaRPr lang="zh-CN" altLang="en-US" sz="2000" baseline="-25000" dirty="0">
              <a:solidFill>
                <a:prstClr val="black"/>
              </a:solidFill>
            </a:endParaRPr>
          </a:p>
        </p:txBody>
      </p:sp>
      <p:sp>
        <p:nvSpPr>
          <p:cNvPr id="23" name="矩形 22"/>
          <p:cNvSpPr/>
          <p:nvPr/>
        </p:nvSpPr>
        <p:spPr>
          <a:xfrm>
            <a:off x="3563888" y="4115856"/>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2</a:t>
            </a:r>
            <a:endParaRPr lang="zh-CN" altLang="en-US" sz="2000" baseline="-25000" dirty="0">
              <a:solidFill>
                <a:prstClr val="black"/>
              </a:solidFill>
            </a:endParaRPr>
          </a:p>
        </p:txBody>
      </p:sp>
      <p:sp>
        <p:nvSpPr>
          <p:cNvPr id="29" name="矩形 28"/>
          <p:cNvSpPr/>
          <p:nvPr/>
        </p:nvSpPr>
        <p:spPr>
          <a:xfrm>
            <a:off x="4024100" y="1170287"/>
            <a:ext cx="103586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1</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9" name="矩形 38"/>
          <p:cNvSpPr/>
          <p:nvPr/>
        </p:nvSpPr>
        <p:spPr>
          <a:xfrm>
            <a:off x="3923928" y="1639564"/>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0" name="矩形 39"/>
          <p:cNvSpPr/>
          <p:nvPr/>
        </p:nvSpPr>
        <p:spPr>
          <a:xfrm>
            <a:off x="3923928" y="2071612"/>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1" name="矩形 40"/>
          <p:cNvSpPr/>
          <p:nvPr/>
        </p:nvSpPr>
        <p:spPr>
          <a:xfrm>
            <a:off x="3923928" y="2503660"/>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2" name="矩形 41"/>
          <p:cNvSpPr/>
          <p:nvPr/>
        </p:nvSpPr>
        <p:spPr>
          <a:xfrm>
            <a:off x="3923928"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3" name="矩形 42"/>
          <p:cNvSpPr/>
          <p:nvPr/>
        </p:nvSpPr>
        <p:spPr>
          <a:xfrm>
            <a:off x="3923928"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4" name="矩形 43"/>
          <p:cNvSpPr/>
          <p:nvPr/>
        </p:nvSpPr>
        <p:spPr>
          <a:xfrm>
            <a:off x="3923928" y="3799804"/>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5" name="矩形 44"/>
          <p:cNvSpPr/>
          <p:nvPr/>
        </p:nvSpPr>
        <p:spPr>
          <a:xfrm>
            <a:off x="3923928" y="4231852"/>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6" name="矩形 45"/>
          <p:cNvSpPr/>
          <p:nvPr/>
        </p:nvSpPr>
        <p:spPr>
          <a:xfrm>
            <a:off x="4040195" y="1563638"/>
            <a:ext cx="103105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2</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48" name="矩形 47"/>
          <p:cNvSpPr/>
          <p:nvPr/>
        </p:nvSpPr>
        <p:spPr>
          <a:xfrm>
            <a:off x="4040195" y="2058402"/>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0" name="矩形 49"/>
          <p:cNvSpPr/>
          <p:nvPr/>
        </p:nvSpPr>
        <p:spPr>
          <a:xfrm>
            <a:off x="4045005" y="2490450"/>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1" name="矩形 50"/>
          <p:cNvSpPr/>
          <p:nvPr/>
        </p:nvSpPr>
        <p:spPr>
          <a:xfrm>
            <a:off x="4343926" y="292249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2" name="矩形 51"/>
          <p:cNvSpPr/>
          <p:nvPr/>
        </p:nvSpPr>
        <p:spPr>
          <a:xfrm>
            <a:off x="4343926"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3" name="矩形 52"/>
          <p:cNvSpPr/>
          <p:nvPr/>
        </p:nvSpPr>
        <p:spPr>
          <a:xfrm>
            <a:off x="4343926" y="378659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4" name="矩形 53"/>
          <p:cNvSpPr/>
          <p:nvPr/>
        </p:nvSpPr>
        <p:spPr>
          <a:xfrm>
            <a:off x="4343926" y="415592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1" name="矩形 30"/>
          <p:cNvSpPr/>
          <p:nvPr/>
        </p:nvSpPr>
        <p:spPr>
          <a:xfrm>
            <a:off x="5304153" y="1240828"/>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2" name="矩形 31"/>
          <p:cNvSpPr/>
          <p:nvPr/>
        </p:nvSpPr>
        <p:spPr>
          <a:xfrm>
            <a:off x="5712078" y="119430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3" name="矩形 32"/>
          <p:cNvSpPr/>
          <p:nvPr/>
        </p:nvSpPr>
        <p:spPr>
          <a:xfrm>
            <a:off x="5292080" y="1672876"/>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4" name="矩形 33"/>
          <p:cNvSpPr/>
          <p:nvPr/>
        </p:nvSpPr>
        <p:spPr>
          <a:xfrm>
            <a:off x="5700005" y="162635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5" name="矩形 34"/>
          <p:cNvSpPr/>
          <p:nvPr/>
        </p:nvSpPr>
        <p:spPr>
          <a:xfrm>
            <a:off x="5292080" y="2104924"/>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6" name="矩形 35"/>
          <p:cNvSpPr/>
          <p:nvPr/>
        </p:nvSpPr>
        <p:spPr>
          <a:xfrm>
            <a:off x="5700005" y="2058402"/>
            <a:ext cx="415498"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40</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7" name="矩形 36"/>
          <p:cNvSpPr/>
          <p:nvPr/>
        </p:nvSpPr>
        <p:spPr>
          <a:xfrm>
            <a:off x="5292080" y="2536972"/>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8" name="矩形 37"/>
          <p:cNvSpPr/>
          <p:nvPr/>
        </p:nvSpPr>
        <p:spPr>
          <a:xfrm>
            <a:off x="5700005" y="2490450"/>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640639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6"/>
                                        </p:tgtEl>
                                        <p:attrNameLst>
                                          <p:attrName>style.visibility</p:attrName>
                                        </p:attrNameLst>
                                      </p:cBhvr>
                                      <p:to>
                                        <p:strVal val="visible"/>
                                      </p:to>
                                    </p:set>
                                    <p:anim calcmode="lin" valueType="num">
                                      <p:cBhvr>
                                        <p:cTn id="7" dur="500" fill="hold"/>
                                        <p:tgtEl>
                                          <p:spTgt spid="36"/>
                                        </p:tgtEl>
                                        <p:attrNameLst>
                                          <p:attrName>ppt_w</p:attrName>
                                        </p:attrNameLst>
                                      </p:cBhvr>
                                      <p:tavLst>
                                        <p:tav tm="0">
                                          <p:val>
                                            <p:fltVal val="0"/>
                                          </p:val>
                                        </p:tav>
                                        <p:tav tm="100000">
                                          <p:val>
                                            <p:strVal val="#ppt_w"/>
                                          </p:val>
                                        </p:tav>
                                      </p:tavLst>
                                    </p:anim>
                                    <p:anim calcmode="lin" valueType="num">
                                      <p:cBhvr>
                                        <p:cTn id="8" dur="500" fill="hold"/>
                                        <p:tgtEl>
                                          <p:spTgt spid="36"/>
                                        </p:tgtEl>
                                        <p:attrNameLst>
                                          <p:attrName>ppt_h</p:attrName>
                                        </p:attrNameLst>
                                      </p:cBhvr>
                                      <p:tavLst>
                                        <p:tav tm="0">
                                          <p:val>
                                            <p:fltVal val="0"/>
                                          </p:val>
                                        </p:tav>
                                        <p:tav tm="100000">
                                          <p:val>
                                            <p:strVal val="#ppt_h"/>
                                          </p:val>
                                        </p:tav>
                                      </p:tavLst>
                                    </p:anim>
                                    <p:animEffect transition="in" filter="fade">
                                      <p:cBhvr>
                                        <p:cTn id="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a+b,a-b,a,a</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 name="矩形 1"/>
          <p:cNvSpPr/>
          <p:nvPr/>
        </p:nvSpPr>
        <p:spPr>
          <a:xfrm>
            <a:off x="3936000" y="1216809"/>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 name="矩形 2"/>
          <p:cNvSpPr/>
          <p:nvPr/>
        </p:nvSpPr>
        <p:spPr>
          <a:xfrm>
            <a:off x="3559607" y="1131590"/>
            <a:ext cx="370614" cy="400110"/>
          </a:xfrm>
          <a:prstGeom prst="rect">
            <a:avLst/>
          </a:prstGeom>
        </p:spPr>
        <p:txBody>
          <a:bodyPr wrap="none">
            <a:spAutoFit/>
          </a:bodyPr>
          <a:lstStyle/>
          <a:p>
            <a:r>
              <a:rPr lang="en-US" altLang="zh-CN" sz="2000" dirty="0">
                <a:solidFill>
                  <a:prstClr val="black"/>
                </a:solidFill>
              </a:rPr>
              <a:t>w</a:t>
            </a:r>
            <a:endParaRPr lang="zh-CN" altLang="en-US" sz="2000" dirty="0">
              <a:solidFill>
                <a:prstClr val="black"/>
              </a:solidFill>
            </a:endParaRPr>
          </a:p>
        </p:txBody>
      </p:sp>
      <p:sp>
        <p:nvSpPr>
          <p:cNvPr id="9" name="矩形 8"/>
          <p:cNvSpPr/>
          <p:nvPr/>
        </p:nvSpPr>
        <p:spPr>
          <a:xfrm>
            <a:off x="3563888" y="1523568"/>
            <a:ext cx="312906" cy="400110"/>
          </a:xfrm>
          <a:prstGeom prst="rect">
            <a:avLst/>
          </a:prstGeom>
        </p:spPr>
        <p:txBody>
          <a:bodyPr wrap="none">
            <a:spAutoFit/>
          </a:bodyPr>
          <a:lstStyle/>
          <a:p>
            <a:r>
              <a:rPr lang="en-US" altLang="zh-CN" sz="2000" dirty="0">
                <a:solidFill>
                  <a:prstClr val="black"/>
                </a:solidFill>
              </a:rPr>
              <a:t>x</a:t>
            </a:r>
            <a:endParaRPr lang="zh-CN" altLang="en-US" sz="2000" dirty="0">
              <a:solidFill>
                <a:prstClr val="black"/>
              </a:solidFill>
            </a:endParaRPr>
          </a:p>
        </p:txBody>
      </p:sp>
      <p:sp>
        <p:nvSpPr>
          <p:cNvPr id="11" name="矩形 10"/>
          <p:cNvSpPr/>
          <p:nvPr/>
        </p:nvSpPr>
        <p:spPr>
          <a:xfrm>
            <a:off x="3563888" y="1955616"/>
            <a:ext cx="312906" cy="400110"/>
          </a:xfrm>
          <a:prstGeom prst="rect">
            <a:avLst/>
          </a:prstGeom>
        </p:spPr>
        <p:txBody>
          <a:bodyPr wrap="none">
            <a:spAutoFit/>
          </a:bodyPr>
          <a:lstStyle/>
          <a:p>
            <a:r>
              <a:rPr lang="en-US" altLang="zh-CN" sz="2000" dirty="0">
                <a:solidFill>
                  <a:prstClr val="black"/>
                </a:solidFill>
              </a:rPr>
              <a:t>y</a:t>
            </a:r>
            <a:endParaRPr lang="zh-CN" altLang="en-US" sz="2000" dirty="0">
              <a:solidFill>
                <a:prstClr val="black"/>
              </a:solidFill>
            </a:endParaRPr>
          </a:p>
        </p:txBody>
      </p:sp>
      <p:sp>
        <p:nvSpPr>
          <p:cNvPr id="13" name="矩形 12"/>
          <p:cNvSpPr/>
          <p:nvPr/>
        </p:nvSpPr>
        <p:spPr>
          <a:xfrm>
            <a:off x="3563888" y="2387664"/>
            <a:ext cx="298480" cy="400110"/>
          </a:xfrm>
          <a:prstGeom prst="rect">
            <a:avLst/>
          </a:prstGeom>
        </p:spPr>
        <p:txBody>
          <a:bodyPr wrap="none">
            <a:spAutoFit/>
          </a:bodyPr>
          <a:lstStyle/>
          <a:p>
            <a:r>
              <a:rPr lang="en-US" altLang="zh-CN" sz="2000" dirty="0">
                <a:solidFill>
                  <a:prstClr val="black"/>
                </a:solidFill>
              </a:rPr>
              <a:t>z</a:t>
            </a:r>
            <a:endParaRPr lang="zh-CN" altLang="en-US" sz="2000" dirty="0">
              <a:solidFill>
                <a:prstClr val="black"/>
              </a:solidFill>
            </a:endParaRPr>
          </a:p>
        </p:txBody>
      </p:sp>
      <p:sp>
        <p:nvSpPr>
          <p:cNvPr id="15" name="矩形 14"/>
          <p:cNvSpPr/>
          <p:nvPr/>
        </p:nvSpPr>
        <p:spPr>
          <a:xfrm>
            <a:off x="3563888"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19" name="矩形 18"/>
          <p:cNvSpPr/>
          <p:nvPr/>
        </p:nvSpPr>
        <p:spPr>
          <a:xfrm>
            <a:off x="3563888"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21" name="矩形 20"/>
          <p:cNvSpPr/>
          <p:nvPr/>
        </p:nvSpPr>
        <p:spPr>
          <a:xfrm>
            <a:off x="3563888" y="3683808"/>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1</a:t>
            </a:r>
            <a:endParaRPr lang="zh-CN" altLang="en-US" sz="2000" baseline="-25000" dirty="0">
              <a:solidFill>
                <a:prstClr val="black"/>
              </a:solidFill>
            </a:endParaRPr>
          </a:p>
        </p:txBody>
      </p:sp>
      <p:sp>
        <p:nvSpPr>
          <p:cNvPr id="23" name="矩形 22"/>
          <p:cNvSpPr/>
          <p:nvPr/>
        </p:nvSpPr>
        <p:spPr>
          <a:xfrm>
            <a:off x="3563888" y="4115856"/>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2</a:t>
            </a:r>
            <a:endParaRPr lang="zh-CN" altLang="en-US" sz="2000" baseline="-25000" dirty="0">
              <a:solidFill>
                <a:prstClr val="black"/>
              </a:solidFill>
            </a:endParaRPr>
          </a:p>
        </p:txBody>
      </p:sp>
      <p:sp>
        <p:nvSpPr>
          <p:cNvPr id="29" name="矩形 28"/>
          <p:cNvSpPr/>
          <p:nvPr/>
        </p:nvSpPr>
        <p:spPr>
          <a:xfrm>
            <a:off x="4024100" y="1170287"/>
            <a:ext cx="103586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1</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9" name="矩形 38"/>
          <p:cNvSpPr/>
          <p:nvPr/>
        </p:nvSpPr>
        <p:spPr>
          <a:xfrm>
            <a:off x="3923928" y="1639564"/>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0" name="矩形 39"/>
          <p:cNvSpPr/>
          <p:nvPr/>
        </p:nvSpPr>
        <p:spPr>
          <a:xfrm>
            <a:off x="3923928" y="2071612"/>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1" name="矩形 40"/>
          <p:cNvSpPr/>
          <p:nvPr/>
        </p:nvSpPr>
        <p:spPr>
          <a:xfrm>
            <a:off x="3923928" y="2503660"/>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2" name="矩形 41"/>
          <p:cNvSpPr/>
          <p:nvPr/>
        </p:nvSpPr>
        <p:spPr>
          <a:xfrm>
            <a:off x="3923928"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3" name="矩形 42"/>
          <p:cNvSpPr/>
          <p:nvPr/>
        </p:nvSpPr>
        <p:spPr>
          <a:xfrm>
            <a:off x="3923928"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4" name="矩形 43"/>
          <p:cNvSpPr/>
          <p:nvPr/>
        </p:nvSpPr>
        <p:spPr>
          <a:xfrm>
            <a:off x="3923928" y="3799804"/>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5" name="矩形 44"/>
          <p:cNvSpPr/>
          <p:nvPr/>
        </p:nvSpPr>
        <p:spPr>
          <a:xfrm>
            <a:off x="3923928" y="4231852"/>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6" name="矩形 45"/>
          <p:cNvSpPr/>
          <p:nvPr/>
        </p:nvSpPr>
        <p:spPr>
          <a:xfrm>
            <a:off x="4040195" y="1563638"/>
            <a:ext cx="103105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2</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48" name="矩形 47"/>
          <p:cNvSpPr/>
          <p:nvPr/>
        </p:nvSpPr>
        <p:spPr>
          <a:xfrm>
            <a:off x="4040195" y="2058402"/>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0" name="矩形 49"/>
          <p:cNvSpPr/>
          <p:nvPr/>
        </p:nvSpPr>
        <p:spPr>
          <a:xfrm>
            <a:off x="4045005" y="2490450"/>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1" name="矩形 50"/>
          <p:cNvSpPr/>
          <p:nvPr/>
        </p:nvSpPr>
        <p:spPr>
          <a:xfrm>
            <a:off x="4343926" y="292249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2" name="矩形 51"/>
          <p:cNvSpPr/>
          <p:nvPr/>
        </p:nvSpPr>
        <p:spPr>
          <a:xfrm>
            <a:off x="4343926"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3" name="矩形 52"/>
          <p:cNvSpPr/>
          <p:nvPr/>
        </p:nvSpPr>
        <p:spPr>
          <a:xfrm>
            <a:off x="4343926" y="378659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4" name="矩形 53"/>
          <p:cNvSpPr/>
          <p:nvPr/>
        </p:nvSpPr>
        <p:spPr>
          <a:xfrm>
            <a:off x="4343926" y="415592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1" name="矩形 30"/>
          <p:cNvSpPr/>
          <p:nvPr/>
        </p:nvSpPr>
        <p:spPr>
          <a:xfrm>
            <a:off x="5304153" y="1240828"/>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2" name="矩形 31"/>
          <p:cNvSpPr/>
          <p:nvPr/>
        </p:nvSpPr>
        <p:spPr>
          <a:xfrm>
            <a:off x="5712078" y="119430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3" name="矩形 32"/>
          <p:cNvSpPr/>
          <p:nvPr/>
        </p:nvSpPr>
        <p:spPr>
          <a:xfrm>
            <a:off x="5292080" y="1672876"/>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4" name="矩形 33"/>
          <p:cNvSpPr/>
          <p:nvPr/>
        </p:nvSpPr>
        <p:spPr>
          <a:xfrm>
            <a:off x="5700005" y="162635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5" name="矩形 34"/>
          <p:cNvSpPr/>
          <p:nvPr/>
        </p:nvSpPr>
        <p:spPr>
          <a:xfrm>
            <a:off x="5292080" y="2104924"/>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6" name="矩形 35"/>
          <p:cNvSpPr/>
          <p:nvPr/>
        </p:nvSpPr>
        <p:spPr>
          <a:xfrm>
            <a:off x="5700005" y="2058402"/>
            <a:ext cx="415498"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40</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7" name="矩形 36"/>
          <p:cNvSpPr/>
          <p:nvPr/>
        </p:nvSpPr>
        <p:spPr>
          <a:xfrm>
            <a:off x="5292080" y="2536972"/>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8" name="矩形 37"/>
          <p:cNvSpPr/>
          <p:nvPr/>
        </p:nvSpPr>
        <p:spPr>
          <a:xfrm>
            <a:off x="5700005" y="2490450"/>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7</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514838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8"/>
                                        </p:tgtEl>
                                        <p:attrNameLst>
                                          <p:attrName>style.visibility</p:attrName>
                                        </p:attrNameLst>
                                      </p:cBhvr>
                                      <p:to>
                                        <p:strVal val="visible"/>
                                      </p:to>
                                    </p:set>
                                    <p:anim calcmode="lin" valueType="num">
                                      <p:cBhvr>
                                        <p:cTn id="7" dur="500" fill="hold"/>
                                        <p:tgtEl>
                                          <p:spTgt spid="38"/>
                                        </p:tgtEl>
                                        <p:attrNameLst>
                                          <p:attrName>ppt_w</p:attrName>
                                        </p:attrNameLst>
                                      </p:cBhvr>
                                      <p:tavLst>
                                        <p:tav tm="0">
                                          <p:val>
                                            <p:fltVal val="0"/>
                                          </p:val>
                                        </p:tav>
                                        <p:tav tm="100000">
                                          <p:val>
                                            <p:strVal val="#ppt_w"/>
                                          </p:val>
                                        </p:tav>
                                      </p:tavLst>
                                    </p:anim>
                                    <p:anim calcmode="lin" valueType="num">
                                      <p:cBhvr>
                                        <p:cTn id="8" dur="500" fill="hold"/>
                                        <p:tgtEl>
                                          <p:spTgt spid="38"/>
                                        </p:tgtEl>
                                        <p:attrNameLst>
                                          <p:attrName>ppt_h</p:attrName>
                                        </p:attrNameLst>
                                      </p:cBhvr>
                                      <p:tavLst>
                                        <p:tav tm="0">
                                          <p:val>
                                            <p:fltVal val="0"/>
                                          </p:val>
                                        </p:tav>
                                        <p:tav tm="100000">
                                          <p:val>
                                            <p:strVal val="#ppt_h"/>
                                          </p:val>
                                        </p:tav>
                                      </p:tavLst>
                                    </p:anim>
                                    <p:animEffect transition="in" filter="fade">
                                      <p:cBhvr>
                                        <p:cTn id="9"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a+b,a-b,a,a</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 name="矩形 1"/>
          <p:cNvSpPr/>
          <p:nvPr/>
        </p:nvSpPr>
        <p:spPr>
          <a:xfrm>
            <a:off x="3936000" y="1216809"/>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 name="矩形 2"/>
          <p:cNvSpPr/>
          <p:nvPr/>
        </p:nvSpPr>
        <p:spPr>
          <a:xfrm>
            <a:off x="3559607" y="1131590"/>
            <a:ext cx="370614" cy="400110"/>
          </a:xfrm>
          <a:prstGeom prst="rect">
            <a:avLst/>
          </a:prstGeom>
        </p:spPr>
        <p:txBody>
          <a:bodyPr wrap="none">
            <a:spAutoFit/>
          </a:bodyPr>
          <a:lstStyle/>
          <a:p>
            <a:r>
              <a:rPr lang="en-US" altLang="zh-CN" sz="2000" dirty="0">
                <a:solidFill>
                  <a:prstClr val="black"/>
                </a:solidFill>
              </a:rPr>
              <a:t>w</a:t>
            </a:r>
            <a:endParaRPr lang="zh-CN" altLang="en-US" sz="2000" dirty="0">
              <a:solidFill>
                <a:prstClr val="black"/>
              </a:solidFill>
            </a:endParaRPr>
          </a:p>
        </p:txBody>
      </p:sp>
      <p:sp>
        <p:nvSpPr>
          <p:cNvPr id="9" name="矩形 8"/>
          <p:cNvSpPr/>
          <p:nvPr/>
        </p:nvSpPr>
        <p:spPr>
          <a:xfrm>
            <a:off x="3563888" y="1523568"/>
            <a:ext cx="312906" cy="400110"/>
          </a:xfrm>
          <a:prstGeom prst="rect">
            <a:avLst/>
          </a:prstGeom>
        </p:spPr>
        <p:txBody>
          <a:bodyPr wrap="none">
            <a:spAutoFit/>
          </a:bodyPr>
          <a:lstStyle/>
          <a:p>
            <a:r>
              <a:rPr lang="en-US" altLang="zh-CN" sz="2000" dirty="0">
                <a:solidFill>
                  <a:prstClr val="black"/>
                </a:solidFill>
              </a:rPr>
              <a:t>x</a:t>
            </a:r>
            <a:endParaRPr lang="zh-CN" altLang="en-US" sz="2000" dirty="0">
              <a:solidFill>
                <a:prstClr val="black"/>
              </a:solidFill>
            </a:endParaRPr>
          </a:p>
        </p:txBody>
      </p:sp>
      <p:sp>
        <p:nvSpPr>
          <p:cNvPr id="11" name="矩形 10"/>
          <p:cNvSpPr/>
          <p:nvPr/>
        </p:nvSpPr>
        <p:spPr>
          <a:xfrm>
            <a:off x="3563888" y="1955616"/>
            <a:ext cx="312906" cy="400110"/>
          </a:xfrm>
          <a:prstGeom prst="rect">
            <a:avLst/>
          </a:prstGeom>
        </p:spPr>
        <p:txBody>
          <a:bodyPr wrap="none">
            <a:spAutoFit/>
          </a:bodyPr>
          <a:lstStyle/>
          <a:p>
            <a:r>
              <a:rPr lang="en-US" altLang="zh-CN" sz="2000" dirty="0">
                <a:solidFill>
                  <a:prstClr val="black"/>
                </a:solidFill>
              </a:rPr>
              <a:t>y</a:t>
            </a:r>
            <a:endParaRPr lang="zh-CN" altLang="en-US" sz="2000" dirty="0">
              <a:solidFill>
                <a:prstClr val="black"/>
              </a:solidFill>
            </a:endParaRPr>
          </a:p>
        </p:txBody>
      </p:sp>
      <p:sp>
        <p:nvSpPr>
          <p:cNvPr id="13" name="矩形 12"/>
          <p:cNvSpPr/>
          <p:nvPr/>
        </p:nvSpPr>
        <p:spPr>
          <a:xfrm>
            <a:off x="3563888" y="2387664"/>
            <a:ext cx="298480" cy="400110"/>
          </a:xfrm>
          <a:prstGeom prst="rect">
            <a:avLst/>
          </a:prstGeom>
        </p:spPr>
        <p:txBody>
          <a:bodyPr wrap="none">
            <a:spAutoFit/>
          </a:bodyPr>
          <a:lstStyle/>
          <a:p>
            <a:r>
              <a:rPr lang="en-US" altLang="zh-CN" sz="2000" dirty="0">
                <a:solidFill>
                  <a:prstClr val="black"/>
                </a:solidFill>
              </a:rPr>
              <a:t>z</a:t>
            </a:r>
            <a:endParaRPr lang="zh-CN" altLang="en-US" sz="2000" dirty="0">
              <a:solidFill>
                <a:prstClr val="black"/>
              </a:solidFill>
            </a:endParaRPr>
          </a:p>
        </p:txBody>
      </p:sp>
      <p:sp>
        <p:nvSpPr>
          <p:cNvPr id="15" name="矩形 14"/>
          <p:cNvSpPr/>
          <p:nvPr/>
        </p:nvSpPr>
        <p:spPr>
          <a:xfrm>
            <a:off x="3563888"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19" name="矩形 18"/>
          <p:cNvSpPr/>
          <p:nvPr/>
        </p:nvSpPr>
        <p:spPr>
          <a:xfrm>
            <a:off x="3563888"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21" name="矩形 20"/>
          <p:cNvSpPr/>
          <p:nvPr/>
        </p:nvSpPr>
        <p:spPr>
          <a:xfrm>
            <a:off x="3563888" y="3683808"/>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1</a:t>
            </a:r>
            <a:endParaRPr lang="zh-CN" altLang="en-US" sz="2000" baseline="-25000" dirty="0">
              <a:solidFill>
                <a:prstClr val="black"/>
              </a:solidFill>
            </a:endParaRPr>
          </a:p>
        </p:txBody>
      </p:sp>
      <p:sp>
        <p:nvSpPr>
          <p:cNvPr id="23" name="矩形 22"/>
          <p:cNvSpPr/>
          <p:nvPr/>
        </p:nvSpPr>
        <p:spPr>
          <a:xfrm>
            <a:off x="3563888" y="4115856"/>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2</a:t>
            </a:r>
            <a:endParaRPr lang="zh-CN" altLang="en-US" sz="2000" baseline="-25000" dirty="0">
              <a:solidFill>
                <a:prstClr val="black"/>
              </a:solidFill>
            </a:endParaRPr>
          </a:p>
        </p:txBody>
      </p:sp>
      <p:sp>
        <p:nvSpPr>
          <p:cNvPr id="29" name="矩形 28"/>
          <p:cNvSpPr/>
          <p:nvPr/>
        </p:nvSpPr>
        <p:spPr>
          <a:xfrm>
            <a:off x="4024100" y="1170287"/>
            <a:ext cx="103586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1</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9" name="矩形 38"/>
          <p:cNvSpPr/>
          <p:nvPr/>
        </p:nvSpPr>
        <p:spPr>
          <a:xfrm>
            <a:off x="3923928" y="1639564"/>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0" name="矩形 39"/>
          <p:cNvSpPr/>
          <p:nvPr/>
        </p:nvSpPr>
        <p:spPr>
          <a:xfrm>
            <a:off x="3923928" y="2071612"/>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1" name="矩形 40"/>
          <p:cNvSpPr/>
          <p:nvPr/>
        </p:nvSpPr>
        <p:spPr>
          <a:xfrm>
            <a:off x="3923928" y="2503660"/>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2" name="矩形 41"/>
          <p:cNvSpPr/>
          <p:nvPr/>
        </p:nvSpPr>
        <p:spPr>
          <a:xfrm>
            <a:off x="3923928"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3" name="矩形 42"/>
          <p:cNvSpPr/>
          <p:nvPr/>
        </p:nvSpPr>
        <p:spPr>
          <a:xfrm>
            <a:off x="3923928"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4" name="矩形 43"/>
          <p:cNvSpPr/>
          <p:nvPr/>
        </p:nvSpPr>
        <p:spPr>
          <a:xfrm>
            <a:off x="3923928" y="3799804"/>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5" name="矩形 44"/>
          <p:cNvSpPr/>
          <p:nvPr/>
        </p:nvSpPr>
        <p:spPr>
          <a:xfrm>
            <a:off x="3923928" y="4231852"/>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6" name="矩形 45"/>
          <p:cNvSpPr/>
          <p:nvPr/>
        </p:nvSpPr>
        <p:spPr>
          <a:xfrm>
            <a:off x="4040195" y="1563638"/>
            <a:ext cx="103105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2</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48" name="矩形 47"/>
          <p:cNvSpPr/>
          <p:nvPr/>
        </p:nvSpPr>
        <p:spPr>
          <a:xfrm>
            <a:off x="4040195" y="2058402"/>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0" name="矩形 49"/>
          <p:cNvSpPr/>
          <p:nvPr/>
        </p:nvSpPr>
        <p:spPr>
          <a:xfrm>
            <a:off x="4045005" y="2490450"/>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1" name="矩形 50"/>
          <p:cNvSpPr/>
          <p:nvPr/>
        </p:nvSpPr>
        <p:spPr>
          <a:xfrm>
            <a:off x="4343926" y="292249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2" name="矩形 51"/>
          <p:cNvSpPr/>
          <p:nvPr/>
        </p:nvSpPr>
        <p:spPr>
          <a:xfrm>
            <a:off x="4343926"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3" name="矩形 52"/>
          <p:cNvSpPr/>
          <p:nvPr/>
        </p:nvSpPr>
        <p:spPr>
          <a:xfrm>
            <a:off x="4343926" y="378659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4" name="矩形 53"/>
          <p:cNvSpPr/>
          <p:nvPr/>
        </p:nvSpPr>
        <p:spPr>
          <a:xfrm>
            <a:off x="4343926" y="415592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1" name="矩形 30"/>
          <p:cNvSpPr/>
          <p:nvPr/>
        </p:nvSpPr>
        <p:spPr>
          <a:xfrm>
            <a:off x="5304153" y="1240828"/>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2" name="矩形 31"/>
          <p:cNvSpPr/>
          <p:nvPr/>
        </p:nvSpPr>
        <p:spPr>
          <a:xfrm>
            <a:off x="5712078" y="119430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3" name="矩形 32"/>
          <p:cNvSpPr/>
          <p:nvPr/>
        </p:nvSpPr>
        <p:spPr>
          <a:xfrm>
            <a:off x="5292080" y="1672876"/>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4" name="矩形 33"/>
          <p:cNvSpPr/>
          <p:nvPr/>
        </p:nvSpPr>
        <p:spPr>
          <a:xfrm>
            <a:off x="5700005" y="162635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5" name="矩形 34"/>
          <p:cNvSpPr/>
          <p:nvPr/>
        </p:nvSpPr>
        <p:spPr>
          <a:xfrm>
            <a:off x="5292080" y="2104924"/>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6" name="矩形 35"/>
          <p:cNvSpPr/>
          <p:nvPr/>
        </p:nvSpPr>
        <p:spPr>
          <a:xfrm>
            <a:off x="5700005" y="2058402"/>
            <a:ext cx="415498"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40</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7" name="矩形 36"/>
          <p:cNvSpPr/>
          <p:nvPr/>
        </p:nvSpPr>
        <p:spPr>
          <a:xfrm>
            <a:off x="5292080" y="2536972"/>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8" name="矩形 37"/>
          <p:cNvSpPr/>
          <p:nvPr/>
        </p:nvSpPr>
        <p:spPr>
          <a:xfrm>
            <a:off x="5700005" y="2490450"/>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7</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177379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500" fill="hold"/>
                                        <p:tgtEl>
                                          <p:spTgt spid="53"/>
                                        </p:tgtEl>
                                        <p:attrNameLst>
                                          <p:attrName>ppt_w</p:attrName>
                                        </p:attrNameLst>
                                      </p:cBhvr>
                                      <p:tavLst>
                                        <p:tav tm="0">
                                          <p:val>
                                            <p:fltVal val="0"/>
                                          </p:val>
                                        </p:tav>
                                        <p:tav tm="100000">
                                          <p:val>
                                            <p:strVal val="#ppt_w"/>
                                          </p:val>
                                        </p:tav>
                                      </p:tavLst>
                                    </p:anim>
                                    <p:anim calcmode="lin" valueType="num">
                                      <p:cBhvr>
                                        <p:cTn id="8" dur="500" fill="hold"/>
                                        <p:tgtEl>
                                          <p:spTgt spid="53"/>
                                        </p:tgtEl>
                                        <p:attrNameLst>
                                          <p:attrName>ppt_h</p:attrName>
                                        </p:attrNameLst>
                                      </p:cBhvr>
                                      <p:tavLst>
                                        <p:tav tm="0">
                                          <p:val>
                                            <p:fltVal val="0"/>
                                          </p:val>
                                        </p:tav>
                                        <p:tav tm="100000">
                                          <p:val>
                                            <p:strVal val="#ppt_h"/>
                                          </p:val>
                                        </p:tav>
                                      </p:tavLst>
                                    </p:anim>
                                    <p:animEffect transition="in" filter="fade">
                                      <p:cBhvr>
                                        <p:cTn id="9"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a+b,a-b,a,a</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 name="矩形 1"/>
          <p:cNvSpPr/>
          <p:nvPr/>
        </p:nvSpPr>
        <p:spPr>
          <a:xfrm>
            <a:off x="3936000" y="1216809"/>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 name="矩形 2"/>
          <p:cNvSpPr/>
          <p:nvPr/>
        </p:nvSpPr>
        <p:spPr>
          <a:xfrm>
            <a:off x="3559607" y="1131590"/>
            <a:ext cx="370614" cy="400110"/>
          </a:xfrm>
          <a:prstGeom prst="rect">
            <a:avLst/>
          </a:prstGeom>
        </p:spPr>
        <p:txBody>
          <a:bodyPr wrap="none">
            <a:spAutoFit/>
          </a:bodyPr>
          <a:lstStyle/>
          <a:p>
            <a:r>
              <a:rPr lang="en-US" altLang="zh-CN" sz="2000" dirty="0">
                <a:solidFill>
                  <a:prstClr val="black"/>
                </a:solidFill>
              </a:rPr>
              <a:t>w</a:t>
            </a:r>
            <a:endParaRPr lang="zh-CN" altLang="en-US" sz="2000" dirty="0">
              <a:solidFill>
                <a:prstClr val="black"/>
              </a:solidFill>
            </a:endParaRPr>
          </a:p>
        </p:txBody>
      </p:sp>
      <p:sp>
        <p:nvSpPr>
          <p:cNvPr id="9" name="矩形 8"/>
          <p:cNvSpPr/>
          <p:nvPr/>
        </p:nvSpPr>
        <p:spPr>
          <a:xfrm>
            <a:off x="3563888" y="1523568"/>
            <a:ext cx="312906" cy="400110"/>
          </a:xfrm>
          <a:prstGeom prst="rect">
            <a:avLst/>
          </a:prstGeom>
        </p:spPr>
        <p:txBody>
          <a:bodyPr wrap="none">
            <a:spAutoFit/>
          </a:bodyPr>
          <a:lstStyle/>
          <a:p>
            <a:r>
              <a:rPr lang="en-US" altLang="zh-CN" sz="2000" dirty="0">
                <a:solidFill>
                  <a:prstClr val="black"/>
                </a:solidFill>
              </a:rPr>
              <a:t>x</a:t>
            </a:r>
            <a:endParaRPr lang="zh-CN" altLang="en-US" sz="2000" dirty="0">
              <a:solidFill>
                <a:prstClr val="black"/>
              </a:solidFill>
            </a:endParaRPr>
          </a:p>
        </p:txBody>
      </p:sp>
      <p:sp>
        <p:nvSpPr>
          <p:cNvPr id="11" name="矩形 10"/>
          <p:cNvSpPr/>
          <p:nvPr/>
        </p:nvSpPr>
        <p:spPr>
          <a:xfrm>
            <a:off x="3563888" y="1955616"/>
            <a:ext cx="312906" cy="400110"/>
          </a:xfrm>
          <a:prstGeom prst="rect">
            <a:avLst/>
          </a:prstGeom>
        </p:spPr>
        <p:txBody>
          <a:bodyPr wrap="none">
            <a:spAutoFit/>
          </a:bodyPr>
          <a:lstStyle/>
          <a:p>
            <a:r>
              <a:rPr lang="en-US" altLang="zh-CN" sz="2000" dirty="0">
                <a:solidFill>
                  <a:prstClr val="black"/>
                </a:solidFill>
              </a:rPr>
              <a:t>y</a:t>
            </a:r>
            <a:endParaRPr lang="zh-CN" altLang="en-US" sz="2000" dirty="0">
              <a:solidFill>
                <a:prstClr val="black"/>
              </a:solidFill>
            </a:endParaRPr>
          </a:p>
        </p:txBody>
      </p:sp>
      <p:sp>
        <p:nvSpPr>
          <p:cNvPr id="13" name="矩形 12"/>
          <p:cNvSpPr/>
          <p:nvPr/>
        </p:nvSpPr>
        <p:spPr>
          <a:xfrm>
            <a:off x="3563888" y="2387664"/>
            <a:ext cx="298480" cy="400110"/>
          </a:xfrm>
          <a:prstGeom prst="rect">
            <a:avLst/>
          </a:prstGeom>
        </p:spPr>
        <p:txBody>
          <a:bodyPr wrap="none">
            <a:spAutoFit/>
          </a:bodyPr>
          <a:lstStyle/>
          <a:p>
            <a:r>
              <a:rPr lang="en-US" altLang="zh-CN" sz="2000" dirty="0">
                <a:solidFill>
                  <a:prstClr val="black"/>
                </a:solidFill>
              </a:rPr>
              <a:t>z</a:t>
            </a:r>
            <a:endParaRPr lang="zh-CN" altLang="en-US" sz="2000" dirty="0">
              <a:solidFill>
                <a:prstClr val="black"/>
              </a:solidFill>
            </a:endParaRPr>
          </a:p>
        </p:txBody>
      </p:sp>
      <p:sp>
        <p:nvSpPr>
          <p:cNvPr id="15" name="矩形 14"/>
          <p:cNvSpPr/>
          <p:nvPr/>
        </p:nvSpPr>
        <p:spPr>
          <a:xfrm>
            <a:off x="3563888"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19" name="矩形 18"/>
          <p:cNvSpPr/>
          <p:nvPr/>
        </p:nvSpPr>
        <p:spPr>
          <a:xfrm>
            <a:off x="3563888"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21" name="矩形 20"/>
          <p:cNvSpPr/>
          <p:nvPr/>
        </p:nvSpPr>
        <p:spPr>
          <a:xfrm>
            <a:off x="3563888" y="3683808"/>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1</a:t>
            </a:r>
            <a:endParaRPr lang="zh-CN" altLang="en-US" sz="2000" baseline="-25000" dirty="0">
              <a:solidFill>
                <a:prstClr val="black"/>
              </a:solidFill>
            </a:endParaRPr>
          </a:p>
        </p:txBody>
      </p:sp>
      <p:sp>
        <p:nvSpPr>
          <p:cNvPr id="23" name="矩形 22"/>
          <p:cNvSpPr/>
          <p:nvPr/>
        </p:nvSpPr>
        <p:spPr>
          <a:xfrm>
            <a:off x="3563888" y="4115856"/>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2</a:t>
            </a:r>
            <a:endParaRPr lang="zh-CN" altLang="en-US" sz="2000" baseline="-25000" dirty="0">
              <a:solidFill>
                <a:prstClr val="black"/>
              </a:solidFill>
            </a:endParaRPr>
          </a:p>
        </p:txBody>
      </p:sp>
      <p:sp>
        <p:nvSpPr>
          <p:cNvPr id="29" name="矩形 28"/>
          <p:cNvSpPr/>
          <p:nvPr/>
        </p:nvSpPr>
        <p:spPr>
          <a:xfrm>
            <a:off x="4024100" y="1170287"/>
            <a:ext cx="103586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1</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9" name="矩形 38"/>
          <p:cNvSpPr/>
          <p:nvPr/>
        </p:nvSpPr>
        <p:spPr>
          <a:xfrm>
            <a:off x="3923928" y="1639564"/>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0" name="矩形 39"/>
          <p:cNvSpPr/>
          <p:nvPr/>
        </p:nvSpPr>
        <p:spPr>
          <a:xfrm>
            <a:off x="3923928" y="2071612"/>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1" name="矩形 40"/>
          <p:cNvSpPr/>
          <p:nvPr/>
        </p:nvSpPr>
        <p:spPr>
          <a:xfrm>
            <a:off x="3923928" y="2503660"/>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2" name="矩形 41"/>
          <p:cNvSpPr/>
          <p:nvPr/>
        </p:nvSpPr>
        <p:spPr>
          <a:xfrm>
            <a:off x="3923928"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3" name="矩形 42"/>
          <p:cNvSpPr/>
          <p:nvPr/>
        </p:nvSpPr>
        <p:spPr>
          <a:xfrm>
            <a:off x="3923928"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4" name="矩形 43"/>
          <p:cNvSpPr/>
          <p:nvPr/>
        </p:nvSpPr>
        <p:spPr>
          <a:xfrm>
            <a:off x="3923928" y="3799804"/>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5" name="矩形 44"/>
          <p:cNvSpPr/>
          <p:nvPr/>
        </p:nvSpPr>
        <p:spPr>
          <a:xfrm>
            <a:off x="3923928" y="4231852"/>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6" name="矩形 45"/>
          <p:cNvSpPr/>
          <p:nvPr/>
        </p:nvSpPr>
        <p:spPr>
          <a:xfrm>
            <a:off x="4040195" y="1563638"/>
            <a:ext cx="103105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2</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48" name="矩形 47"/>
          <p:cNvSpPr/>
          <p:nvPr/>
        </p:nvSpPr>
        <p:spPr>
          <a:xfrm>
            <a:off x="4040195" y="2058402"/>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0" name="矩形 49"/>
          <p:cNvSpPr/>
          <p:nvPr/>
        </p:nvSpPr>
        <p:spPr>
          <a:xfrm>
            <a:off x="4045005" y="2490450"/>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1" name="矩形 50"/>
          <p:cNvSpPr/>
          <p:nvPr/>
        </p:nvSpPr>
        <p:spPr>
          <a:xfrm>
            <a:off x="4343926" y="292249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2" name="矩形 51"/>
          <p:cNvSpPr/>
          <p:nvPr/>
        </p:nvSpPr>
        <p:spPr>
          <a:xfrm>
            <a:off x="4343926"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3" name="矩形 52"/>
          <p:cNvSpPr/>
          <p:nvPr/>
        </p:nvSpPr>
        <p:spPr>
          <a:xfrm>
            <a:off x="4343926" y="378659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4" name="矩形 53"/>
          <p:cNvSpPr/>
          <p:nvPr/>
        </p:nvSpPr>
        <p:spPr>
          <a:xfrm>
            <a:off x="4343926" y="415592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1" name="矩形 30"/>
          <p:cNvSpPr/>
          <p:nvPr/>
        </p:nvSpPr>
        <p:spPr>
          <a:xfrm>
            <a:off x="5304153" y="1240828"/>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2" name="矩形 31"/>
          <p:cNvSpPr/>
          <p:nvPr/>
        </p:nvSpPr>
        <p:spPr>
          <a:xfrm>
            <a:off x="5712078" y="119430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3" name="矩形 32"/>
          <p:cNvSpPr/>
          <p:nvPr/>
        </p:nvSpPr>
        <p:spPr>
          <a:xfrm>
            <a:off x="5292080" y="1672876"/>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4" name="矩形 33"/>
          <p:cNvSpPr/>
          <p:nvPr/>
        </p:nvSpPr>
        <p:spPr>
          <a:xfrm>
            <a:off x="5700005" y="162635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5" name="矩形 34"/>
          <p:cNvSpPr/>
          <p:nvPr/>
        </p:nvSpPr>
        <p:spPr>
          <a:xfrm>
            <a:off x="5292080" y="2104924"/>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6" name="矩形 35"/>
          <p:cNvSpPr/>
          <p:nvPr/>
        </p:nvSpPr>
        <p:spPr>
          <a:xfrm>
            <a:off x="5700005" y="2058402"/>
            <a:ext cx="415498"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40</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7" name="矩形 36"/>
          <p:cNvSpPr/>
          <p:nvPr/>
        </p:nvSpPr>
        <p:spPr>
          <a:xfrm>
            <a:off x="5292080" y="2536972"/>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8" name="矩形 37"/>
          <p:cNvSpPr/>
          <p:nvPr/>
        </p:nvSpPr>
        <p:spPr>
          <a:xfrm>
            <a:off x="5700005" y="2490450"/>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7</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1032026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4"/>
                                        </p:tgtEl>
                                        <p:attrNameLst>
                                          <p:attrName>style.visibility</p:attrName>
                                        </p:attrNameLst>
                                      </p:cBhvr>
                                      <p:to>
                                        <p:strVal val="visible"/>
                                      </p:to>
                                    </p:set>
                                    <p:anim calcmode="lin" valueType="num">
                                      <p:cBhvr>
                                        <p:cTn id="7" dur="500" fill="hold"/>
                                        <p:tgtEl>
                                          <p:spTgt spid="54"/>
                                        </p:tgtEl>
                                        <p:attrNameLst>
                                          <p:attrName>ppt_w</p:attrName>
                                        </p:attrNameLst>
                                      </p:cBhvr>
                                      <p:tavLst>
                                        <p:tav tm="0">
                                          <p:val>
                                            <p:fltVal val="0"/>
                                          </p:val>
                                        </p:tav>
                                        <p:tav tm="100000">
                                          <p:val>
                                            <p:strVal val="#ppt_w"/>
                                          </p:val>
                                        </p:tav>
                                      </p:tavLst>
                                    </p:anim>
                                    <p:anim calcmode="lin" valueType="num">
                                      <p:cBhvr>
                                        <p:cTn id="8" dur="500" fill="hold"/>
                                        <p:tgtEl>
                                          <p:spTgt spid="54"/>
                                        </p:tgtEl>
                                        <p:attrNameLst>
                                          <p:attrName>ppt_h</p:attrName>
                                        </p:attrNameLst>
                                      </p:cBhvr>
                                      <p:tavLst>
                                        <p:tav tm="0">
                                          <p:val>
                                            <p:fltVal val="0"/>
                                          </p:val>
                                        </p:tav>
                                        <p:tav tm="100000">
                                          <p:val>
                                            <p:strVal val="#ppt_h"/>
                                          </p:val>
                                        </p:tav>
                                      </p:tavLst>
                                    </p:anim>
                                    <p:animEffect transition="in" filter="fade">
                                      <p:cBhvr>
                                        <p:cTn id="9"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a+b,a-b,a,a</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 name="矩形 1"/>
          <p:cNvSpPr/>
          <p:nvPr/>
        </p:nvSpPr>
        <p:spPr>
          <a:xfrm>
            <a:off x="3936000" y="1216809"/>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 name="矩形 2"/>
          <p:cNvSpPr/>
          <p:nvPr/>
        </p:nvSpPr>
        <p:spPr>
          <a:xfrm>
            <a:off x="3559607" y="1131590"/>
            <a:ext cx="370614" cy="400110"/>
          </a:xfrm>
          <a:prstGeom prst="rect">
            <a:avLst/>
          </a:prstGeom>
        </p:spPr>
        <p:txBody>
          <a:bodyPr wrap="none">
            <a:spAutoFit/>
          </a:bodyPr>
          <a:lstStyle/>
          <a:p>
            <a:r>
              <a:rPr lang="en-US" altLang="zh-CN" sz="2000" dirty="0">
                <a:solidFill>
                  <a:prstClr val="black"/>
                </a:solidFill>
              </a:rPr>
              <a:t>w</a:t>
            </a:r>
            <a:endParaRPr lang="zh-CN" altLang="en-US" sz="2000" dirty="0">
              <a:solidFill>
                <a:prstClr val="black"/>
              </a:solidFill>
            </a:endParaRPr>
          </a:p>
        </p:txBody>
      </p:sp>
      <p:sp>
        <p:nvSpPr>
          <p:cNvPr id="9" name="矩形 8"/>
          <p:cNvSpPr/>
          <p:nvPr/>
        </p:nvSpPr>
        <p:spPr>
          <a:xfrm>
            <a:off x="3563888" y="1523568"/>
            <a:ext cx="312906" cy="400110"/>
          </a:xfrm>
          <a:prstGeom prst="rect">
            <a:avLst/>
          </a:prstGeom>
        </p:spPr>
        <p:txBody>
          <a:bodyPr wrap="none">
            <a:spAutoFit/>
          </a:bodyPr>
          <a:lstStyle/>
          <a:p>
            <a:r>
              <a:rPr lang="en-US" altLang="zh-CN" sz="2000" dirty="0">
                <a:solidFill>
                  <a:prstClr val="black"/>
                </a:solidFill>
              </a:rPr>
              <a:t>x</a:t>
            </a:r>
            <a:endParaRPr lang="zh-CN" altLang="en-US" sz="2000" dirty="0">
              <a:solidFill>
                <a:prstClr val="black"/>
              </a:solidFill>
            </a:endParaRPr>
          </a:p>
        </p:txBody>
      </p:sp>
      <p:sp>
        <p:nvSpPr>
          <p:cNvPr id="11" name="矩形 10"/>
          <p:cNvSpPr/>
          <p:nvPr/>
        </p:nvSpPr>
        <p:spPr>
          <a:xfrm>
            <a:off x="3563888" y="1955616"/>
            <a:ext cx="312906" cy="400110"/>
          </a:xfrm>
          <a:prstGeom prst="rect">
            <a:avLst/>
          </a:prstGeom>
        </p:spPr>
        <p:txBody>
          <a:bodyPr wrap="none">
            <a:spAutoFit/>
          </a:bodyPr>
          <a:lstStyle/>
          <a:p>
            <a:r>
              <a:rPr lang="en-US" altLang="zh-CN" sz="2000" dirty="0">
                <a:solidFill>
                  <a:prstClr val="black"/>
                </a:solidFill>
              </a:rPr>
              <a:t>y</a:t>
            </a:r>
            <a:endParaRPr lang="zh-CN" altLang="en-US" sz="2000" dirty="0">
              <a:solidFill>
                <a:prstClr val="black"/>
              </a:solidFill>
            </a:endParaRPr>
          </a:p>
        </p:txBody>
      </p:sp>
      <p:sp>
        <p:nvSpPr>
          <p:cNvPr id="13" name="矩形 12"/>
          <p:cNvSpPr/>
          <p:nvPr/>
        </p:nvSpPr>
        <p:spPr>
          <a:xfrm>
            <a:off x="3563888" y="2387664"/>
            <a:ext cx="298480" cy="400110"/>
          </a:xfrm>
          <a:prstGeom prst="rect">
            <a:avLst/>
          </a:prstGeom>
        </p:spPr>
        <p:txBody>
          <a:bodyPr wrap="none">
            <a:spAutoFit/>
          </a:bodyPr>
          <a:lstStyle/>
          <a:p>
            <a:r>
              <a:rPr lang="en-US" altLang="zh-CN" sz="2000" dirty="0">
                <a:solidFill>
                  <a:prstClr val="black"/>
                </a:solidFill>
              </a:rPr>
              <a:t>z</a:t>
            </a:r>
            <a:endParaRPr lang="zh-CN" altLang="en-US" sz="2000" dirty="0">
              <a:solidFill>
                <a:prstClr val="black"/>
              </a:solidFill>
            </a:endParaRPr>
          </a:p>
        </p:txBody>
      </p:sp>
      <p:sp>
        <p:nvSpPr>
          <p:cNvPr id="15" name="矩形 14"/>
          <p:cNvSpPr/>
          <p:nvPr/>
        </p:nvSpPr>
        <p:spPr>
          <a:xfrm>
            <a:off x="3563888"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19" name="矩形 18"/>
          <p:cNvSpPr/>
          <p:nvPr/>
        </p:nvSpPr>
        <p:spPr>
          <a:xfrm>
            <a:off x="3563888"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21" name="矩形 20"/>
          <p:cNvSpPr/>
          <p:nvPr/>
        </p:nvSpPr>
        <p:spPr>
          <a:xfrm>
            <a:off x="3563888" y="3683808"/>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1</a:t>
            </a:r>
            <a:endParaRPr lang="zh-CN" altLang="en-US" sz="2000" baseline="-25000" dirty="0">
              <a:solidFill>
                <a:prstClr val="black"/>
              </a:solidFill>
            </a:endParaRPr>
          </a:p>
        </p:txBody>
      </p:sp>
      <p:sp>
        <p:nvSpPr>
          <p:cNvPr id="23" name="矩形 22"/>
          <p:cNvSpPr/>
          <p:nvPr/>
        </p:nvSpPr>
        <p:spPr>
          <a:xfrm>
            <a:off x="3563888" y="4115856"/>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2</a:t>
            </a:r>
            <a:endParaRPr lang="zh-CN" altLang="en-US" sz="2000" baseline="-25000" dirty="0">
              <a:solidFill>
                <a:prstClr val="black"/>
              </a:solidFill>
            </a:endParaRPr>
          </a:p>
        </p:txBody>
      </p:sp>
      <p:sp>
        <p:nvSpPr>
          <p:cNvPr id="29" name="矩形 28"/>
          <p:cNvSpPr/>
          <p:nvPr/>
        </p:nvSpPr>
        <p:spPr>
          <a:xfrm>
            <a:off x="4024100" y="1170287"/>
            <a:ext cx="103586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1</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9" name="矩形 38"/>
          <p:cNvSpPr/>
          <p:nvPr/>
        </p:nvSpPr>
        <p:spPr>
          <a:xfrm>
            <a:off x="3923928" y="1639564"/>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0" name="矩形 39"/>
          <p:cNvSpPr/>
          <p:nvPr/>
        </p:nvSpPr>
        <p:spPr>
          <a:xfrm>
            <a:off x="3923928" y="2071612"/>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1" name="矩形 40"/>
          <p:cNvSpPr/>
          <p:nvPr/>
        </p:nvSpPr>
        <p:spPr>
          <a:xfrm>
            <a:off x="3923928" y="2503660"/>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2" name="矩形 41"/>
          <p:cNvSpPr/>
          <p:nvPr/>
        </p:nvSpPr>
        <p:spPr>
          <a:xfrm>
            <a:off x="3923928"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3" name="矩形 42"/>
          <p:cNvSpPr/>
          <p:nvPr/>
        </p:nvSpPr>
        <p:spPr>
          <a:xfrm>
            <a:off x="3923928"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4" name="矩形 43"/>
          <p:cNvSpPr/>
          <p:nvPr/>
        </p:nvSpPr>
        <p:spPr>
          <a:xfrm>
            <a:off x="3923928" y="3799804"/>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5" name="矩形 44"/>
          <p:cNvSpPr/>
          <p:nvPr/>
        </p:nvSpPr>
        <p:spPr>
          <a:xfrm>
            <a:off x="3923928" y="4231852"/>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6" name="矩形 45"/>
          <p:cNvSpPr/>
          <p:nvPr/>
        </p:nvSpPr>
        <p:spPr>
          <a:xfrm>
            <a:off x="4040195" y="1563638"/>
            <a:ext cx="103105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2</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48" name="矩形 47"/>
          <p:cNvSpPr/>
          <p:nvPr/>
        </p:nvSpPr>
        <p:spPr>
          <a:xfrm>
            <a:off x="4040195" y="2058402"/>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0" name="矩形 49"/>
          <p:cNvSpPr/>
          <p:nvPr/>
        </p:nvSpPr>
        <p:spPr>
          <a:xfrm>
            <a:off x="4045005" y="2490450"/>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1" name="矩形 50"/>
          <p:cNvSpPr/>
          <p:nvPr/>
        </p:nvSpPr>
        <p:spPr>
          <a:xfrm>
            <a:off x="4343926" y="2922498"/>
            <a:ext cx="415498"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40</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2" name="矩形 51"/>
          <p:cNvSpPr/>
          <p:nvPr/>
        </p:nvSpPr>
        <p:spPr>
          <a:xfrm>
            <a:off x="4343926"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3" name="矩形 52"/>
          <p:cNvSpPr/>
          <p:nvPr/>
        </p:nvSpPr>
        <p:spPr>
          <a:xfrm>
            <a:off x="4343926" y="378659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4" name="矩形 53"/>
          <p:cNvSpPr/>
          <p:nvPr/>
        </p:nvSpPr>
        <p:spPr>
          <a:xfrm>
            <a:off x="4343926" y="415592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1" name="矩形 30"/>
          <p:cNvSpPr/>
          <p:nvPr/>
        </p:nvSpPr>
        <p:spPr>
          <a:xfrm>
            <a:off x="5304153" y="1240828"/>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2" name="矩形 31"/>
          <p:cNvSpPr/>
          <p:nvPr/>
        </p:nvSpPr>
        <p:spPr>
          <a:xfrm>
            <a:off x="5712078" y="119430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3" name="矩形 32"/>
          <p:cNvSpPr/>
          <p:nvPr/>
        </p:nvSpPr>
        <p:spPr>
          <a:xfrm>
            <a:off x="5292080" y="1672876"/>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4" name="矩形 33"/>
          <p:cNvSpPr/>
          <p:nvPr/>
        </p:nvSpPr>
        <p:spPr>
          <a:xfrm>
            <a:off x="5700005" y="162635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5" name="矩形 34"/>
          <p:cNvSpPr/>
          <p:nvPr/>
        </p:nvSpPr>
        <p:spPr>
          <a:xfrm>
            <a:off x="5292080" y="2104924"/>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6" name="矩形 35"/>
          <p:cNvSpPr/>
          <p:nvPr/>
        </p:nvSpPr>
        <p:spPr>
          <a:xfrm>
            <a:off x="5700005" y="2058402"/>
            <a:ext cx="415498"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40</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7" name="矩形 36"/>
          <p:cNvSpPr/>
          <p:nvPr/>
        </p:nvSpPr>
        <p:spPr>
          <a:xfrm>
            <a:off x="5292080" y="2536972"/>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8" name="矩形 37"/>
          <p:cNvSpPr/>
          <p:nvPr/>
        </p:nvSpPr>
        <p:spPr>
          <a:xfrm>
            <a:off x="5700005" y="2490450"/>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7</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65751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1"/>
                                        </p:tgtEl>
                                        <p:attrNameLst>
                                          <p:attrName>style.visibility</p:attrName>
                                        </p:attrNameLst>
                                      </p:cBhvr>
                                      <p:to>
                                        <p:strVal val="visible"/>
                                      </p:to>
                                    </p:set>
                                    <p:anim calcmode="lin" valueType="num">
                                      <p:cBhvr>
                                        <p:cTn id="7" dur="500" fill="hold"/>
                                        <p:tgtEl>
                                          <p:spTgt spid="51"/>
                                        </p:tgtEl>
                                        <p:attrNameLst>
                                          <p:attrName>ppt_w</p:attrName>
                                        </p:attrNameLst>
                                      </p:cBhvr>
                                      <p:tavLst>
                                        <p:tav tm="0">
                                          <p:val>
                                            <p:fltVal val="0"/>
                                          </p:val>
                                        </p:tav>
                                        <p:tav tm="100000">
                                          <p:val>
                                            <p:strVal val="#ppt_w"/>
                                          </p:val>
                                        </p:tav>
                                      </p:tavLst>
                                    </p:anim>
                                    <p:anim calcmode="lin" valueType="num">
                                      <p:cBhvr>
                                        <p:cTn id="8" dur="500" fill="hold"/>
                                        <p:tgtEl>
                                          <p:spTgt spid="51"/>
                                        </p:tgtEl>
                                        <p:attrNameLst>
                                          <p:attrName>ppt_h</p:attrName>
                                        </p:attrNameLst>
                                      </p:cBhvr>
                                      <p:tavLst>
                                        <p:tav tm="0">
                                          <p:val>
                                            <p:fltVal val="0"/>
                                          </p:val>
                                        </p:tav>
                                        <p:tav tm="100000">
                                          <p:val>
                                            <p:strVal val="#ppt_h"/>
                                          </p:val>
                                        </p:tav>
                                      </p:tavLst>
                                    </p:anim>
                                    <p:animEffect transition="in" filter="fade">
                                      <p:cBhvr>
                                        <p:cTn id="9"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a+b,a-b,a,a</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 name="矩形 1"/>
          <p:cNvSpPr/>
          <p:nvPr/>
        </p:nvSpPr>
        <p:spPr>
          <a:xfrm>
            <a:off x="3936000" y="1216809"/>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 name="矩形 2"/>
          <p:cNvSpPr/>
          <p:nvPr/>
        </p:nvSpPr>
        <p:spPr>
          <a:xfrm>
            <a:off x="3559607" y="1131590"/>
            <a:ext cx="370614" cy="400110"/>
          </a:xfrm>
          <a:prstGeom prst="rect">
            <a:avLst/>
          </a:prstGeom>
        </p:spPr>
        <p:txBody>
          <a:bodyPr wrap="none">
            <a:spAutoFit/>
          </a:bodyPr>
          <a:lstStyle/>
          <a:p>
            <a:r>
              <a:rPr lang="en-US" altLang="zh-CN" sz="2000" dirty="0">
                <a:solidFill>
                  <a:prstClr val="black"/>
                </a:solidFill>
              </a:rPr>
              <a:t>w</a:t>
            </a:r>
            <a:endParaRPr lang="zh-CN" altLang="en-US" sz="2000" dirty="0">
              <a:solidFill>
                <a:prstClr val="black"/>
              </a:solidFill>
            </a:endParaRPr>
          </a:p>
        </p:txBody>
      </p:sp>
      <p:sp>
        <p:nvSpPr>
          <p:cNvPr id="9" name="矩形 8"/>
          <p:cNvSpPr/>
          <p:nvPr/>
        </p:nvSpPr>
        <p:spPr>
          <a:xfrm>
            <a:off x="3563888" y="1523568"/>
            <a:ext cx="312906" cy="400110"/>
          </a:xfrm>
          <a:prstGeom prst="rect">
            <a:avLst/>
          </a:prstGeom>
        </p:spPr>
        <p:txBody>
          <a:bodyPr wrap="none">
            <a:spAutoFit/>
          </a:bodyPr>
          <a:lstStyle/>
          <a:p>
            <a:r>
              <a:rPr lang="en-US" altLang="zh-CN" sz="2000" dirty="0">
                <a:solidFill>
                  <a:prstClr val="black"/>
                </a:solidFill>
              </a:rPr>
              <a:t>x</a:t>
            </a:r>
            <a:endParaRPr lang="zh-CN" altLang="en-US" sz="2000" dirty="0">
              <a:solidFill>
                <a:prstClr val="black"/>
              </a:solidFill>
            </a:endParaRPr>
          </a:p>
        </p:txBody>
      </p:sp>
      <p:sp>
        <p:nvSpPr>
          <p:cNvPr id="11" name="矩形 10"/>
          <p:cNvSpPr/>
          <p:nvPr/>
        </p:nvSpPr>
        <p:spPr>
          <a:xfrm>
            <a:off x="3563888" y="1955616"/>
            <a:ext cx="312906" cy="400110"/>
          </a:xfrm>
          <a:prstGeom prst="rect">
            <a:avLst/>
          </a:prstGeom>
        </p:spPr>
        <p:txBody>
          <a:bodyPr wrap="none">
            <a:spAutoFit/>
          </a:bodyPr>
          <a:lstStyle/>
          <a:p>
            <a:r>
              <a:rPr lang="en-US" altLang="zh-CN" sz="2000" dirty="0">
                <a:solidFill>
                  <a:prstClr val="black"/>
                </a:solidFill>
              </a:rPr>
              <a:t>y</a:t>
            </a:r>
            <a:endParaRPr lang="zh-CN" altLang="en-US" sz="2000" dirty="0">
              <a:solidFill>
                <a:prstClr val="black"/>
              </a:solidFill>
            </a:endParaRPr>
          </a:p>
        </p:txBody>
      </p:sp>
      <p:sp>
        <p:nvSpPr>
          <p:cNvPr id="13" name="矩形 12"/>
          <p:cNvSpPr/>
          <p:nvPr/>
        </p:nvSpPr>
        <p:spPr>
          <a:xfrm>
            <a:off x="3563888" y="2387664"/>
            <a:ext cx="298480" cy="400110"/>
          </a:xfrm>
          <a:prstGeom prst="rect">
            <a:avLst/>
          </a:prstGeom>
        </p:spPr>
        <p:txBody>
          <a:bodyPr wrap="none">
            <a:spAutoFit/>
          </a:bodyPr>
          <a:lstStyle/>
          <a:p>
            <a:r>
              <a:rPr lang="en-US" altLang="zh-CN" sz="2000" dirty="0">
                <a:solidFill>
                  <a:prstClr val="black"/>
                </a:solidFill>
              </a:rPr>
              <a:t>z</a:t>
            </a:r>
            <a:endParaRPr lang="zh-CN" altLang="en-US" sz="2000" dirty="0">
              <a:solidFill>
                <a:prstClr val="black"/>
              </a:solidFill>
            </a:endParaRPr>
          </a:p>
        </p:txBody>
      </p:sp>
      <p:sp>
        <p:nvSpPr>
          <p:cNvPr id="15" name="矩形 14"/>
          <p:cNvSpPr/>
          <p:nvPr/>
        </p:nvSpPr>
        <p:spPr>
          <a:xfrm>
            <a:off x="3563888"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19" name="矩形 18"/>
          <p:cNvSpPr/>
          <p:nvPr/>
        </p:nvSpPr>
        <p:spPr>
          <a:xfrm>
            <a:off x="3563888"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21" name="矩形 20"/>
          <p:cNvSpPr/>
          <p:nvPr/>
        </p:nvSpPr>
        <p:spPr>
          <a:xfrm>
            <a:off x="3563888" y="3683808"/>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1</a:t>
            </a:r>
            <a:endParaRPr lang="zh-CN" altLang="en-US" sz="2000" baseline="-25000" dirty="0">
              <a:solidFill>
                <a:prstClr val="black"/>
              </a:solidFill>
            </a:endParaRPr>
          </a:p>
        </p:txBody>
      </p:sp>
      <p:sp>
        <p:nvSpPr>
          <p:cNvPr id="23" name="矩形 22"/>
          <p:cNvSpPr/>
          <p:nvPr/>
        </p:nvSpPr>
        <p:spPr>
          <a:xfrm>
            <a:off x="3563888" y="4115856"/>
            <a:ext cx="354584" cy="400110"/>
          </a:xfrm>
          <a:prstGeom prst="rect">
            <a:avLst/>
          </a:prstGeom>
        </p:spPr>
        <p:txBody>
          <a:bodyPr wrap="none">
            <a:spAutoFit/>
          </a:bodyPr>
          <a:lstStyle/>
          <a:p>
            <a:r>
              <a:rPr lang="en-US" altLang="zh-CN" sz="2000" dirty="0">
                <a:solidFill>
                  <a:prstClr val="black"/>
                </a:solidFill>
              </a:rPr>
              <a:t>t</a:t>
            </a:r>
            <a:r>
              <a:rPr lang="en-US" altLang="zh-CN" sz="2000" baseline="-25000" dirty="0">
                <a:solidFill>
                  <a:prstClr val="black"/>
                </a:solidFill>
              </a:rPr>
              <a:t>2</a:t>
            </a:r>
            <a:endParaRPr lang="zh-CN" altLang="en-US" sz="2000" baseline="-25000" dirty="0">
              <a:solidFill>
                <a:prstClr val="black"/>
              </a:solidFill>
            </a:endParaRPr>
          </a:p>
        </p:txBody>
      </p:sp>
      <p:sp>
        <p:nvSpPr>
          <p:cNvPr id="29" name="矩形 28"/>
          <p:cNvSpPr/>
          <p:nvPr/>
        </p:nvSpPr>
        <p:spPr>
          <a:xfrm>
            <a:off x="4024100" y="1170287"/>
            <a:ext cx="103586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1</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9" name="矩形 38"/>
          <p:cNvSpPr/>
          <p:nvPr/>
        </p:nvSpPr>
        <p:spPr>
          <a:xfrm>
            <a:off x="3923928" y="1639564"/>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0" name="矩形 39"/>
          <p:cNvSpPr/>
          <p:nvPr/>
        </p:nvSpPr>
        <p:spPr>
          <a:xfrm>
            <a:off x="3923928" y="2071612"/>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1" name="矩形 40"/>
          <p:cNvSpPr/>
          <p:nvPr/>
        </p:nvSpPr>
        <p:spPr>
          <a:xfrm>
            <a:off x="3923928" y="2503660"/>
            <a:ext cx="1212063" cy="284114"/>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2" name="矩形 41"/>
          <p:cNvSpPr/>
          <p:nvPr/>
        </p:nvSpPr>
        <p:spPr>
          <a:xfrm>
            <a:off x="3923928"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3" name="矩形 42"/>
          <p:cNvSpPr/>
          <p:nvPr/>
        </p:nvSpPr>
        <p:spPr>
          <a:xfrm>
            <a:off x="3923928"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4" name="矩形 43"/>
          <p:cNvSpPr/>
          <p:nvPr/>
        </p:nvSpPr>
        <p:spPr>
          <a:xfrm>
            <a:off x="3923928" y="3799804"/>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5" name="矩形 44"/>
          <p:cNvSpPr/>
          <p:nvPr/>
        </p:nvSpPr>
        <p:spPr>
          <a:xfrm>
            <a:off x="3923928" y="4231852"/>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6" name="矩形 45"/>
          <p:cNvSpPr/>
          <p:nvPr/>
        </p:nvSpPr>
        <p:spPr>
          <a:xfrm>
            <a:off x="4040195" y="1563638"/>
            <a:ext cx="1031051"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t</a:t>
            </a:r>
            <a:r>
              <a:rPr lang="en-US" altLang="zh-CN" sz="1800" baseline="-25000" dirty="0">
                <a:solidFill>
                  <a:prstClr val="black"/>
                </a:solidFill>
                <a:ea typeface="华文楷体" panose="02010600040101010101" pitchFamily="2" charset="-122"/>
                <a:cs typeface="Times New Roman" panose="02020603050405020304" pitchFamily="18" charset="0"/>
              </a:rPr>
              <a:t>2</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48" name="矩形 47"/>
          <p:cNvSpPr/>
          <p:nvPr/>
        </p:nvSpPr>
        <p:spPr>
          <a:xfrm>
            <a:off x="4040195" y="2058402"/>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0" name="矩形 49"/>
          <p:cNvSpPr/>
          <p:nvPr/>
        </p:nvSpPr>
        <p:spPr>
          <a:xfrm>
            <a:off x="4045005" y="2490450"/>
            <a:ext cx="992579" cy="369332"/>
          </a:xfrm>
          <a:prstGeom prst="rect">
            <a:avLst/>
          </a:prstGeom>
        </p:spPr>
        <p:txBody>
          <a:bodyPr wrap="none">
            <a:spAutoFit/>
          </a:bodyPr>
          <a:lstStyle/>
          <a:p>
            <a:r>
              <a:rPr lang="en-US" altLang="zh-CN" sz="1800" dirty="0">
                <a:solidFill>
                  <a:prstClr val="black"/>
                </a:solidFill>
                <a:ea typeface="华文楷体" panose="02010600040101010101" pitchFamily="2" charset="-122"/>
                <a:cs typeface="Times New Roman" panose="02020603050405020304" pitchFamily="18" charset="0"/>
              </a:rPr>
              <a:t>a</a:t>
            </a:r>
            <a:r>
              <a:rPr lang="zh-CN" altLang="en-US" sz="1800" dirty="0">
                <a:solidFill>
                  <a:srgbClr val="000000"/>
                </a:solidFill>
                <a:ea typeface="华文楷体" panose="02010600040101010101" pitchFamily="2" charset="-122"/>
                <a:cs typeface="Times New Roman" panose="02020603050405020304" pitchFamily="18" charset="0"/>
              </a:rPr>
              <a:t>的地址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1" name="矩形 50"/>
          <p:cNvSpPr/>
          <p:nvPr/>
        </p:nvSpPr>
        <p:spPr>
          <a:xfrm>
            <a:off x="4343926" y="292249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7</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2" name="矩形 51"/>
          <p:cNvSpPr/>
          <p:nvPr/>
        </p:nvSpPr>
        <p:spPr>
          <a:xfrm>
            <a:off x="4343926"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3" name="矩形 52"/>
          <p:cNvSpPr/>
          <p:nvPr/>
        </p:nvSpPr>
        <p:spPr>
          <a:xfrm>
            <a:off x="4343926" y="378659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4" name="矩形 53"/>
          <p:cNvSpPr/>
          <p:nvPr/>
        </p:nvSpPr>
        <p:spPr>
          <a:xfrm>
            <a:off x="4343926" y="415592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1" name="矩形 30"/>
          <p:cNvSpPr/>
          <p:nvPr/>
        </p:nvSpPr>
        <p:spPr>
          <a:xfrm>
            <a:off x="5304153" y="1240828"/>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2" name="矩形 31"/>
          <p:cNvSpPr/>
          <p:nvPr/>
        </p:nvSpPr>
        <p:spPr>
          <a:xfrm>
            <a:off x="5712078" y="119430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8</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3" name="矩形 32"/>
          <p:cNvSpPr/>
          <p:nvPr/>
        </p:nvSpPr>
        <p:spPr>
          <a:xfrm>
            <a:off x="5292080" y="1672876"/>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4" name="矩形 33"/>
          <p:cNvSpPr/>
          <p:nvPr/>
        </p:nvSpPr>
        <p:spPr>
          <a:xfrm>
            <a:off x="5700005" y="1626354"/>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2</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5" name="矩形 34"/>
          <p:cNvSpPr/>
          <p:nvPr/>
        </p:nvSpPr>
        <p:spPr>
          <a:xfrm>
            <a:off x="5292080" y="2104924"/>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6" name="矩形 35"/>
          <p:cNvSpPr/>
          <p:nvPr/>
        </p:nvSpPr>
        <p:spPr>
          <a:xfrm>
            <a:off x="5700005" y="2058402"/>
            <a:ext cx="415498"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40</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7" name="矩形 36"/>
          <p:cNvSpPr/>
          <p:nvPr/>
        </p:nvSpPr>
        <p:spPr>
          <a:xfrm>
            <a:off x="5292080" y="2536972"/>
            <a:ext cx="1212063" cy="284114"/>
          </a:xfrm>
          <a:prstGeom prst="rect">
            <a:avLst/>
          </a:prstGeom>
          <a:solidFill>
            <a:schemeClr val="accent3">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8" name="矩形 37"/>
          <p:cNvSpPr/>
          <p:nvPr/>
        </p:nvSpPr>
        <p:spPr>
          <a:xfrm>
            <a:off x="5700005" y="2490450"/>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7</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661841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1"/>
                                        </p:tgtEl>
                                        <p:attrNameLst>
                                          <p:attrName>style.visibility</p:attrName>
                                        </p:attrNameLst>
                                      </p:cBhvr>
                                      <p:to>
                                        <p:strVal val="visible"/>
                                      </p:to>
                                    </p:set>
                                    <p:anim calcmode="lin" valueType="num">
                                      <p:cBhvr>
                                        <p:cTn id="7" dur="500" fill="hold"/>
                                        <p:tgtEl>
                                          <p:spTgt spid="51"/>
                                        </p:tgtEl>
                                        <p:attrNameLst>
                                          <p:attrName>ppt_w</p:attrName>
                                        </p:attrNameLst>
                                      </p:cBhvr>
                                      <p:tavLst>
                                        <p:tav tm="0">
                                          <p:val>
                                            <p:fltVal val="0"/>
                                          </p:val>
                                        </p:tav>
                                        <p:tav tm="100000">
                                          <p:val>
                                            <p:strVal val="#ppt_w"/>
                                          </p:val>
                                        </p:tav>
                                      </p:tavLst>
                                    </p:anim>
                                    <p:anim calcmode="lin" valueType="num">
                                      <p:cBhvr>
                                        <p:cTn id="8" dur="500" fill="hold"/>
                                        <p:tgtEl>
                                          <p:spTgt spid="51"/>
                                        </p:tgtEl>
                                        <p:attrNameLst>
                                          <p:attrName>ppt_h</p:attrName>
                                        </p:attrNameLst>
                                      </p:cBhvr>
                                      <p:tavLst>
                                        <p:tav tm="0">
                                          <p:val>
                                            <p:fltVal val="0"/>
                                          </p:val>
                                        </p:tav>
                                        <p:tav tm="100000">
                                          <p:val>
                                            <p:strVal val="#ppt_h"/>
                                          </p:val>
                                        </p:tav>
                                      </p:tavLst>
                                    </p:anim>
                                    <p:animEffect transition="in" filter="fade">
                                      <p:cBhvr>
                                        <p:cTn id="9"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en-US" altLang="zh-CN"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7.5.4 </a:t>
            </a:r>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传名</a:t>
            </a:r>
            <a:r>
              <a:rPr lang="zh-CN" altLang="en-US" sz="3000" dirty="0">
                <a:solidFill>
                  <a:schemeClr val="tx1"/>
                </a:solidFill>
                <a:ea typeface="微软雅黑" panose="020B0503020204020204" pitchFamily="34" charset="-122"/>
                <a:cs typeface="Times New Roman" panose="02020603050405020304" pitchFamily="18" charset="0"/>
              </a:rPr>
              <a:t>（</a:t>
            </a:r>
            <a:r>
              <a:rPr lang="en-US" altLang="zh-CN" sz="3000" dirty="0">
                <a:solidFill>
                  <a:schemeClr val="tx1"/>
                </a:solidFill>
                <a:ea typeface="微软雅黑" panose="020B0503020204020204" pitchFamily="34" charset="-122"/>
                <a:cs typeface="Times New Roman" panose="02020603050405020304" pitchFamily="18" charset="0"/>
              </a:rPr>
              <a:t>Call- by-Name</a:t>
            </a:r>
            <a:r>
              <a:rPr lang="zh-CN" altLang="en-US" sz="3000" dirty="0">
                <a:solidFill>
                  <a:schemeClr val="tx1"/>
                </a:solidFill>
                <a:ea typeface="微软雅黑" panose="020B0503020204020204" pitchFamily="34" charset="-122"/>
                <a:cs typeface="Times New Roman" panose="02020603050405020304" pitchFamily="18" charset="0"/>
              </a:rPr>
              <a:t>）</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lvl="0">
              <a:lnSpc>
                <a:spcPts val="3000"/>
              </a:lnSpc>
              <a:buClrTx/>
              <a:buFont typeface="Wingdings" pitchFamily="2" charset="2"/>
              <a:buChar char="Ø"/>
              <a:defRPr/>
            </a:pPr>
            <a:r>
              <a:rPr lang="zh-CN" altLang="en-US" b="1" dirty="0">
                <a:solidFill>
                  <a:prstClr val="black"/>
                </a:solidFill>
                <a:cs typeface="Times New Roman" pitchFamily="18" charset="0"/>
              </a:rPr>
              <a:t>相当于把</a:t>
            </a:r>
            <a:r>
              <a:rPr lang="zh-CN" altLang="en-US" b="1" dirty="0">
                <a:solidFill>
                  <a:schemeClr val="tx2">
                    <a:lumMod val="60000"/>
                    <a:lumOff val="40000"/>
                  </a:schemeClr>
                </a:solidFill>
                <a:cs typeface="Times New Roman" pitchFamily="18" charset="0"/>
              </a:rPr>
              <a:t>被调用过程</a:t>
            </a:r>
            <a:r>
              <a:rPr lang="zh-CN" altLang="en-US" b="1" dirty="0">
                <a:solidFill>
                  <a:prstClr val="black"/>
                </a:solidFill>
                <a:cs typeface="Times New Roman" pitchFamily="18" charset="0"/>
              </a:rPr>
              <a:t>的过程体</a:t>
            </a:r>
            <a:r>
              <a:rPr lang="zh-CN" altLang="en-US" b="1" dirty="0">
                <a:solidFill>
                  <a:schemeClr val="tx2">
                    <a:lumMod val="60000"/>
                    <a:lumOff val="40000"/>
                  </a:schemeClr>
                </a:solidFill>
                <a:cs typeface="Times New Roman" pitchFamily="18" charset="0"/>
              </a:rPr>
              <a:t>抄</a:t>
            </a:r>
            <a:r>
              <a:rPr lang="zh-CN" altLang="en-US" b="1" dirty="0">
                <a:solidFill>
                  <a:prstClr val="black"/>
                </a:solidFill>
                <a:cs typeface="Times New Roman" pitchFamily="18" charset="0"/>
              </a:rPr>
              <a:t>到调用出现的地方，但把其中出现的</a:t>
            </a:r>
            <a:r>
              <a:rPr lang="zh-CN" altLang="en-US" b="1" dirty="0">
                <a:solidFill>
                  <a:schemeClr val="tx2">
                    <a:lumMod val="60000"/>
                    <a:lumOff val="40000"/>
                  </a:schemeClr>
                </a:solidFill>
                <a:cs typeface="Times New Roman" pitchFamily="18" charset="0"/>
              </a:rPr>
              <a:t>形参</a:t>
            </a:r>
            <a:r>
              <a:rPr lang="zh-CN" altLang="en-US" b="1" dirty="0">
                <a:solidFill>
                  <a:prstClr val="black"/>
                </a:solidFill>
                <a:cs typeface="Times New Roman" pitchFamily="18" charset="0"/>
              </a:rPr>
              <a:t>都替换成相应的</a:t>
            </a:r>
            <a:r>
              <a:rPr lang="zh-CN" altLang="en-US" b="1" dirty="0">
                <a:solidFill>
                  <a:schemeClr val="tx2">
                    <a:lumMod val="60000"/>
                    <a:lumOff val="40000"/>
                  </a:schemeClr>
                </a:solidFill>
                <a:cs typeface="Times New Roman" pitchFamily="18" charset="0"/>
              </a:rPr>
              <a:t>实参</a:t>
            </a:r>
            <a:endParaRPr lang="en-US" altLang="zh-CN" b="1" dirty="0">
              <a:solidFill>
                <a:schemeClr val="tx2">
                  <a:lumMod val="60000"/>
                  <a:lumOff val="40000"/>
                </a:schemeClr>
              </a:solidFill>
              <a:cs typeface="Times New Roman" pitchFamily="18" charset="0"/>
            </a:endParaRPr>
          </a:p>
          <a:p>
            <a:pPr lvl="0">
              <a:lnSpc>
                <a:spcPts val="3000"/>
              </a:lnSpc>
              <a:buClrTx/>
              <a:buFont typeface="Wingdings" pitchFamily="2" charset="2"/>
              <a:buChar char="Ø"/>
              <a:defRPr/>
            </a:pPr>
            <a:r>
              <a:rPr lang="zh-CN" altLang="en-US" b="1" dirty="0">
                <a:solidFill>
                  <a:prstClr val="black"/>
                </a:solidFill>
                <a:cs typeface="Times New Roman" pitchFamily="18" charset="0"/>
              </a:rPr>
              <a:t>实现方法</a:t>
            </a:r>
            <a:endParaRPr lang="en-US" altLang="zh-CN" b="1" dirty="0">
              <a:solidFill>
                <a:prstClr val="black"/>
              </a:solidFill>
              <a:cs typeface="Times New Roman" pitchFamily="18" charset="0"/>
            </a:endParaRPr>
          </a:p>
          <a:p>
            <a:pPr lvl="1">
              <a:lnSpc>
                <a:spcPts val="3000"/>
              </a:lnSpc>
              <a:buClr>
                <a:schemeClr val="tx1"/>
              </a:buClr>
              <a:buFont typeface="Wingdings" pitchFamily="2" charset="2"/>
              <a:buChar char="Ø"/>
              <a:defRPr/>
            </a:pPr>
            <a:r>
              <a:rPr lang="zh-CN" altLang="en-US" sz="2000" b="1" dirty="0">
                <a:solidFill>
                  <a:schemeClr val="tx1"/>
                </a:solidFill>
                <a:cs typeface="Times New Roman" pitchFamily="18" charset="0"/>
              </a:rPr>
              <a:t>在进入</a:t>
            </a:r>
            <a:r>
              <a:rPr lang="zh-CN" altLang="en-US" sz="2000" b="1" dirty="0">
                <a:solidFill>
                  <a:schemeClr val="tx2">
                    <a:lumMod val="60000"/>
                    <a:lumOff val="40000"/>
                  </a:schemeClr>
                </a:solidFill>
                <a:cs typeface="Times New Roman" pitchFamily="18" charset="0"/>
              </a:rPr>
              <a:t>被调用过程</a:t>
            </a:r>
            <a:r>
              <a:rPr lang="zh-CN" altLang="en-US" sz="2000" b="1" dirty="0">
                <a:solidFill>
                  <a:schemeClr val="tx1"/>
                </a:solidFill>
                <a:cs typeface="Times New Roman" pitchFamily="18" charset="0"/>
              </a:rPr>
              <a:t>之前不对实参预先进行计值，而是让过程体中每当使用到相应的实参时才逐次对它实行计值（或计算地址）</a:t>
            </a:r>
            <a:endParaRPr lang="en-US" altLang="zh-CN" sz="2000" b="1" dirty="0">
              <a:solidFill>
                <a:schemeClr val="tx1"/>
              </a:solidFill>
              <a:cs typeface="Times New Roman" pitchFamily="18" charset="0"/>
            </a:endParaRPr>
          </a:p>
          <a:p>
            <a:pPr lvl="1">
              <a:lnSpc>
                <a:spcPts val="3000"/>
              </a:lnSpc>
              <a:buClr>
                <a:schemeClr val="tx1"/>
              </a:buClr>
              <a:buFont typeface="Wingdings" pitchFamily="2" charset="2"/>
              <a:buChar char="Ø"/>
              <a:defRPr/>
            </a:pPr>
            <a:r>
              <a:rPr lang="zh-CN" altLang="en-US" sz="2000" b="1" dirty="0">
                <a:solidFill>
                  <a:prstClr val="black"/>
                </a:solidFill>
                <a:cs typeface="Times New Roman" pitchFamily="18" charset="0"/>
              </a:rPr>
              <a:t>通常把</a:t>
            </a:r>
            <a:r>
              <a:rPr lang="zh-CN" altLang="en-US" sz="2000" b="1" dirty="0">
                <a:solidFill>
                  <a:schemeClr val="tx2">
                    <a:lumMod val="60000"/>
                    <a:lumOff val="40000"/>
                  </a:schemeClr>
                </a:solidFill>
                <a:cs typeface="Times New Roman" pitchFamily="18" charset="0"/>
              </a:rPr>
              <a:t>实参</a:t>
            </a:r>
            <a:r>
              <a:rPr lang="zh-CN" altLang="en-US" sz="2000" b="1" dirty="0">
                <a:solidFill>
                  <a:prstClr val="black"/>
                </a:solidFill>
                <a:cs typeface="Times New Roman" pitchFamily="18" charset="0"/>
              </a:rPr>
              <a:t>处理成一个子程序（称为参数子程序），每当过程体中使用到相应的实参时就调用这个子程序</a:t>
            </a:r>
            <a:endParaRPr lang="zh-CN" altLang="en-US" sz="2000" b="1" dirty="0">
              <a:solidFill>
                <a:srgbClr val="FF0000"/>
              </a:solidFill>
              <a:cs typeface="Times New Roman" pitchFamily="18" charset="0"/>
            </a:endParaRPr>
          </a:p>
          <a:p>
            <a:pPr lvl="0">
              <a:lnSpc>
                <a:spcPts val="3000"/>
              </a:lnSpc>
              <a:buClrTx/>
              <a:buFont typeface="Wingdings" pitchFamily="2" charset="2"/>
              <a:buChar char="Ø"/>
              <a:defRPr/>
            </a:pPr>
            <a:r>
              <a:rPr lang="zh-CN" altLang="en-US" b="1" dirty="0">
                <a:solidFill>
                  <a:prstClr val="black"/>
                </a:solidFill>
                <a:cs typeface="Times New Roman" pitchFamily="18" charset="0"/>
              </a:rPr>
              <a:t>例：</a:t>
            </a:r>
            <a:r>
              <a:rPr lang="en-US" altLang="zh-CN" b="1" dirty="0">
                <a:solidFill>
                  <a:prstClr val="black"/>
                </a:solidFill>
                <a:cs typeface="Times New Roman" pitchFamily="18" charset="0"/>
              </a:rPr>
              <a:t>ALGOL60</a:t>
            </a:r>
          </a:p>
          <a:p>
            <a:pPr lvl="0">
              <a:lnSpc>
                <a:spcPts val="3000"/>
              </a:lnSpc>
              <a:buClrTx/>
              <a:buFont typeface="Wingdings" pitchFamily="2" charset="2"/>
              <a:buChar char="Ø"/>
              <a:defRPr/>
            </a:pPr>
            <a:endParaRPr lang="en-US" altLang="zh-CN" b="1" dirty="0">
              <a:solidFill>
                <a:prstClr val="black"/>
              </a:solidFill>
              <a:cs typeface="Times New Roman" pitchFamily="18" charset="0"/>
            </a:endParaRPr>
          </a:p>
        </p:txBody>
      </p:sp>
    </p:spTree>
    <p:extLst>
      <p:ext uri="{BB962C8B-B14F-4D97-AF65-F5344CB8AC3E}">
        <p14:creationId xmlns:p14="http://schemas.microsoft.com/office/powerpoint/2010/main" val="294534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 calcmode="lin" valueType="num">
                                      <p:cBhvr>
                                        <p:cTn id="7" dur="500" fill="hold"/>
                                        <p:tgtEl>
                                          <p:spTgt spid="5">
                                            <p:txEl>
                                              <p:pRg st="1" end="1"/>
                                            </p:txEl>
                                          </p:spTgt>
                                        </p:tgtEl>
                                        <p:attrNameLst>
                                          <p:attrName>ppt_w</p:attrName>
                                        </p:attrNameLst>
                                      </p:cBhvr>
                                      <p:tavLst>
                                        <p:tav tm="0">
                                          <p:val>
                                            <p:fltVal val="0"/>
                                          </p:val>
                                        </p:tav>
                                        <p:tav tm="100000">
                                          <p:val>
                                            <p:strVal val="#ppt_w"/>
                                          </p:val>
                                        </p:tav>
                                      </p:tavLst>
                                    </p:anim>
                                    <p:anim calcmode="lin" valueType="num">
                                      <p:cBhvr>
                                        <p:cTn id="8" dur="500" fill="hold"/>
                                        <p:tgtEl>
                                          <p:spTgt spid="5">
                                            <p:txEl>
                                              <p:pRg st="1" end="1"/>
                                            </p:txEl>
                                          </p:spTgt>
                                        </p:tgtEl>
                                        <p:attrNameLst>
                                          <p:attrName>ppt_h</p:attrName>
                                        </p:attrNameLst>
                                      </p:cBhvr>
                                      <p:tavLst>
                                        <p:tav tm="0">
                                          <p:val>
                                            <p:fltVal val="0"/>
                                          </p:val>
                                        </p:tav>
                                        <p:tav tm="100000">
                                          <p:val>
                                            <p:strVal val="#ppt_h"/>
                                          </p:val>
                                        </p:tav>
                                      </p:tavLst>
                                    </p:anim>
                                    <p:animEffect transition="in" filter="fade">
                                      <p:cBhvr>
                                        <p:cTn id="9" dur="500"/>
                                        <p:tgtEl>
                                          <p:spTgt spid="5">
                                            <p:txEl>
                                              <p:pRg st="1" end="1"/>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5">
                                            <p:txEl>
                                              <p:pRg st="4" end="4"/>
                                            </p:txEl>
                                          </p:spTgt>
                                        </p:tgtEl>
                                        <p:attrNameLst>
                                          <p:attrName>style.visibility</p:attrName>
                                        </p:attrNameLst>
                                      </p:cBhvr>
                                      <p:to>
                                        <p:strVal val="visible"/>
                                      </p:to>
                                    </p:set>
                                    <p:anim calcmode="lin" valueType="num">
                                      <p:cBhvr>
                                        <p:cTn id="14" dur="500" fill="hold"/>
                                        <p:tgtEl>
                                          <p:spTgt spid="5">
                                            <p:txEl>
                                              <p:pRg st="4" end="4"/>
                                            </p:txEl>
                                          </p:spTgt>
                                        </p:tgtEl>
                                        <p:attrNameLst>
                                          <p:attrName>ppt_w</p:attrName>
                                        </p:attrNameLst>
                                      </p:cBhvr>
                                      <p:tavLst>
                                        <p:tav tm="0">
                                          <p:val>
                                            <p:fltVal val="0"/>
                                          </p:val>
                                        </p:tav>
                                        <p:tav tm="100000">
                                          <p:val>
                                            <p:strVal val="#ppt_w"/>
                                          </p:val>
                                        </p:tav>
                                      </p:tavLst>
                                    </p:anim>
                                    <p:anim calcmode="lin" valueType="num">
                                      <p:cBhvr>
                                        <p:cTn id="15" dur="500" fill="hold"/>
                                        <p:tgtEl>
                                          <p:spTgt spid="5">
                                            <p:txEl>
                                              <p:pRg st="4" end="4"/>
                                            </p:txEl>
                                          </p:spTgt>
                                        </p:tgtEl>
                                        <p:attrNameLst>
                                          <p:attrName>ppt_h</p:attrName>
                                        </p:attrNameLst>
                                      </p:cBhvr>
                                      <p:tavLst>
                                        <p:tav tm="0">
                                          <p:val>
                                            <p:fltVal val="0"/>
                                          </p:val>
                                        </p:tav>
                                        <p:tav tm="100000">
                                          <p:val>
                                            <p:strVal val="#ppt_h"/>
                                          </p:val>
                                        </p:tav>
                                      </p:tavLst>
                                    </p:anim>
                                    <p:animEffect transition="in" filter="fade">
                                      <p:cBhvr>
                                        <p:cTn id="16" dur="500"/>
                                        <p:tgtEl>
                                          <p:spTgt spid="5">
                                            <p:txEl>
                                              <p:pRg st="4" end="4"/>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nodeType="clickEffect">
                                  <p:stCondLst>
                                    <p:cond delay="0"/>
                                  </p:stCondLst>
                                  <p:childTnLst>
                                    <p:set>
                                      <p:cBhvr>
                                        <p:cTn id="20" dur="1" fill="hold">
                                          <p:stCondLst>
                                            <p:cond delay="0"/>
                                          </p:stCondLst>
                                        </p:cTn>
                                        <p:tgtEl>
                                          <p:spTgt spid="5">
                                            <p:txEl>
                                              <p:pRg st="2" end="2"/>
                                            </p:txEl>
                                          </p:spTgt>
                                        </p:tgtEl>
                                        <p:attrNameLst>
                                          <p:attrName>style.visibility</p:attrName>
                                        </p:attrNameLst>
                                      </p:cBhvr>
                                      <p:to>
                                        <p:strVal val="visible"/>
                                      </p:to>
                                    </p:set>
                                    <p:anim calcmode="lin" valueType="num">
                                      <p:cBhvr>
                                        <p:cTn id="21" dur="500" fill="hold"/>
                                        <p:tgtEl>
                                          <p:spTgt spid="5">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5">
                                            <p:txEl>
                                              <p:pRg st="2" end="2"/>
                                            </p:txEl>
                                          </p:spTgt>
                                        </p:tgtEl>
                                        <p:attrNameLst>
                                          <p:attrName>ppt_h</p:attrName>
                                        </p:attrNameLst>
                                      </p:cBhvr>
                                      <p:tavLst>
                                        <p:tav tm="0">
                                          <p:val>
                                            <p:fltVal val="0"/>
                                          </p:val>
                                        </p:tav>
                                        <p:tav tm="100000">
                                          <p:val>
                                            <p:strVal val="#ppt_h"/>
                                          </p:val>
                                        </p:tav>
                                      </p:tavLst>
                                    </p:anim>
                                    <p:animEffect transition="in" filter="fade">
                                      <p:cBhvr>
                                        <p:cTn id="23" dur="500"/>
                                        <p:tgtEl>
                                          <p:spTgt spid="5">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5">
                                            <p:txEl>
                                              <p:pRg st="3" end="3"/>
                                            </p:txEl>
                                          </p:spTgt>
                                        </p:tgtEl>
                                        <p:attrNameLst>
                                          <p:attrName>style.visibility</p:attrName>
                                        </p:attrNameLst>
                                      </p:cBhvr>
                                      <p:to>
                                        <p:strVal val="visible"/>
                                      </p:to>
                                    </p:set>
                                    <p:anim calcmode="lin" valueType="num">
                                      <p:cBhvr>
                                        <p:cTn id="28" dur="500" fill="hold"/>
                                        <p:tgtEl>
                                          <p:spTgt spid="5">
                                            <p:txEl>
                                              <p:pRg st="3" end="3"/>
                                            </p:txEl>
                                          </p:spTgt>
                                        </p:tgtEl>
                                        <p:attrNameLst>
                                          <p:attrName>ppt_w</p:attrName>
                                        </p:attrNameLst>
                                      </p:cBhvr>
                                      <p:tavLst>
                                        <p:tav tm="0">
                                          <p:val>
                                            <p:fltVal val="0"/>
                                          </p:val>
                                        </p:tav>
                                        <p:tav tm="100000">
                                          <p:val>
                                            <p:strVal val="#ppt_w"/>
                                          </p:val>
                                        </p:tav>
                                      </p:tavLst>
                                    </p:anim>
                                    <p:anim calcmode="lin" valueType="num">
                                      <p:cBhvr>
                                        <p:cTn id="29" dur="500" fill="hold"/>
                                        <p:tgtEl>
                                          <p:spTgt spid="5">
                                            <p:txEl>
                                              <p:pRg st="3" end="3"/>
                                            </p:txEl>
                                          </p:spTgt>
                                        </p:tgtEl>
                                        <p:attrNameLst>
                                          <p:attrName>ppt_h</p:attrName>
                                        </p:attrNameLst>
                                      </p:cBhvr>
                                      <p:tavLst>
                                        <p:tav tm="0">
                                          <p:val>
                                            <p:fltVal val="0"/>
                                          </p:val>
                                        </p:tav>
                                        <p:tav tm="100000">
                                          <p:val>
                                            <p:strVal val="#ppt_h"/>
                                          </p:val>
                                        </p:tav>
                                      </p:tavLst>
                                    </p:anim>
                                    <p:animEffect transition="in" filter="fade">
                                      <p:cBhvr>
                                        <p:cTn id="30" dur="500"/>
                                        <p:tgtEl>
                                          <p:spTgt spid="5">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2631207"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a+b,a-b,a,a</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15" name="矩形 14"/>
          <p:cNvSpPr/>
          <p:nvPr/>
        </p:nvSpPr>
        <p:spPr>
          <a:xfrm>
            <a:off x="4720297"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19" name="矩形 18"/>
          <p:cNvSpPr/>
          <p:nvPr/>
        </p:nvSpPr>
        <p:spPr>
          <a:xfrm>
            <a:off x="4720297"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42" name="矩形 41"/>
          <p:cNvSpPr/>
          <p:nvPr/>
        </p:nvSpPr>
        <p:spPr>
          <a:xfrm>
            <a:off x="5080337"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43" name="矩形 42"/>
          <p:cNvSpPr/>
          <p:nvPr/>
        </p:nvSpPr>
        <p:spPr>
          <a:xfrm>
            <a:off x="5080337"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51" name="矩形 50"/>
          <p:cNvSpPr/>
          <p:nvPr/>
        </p:nvSpPr>
        <p:spPr>
          <a:xfrm>
            <a:off x="5500335" y="292249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2" name="矩形 51"/>
          <p:cNvSpPr/>
          <p:nvPr/>
        </p:nvSpPr>
        <p:spPr>
          <a:xfrm>
            <a:off x="5500335"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625546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2"/>
                                        </p:tgtEl>
                                        <p:attrNameLst>
                                          <p:attrName>style.visibility</p:attrName>
                                        </p:attrNameLst>
                                      </p:cBhvr>
                                      <p:to>
                                        <p:strVal val="visible"/>
                                      </p:to>
                                    </p:set>
                                    <p:anim calcmode="lin" valueType="num">
                                      <p:cBhvr>
                                        <p:cTn id="7" dur="500" fill="hold"/>
                                        <p:tgtEl>
                                          <p:spTgt spid="42"/>
                                        </p:tgtEl>
                                        <p:attrNameLst>
                                          <p:attrName>ppt_w</p:attrName>
                                        </p:attrNameLst>
                                      </p:cBhvr>
                                      <p:tavLst>
                                        <p:tav tm="0">
                                          <p:val>
                                            <p:fltVal val="0"/>
                                          </p:val>
                                        </p:tav>
                                        <p:tav tm="100000">
                                          <p:val>
                                            <p:strVal val="#ppt_w"/>
                                          </p:val>
                                        </p:tav>
                                      </p:tavLst>
                                    </p:anim>
                                    <p:anim calcmode="lin" valueType="num">
                                      <p:cBhvr>
                                        <p:cTn id="8" dur="500" fill="hold"/>
                                        <p:tgtEl>
                                          <p:spTgt spid="42"/>
                                        </p:tgtEl>
                                        <p:attrNameLst>
                                          <p:attrName>ppt_h</p:attrName>
                                        </p:attrNameLst>
                                      </p:cBhvr>
                                      <p:tavLst>
                                        <p:tav tm="0">
                                          <p:val>
                                            <p:fltVal val="0"/>
                                          </p:val>
                                        </p:tav>
                                        <p:tav tm="100000">
                                          <p:val>
                                            <p:strVal val="#ppt_h"/>
                                          </p:val>
                                        </p:tav>
                                      </p:tavLst>
                                    </p:anim>
                                    <p:animEffect transition="in" filter="fade">
                                      <p:cBhvr>
                                        <p:cTn id="9" dur="500"/>
                                        <p:tgtEl>
                                          <p:spTgt spid="42"/>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15"/>
                                        </p:tgtEl>
                                        <p:attrNameLst>
                                          <p:attrName>style.visibility</p:attrName>
                                        </p:attrNameLst>
                                      </p:cBhvr>
                                      <p:to>
                                        <p:strVal val="visible"/>
                                      </p:to>
                                    </p:set>
                                    <p:anim calcmode="lin" valueType="num">
                                      <p:cBhvr>
                                        <p:cTn id="12" dur="500" fill="hold"/>
                                        <p:tgtEl>
                                          <p:spTgt spid="15"/>
                                        </p:tgtEl>
                                        <p:attrNameLst>
                                          <p:attrName>ppt_w</p:attrName>
                                        </p:attrNameLst>
                                      </p:cBhvr>
                                      <p:tavLst>
                                        <p:tav tm="0">
                                          <p:val>
                                            <p:fltVal val="0"/>
                                          </p:val>
                                        </p:tav>
                                        <p:tav tm="100000">
                                          <p:val>
                                            <p:strVal val="#ppt_w"/>
                                          </p:val>
                                        </p:tav>
                                      </p:tavLst>
                                    </p:anim>
                                    <p:anim calcmode="lin" valueType="num">
                                      <p:cBhvr>
                                        <p:cTn id="13" dur="500" fill="hold"/>
                                        <p:tgtEl>
                                          <p:spTgt spid="15"/>
                                        </p:tgtEl>
                                        <p:attrNameLst>
                                          <p:attrName>ppt_h</p:attrName>
                                        </p:attrNameLst>
                                      </p:cBhvr>
                                      <p:tavLst>
                                        <p:tav tm="0">
                                          <p:val>
                                            <p:fltVal val="0"/>
                                          </p:val>
                                        </p:tav>
                                        <p:tav tm="100000">
                                          <p:val>
                                            <p:strVal val="#ppt_h"/>
                                          </p:val>
                                        </p:tav>
                                      </p:tavLst>
                                    </p:anim>
                                    <p:animEffect transition="in" filter="fade">
                                      <p:cBhvr>
                                        <p:cTn id="14" dur="500"/>
                                        <p:tgtEl>
                                          <p:spTgt spid="15"/>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43"/>
                                        </p:tgtEl>
                                        <p:attrNameLst>
                                          <p:attrName>style.visibility</p:attrName>
                                        </p:attrNameLst>
                                      </p:cBhvr>
                                      <p:to>
                                        <p:strVal val="visible"/>
                                      </p:to>
                                    </p:set>
                                    <p:anim calcmode="lin" valueType="num">
                                      <p:cBhvr>
                                        <p:cTn id="17" dur="500" fill="hold"/>
                                        <p:tgtEl>
                                          <p:spTgt spid="43"/>
                                        </p:tgtEl>
                                        <p:attrNameLst>
                                          <p:attrName>ppt_w</p:attrName>
                                        </p:attrNameLst>
                                      </p:cBhvr>
                                      <p:tavLst>
                                        <p:tav tm="0">
                                          <p:val>
                                            <p:fltVal val="0"/>
                                          </p:val>
                                        </p:tav>
                                        <p:tav tm="100000">
                                          <p:val>
                                            <p:strVal val="#ppt_w"/>
                                          </p:val>
                                        </p:tav>
                                      </p:tavLst>
                                    </p:anim>
                                    <p:anim calcmode="lin" valueType="num">
                                      <p:cBhvr>
                                        <p:cTn id="18" dur="500" fill="hold"/>
                                        <p:tgtEl>
                                          <p:spTgt spid="43"/>
                                        </p:tgtEl>
                                        <p:attrNameLst>
                                          <p:attrName>ppt_h</p:attrName>
                                        </p:attrNameLst>
                                      </p:cBhvr>
                                      <p:tavLst>
                                        <p:tav tm="0">
                                          <p:val>
                                            <p:fltVal val="0"/>
                                          </p:val>
                                        </p:tav>
                                        <p:tav tm="100000">
                                          <p:val>
                                            <p:strVal val="#ppt_h"/>
                                          </p:val>
                                        </p:tav>
                                      </p:tavLst>
                                    </p:anim>
                                    <p:animEffect transition="in" filter="fade">
                                      <p:cBhvr>
                                        <p:cTn id="19" dur="500"/>
                                        <p:tgtEl>
                                          <p:spTgt spid="43"/>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19"/>
                                        </p:tgtEl>
                                        <p:attrNameLst>
                                          <p:attrName>style.visibility</p:attrName>
                                        </p:attrNameLst>
                                      </p:cBhvr>
                                      <p:to>
                                        <p:strVal val="visible"/>
                                      </p:to>
                                    </p:set>
                                    <p:anim calcmode="lin" valueType="num">
                                      <p:cBhvr>
                                        <p:cTn id="22" dur="500" fill="hold"/>
                                        <p:tgtEl>
                                          <p:spTgt spid="19"/>
                                        </p:tgtEl>
                                        <p:attrNameLst>
                                          <p:attrName>ppt_w</p:attrName>
                                        </p:attrNameLst>
                                      </p:cBhvr>
                                      <p:tavLst>
                                        <p:tav tm="0">
                                          <p:val>
                                            <p:fltVal val="0"/>
                                          </p:val>
                                        </p:tav>
                                        <p:tav tm="100000">
                                          <p:val>
                                            <p:strVal val="#ppt_w"/>
                                          </p:val>
                                        </p:tav>
                                      </p:tavLst>
                                    </p:anim>
                                    <p:anim calcmode="lin" valueType="num">
                                      <p:cBhvr>
                                        <p:cTn id="23" dur="500" fill="hold"/>
                                        <p:tgtEl>
                                          <p:spTgt spid="19"/>
                                        </p:tgtEl>
                                        <p:attrNameLst>
                                          <p:attrName>ppt_h</p:attrName>
                                        </p:attrNameLst>
                                      </p:cBhvr>
                                      <p:tavLst>
                                        <p:tav tm="0">
                                          <p:val>
                                            <p:fltVal val="0"/>
                                          </p:val>
                                        </p:tav>
                                        <p:tav tm="100000">
                                          <p:val>
                                            <p:strVal val="#ppt_h"/>
                                          </p:val>
                                        </p:tav>
                                      </p:tavLst>
                                    </p:anim>
                                    <p:animEffect transition="in" filter="fade">
                                      <p:cBhvr>
                                        <p:cTn id="24" dur="500"/>
                                        <p:tgtEl>
                                          <p:spTgt spid="19"/>
                                        </p:tgtEl>
                                      </p:cBhvr>
                                    </p:animEffect>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51"/>
                                        </p:tgtEl>
                                        <p:attrNameLst>
                                          <p:attrName>style.visibility</p:attrName>
                                        </p:attrNameLst>
                                      </p:cBhvr>
                                      <p:to>
                                        <p:strVal val="visible"/>
                                      </p:to>
                                    </p:set>
                                    <p:anim calcmode="lin" valueType="num">
                                      <p:cBhvr>
                                        <p:cTn id="29" dur="500" fill="hold"/>
                                        <p:tgtEl>
                                          <p:spTgt spid="51"/>
                                        </p:tgtEl>
                                        <p:attrNameLst>
                                          <p:attrName>ppt_w</p:attrName>
                                        </p:attrNameLst>
                                      </p:cBhvr>
                                      <p:tavLst>
                                        <p:tav tm="0">
                                          <p:val>
                                            <p:fltVal val="0"/>
                                          </p:val>
                                        </p:tav>
                                        <p:tav tm="100000">
                                          <p:val>
                                            <p:strVal val="#ppt_w"/>
                                          </p:val>
                                        </p:tav>
                                      </p:tavLst>
                                    </p:anim>
                                    <p:anim calcmode="lin" valueType="num">
                                      <p:cBhvr>
                                        <p:cTn id="30" dur="500" fill="hold"/>
                                        <p:tgtEl>
                                          <p:spTgt spid="51"/>
                                        </p:tgtEl>
                                        <p:attrNameLst>
                                          <p:attrName>ppt_h</p:attrName>
                                        </p:attrNameLst>
                                      </p:cBhvr>
                                      <p:tavLst>
                                        <p:tav tm="0">
                                          <p:val>
                                            <p:fltVal val="0"/>
                                          </p:val>
                                        </p:tav>
                                        <p:tav tm="100000">
                                          <p:val>
                                            <p:strVal val="#ppt_h"/>
                                          </p:val>
                                        </p:tav>
                                      </p:tavLst>
                                    </p:anim>
                                    <p:animEffect transition="in" filter="fade">
                                      <p:cBhvr>
                                        <p:cTn id="31" dur="500"/>
                                        <p:tgtEl>
                                          <p:spTgt spid="51"/>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52"/>
                                        </p:tgtEl>
                                        <p:attrNameLst>
                                          <p:attrName>style.visibility</p:attrName>
                                        </p:attrNameLst>
                                      </p:cBhvr>
                                      <p:to>
                                        <p:strVal val="visible"/>
                                      </p:to>
                                    </p:set>
                                    <p:anim calcmode="lin" valueType="num">
                                      <p:cBhvr>
                                        <p:cTn id="36" dur="500" fill="hold"/>
                                        <p:tgtEl>
                                          <p:spTgt spid="52"/>
                                        </p:tgtEl>
                                        <p:attrNameLst>
                                          <p:attrName>ppt_w</p:attrName>
                                        </p:attrNameLst>
                                      </p:cBhvr>
                                      <p:tavLst>
                                        <p:tav tm="0">
                                          <p:val>
                                            <p:fltVal val="0"/>
                                          </p:val>
                                        </p:tav>
                                        <p:tav tm="100000">
                                          <p:val>
                                            <p:strVal val="#ppt_w"/>
                                          </p:val>
                                        </p:tav>
                                      </p:tavLst>
                                    </p:anim>
                                    <p:anim calcmode="lin" valueType="num">
                                      <p:cBhvr>
                                        <p:cTn id="37" dur="500" fill="hold"/>
                                        <p:tgtEl>
                                          <p:spTgt spid="52"/>
                                        </p:tgtEl>
                                        <p:attrNameLst>
                                          <p:attrName>ppt_h</p:attrName>
                                        </p:attrNameLst>
                                      </p:cBhvr>
                                      <p:tavLst>
                                        <p:tav tm="0">
                                          <p:val>
                                            <p:fltVal val="0"/>
                                          </p:val>
                                        </p:tav>
                                        <p:tav tm="100000">
                                          <p:val>
                                            <p:strVal val="#ppt_h"/>
                                          </p:val>
                                        </p:tav>
                                      </p:tavLst>
                                    </p:anim>
                                    <p:animEffect transition="in" filter="fade">
                                      <p:cBhvr>
                                        <p:cTn id="38"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9" grpId="0"/>
      <p:bldP spid="42" grpId="0" animBg="1"/>
      <p:bldP spid="43" grpId="0" animBg="1"/>
      <p:bldP spid="51" grpId="0"/>
      <p:bldP spid="52"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2631207"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a:t>
            </a:r>
            <a:r>
              <a:rPr lang="en-US" altLang="zh-CN" sz="2000" b="1" dirty="0">
                <a:solidFill>
                  <a:schemeClr val="tx2">
                    <a:lumMod val="60000"/>
                    <a:lumOff val="40000"/>
                  </a:schemeClr>
                </a:solidFill>
                <a:cs typeface="Times New Roman" pitchFamily="18" charset="0"/>
              </a:rPr>
              <a:t>P(</a:t>
            </a:r>
            <a:r>
              <a:rPr lang="en-US" altLang="zh-CN" sz="2000" b="1" dirty="0" err="1">
                <a:solidFill>
                  <a:schemeClr val="tx2">
                    <a:lumMod val="60000"/>
                    <a:lumOff val="40000"/>
                  </a:schemeClr>
                </a:solidFill>
                <a:cs typeface="Times New Roman" pitchFamily="18" charset="0"/>
              </a:rPr>
              <a:t>a+b,a-b,a,a</a:t>
            </a:r>
            <a:r>
              <a:rPr lang="en-US" altLang="zh-CN" sz="2000" b="1" dirty="0">
                <a:solidFill>
                  <a:schemeClr val="tx2">
                    <a:lumMod val="60000"/>
                    <a:lumOff val="40000"/>
                  </a:schemeClr>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8" name="Rectangle 3"/>
          <p:cNvSpPr txBox="1">
            <a:spLocks noChangeArrowheads="1"/>
          </p:cNvSpPr>
          <p:nvPr/>
        </p:nvSpPr>
        <p:spPr bwMode="auto">
          <a:xfrm>
            <a:off x="2627784" y="2819712"/>
            <a:ext cx="2045379" cy="2448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lvl1pPr marL="271463" indent="-271463" algn="l" rtl="0" eaLnBrk="0" fontAlgn="base" hangingPunct="0">
              <a:spcBef>
                <a:spcPct val="20000"/>
              </a:spcBef>
              <a:spcAft>
                <a:spcPct val="0"/>
              </a:spcAft>
              <a:buClr>
                <a:schemeClr val="accent1"/>
              </a:buClr>
              <a:buSzPct val="100000"/>
              <a:buFont typeface="Symbol" panose="05050102010706020507" pitchFamily="18" charset="2"/>
              <a:buChar char=""/>
              <a:defRPr sz="2400" kern="1200" baseline="0">
                <a:solidFill>
                  <a:schemeClr val="tx2"/>
                </a:solidFill>
                <a:latin typeface="Times New Roman" panose="02020603050405020304" pitchFamily="18" charset="0"/>
                <a:ea typeface="+mn-ea"/>
                <a:cs typeface="+mn-cs"/>
              </a:defRPr>
            </a:lvl1pPr>
            <a:lvl2pPr marL="574675" indent="-271463" algn="l" rtl="0" eaLnBrk="0" fontAlgn="base" hangingPunct="0">
              <a:spcBef>
                <a:spcPct val="20000"/>
              </a:spcBef>
              <a:spcAft>
                <a:spcPct val="0"/>
              </a:spcAft>
              <a:buClr>
                <a:schemeClr val="accent1"/>
              </a:buClr>
              <a:buSzPct val="100000"/>
              <a:buFont typeface="Symbol" panose="05050102010706020507" pitchFamily="18" charset="2"/>
              <a:buChar char=""/>
              <a:defRPr sz="2200" kern="1200" baseline="0">
                <a:solidFill>
                  <a:schemeClr val="tx2"/>
                </a:solidFill>
                <a:latin typeface="Times New Roman" panose="02020603050405020304" pitchFamily="18" charset="0"/>
                <a:ea typeface="+mn-ea"/>
                <a:cs typeface="+mn-cs"/>
              </a:defRPr>
            </a:lvl2pPr>
            <a:lvl3pPr marL="854075"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baseline="0">
                <a:solidFill>
                  <a:schemeClr val="tx2"/>
                </a:solidFill>
                <a:latin typeface="Times New Roman" panose="02020603050405020304" pitchFamily="18" charset="0"/>
                <a:ea typeface="+mn-ea"/>
                <a:cs typeface="+mn-cs"/>
              </a:defRPr>
            </a:lvl3pPr>
            <a:lvl4pPr marL="1141413"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baseline="0">
                <a:solidFill>
                  <a:schemeClr val="tx2"/>
                </a:solidFill>
                <a:latin typeface="Times New Roman" panose="02020603050405020304" pitchFamily="18" charset="0"/>
                <a:ea typeface="+mn-ea"/>
                <a:cs typeface="+mn-cs"/>
              </a:defRPr>
            </a:lvl4pPr>
            <a:lvl5pPr marL="1460500" indent="-227013" algn="l" rtl="0" eaLnBrk="0" fontAlgn="base" hangingPunct="0">
              <a:spcBef>
                <a:spcPct val="20000"/>
              </a:spcBef>
              <a:spcAft>
                <a:spcPct val="0"/>
              </a:spcAft>
              <a:buClr>
                <a:schemeClr val="accent1"/>
              </a:buClr>
              <a:buSzPct val="100000"/>
              <a:buFont typeface="Symbol" panose="05050102010706020507" pitchFamily="18" charset="2"/>
              <a:buChar char=""/>
              <a:defRPr sz="1600" kern="1200" baseline="0">
                <a:solidFill>
                  <a:schemeClr val="tx2"/>
                </a:solidFill>
                <a:latin typeface="Times New Roman" panose="02020603050405020304" pitchFamily="18" charset="0"/>
                <a:ea typeface="+mn-ea"/>
                <a:cs typeface="+mn-cs"/>
              </a:defRPr>
            </a:lvl5pPr>
            <a:lvl6pPr marL="1783036"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068"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099"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132"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a:lstStyle>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begin</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    a:=5;</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    b:=3;</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    </a:t>
            </a:r>
            <a:r>
              <a:rPr lang="en-US" altLang="zh-CN" sz="2000" dirty="0">
                <a:solidFill>
                  <a:schemeClr val="tx2">
                    <a:lumMod val="60000"/>
                    <a:lumOff val="40000"/>
                  </a:schemeClr>
                </a:solidFill>
                <a:cs typeface="Times New Roman" pitchFamily="18" charset="0"/>
              </a:rPr>
              <a:t>a:=a*(a+b);</a:t>
            </a:r>
          </a:p>
          <a:p>
            <a:pPr marL="0" indent="0">
              <a:lnSpc>
                <a:spcPts val="2200"/>
              </a:lnSpc>
              <a:buClrTx/>
              <a:buFont typeface="Symbol" panose="05050102010706020507" pitchFamily="18" charset="2"/>
              <a:buNone/>
              <a:defRPr/>
            </a:pPr>
            <a:r>
              <a:rPr lang="en-US" altLang="zh-CN" sz="2000" dirty="0">
                <a:solidFill>
                  <a:schemeClr val="tx2">
                    <a:lumMod val="60000"/>
                    <a:lumOff val="40000"/>
                  </a:schemeClr>
                </a:solidFill>
                <a:cs typeface="Times New Roman" pitchFamily="18" charset="0"/>
              </a:rPr>
              <a:t>    a:=a+(a-b);</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    write(a);</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end</a:t>
            </a:r>
          </a:p>
        </p:txBody>
      </p:sp>
      <p:sp>
        <p:nvSpPr>
          <p:cNvPr id="4" name="右箭头 3"/>
          <p:cNvSpPr/>
          <p:nvPr/>
        </p:nvSpPr>
        <p:spPr>
          <a:xfrm>
            <a:off x="1619672" y="2859782"/>
            <a:ext cx="648072" cy="28411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0" name="矩形 29"/>
          <p:cNvSpPr/>
          <p:nvPr/>
        </p:nvSpPr>
        <p:spPr>
          <a:xfrm>
            <a:off x="4720297"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31" name="矩形 30"/>
          <p:cNvSpPr/>
          <p:nvPr/>
        </p:nvSpPr>
        <p:spPr>
          <a:xfrm>
            <a:off x="4720297"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32" name="矩形 31"/>
          <p:cNvSpPr/>
          <p:nvPr/>
        </p:nvSpPr>
        <p:spPr>
          <a:xfrm>
            <a:off x="5080337"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3" name="矩形 32"/>
          <p:cNvSpPr/>
          <p:nvPr/>
        </p:nvSpPr>
        <p:spPr>
          <a:xfrm>
            <a:off x="5080337"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4" name="矩形 33"/>
          <p:cNvSpPr/>
          <p:nvPr/>
        </p:nvSpPr>
        <p:spPr>
          <a:xfrm>
            <a:off x="5500335" y="2922498"/>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5</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5" name="矩形 34"/>
          <p:cNvSpPr/>
          <p:nvPr/>
        </p:nvSpPr>
        <p:spPr>
          <a:xfrm>
            <a:off x="5500335"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910011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28"/>
                                        </p:tgtEl>
                                        <p:attrNameLst>
                                          <p:attrName>style.visibility</p:attrName>
                                        </p:attrNameLst>
                                      </p:cBhvr>
                                      <p:to>
                                        <p:strVal val="visible"/>
                                      </p:to>
                                    </p:set>
                                    <p:anim calcmode="lin" valueType="num">
                                      <p:cBhvr>
                                        <p:cTn id="12" dur="500" fill="hold"/>
                                        <p:tgtEl>
                                          <p:spTgt spid="28"/>
                                        </p:tgtEl>
                                        <p:attrNameLst>
                                          <p:attrName>ppt_w</p:attrName>
                                        </p:attrNameLst>
                                      </p:cBhvr>
                                      <p:tavLst>
                                        <p:tav tm="0">
                                          <p:val>
                                            <p:fltVal val="0"/>
                                          </p:val>
                                        </p:tav>
                                        <p:tav tm="100000">
                                          <p:val>
                                            <p:strVal val="#ppt_w"/>
                                          </p:val>
                                        </p:tav>
                                      </p:tavLst>
                                    </p:anim>
                                    <p:anim calcmode="lin" valueType="num">
                                      <p:cBhvr>
                                        <p:cTn id="13" dur="500" fill="hold"/>
                                        <p:tgtEl>
                                          <p:spTgt spid="28"/>
                                        </p:tgtEl>
                                        <p:attrNameLst>
                                          <p:attrName>ppt_h</p:attrName>
                                        </p:attrNameLst>
                                      </p:cBhvr>
                                      <p:tavLst>
                                        <p:tav tm="0">
                                          <p:val>
                                            <p:fltVal val="0"/>
                                          </p:val>
                                        </p:tav>
                                        <p:tav tm="100000">
                                          <p:val>
                                            <p:strVal val="#ppt_h"/>
                                          </p:val>
                                        </p:tav>
                                      </p:tavLst>
                                    </p:anim>
                                    <p:animEffect transition="in" filter="fade">
                                      <p:cBhvr>
                                        <p:cTn id="14"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4"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2631207"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a:t>
            </a:r>
            <a:r>
              <a:rPr lang="en-US" altLang="zh-CN" sz="2000" b="1" dirty="0">
                <a:solidFill>
                  <a:schemeClr val="tx2">
                    <a:lumMod val="60000"/>
                    <a:lumOff val="40000"/>
                  </a:schemeClr>
                </a:solidFill>
                <a:cs typeface="Times New Roman" pitchFamily="18" charset="0"/>
              </a:rPr>
              <a:t>P(</a:t>
            </a:r>
            <a:r>
              <a:rPr lang="en-US" altLang="zh-CN" sz="2000" b="1" dirty="0" err="1">
                <a:solidFill>
                  <a:schemeClr val="tx2">
                    <a:lumMod val="60000"/>
                    <a:lumOff val="40000"/>
                  </a:schemeClr>
                </a:solidFill>
                <a:cs typeface="Times New Roman" pitchFamily="18" charset="0"/>
              </a:rPr>
              <a:t>a+b,a-b,a,a</a:t>
            </a:r>
            <a:r>
              <a:rPr lang="en-US" altLang="zh-CN" sz="2000" b="1" dirty="0">
                <a:solidFill>
                  <a:schemeClr val="tx2">
                    <a:lumMod val="60000"/>
                    <a:lumOff val="40000"/>
                  </a:schemeClr>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8" name="Rectangle 3"/>
          <p:cNvSpPr txBox="1">
            <a:spLocks noChangeArrowheads="1"/>
          </p:cNvSpPr>
          <p:nvPr/>
        </p:nvSpPr>
        <p:spPr bwMode="auto">
          <a:xfrm>
            <a:off x="2627784" y="2819712"/>
            <a:ext cx="2045379" cy="2448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lvl1pPr marL="271463" indent="-271463" algn="l" rtl="0" eaLnBrk="0" fontAlgn="base" hangingPunct="0">
              <a:spcBef>
                <a:spcPct val="20000"/>
              </a:spcBef>
              <a:spcAft>
                <a:spcPct val="0"/>
              </a:spcAft>
              <a:buClr>
                <a:schemeClr val="accent1"/>
              </a:buClr>
              <a:buSzPct val="100000"/>
              <a:buFont typeface="Symbol" panose="05050102010706020507" pitchFamily="18" charset="2"/>
              <a:buChar char=""/>
              <a:defRPr sz="2400" kern="1200" baseline="0">
                <a:solidFill>
                  <a:schemeClr val="tx2"/>
                </a:solidFill>
                <a:latin typeface="Times New Roman" panose="02020603050405020304" pitchFamily="18" charset="0"/>
                <a:ea typeface="+mn-ea"/>
                <a:cs typeface="+mn-cs"/>
              </a:defRPr>
            </a:lvl1pPr>
            <a:lvl2pPr marL="574675" indent="-271463" algn="l" rtl="0" eaLnBrk="0" fontAlgn="base" hangingPunct="0">
              <a:spcBef>
                <a:spcPct val="20000"/>
              </a:spcBef>
              <a:spcAft>
                <a:spcPct val="0"/>
              </a:spcAft>
              <a:buClr>
                <a:schemeClr val="accent1"/>
              </a:buClr>
              <a:buSzPct val="100000"/>
              <a:buFont typeface="Symbol" panose="05050102010706020507" pitchFamily="18" charset="2"/>
              <a:buChar char=""/>
              <a:defRPr sz="2200" kern="1200" baseline="0">
                <a:solidFill>
                  <a:schemeClr val="tx2"/>
                </a:solidFill>
                <a:latin typeface="Times New Roman" panose="02020603050405020304" pitchFamily="18" charset="0"/>
                <a:ea typeface="+mn-ea"/>
                <a:cs typeface="+mn-cs"/>
              </a:defRPr>
            </a:lvl2pPr>
            <a:lvl3pPr marL="854075"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baseline="0">
                <a:solidFill>
                  <a:schemeClr val="tx2"/>
                </a:solidFill>
                <a:latin typeface="Times New Roman" panose="02020603050405020304" pitchFamily="18" charset="0"/>
                <a:ea typeface="+mn-ea"/>
                <a:cs typeface="+mn-cs"/>
              </a:defRPr>
            </a:lvl3pPr>
            <a:lvl4pPr marL="1141413"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baseline="0">
                <a:solidFill>
                  <a:schemeClr val="tx2"/>
                </a:solidFill>
                <a:latin typeface="Times New Roman" panose="02020603050405020304" pitchFamily="18" charset="0"/>
                <a:ea typeface="+mn-ea"/>
                <a:cs typeface="+mn-cs"/>
              </a:defRPr>
            </a:lvl4pPr>
            <a:lvl5pPr marL="1460500" indent="-227013" algn="l" rtl="0" eaLnBrk="0" fontAlgn="base" hangingPunct="0">
              <a:spcBef>
                <a:spcPct val="20000"/>
              </a:spcBef>
              <a:spcAft>
                <a:spcPct val="0"/>
              </a:spcAft>
              <a:buClr>
                <a:schemeClr val="accent1"/>
              </a:buClr>
              <a:buSzPct val="100000"/>
              <a:buFont typeface="Symbol" panose="05050102010706020507" pitchFamily="18" charset="2"/>
              <a:buChar char=""/>
              <a:defRPr sz="1600" kern="1200" baseline="0">
                <a:solidFill>
                  <a:schemeClr val="tx2"/>
                </a:solidFill>
                <a:latin typeface="Times New Roman" panose="02020603050405020304" pitchFamily="18" charset="0"/>
                <a:ea typeface="+mn-ea"/>
                <a:cs typeface="+mn-cs"/>
              </a:defRPr>
            </a:lvl5pPr>
            <a:lvl6pPr marL="1783036"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068"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099"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132"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a:lstStyle>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begin</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    a:=5;</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    b:=3;</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    </a:t>
            </a:r>
            <a:r>
              <a:rPr lang="en-US" altLang="zh-CN" sz="2000" dirty="0">
                <a:solidFill>
                  <a:srgbClr val="073E87">
                    <a:lumMod val="60000"/>
                    <a:lumOff val="40000"/>
                  </a:srgbClr>
                </a:solidFill>
                <a:cs typeface="Times New Roman" pitchFamily="18" charset="0"/>
              </a:rPr>
              <a:t>a:=a*(a+b);</a:t>
            </a:r>
          </a:p>
          <a:p>
            <a:pPr marL="0" indent="0">
              <a:lnSpc>
                <a:spcPts val="2200"/>
              </a:lnSpc>
              <a:buClrTx/>
              <a:buFont typeface="Symbol" panose="05050102010706020507" pitchFamily="18" charset="2"/>
              <a:buNone/>
              <a:defRPr/>
            </a:pPr>
            <a:r>
              <a:rPr lang="en-US" altLang="zh-CN" sz="2000" dirty="0">
                <a:solidFill>
                  <a:srgbClr val="073E87">
                    <a:lumMod val="60000"/>
                    <a:lumOff val="40000"/>
                  </a:srgbClr>
                </a:solidFill>
                <a:cs typeface="Times New Roman" pitchFamily="18" charset="0"/>
              </a:rPr>
              <a:t>    a:=a+(a-b);</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    write(a);</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end</a:t>
            </a:r>
          </a:p>
        </p:txBody>
      </p:sp>
      <p:sp>
        <p:nvSpPr>
          <p:cNvPr id="4" name="右箭头 3"/>
          <p:cNvSpPr/>
          <p:nvPr/>
        </p:nvSpPr>
        <p:spPr>
          <a:xfrm>
            <a:off x="1619672" y="2859782"/>
            <a:ext cx="648072" cy="28411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0" name="矩形 29"/>
          <p:cNvSpPr/>
          <p:nvPr/>
        </p:nvSpPr>
        <p:spPr>
          <a:xfrm>
            <a:off x="4720297"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31" name="矩形 30"/>
          <p:cNvSpPr/>
          <p:nvPr/>
        </p:nvSpPr>
        <p:spPr>
          <a:xfrm>
            <a:off x="4720297"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32" name="矩形 31"/>
          <p:cNvSpPr/>
          <p:nvPr/>
        </p:nvSpPr>
        <p:spPr>
          <a:xfrm>
            <a:off x="5080337"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3" name="矩形 32"/>
          <p:cNvSpPr/>
          <p:nvPr/>
        </p:nvSpPr>
        <p:spPr>
          <a:xfrm>
            <a:off x="5080337"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4" name="矩形 33"/>
          <p:cNvSpPr/>
          <p:nvPr/>
        </p:nvSpPr>
        <p:spPr>
          <a:xfrm>
            <a:off x="5500335" y="2922498"/>
            <a:ext cx="415498"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40</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5" name="矩形 34"/>
          <p:cNvSpPr/>
          <p:nvPr/>
        </p:nvSpPr>
        <p:spPr>
          <a:xfrm>
            <a:off x="5500335"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38848610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p:cTn id="7" dur="500" fill="hold"/>
                                        <p:tgtEl>
                                          <p:spTgt spid="34"/>
                                        </p:tgtEl>
                                        <p:attrNameLst>
                                          <p:attrName>ppt_w</p:attrName>
                                        </p:attrNameLst>
                                      </p:cBhvr>
                                      <p:tavLst>
                                        <p:tav tm="0">
                                          <p:val>
                                            <p:fltVal val="0"/>
                                          </p:val>
                                        </p:tav>
                                        <p:tav tm="100000">
                                          <p:val>
                                            <p:strVal val="#ppt_w"/>
                                          </p:val>
                                        </p:tav>
                                      </p:tavLst>
                                    </p:anim>
                                    <p:anim calcmode="lin" valueType="num">
                                      <p:cBhvr>
                                        <p:cTn id="8" dur="500" fill="hold"/>
                                        <p:tgtEl>
                                          <p:spTgt spid="34"/>
                                        </p:tgtEl>
                                        <p:attrNameLst>
                                          <p:attrName>ppt_h</p:attrName>
                                        </p:attrNameLst>
                                      </p:cBhvr>
                                      <p:tavLst>
                                        <p:tav tm="0">
                                          <p:val>
                                            <p:fltVal val="0"/>
                                          </p:val>
                                        </p:tav>
                                        <p:tav tm="100000">
                                          <p:val>
                                            <p:strVal val="#ppt_h"/>
                                          </p:val>
                                        </p:tav>
                                      </p:tavLst>
                                    </p:anim>
                                    <p:animEffect transition="in" filter="fade">
                                      <p:cBhvr>
                                        <p:cTn id="9"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2631207"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a:t>
            </a:r>
            <a:r>
              <a:rPr lang="en-US" altLang="zh-CN" sz="2000" b="1" dirty="0">
                <a:solidFill>
                  <a:schemeClr val="tx2">
                    <a:lumMod val="60000"/>
                    <a:lumOff val="40000"/>
                  </a:schemeClr>
                </a:solidFill>
                <a:cs typeface="Times New Roman" pitchFamily="18" charset="0"/>
              </a:rPr>
              <a:t>P(</a:t>
            </a:r>
            <a:r>
              <a:rPr lang="en-US" altLang="zh-CN" sz="2000" b="1" dirty="0" err="1">
                <a:solidFill>
                  <a:schemeClr val="tx2">
                    <a:lumMod val="60000"/>
                    <a:lumOff val="40000"/>
                  </a:schemeClr>
                </a:solidFill>
                <a:cs typeface="Times New Roman" pitchFamily="18" charset="0"/>
              </a:rPr>
              <a:t>a+b,a-b,a,a</a:t>
            </a:r>
            <a:r>
              <a:rPr lang="en-US" altLang="zh-CN" sz="2000" b="1" dirty="0">
                <a:solidFill>
                  <a:schemeClr val="tx2">
                    <a:lumMod val="60000"/>
                    <a:lumOff val="40000"/>
                  </a:schemeClr>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28" name="Rectangle 3"/>
          <p:cNvSpPr txBox="1">
            <a:spLocks noChangeArrowheads="1"/>
          </p:cNvSpPr>
          <p:nvPr/>
        </p:nvSpPr>
        <p:spPr bwMode="auto">
          <a:xfrm>
            <a:off x="2627784" y="2819712"/>
            <a:ext cx="2045379" cy="2448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lvl1pPr marL="271463" indent="-271463" algn="l" rtl="0" eaLnBrk="0" fontAlgn="base" hangingPunct="0">
              <a:spcBef>
                <a:spcPct val="20000"/>
              </a:spcBef>
              <a:spcAft>
                <a:spcPct val="0"/>
              </a:spcAft>
              <a:buClr>
                <a:schemeClr val="accent1"/>
              </a:buClr>
              <a:buSzPct val="100000"/>
              <a:buFont typeface="Symbol" panose="05050102010706020507" pitchFamily="18" charset="2"/>
              <a:buChar char=""/>
              <a:defRPr sz="2400" kern="1200" baseline="0">
                <a:solidFill>
                  <a:schemeClr val="tx2"/>
                </a:solidFill>
                <a:latin typeface="Times New Roman" panose="02020603050405020304" pitchFamily="18" charset="0"/>
                <a:ea typeface="+mn-ea"/>
                <a:cs typeface="+mn-cs"/>
              </a:defRPr>
            </a:lvl1pPr>
            <a:lvl2pPr marL="574675" indent="-271463" algn="l" rtl="0" eaLnBrk="0" fontAlgn="base" hangingPunct="0">
              <a:spcBef>
                <a:spcPct val="20000"/>
              </a:spcBef>
              <a:spcAft>
                <a:spcPct val="0"/>
              </a:spcAft>
              <a:buClr>
                <a:schemeClr val="accent1"/>
              </a:buClr>
              <a:buSzPct val="100000"/>
              <a:buFont typeface="Symbol" panose="05050102010706020507" pitchFamily="18" charset="2"/>
              <a:buChar char=""/>
              <a:defRPr sz="2200" kern="1200" baseline="0">
                <a:solidFill>
                  <a:schemeClr val="tx2"/>
                </a:solidFill>
                <a:latin typeface="Times New Roman" panose="02020603050405020304" pitchFamily="18" charset="0"/>
                <a:ea typeface="+mn-ea"/>
                <a:cs typeface="+mn-cs"/>
              </a:defRPr>
            </a:lvl2pPr>
            <a:lvl3pPr marL="854075"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baseline="0">
                <a:solidFill>
                  <a:schemeClr val="tx2"/>
                </a:solidFill>
                <a:latin typeface="Times New Roman" panose="02020603050405020304" pitchFamily="18" charset="0"/>
                <a:ea typeface="+mn-ea"/>
                <a:cs typeface="+mn-cs"/>
              </a:defRPr>
            </a:lvl3pPr>
            <a:lvl4pPr marL="1141413"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baseline="0">
                <a:solidFill>
                  <a:schemeClr val="tx2"/>
                </a:solidFill>
                <a:latin typeface="Times New Roman" panose="02020603050405020304" pitchFamily="18" charset="0"/>
                <a:ea typeface="+mn-ea"/>
                <a:cs typeface="+mn-cs"/>
              </a:defRPr>
            </a:lvl4pPr>
            <a:lvl5pPr marL="1460500" indent="-227013" algn="l" rtl="0" eaLnBrk="0" fontAlgn="base" hangingPunct="0">
              <a:spcBef>
                <a:spcPct val="20000"/>
              </a:spcBef>
              <a:spcAft>
                <a:spcPct val="0"/>
              </a:spcAft>
              <a:buClr>
                <a:schemeClr val="accent1"/>
              </a:buClr>
              <a:buSzPct val="100000"/>
              <a:buFont typeface="Symbol" panose="05050102010706020507" pitchFamily="18" charset="2"/>
              <a:buChar char=""/>
              <a:defRPr sz="1600" kern="1200" baseline="0">
                <a:solidFill>
                  <a:schemeClr val="tx2"/>
                </a:solidFill>
                <a:latin typeface="Times New Roman" panose="02020603050405020304" pitchFamily="18" charset="0"/>
                <a:ea typeface="+mn-ea"/>
                <a:cs typeface="+mn-cs"/>
              </a:defRPr>
            </a:lvl5pPr>
            <a:lvl6pPr marL="1783036"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068"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099"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132"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a:lstStyle>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begin</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    a:=5;</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    b:=3;</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    </a:t>
            </a:r>
            <a:r>
              <a:rPr lang="en-US" altLang="zh-CN" sz="2000" dirty="0">
                <a:solidFill>
                  <a:srgbClr val="073E87">
                    <a:lumMod val="60000"/>
                    <a:lumOff val="40000"/>
                  </a:srgbClr>
                </a:solidFill>
                <a:cs typeface="Times New Roman" pitchFamily="18" charset="0"/>
              </a:rPr>
              <a:t>a:=a*(a+b);</a:t>
            </a:r>
          </a:p>
          <a:p>
            <a:pPr marL="0" indent="0">
              <a:lnSpc>
                <a:spcPts val="2200"/>
              </a:lnSpc>
              <a:buClrTx/>
              <a:buFont typeface="Symbol" panose="05050102010706020507" pitchFamily="18" charset="2"/>
              <a:buNone/>
              <a:defRPr/>
            </a:pPr>
            <a:r>
              <a:rPr lang="en-US" altLang="zh-CN" sz="2000" dirty="0">
                <a:solidFill>
                  <a:srgbClr val="073E87">
                    <a:lumMod val="60000"/>
                    <a:lumOff val="40000"/>
                  </a:srgbClr>
                </a:solidFill>
                <a:cs typeface="Times New Roman" pitchFamily="18" charset="0"/>
              </a:rPr>
              <a:t>    a:=a+(a-b);</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    write(a);</a:t>
            </a:r>
          </a:p>
          <a:p>
            <a:pPr marL="0" indent="0">
              <a:lnSpc>
                <a:spcPts val="2200"/>
              </a:lnSpc>
              <a:buClrTx/>
              <a:buFont typeface="Symbol" panose="05050102010706020507" pitchFamily="18" charset="2"/>
              <a:buNone/>
              <a:defRPr/>
            </a:pPr>
            <a:r>
              <a:rPr lang="en-US" altLang="zh-CN" sz="2000" dirty="0">
                <a:solidFill>
                  <a:prstClr val="black"/>
                </a:solidFill>
                <a:cs typeface="Times New Roman" pitchFamily="18" charset="0"/>
              </a:rPr>
              <a:t>end</a:t>
            </a:r>
          </a:p>
        </p:txBody>
      </p:sp>
      <p:sp>
        <p:nvSpPr>
          <p:cNvPr id="4" name="右箭头 3"/>
          <p:cNvSpPr/>
          <p:nvPr/>
        </p:nvSpPr>
        <p:spPr>
          <a:xfrm>
            <a:off x="1619672" y="2859782"/>
            <a:ext cx="648072" cy="28411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0" name="矩形 29"/>
          <p:cNvSpPr/>
          <p:nvPr/>
        </p:nvSpPr>
        <p:spPr>
          <a:xfrm>
            <a:off x="4720297" y="2819712"/>
            <a:ext cx="312906" cy="400110"/>
          </a:xfrm>
          <a:prstGeom prst="rect">
            <a:avLst/>
          </a:prstGeom>
        </p:spPr>
        <p:txBody>
          <a:bodyPr wrap="none">
            <a:spAutoFit/>
          </a:bodyPr>
          <a:lstStyle/>
          <a:p>
            <a:r>
              <a:rPr lang="en-US" altLang="zh-CN" sz="2000" dirty="0">
                <a:solidFill>
                  <a:prstClr val="black"/>
                </a:solidFill>
              </a:rPr>
              <a:t>a</a:t>
            </a:r>
            <a:endParaRPr lang="zh-CN" altLang="en-US" sz="2000" dirty="0">
              <a:solidFill>
                <a:prstClr val="black"/>
              </a:solidFill>
            </a:endParaRPr>
          </a:p>
        </p:txBody>
      </p:sp>
      <p:sp>
        <p:nvSpPr>
          <p:cNvPr id="31" name="矩形 30"/>
          <p:cNvSpPr/>
          <p:nvPr/>
        </p:nvSpPr>
        <p:spPr>
          <a:xfrm>
            <a:off x="4720297" y="3251760"/>
            <a:ext cx="327334" cy="400110"/>
          </a:xfrm>
          <a:prstGeom prst="rect">
            <a:avLst/>
          </a:prstGeom>
        </p:spPr>
        <p:txBody>
          <a:bodyPr wrap="none">
            <a:spAutoFit/>
          </a:bodyPr>
          <a:lstStyle/>
          <a:p>
            <a:r>
              <a:rPr lang="en-US" altLang="zh-CN" sz="2000" dirty="0">
                <a:solidFill>
                  <a:prstClr val="black"/>
                </a:solidFill>
              </a:rPr>
              <a:t>b</a:t>
            </a:r>
            <a:endParaRPr lang="zh-CN" altLang="en-US" sz="2000" dirty="0">
              <a:solidFill>
                <a:prstClr val="black"/>
              </a:solidFill>
            </a:endParaRPr>
          </a:p>
        </p:txBody>
      </p:sp>
      <p:sp>
        <p:nvSpPr>
          <p:cNvPr id="32" name="矩形 31"/>
          <p:cNvSpPr/>
          <p:nvPr/>
        </p:nvSpPr>
        <p:spPr>
          <a:xfrm>
            <a:off x="5080337" y="2935708"/>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3" name="矩形 32"/>
          <p:cNvSpPr/>
          <p:nvPr/>
        </p:nvSpPr>
        <p:spPr>
          <a:xfrm>
            <a:off x="5080337" y="3367756"/>
            <a:ext cx="1212063" cy="284114"/>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34" name="矩形 33"/>
          <p:cNvSpPr/>
          <p:nvPr/>
        </p:nvSpPr>
        <p:spPr>
          <a:xfrm>
            <a:off x="5500335" y="2922498"/>
            <a:ext cx="415498"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77</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35" name="矩形 34"/>
          <p:cNvSpPr/>
          <p:nvPr/>
        </p:nvSpPr>
        <p:spPr>
          <a:xfrm>
            <a:off x="5500335" y="3354546"/>
            <a:ext cx="300082" cy="369332"/>
          </a:xfrm>
          <a:prstGeom prst="rect">
            <a:avLst/>
          </a:prstGeom>
        </p:spPr>
        <p:txBody>
          <a:bodyPr wrap="none">
            <a:spAutoFit/>
          </a:bodyPr>
          <a:lstStyle/>
          <a:p>
            <a:r>
              <a:rPr lang="en-US" altLang="zh-CN" sz="1800" dirty="0">
                <a:solidFill>
                  <a:srgbClr val="000000"/>
                </a:solidFill>
                <a:ea typeface="华文楷体" panose="02010600040101010101" pitchFamily="2" charset="-122"/>
                <a:cs typeface="Times New Roman" panose="02020603050405020304" pitchFamily="18" charset="0"/>
              </a:rPr>
              <a:t>3</a:t>
            </a:r>
            <a:endParaRPr lang="zh-CN" altLang="en-US" dirty="0">
              <a:solidFill>
                <a:prstClr val="black"/>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885735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p:cTn id="7" dur="500" fill="hold"/>
                                        <p:tgtEl>
                                          <p:spTgt spid="34"/>
                                        </p:tgtEl>
                                        <p:attrNameLst>
                                          <p:attrName>ppt_w</p:attrName>
                                        </p:attrNameLst>
                                      </p:cBhvr>
                                      <p:tavLst>
                                        <p:tav tm="0">
                                          <p:val>
                                            <p:fltVal val="0"/>
                                          </p:val>
                                        </p:tav>
                                        <p:tav tm="100000">
                                          <p:val>
                                            <p:strVal val="#ppt_w"/>
                                          </p:val>
                                        </p:tav>
                                      </p:tavLst>
                                    </p:anim>
                                    <p:anim calcmode="lin" valueType="num">
                                      <p:cBhvr>
                                        <p:cTn id="8" dur="500" fill="hold"/>
                                        <p:tgtEl>
                                          <p:spTgt spid="34"/>
                                        </p:tgtEl>
                                        <p:attrNameLst>
                                          <p:attrName>ppt_h</p:attrName>
                                        </p:attrNameLst>
                                      </p:cBhvr>
                                      <p:tavLst>
                                        <p:tav tm="0">
                                          <p:val>
                                            <p:fltVal val="0"/>
                                          </p:val>
                                        </p:tav>
                                        <p:tav tm="100000">
                                          <p:val>
                                            <p:strVal val="#ppt_h"/>
                                          </p:val>
                                        </p:tav>
                                      </p:tavLst>
                                    </p:anim>
                                    <p:animEffect transition="in" filter="fade">
                                      <p:cBhvr>
                                        <p:cTn id="9"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传名方式中的重命名问题</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4291672" cy="4368800"/>
          </a:xfrm>
        </p:spPr>
        <p:txBody>
          <a:bodyPr/>
          <a:lstStyle/>
          <a:p>
            <a:pPr marL="0" indent="0">
              <a:lnSpc>
                <a:spcPts val="1600"/>
              </a:lnSpc>
              <a:buClrTx/>
              <a:buNone/>
              <a:defRPr/>
            </a:pPr>
            <a:r>
              <a:rPr lang="en-US" altLang="zh-CN" sz="1800" b="1" dirty="0">
                <a:solidFill>
                  <a:schemeClr val="tx1"/>
                </a:solidFill>
                <a:cs typeface="Times New Roman" pitchFamily="18" charset="0"/>
              </a:rPr>
              <a:t>PROGRAM  EX</a:t>
            </a:r>
          </a:p>
          <a:p>
            <a:pPr marL="0" indent="0">
              <a:lnSpc>
                <a:spcPts val="1600"/>
              </a:lnSpc>
              <a:buClrTx/>
              <a:buNone/>
              <a:defRPr/>
            </a:pPr>
            <a:r>
              <a:rPr lang="en-US" altLang="zh-CN" sz="1800" b="1" dirty="0">
                <a:solidFill>
                  <a:schemeClr val="tx1"/>
                </a:solidFill>
                <a:cs typeface="Times New Roman" pitchFamily="18" charset="0"/>
              </a:rPr>
              <a:t>    …</a:t>
            </a:r>
          </a:p>
          <a:p>
            <a:pPr marL="0" indent="0">
              <a:lnSpc>
                <a:spcPts val="1600"/>
              </a:lnSpc>
              <a:buClrTx/>
              <a:buNone/>
              <a:defRPr/>
            </a:pPr>
            <a:r>
              <a:rPr lang="en-US" altLang="zh-CN" sz="1800" b="1" dirty="0">
                <a:solidFill>
                  <a:schemeClr val="tx1"/>
                </a:solidFill>
                <a:cs typeface="Times New Roman" pitchFamily="18" charset="0"/>
              </a:rPr>
              <a:t>    </a:t>
            </a:r>
            <a:r>
              <a:rPr lang="en-US" altLang="zh-CN" sz="1800" b="1" dirty="0" err="1">
                <a:solidFill>
                  <a:schemeClr val="tx1"/>
                </a:solidFill>
                <a:cs typeface="Times New Roman" pitchFamily="18" charset="0"/>
              </a:rPr>
              <a:t>var</a:t>
            </a:r>
            <a:r>
              <a:rPr lang="en-US" altLang="zh-CN" sz="1800" b="1" dirty="0">
                <a:solidFill>
                  <a:schemeClr val="tx1"/>
                </a:solidFill>
                <a:cs typeface="Times New Roman" pitchFamily="18" charset="0"/>
              </a:rPr>
              <a:t> </a:t>
            </a:r>
            <a:r>
              <a:rPr lang="en-US" altLang="zh-CN" sz="1800" b="1" dirty="0">
                <a:solidFill>
                  <a:srgbClr val="FF0000"/>
                </a:solidFill>
                <a:cs typeface="Times New Roman" pitchFamily="18" charset="0"/>
              </a:rPr>
              <a:t>A</a:t>
            </a:r>
            <a:r>
              <a:rPr lang="en-US" altLang="zh-CN" sz="1800" b="1" dirty="0">
                <a:solidFill>
                  <a:schemeClr val="tx1"/>
                </a:solidFill>
                <a:cs typeface="Times New Roman" pitchFamily="18" charset="0"/>
              </a:rPr>
              <a:t>: integer;</a:t>
            </a:r>
          </a:p>
          <a:p>
            <a:pPr marL="0" indent="0">
              <a:lnSpc>
                <a:spcPts val="1600"/>
              </a:lnSpc>
              <a:buClrTx/>
              <a:buNone/>
              <a:defRPr/>
            </a:pPr>
            <a:r>
              <a:rPr lang="en-US" altLang="zh-CN" sz="1800" b="1" dirty="0">
                <a:solidFill>
                  <a:schemeClr val="tx1"/>
                </a:solidFill>
                <a:cs typeface="Times New Roman" pitchFamily="18" charset="0"/>
              </a:rPr>
              <a:t>    PROCEDURE  P(</a:t>
            </a:r>
            <a:r>
              <a:rPr lang="en-US" altLang="zh-CN" sz="1800" b="1" dirty="0">
                <a:solidFill>
                  <a:srgbClr val="00B050"/>
                </a:solidFill>
                <a:cs typeface="Times New Roman" pitchFamily="18" charset="0"/>
              </a:rPr>
              <a:t>B</a:t>
            </a:r>
            <a:r>
              <a:rPr lang="en-US" altLang="zh-CN" sz="1800" b="1" dirty="0">
                <a:solidFill>
                  <a:schemeClr val="tx1"/>
                </a:solidFill>
                <a:cs typeface="Times New Roman" pitchFamily="18" charset="0"/>
              </a:rPr>
              <a:t>: integer)</a:t>
            </a:r>
          </a:p>
          <a:p>
            <a:pPr marL="0" indent="0">
              <a:lnSpc>
                <a:spcPts val="1600"/>
              </a:lnSpc>
              <a:buClrTx/>
              <a:buNone/>
              <a:defRPr/>
            </a:pPr>
            <a:r>
              <a:rPr lang="en-US" altLang="zh-CN" sz="1800" b="1" dirty="0">
                <a:solidFill>
                  <a:schemeClr val="tx1"/>
                </a:solidFill>
                <a:cs typeface="Times New Roman" pitchFamily="18" charset="0"/>
              </a:rPr>
              <a:t>        …</a:t>
            </a:r>
          </a:p>
          <a:p>
            <a:pPr marL="0" indent="0">
              <a:lnSpc>
                <a:spcPts val="1600"/>
              </a:lnSpc>
              <a:buClrTx/>
              <a:buNone/>
              <a:defRPr/>
            </a:pPr>
            <a:r>
              <a:rPr lang="en-US" altLang="zh-CN" sz="1800" b="1" dirty="0">
                <a:solidFill>
                  <a:schemeClr val="tx1"/>
                </a:solidFill>
                <a:cs typeface="Times New Roman" pitchFamily="18" charset="0"/>
              </a:rPr>
              <a:t>    </a:t>
            </a:r>
            <a:r>
              <a:rPr lang="en-US" altLang="zh-CN" sz="1800" b="1" dirty="0" err="1">
                <a:solidFill>
                  <a:schemeClr val="tx1"/>
                </a:solidFill>
                <a:cs typeface="Times New Roman" pitchFamily="18" charset="0"/>
              </a:rPr>
              <a:t>var</a:t>
            </a:r>
            <a:r>
              <a:rPr lang="en-US" altLang="zh-CN" sz="1800" b="1" dirty="0">
                <a:solidFill>
                  <a:schemeClr val="tx1"/>
                </a:solidFill>
                <a:cs typeface="Times New Roman" pitchFamily="18" charset="0"/>
              </a:rPr>
              <a:t> </a:t>
            </a:r>
            <a:r>
              <a:rPr lang="en-US" altLang="zh-CN" sz="1800" b="1" dirty="0">
                <a:solidFill>
                  <a:schemeClr val="tx2">
                    <a:lumMod val="60000"/>
                    <a:lumOff val="40000"/>
                  </a:schemeClr>
                </a:solidFill>
                <a:cs typeface="Times New Roman" pitchFamily="18" charset="0"/>
              </a:rPr>
              <a:t>A</a:t>
            </a:r>
            <a:r>
              <a:rPr lang="en-US" altLang="zh-CN" sz="1800" b="1" dirty="0">
                <a:solidFill>
                  <a:schemeClr val="tx1"/>
                </a:solidFill>
                <a:cs typeface="Times New Roman" pitchFamily="18" charset="0"/>
              </a:rPr>
              <a:t>: integer;</a:t>
            </a:r>
          </a:p>
          <a:p>
            <a:pPr marL="0" indent="0">
              <a:lnSpc>
                <a:spcPts val="1600"/>
              </a:lnSpc>
              <a:buClrTx/>
              <a:buNone/>
              <a:defRPr/>
            </a:pPr>
            <a:r>
              <a:rPr lang="en-US" altLang="zh-CN" sz="1800" b="1" dirty="0">
                <a:solidFill>
                  <a:schemeClr val="tx1"/>
                </a:solidFill>
                <a:cs typeface="Times New Roman" pitchFamily="18" charset="0"/>
              </a:rPr>
              <a:t>    BEGIN</a:t>
            </a:r>
          </a:p>
          <a:p>
            <a:pPr marL="0" indent="0">
              <a:lnSpc>
                <a:spcPts val="1600"/>
              </a:lnSpc>
              <a:buClrTx/>
              <a:buNone/>
              <a:defRPr/>
            </a:pPr>
            <a:r>
              <a:rPr lang="en-US" altLang="zh-CN" sz="1800" b="1" dirty="0">
                <a:solidFill>
                  <a:schemeClr val="tx1"/>
                </a:solidFill>
                <a:cs typeface="Times New Roman" pitchFamily="18" charset="0"/>
              </a:rPr>
              <a:t>        </a:t>
            </a:r>
            <a:r>
              <a:rPr lang="en-US" altLang="zh-CN" sz="1800" b="1" dirty="0">
                <a:solidFill>
                  <a:schemeClr val="tx2">
                    <a:lumMod val="60000"/>
                    <a:lumOff val="40000"/>
                  </a:schemeClr>
                </a:solidFill>
                <a:cs typeface="Times New Roman" pitchFamily="18" charset="0"/>
              </a:rPr>
              <a:t>A</a:t>
            </a:r>
            <a:r>
              <a:rPr lang="en-US" altLang="zh-CN" sz="1800" b="1" dirty="0">
                <a:solidFill>
                  <a:schemeClr val="tx1"/>
                </a:solidFill>
                <a:cs typeface="Times New Roman" pitchFamily="18" charset="0"/>
              </a:rPr>
              <a:t>:=0;</a:t>
            </a:r>
          </a:p>
          <a:p>
            <a:pPr marL="0" indent="0">
              <a:lnSpc>
                <a:spcPts val="1600"/>
              </a:lnSpc>
              <a:buClrTx/>
              <a:buNone/>
              <a:defRPr/>
            </a:pPr>
            <a:r>
              <a:rPr lang="en-US" altLang="zh-CN" sz="1800" b="1" dirty="0">
                <a:solidFill>
                  <a:schemeClr val="tx1"/>
                </a:solidFill>
                <a:cs typeface="Times New Roman" pitchFamily="18" charset="0"/>
              </a:rPr>
              <a:t>        </a:t>
            </a:r>
            <a:r>
              <a:rPr lang="en-US" altLang="zh-CN" sz="1800" b="1" dirty="0">
                <a:solidFill>
                  <a:srgbClr val="00B050"/>
                </a:solidFill>
                <a:cs typeface="Times New Roman" pitchFamily="18" charset="0"/>
              </a:rPr>
              <a:t>B</a:t>
            </a:r>
            <a:r>
              <a:rPr lang="en-US" altLang="zh-CN" sz="1800" b="1" dirty="0">
                <a:solidFill>
                  <a:schemeClr val="tx1"/>
                </a:solidFill>
                <a:cs typeface="Times New Roman" pitchFamily="18" charset="0"/>
              </a:rPr>
              <a:t>:=</a:t>
            </a:r>
            <a:r>
              <a:rPr lang="en-US" altLang="zh-CN" sz="1800" b="1" dirty="0">
                <a:solidFill>
                  <a:srgbClr val="00B050"/>
                </a:solidFill>
                <a:cs typeface="Times New Roman" pitchFamily="18" charset="0"/>
              </a:rPr>
              <a:t>B</a:t>
            </a:r>
            <a:r>
              <a:rPr lang="en-US" altLang="zh-CN" sz="1800" b="1" dirty="0">
                <a:solidFill>
                  <a:schemeClr val="tx1"/>
                </a:solidFill>
                <a:cs typeface="Times New Roman" pitchFamily="18" charset="0"/>
              </a:rPr>
              <a:t>+1;</a:t>
            </a:r>
          </a:p>
          <a:p>
            <a:pPr marL="0" indent="0">
              <a:lnSpc>
                <a:spcPts val="1600"/>
              </a:lnSpc>
              <a:buClrTx/>
              <a:buNone/>
              <a:defRPr/>
            </a:pPr>
            <a:r>
              <a:rPr lang="en-US" altLang="zh-CN" sz="1800" b="1" dirty="0">
                <a:solidFill>
                  <a:schemeClr val="tx1"/>
                </a:solidFill>
                <a:cs typeface="Times New Roman" pitchFamily="18" charset="0"/>
              </a:rPr>
              <a:t>        </a:t>
            </a:r>
            <a:r>
              <a:rPr lang="en-US" altLang="zh-CN" sz="1800" b="1" dirty="0">
                <a:solidFill>
                  <a:schemeClr val="tx2">
                    <a:lumMod val="60000"/>
                    <a:lumOff val="40000"/>
                  </a:schemeClr>
                </a:solidFill>
                <a:cs typeface="Times New Roman" pitchFamily="18" charset="0"/>
              </a:rPr>
              <a:t>A</a:t>
            </a:r>
            <a:r>
              <a:rPr lang="en-US" altLang="zh-CN" sz="1800" b="1" dirty="0">
                <a:solidFill>
                  <a:schemeClr val="tx1"/>
                </a:solidFill>
                <a:cs typeface="Times New Roman" pitchFamily="18" charset="0"/>
              </a:rPr>
              <a:t>:=</a:t>
            </a:r>
            <a:r>
              <a:rPr lang="en-US" altLang="zh-CN" sz="1800" b="1" dirty="0">
                <a:solidFill>
                  <a:schemeClr val="tx2">
                    <a:lumMod val="60000"/>
                    <a:lumOff val="40000"/>
                  </a:schemeClr>
                </a:solidFill>
                <a:cs typeface="Times New Roman" pitchFamily="18" charset="0"/>
              </a:rPr>
              <a:t>A</a:t>
            </a:r>
            <a:r>
              <a:rPr lang="en-US" altLang="zh-CN" sz="1800" b="1" dirty="0">
                <a:solidFill>
                  <a:schemeClr val="tx1"/>
                </a:solidFill>
                <a:cs typeface="Times New Roman" pitchFamily="18" charset="0"/>
              </a:rPr>
              <a:t>+</a:t>
            </a:r>
            <a:r>
              <a:rPr lang="en-US" altLang="zh-CN" sz="1800" b="1" dirty="0">
                <a:solidFill>
                  <a:srgbClr val="00B050"/>
                </a:solidFill>
                <a:cs typeface="Times New Roman" pitchFamily="18" charset="0"/>
              </a:rPr>
              <a:t>B</a:t>
            </a:r>
            <a:r>
              <a:rPr lang="en-US" altLang="zh-CN" sz="1800" b="1" dirty="0">
                <a:solidFill>
                  <a:schemeClr val="tx1"/>
                </a:solidFill>
                <a:cs typeface="Times New Roman" pitchFamily="18" charset="0"/>
              </a:rPr>
              <a:t>;</a:t>
            </a:r>
          </a:p>
          <a:p>
            <a:pPr marL="0" indent="0">
              <a:lnSpc>
                <a:spcPts val="1600"/>
              </a:lnSpc>
              <a:buClrTx/>
              <a:buNone/>
              <a:defRPr/>
            </a:pPr>
            <a:r>
              <a:rPr lang="en-US" altLang="zh-CN" sz="1800" b="1" dirty="0">
                <a:solidFill>
                  <a:schemeClr val="tx1"/>
                </a:solidFill>
                <a:cs typeface="Times New Roman" pitchFamily="18" charset="0"/>
              </a:rPr>
              <a:t>    END</a:t>
            </a:r>
          </a:p>
          <a:p>
            <a:pPr marL="0" indent="0">
              <a:lnSpc>
                <a:spcPts val="1600"/>
              </a:lnSpc>
              <a:buClrTx/>
              <a:buNone/>
              <a:defRPr/>
            </a:pPr>
            <a:r>
              <a:rPr lang="en-US" altLang="zh-CN" sz="1800" b="1" dirty="0">
                <a:solidFill>
                  <a:schemeClr val="tx1"/>
                </a:solidFill>
                <a:cs typeface="Times New Roman" pitchFamily="18" charset="0"/>
              </a:rPr>
              <a:t>BEGIN</a:t>
            </a:r>
          </a:p>
          <a:p>
            <a:pPr marL="0" indent="0">
              <a:lnSpc>
                <a:spcPts val="1600"/>
              </a:lnSpc>
              <a:buClrTx/>
              <a:buNone/>
              <a:defRPr/>
            </a:pPr>
            <a:r>
              <a:rPr lang="en-US" altLang="zh-CN" sz="1800" b="1" dirty="0">
                <a:solidFill>
                  <a:schemeClr val="tx1"/>
                </a:solidFill>
                <a:cs typeface="Times New Roman" pitchFamily="18" charset="0"/>
              </a:rPr>
              <a:t>    </a:t>
            </a:r>
            <a:r>
              <a:rPr lang="en-US" altLang="zh-CN" sz="1800" b="1" dirty="0">
                <a:solidFill>
                  <a:srgbClr val="FF0000"/>
                </a:solidFill>
                <a:cs typeface="Times New Roman" pitchFamily="18" charset="0"/>
              </a:rPr>
              <a:t>A</a:t>
            </a:r>
            <a:r>
              <a:rPr lang="en-US" altLang="zh-CN" sz="1800" b="1" dirty="0">
                <a:solidFill>
                  <a:schemeClr val="tx1"/>
                </a:solidFill>
                <a:cs typeface="Times New Roman" pitchFamily="18" charset="0"/>
              </a:rPr>
              <a:t>:=2;</a:t>
            </a:r>
          </a:p>
          <a:p>
            <a:pPr marL="0" indent="0">
              <a:lnSpc>
                <a:spcPts val="1600"/>
              </a:lnSpc>
              <a:buClrTx/>
              <a:buNone/>
              <a:defRPr/>
            </a:pPr>
            <a:r>
              <a:rPr lang="en-US" altLang="zh-CN" sz="1800" b="1" dirty="0">
                <a:solidFill>
                  <a:schemeClr val="tx1"/>
                </a:solidFill>
                <a:cs typeface="Times New Roman" pitchFamily="18" charset="0"/>
              </a:rPr>
              <a:t>    P(</a:t>
            </a:r>
            <a:r>
              <a:rPr lang="en-US" altLang="zh-CN" sz="1800" b="1" dirty="0">
                <a:solidFill>
                  <a:srgbClr val="FF0000"/>
                </a:solidFill>
                <a:cs typeface="Times New Roman" pitchFamily="18" charset="0"/>
              </a:rPr>
              <a:t>A</a:t>
            </a:r>
            <a:r>
              <a:rPr lang="en-US" altLang="zh-CN" sz="1800" b="1" dirty="0">
                <a:solidFill>
                  <a:schemeClr val="tx1"/>
                </a:solidFill>
                <a:cs typeface="Times New Roman" pitchFamily="18" charset="0"/>
              </a:rPr>
              <a:t>);</a:t>
            </a:r>
          </a:p>
          <a:p>
            <a:pPr marL="0" indent="0">
              <a:lnSpc>
                <a:spcPts val="1600"/>
              </a:lnSpc>
              <a:buClrTx/>
              <a:buNone/>
              <a:defRPr/>
            </a:pPr>
            <a:r>
              <a:rPr lang="en-US" altLang="zh-CN" sz="1800" b="1" dirty="0">
                <a:solidFill>
                  <a:schemeClr val="tx1"/>
                </a:solidFill>
                <a:cs typeface="Times New Roman" pitchFamily="18" charset="0"/>
              </a:rPr>
              <a:t>    write(</a:t>
            </a:r>
            <a:r>
              <a:rPr lang="en-US" altLang="zh-CN" sz="1800" b="1" dirty="0">
                <a:solidFill>
                  <a:srgbClr val="FF0000"/>
                </a:solidFill>
                <a:cs typeface="Times New Roman" pitchFamily="18" charset="0"/>
              </a:rPr>
              <a:t>A</a:t>
            </a:r>
            <a:r>
              <a:rPr lang="en-US" altLang="zh-CN" sz="1800" b="1" dirty="0">
                <a:solidFill>
                  <a:schemeClr val="tx1"/>
                </a:solidFill>
                <a:cs typeface="Times New Roman" pitchFamily="18" charset="0"/>
              </a:rPr>
              <a:t>);</a:t>
            </a:r>
          </a:p>
          <a:p>
            <a:pPr marL="0" indent="0">
              <a:lnSpc>
                <a:spcPts val="1600"/>
              </a:lnSpc>
              <a:buClrTx/>
              <a:buNone/>
              <a:defRPr/>
            </a:pPr>
            <a:r>
              <a:rPr lang="en-US" altLang="zh-CN" sz="1800" b="1" dirty="0">
                <a:solidFill>
                  <a:schemeClr val="tx1"/>
                </a:solidFill>
                <a:cs typeface="Times New Roman" pitchFamily="18" charset="0"/>
              </a:rPr>
              <a:t>END</a:t>
            </a:r>
          </a:p>
        </p:txBody>
      </p:sp>
      <p:sp>
        <p:nvSpPr>
          <p:cNvPr id="4" name="右箭头 3"/>
          <p:cNvSpPr/>
          <p:nvPr/>
        </p:nvSpPr>
        <p:spPr>
          <a:xfrm>
            <a:off x="1547664" y="3579862"/>
            <a:ext cx="648072" cy="28411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2" name="Rectangle 3"/>
          <p:cNvSpPr txBox="1">
            <a:spLocks noChangeArrowheads="1"/>
          </p:cNvSpPr>
          <p:nvPr/>
        </p:nvSpPr>
        <p:spPr bwMode="auto">
          <a:xfrm>
            <a:off x="2573095" y="3579862"/>
            <a:ext cx="1483360" cy="17045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lvl1pPr marL="271463" indent="-271463" algn="l" rtl="0" eaLnBrk="0" fontAlgn="base" hangingPunct="0">
              <a:spcBef>
                <a:spcPct val="20000"/>
              </a:spcBef>
              <a:spcAft>
                <a:spcPct val="0"/>
              </a:spcAft>
              <a:buClr>
                <a:schemeClr val="accent1"/>
              </a:buClr>
              <a:buSzPct val="100000"/>
              <a:buFont typeface="Symbol" panose="05050102010706020507" pitchFamily="18" charset="2"/>
              <a:buChar char=""/>
              <a:defRPr sz="2400" kern="1200" baseline="0">
                <a:solidFill>
                  <a:schemeClr val="tx2"/>
                </a:solidFill>
                <a:latin typeface="Times New Roman" panose="02020603050405020304" pitchFamily="18" charset="0"/>
                <a:ea typeface="+mn-ea"/>
                <a:cs typeface="+mn-cs"/>
              </a:defRPr>
            </a:lvl1pPr>
            <a:lvl2pPr marL="574675" indent="-271463" algn="l" rtl="0" eaLnBrk="0" fontAlgn="base" hangingPunct="0">
              <a:spcBef>
                <a:spcPct val="20000"/>
              </a:spcBef>
              <a:spcAft>
                <a:spcPct val="0"/>
              </a:spcAft>
              <a:buClr>
                <a:schemeClr val="accent1"/>
              </a:buClr>
              <a:buSzPct val="100000"/>
              <a:buFont typeface="Symbol" panose="05050102010706020507" pitchFamily="18" charset="2"/>
              <a:buChar char=""/>
              <a:defRPr sz="2200" kern="1200" baseline="0">
                <a:solidFill>
                  <a:schemeClr val="tx2"/>
                </a:solidFill>
                <a:latin typeface="Times New Roman" panose="02020603050405020304" pitchFamily="18" charset="0"/>
                <a:ea typeface="+mn-ea"/>
                <a:cs typeface="+mn-cs"/>
              </a:defRPr>
            </a:lvl2pPr>
            <a:lvl3pPr marL="854075"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baseline="0">
                <a:solidFill>
                  <a:schemeClr val="tx2"/>
                </a:solidFill>
                <a:latin typeface="Times New Roman" panose="02020603050405020304" pitchFamily="18" charset="0"/>
                <a:ea typeface="+mn-ea"/>
                <a:cs typeface="+mn-cs"/>
              </a:defRPr>
            </a:lvl3pPr>
            <a:lvl4pPr marL="1141413"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baseline="0">
                <a:solidFill>
                  <a:schemeClr val="tx2"/>
                </a:solidFill>
                <a:latin typeface="Times New Roman" panose="02020603050405020304" pitchFamily="18" charset="0"/>
                <a:ea typeface="+mn-ea"/>
                <a:cs typeface="+mn-cs"/>
              </a:defRPr>
            </a:lvl4pPr>
            <a:lvl5pPr marL="1460500" indent="-227013" algn="l" rtl="0" eaLnBrk="0" fontAlgn="base" hangingPunct="0">
              <a:spcBef>
                <a:spcPct val="20000"/>
              </a:spcBef>
              <a:spcAft>
                <a:spcPct val="0"/>
              </a:spcAft>
              <a:buClr>
                <a:schemeClr val="accent1"/>
              </a:buClr>
              <a:buSzPct val="100000"/>
              <a:buFont typeface="Symbol" panose="05050102010706020507" pitchFamily="18" charset="2"/>
              <a:buChar char=""/>
              <a:defRPr sz="1600" kern="1200" baseline="0">
                <a:solidFill>
                  <a:schemeClr val="tx2"/>
                </a:solidFill>
                <a:latin typeface="Times New Roman" panose="02020603050405020304" pitchFamily="18" charset="0"/>
                <a:ea typeface="+mn-ea"/>
                <a:cs typeface="+mn-cs"/>
              </a:defRPr>
            </a:lvl5pPr>
            <a:lvl6pPr marL="1783036"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068"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099"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132"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a:lstStyle>
          <a:p>
            <a:pPr marL="0" indent="0">
              <a:lnSpc>
                <a:spcPts val="1600"/>
              </a:lnSpc>
              <a:buClrTx/>
              <a:buFont typeface="Symbol" panose="05050102010706020507" pitchFamily="18" charset="2"/>
              <a:buNone/>
              <a:defRPr/>
            </a:pPr>
            <a:r>
              <a:rPr lang="en-US" altLang="zh-CN" sz="1800" b="1" dirty="0">
                <a:solidFill>
                  <a:schemeClr val="tx1"/>
                </a:solidFill>
                <a:cs typeface="Times New Roman" pitchFamily="18" charset="0"/>
              </a:rPr>
              <a:t>BEGIN</a:t>
            </a:r>
          </a:p>
          <a:p>
            <a:pPr marL="0" indent="0">
              <a:lnSpc>
                <a:spcPts val="1600"/>
              </a:lnSpc>
              <a:buClrTx/>
              <a:buFont typeface="Symbol" panose="05050102010706020507" pitchFamily="18" charset="2"/>
              <a:buNone/>
              <a:defRPr/>
            </a:pPr>
            <a:r>
              <a:rPr lang="en-US" altLang="zh-CN" sz="1800" b="1" dirty="0">
                <a:solidFill>
                  <a:schemeClr val="tx1"/>
                </a:solidFill>
                <a:cs typeface="Times New Roman" pitchFamily="18" charset="0"/>
              </a:rPr>
              <a:t>    </a:t>
            </a:r>
            <a:r>
              <a:rPr lang="en-US" altLang="zh-CN" sz="1800" b="1" dirty="0">
                <a:solidFill>
                  <a:srgbClr val="FF0000"/>
                </a:solidFill>
                <a:cs typeface="Times New Roman" pitchFamily="18" charset="0"/>
              </a:rPr>
              <a:t>A</a:t>
            </a:r>
            <a:r>
              <a:rPr lang="en-US" altLang="zh-CN" sz="1800" b="1" dirty="0">
                <a:solidFill>
                  <a:schemeClr val="tx1"/>
                </a:solidFill>
                <a:cs typeface="Times New Roman" pitchFamily="18" charset="0"/>
              </a:rPr>
              <a:t>:=2;</a:t>
            </a:r>
          </a:p>
          <a:p>
            <a:pPr marL="0" lvl="0" indent="0">
              <a:lnSpc>
                <a:spcPts val="1600"/>
              </a:lnSpc>
              <a:spcBef>
                <a:spcPct val="0"/>
              </a:spcBef>
              <a:buClrTx/>
              <a:buSzTx/>
              <a:buNone/>
              <a:defRPr/>
            </a:pPr>
            <a:r>
              <a:rPr lang="en-US" altLang="zh-CN" sz="1800" dirty="0">
                <a:solidFill>
                  <a:prstClr val="black"/>
                </a:solidFill>
                <a:ea typeface="楷体_GB2312" pitchFamily="49" charset="-122"/>
                <a:cs typeface="Times New Roman" pitchFamily="18" charset="0"/>
              </a:rPr>
              <a:t>    </a:t>
            </a:r>
            <a:r>
              <a:rPr lang="en-US" altLang="zh-CN" sz="1800" dirty="0">
                <a:solidFill>
                  <a:srgbClr val="073E87">
                    <a:lumMod val="60000"/>
                    <a:lumOff val="40000"/>
                  </a:srgbClr>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:=0;</a:t>
            </a:r>
          </a:p>
          <a:p>
            <a:pPr marL="0" lvl="0" indent="0">
              <a:lnSpc>
                <a:spcPts val="1600"/>
              </a:lnSpc>
              <a:spcBef>
                <a:spcPct val="0"/>
              </a:spcBef>
              <a:buClrTx/>
              <a:buSzTx/>
              <a:buNone/>
              <a:defRPr/>
            </a:pPr>
            <a:r>
              <a:rPr lang="en-US" altLang="zh-CN" sz="1800" dirty="0">
                <a:solidFill>
                  <a:prstClr val="black"/>
                </a:solidFill>
                <a:ea typeface="楷体_GB2312" pitchFamily="49" charset="-122"/>
                <a:cs typeface="Times New Roman" pitchFamily="18" charset="0"/>
              </a:rPr>
              <a:t>    </a:t>
            </a:r>
            <a:r>
              <a:rPr lang="en-US" altLang="zh-CN" sz="1800" dirty="0">
                <a:solidFill>
                  <a:srgbClr val="00B050"/>
                </a:solidFill>
                <a:ea typeface="楷体_GB2312" pitchFamily="49" charset="-122"/>
                <a:cs typeface="Times New Roman" pitchFamily="18" charset="0"/>
              </a:rPr>
              <a:t>B</a:t>
            </a:r>
            <a:r>
              <a:rPr lang="en-US" altLang="zh-CN" sz="1800" dirty="0">
                <a:solidFill>
                  <a:prstClr val="black"/>
                </a:solidFill>
                <a:ea typeface="楷体_GB2312" pitchFamily="49" charset="-122"/>
                <a:cs typeface="Times New Roman" pitchFamily="18" charset="0"/>
              </a:rPr>
              <a:t>:=</a:t>
            </a:r>
            <a:r>
              <a:rPr lang="en-US" altLang="zh-CN" sz="1800" dirty="0">
                <a:solidFill>
                  <a:srgbClr val="00B050"/>
                </a:solidFill>
                <a:ea typeface="楷体_GB2312" pitchFamily="49" charset="-122"/>
                <a:cs typeface="Times New Roman" pitchFamily="18" charset="0"/>
              </a:rPr>
              <a:t>B</a:t>
            </a:r>
            <a:r>
              <a:rPr lang="en-US" altLang="zh-CN" sz="1800" dirty="0">
                <a:solidFill>
                  <a:prstClr val="black"/>
                </a:solidFill>
                <a:ea typeface="楷体_GB2312" pitchFamily="49" charset="-122"/>
                <a:cs typeface="Times New Roman" pitchFamily="18" charset="0"/>
              </a:rPr>
              <a:t>+1;</a:t>
            </a:r>
          </a:p>
          <a:p>
            <a:pPr marL="0" lvl="0" indent="0">
              <a:lnSpc>
                <a:spcPts val="1600"/>
              </a:lnSpc>
              <a:spcBef>
                <a:spcPct val="0"/>
              </a:spcBef>
              <a:buClrTx/>
              <a:buSzTx/>
              <a:buNone/>
              <a:defRPr/>
            </a:pPr>
            <a:r>
              <a:rPr lang="en-US" altLang="zh-CN" sz="1800" dirty="0">
                <a:solidFill>
                  <a:prstClr val="black"/>
                </a:solidFill>
                <a:ea typeface="楷体_GB2312" pitchFamily="49" charset="-122"/>
                <a:cs typeface="Times New Roman" pitchFamily="18" charset="0"/>
              </a:rPr>
              <a:t>    </a:t>
            </a:r>
            <a:r>
              <a:rPr lang="en-US" altLang="zh-CN" sz="1800" dirty="0">
                <a:solidFill>
                  <a:srgbClr val="073E87">
                    <a:lumMod val="60000"/>
                    <a:lumOff val="40000"/>
                  </a:srgbClr>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a:t>
            </a:r>
            <a:r>
              <a:rPr lang="en-US" altLang="zh-CN" sz="1800" dirty="0">
                <a:solidFill>
                  <a:srgbClr val="073E87">
                    <a:lumMod val="60000"/>
                    <a:lumOff val="40000"/>
                  </a:srgbClr>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a:t>
            </a:r>
            <a:r>
              <a:rPr lang="en-US" altLang="zh-CN" sz="1800" dirty="0">
                <a:solidFill>
                  <a:srgbClr val="00B050"/>
                </a:solidFill>
                <a:ea typeface="楷体_GB2312" pitchFamily="49" charset="-122"/>
                <a:cs typeface="Times New Roman" pitchFamily="18" charset="0"/>
              </a:rPr>
              <a:t>B</a:t>
            </a:r>
            <a:r>
              <a:rPr lang="en-US" altLang="zh-CN" sz="1800" dirty="0">
                <a:solidFill>
                  <a:prstClr val="black"/>
                </a:solidFill>
                <a:ea typeface="楷体_GB2312" pitchFamily="49" charset="-122"/>
                <a:cs typeface="Times New Roman" pitchFamily="18" charset="0"/>
              </a:rPr>
              <a:t>;</a:t>
            </a:r>
          </a:p>
          <a:p>
            <a:pPr marL="0" lvl="0" indent="0">
              <a:lnSpc>
                <a:spcPts val="1600"/>
              </a:lnSpc>
              <a:spcBef>
                <a:spcPct val="0"/>
              </a:spcBef>
              <a:buClrTx/>
              <a:buSzTx/>
              <a:buNone/>
              <a:defRPr/>
            </a:pPr>
            <a:r>
              <a:rPr lang="en-US" altLang="zh-CN" sz="1800" b="1" dirty="0">
                <a:solidFill>
                  <a:schemeClr val="tx1"/>
                </a:solidFill>
                <a:cs typeface="Times New Roman" pitchFamily="18" charset="0"/>
              </a:rPr>
              <a:t>    write(</a:t>
            </a:r>
            <a:r>
              <a:rPr lang="en-US" altLang="zh-CN" sz="1800" b="1" dirty="0">
                <a:solidFill>
                  <a:srgbClr val="FF0000"/>
                </a:solidFill>
                <a:cs typeface="Times New Roman" pitchFamily="18" charset="0"/>
              </a:rPr>
              <a:t>A</a:t>
            </a:r>
            <a:r>
              <a:rPr lang="en-US" altLang="zh-CN" sz="1800" b="1" dirty="0">
                <a:solidFill>
                  <a:schemeClr val="tx1"/>
                </a:solidFill>
                <a:cs typeface="Times New Roman" pitchFamily="18" charset="0"/>
              </a:rPr>
              <a:t>);</a:t>
            </a:r>
          </a:p>
          <a:p>
            <a:pPr marL="0" indent="0">
              <a:lnSpc>
                <a:spcPts val="1600"/>
              </a:lnSpc>
              <a:buClrTx/>
              <a:buFont typeface="Symbol" panose="05050102010706020507" pitchFamily="18" charset="2"/>
              <a:buNone/>
              <a:defRPr/>
            </a:pPr>
            <a:r>
              <a:rPr lang="en-US" altLang="zh-CN" sz="1800" b="1" dirty="0">
                <a:solidFill>
                  <a:schemeClr val="tx1"/>
                </a:solidFill>
                <a:cs typeface="Times New Roman" pitchFamily="18" charset="0"/>
              </a:rPr>
              <a:t>END</a:t>
            </a:r>
          </a:p>
        </p:txBody>
      </p:sp>
      <p:sp>
        <p:nvSpPr>
          <p:cNvPr id="2" name="矩形 1"/>
          <p:cNvSpPr/>
          <p:nvPr/>
        </p:nvSpPr>
        <p:spPr>
          <a:xfrm>
            <a:off x="2704072" y="4022726"/>
            <a:ext cx="1219855" cy="637256"/>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右箭头 13"/>
          <p:cNvSpPr/>
          <p:nvPr/>
        </p:nvSpPr>
        <p:spPr>
          <a:xfrm>
            <a:off x="3707904" y="3579862"/>
            <a:ext cx="648072" cy="28411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5" name="Rectangle 3"/>
          <p:cNvSpPr txBox="1">
            <a:spLocks noChangeArrowheads="1"/>
          </p:cNvSpPr>
          <p:nvPr/>
        </p:nvSpPr>
        <p:spPr bwMode="auto">
          <a:xfrm>
            <a:off x="4600808" y="3579862"/>
            <a:ext cx="1483360" cy="17045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lvl1pPr marL="271463" indent="-271463" algn="l" rtl="0" eaLnBrk="0" fontAlgn="base" hangingPunct="0">
              <a:spcBef>
                <a:spcPct val="20000"/>
              </a:spcBef>
              <a:spcAft>
                <a:spcPct val="0"/>
              </a:spcAft>
              <a:buClr>
                <a:schemeClr val="accent1"/>
              </a:buClr>
              <a:buSzPct val="100000"/>
              <a:buFont typeface="Symbol" panose="05050102010706020507" pitchFamily="18" charset="2"/>
              <a:buChar char=""/>
              <a:defRPr sz="2400" kern="1200" baseline="0">
                <a:solidFill>
                  <a:schemeClr val="tx2"/>
                </a:solidFill>
                <a:latin typeface="Times New Roman" panose="02020603050405020304" pitchFamily="18" charset="0"/>
                <a:ea typeface="+mn-ea"/>
                <a:cs typeface="+mn-cs"/>
              </a:defRPr>
            </a:lvl1pPr>
            <a:lvl2pPr marL="574675" indent="-271463" algn="l" rtl="0" eaLnBrk="0" fontAlgn="base" hangingPunct="0">
              <a:spcBef>
                <a:spcPct val="20000"/>
              </a:spcBef>
              <a:spcAft>
                <a:spcPct val="0"/>
              </a:spcAft>
              <a:buClr>
                <a:schemeClr val="accent1"/>
              </a:buClr>
              <a:buSzPct val="100000"/>
              <a:buFont typeface="Symbol" panose="05050102010706020507" pitchFamily="18" charset="2"/>
              <a:buChar char=""/>
              <a:defRPr sz="2200" kern="1200" baseline="0">
                <a:solidFill>
                  <a:schemeClr val="tx2"/>
                </a:solidFill>
                <a:latin typeface="Times New Roman" panose="02020603050405020304" pitchFamily="18" charset="0"/>
                <a:ea typeface="+mn-ea"/>
                <a:cs typeface="+mn-cs"/>
              </a:defRPr>
            </a:lvl2pPr>
            <a:lvl3pPr marL="854075"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baseline="0">
                <a:solidFill>
                  <a:schemeClr val="tx2"/>
                </a:solidFill>
                <a:latin typeface="Times New Roman" panose="02020603050405020304" pitchFamily="18" charset="0"/>
                <a:ea typeface="+mn-ea"/>
                <a:cs typeface="+mn-cs"/>
              </a:defRPr>
            </a:lvl3pPr>
            <a:lvl4pPr marL="1141413"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baseline="0">
                <a:solidFill>
                  <a:schemeClr val="tx2"/>
                </a:solidFill>
                <a:latin typeface="Times New Roman" panose="02020603050405020304" pitchFamily="18" charset="0"/>
                <a:ea typeface="+mn-ea"/>
                <a:cs typeface="+mn-cs"/>
              </a:defRPr>
            </a:lvl4pPr>
            <a:lvl5pPr marL="1460500" indent="-227013" algn="l" rtl="0" eaLnBrk="0" fontAlgn="base" hangingPunct="0">
              <a:spcBef>
                <a:spcPct val="20000"/>
              </a:spcBef>
              <a:spcAft>
                <a:spcPct val="0"/>
              </a:spcAft>
              <a:buClr>
                <a:schemeClr val="accent1"/>
              </a:buClr>
              <a:buSzPct val="100000"/>
              <a:buFont typeface="Symbol" panose="05050102010706020507" pitchFamily="18" charset="2"/>
              <a:buChar char=""/>
              <a:defRPr sz="1600" kern="1200" baseline="0">
                <a:solidFill>
                  <a:schemeClr val="tx2"/>
                </a:solidFill>
                <a:latin typeface="Times New Roman" panose="02020603050405020304" pitchFamily="18" charset="0"/>
                <a:ea typeface="+mn-ea"/>
                <a:cs typeface="+mn-cs"/>
              </a:defRPr>
            </a:lvl5pPr>
            <a:lvl6pPr marL="1783036"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068"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099"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132"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a:lstStyle>
          <a:p>
            <a:pPr marL="0" indent="0">
              <a:lnSpc>
                <a:spcPts val="1600"/>
              </a:lnSpc>
              <a:buClrTx/>
              <a:buFont typeface="Symbol" panose="05050102010706020507" pitchFamily="18" charset="2"/>
              <a:buNone/>
              <a:defRPr/>
            </a:pPr>
            <a:r>
              <a:rPr lang="en-US" altLang="zh-CN" sz="1800" b="1" dirty="0">
                <a:solidFill>
                  <a:schemeClr val="tx1"/>
                </a:solidFill>
                <a:cs typeface="Times New Roman" pitchFamily="18" charset="0"/>
              </a:rPr>
              <a:t>BEGIN</a:t>
            </a:r>
          </a:p>
          <a:p>
            <a:pPr marL="0" indent="0">
              <a:lnSpc>
                <a:spcPts val="1600"/>
              </a:lnSpc>
              <a:buClrTx/>
              <a:buFont typeface="Symbol" panose="05050102010706020507" pitchFamily="18" charset="2"/>
              <a:buNone/>
              <a:defRPr/>
            </a:pPr>
            <a:r>
              <a:rPr lang="en-US" altLang="zh-CN" sz="1800" b="1" dirty="0">
                <a:solidFill>
                  <a:schemeClr val="tx1"/>
                </a:solidFill>
                <a:cs typeface="Times New Roman" pitchFamily="18" charset="0"/>
              </a:rPr>
              <a:t>    </a:t>
            </a:r>
            <a:r>
              <a:rPr lang="en-US" altLang="zh-CN" sz="1800" b="1" dirty="0">
                <a:solidFill>
                  <a:srgbClr val="FF0000"/>
                </a:solidFill>
                <a:cs typeface="Times New Roman" pitchFamily="18" charset="0"/>
              </a:rPr>
              <a:t>A</a:t>
            </a:r>
            <a:r>
              <a:rPr lang="en-US" altLang="zh-CN" sz="1800" b="1" dirty="0">
                <a:solidFill>
                  <a:schemeClr val="tx1"/>
                </a:solidFill>
                <a:cs typeface="Times New Roman" pitchFamily="18" charset="0"/>
              </a:rPr>
              <a:t>:=2;</a:t>
            </a:r>
          </a:p>
          <a:p>
            <a:pPr marL="0" lvl="0" indent="0">
              <a:lnSpc>
                <a:spcPts val="1600"/>
              </a:lnSpc>
              <a:spcBef>
                <a:spcPct val="0"/>
              </a:spcBef>
              <a:buClrTx/>
              <a:buSzTx/>
              <a:buNone/>
              <a:defRPr/>
            </a:pPr>
            <a:r>
              <a:rPr lang="en-US" altLang="zh-CN" sz="1800" dirty="0">
                <a:solidFill>
                  <a:prstClr val="black"/>
                </a:solidFill>
                <a:ea typeface="楷体_GB2312" pitchFamily="49" charset="-122"/>
                <a:cs typeface="Times New Roman" pitchFamily="18" charset="0"/>
              </a:rPr>
              <a:t>    </a:t>
            </a:r>
            <a:r>
              <a:rPr lang="en-US" altLang="zh-CN" sz="1800" dirty="0">
                <a:solidFill>
                  <a:srgbClr val="073E87">
                    <a:lumMod val="60000"/>
                    <a:lumOff val="40000"/>
                  </a:srgbClr>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:=0;</a:t>
            </a:r>
          </a:p>
          <a:p>
            <a:pPr marL="0" lvl="0" indent="0">
              <a:lnSpc>
                <a:spcPts val="1600"/>
              </a:lnSpc>
              <a:spcBef>
                <a:spcPct val="0"/>
              </a:spcBef>
              <a:buClrTx/>
              <a:buSzTx/>
              <a:buNone/>
              <a:defRPr/>
            </a:pPr>
            <a:r>
              <a:rPr lang="en-US" altLang="zh-CN" sz="1800" dirty="0">
                <a:solidFill>
                  <a:prstClr val="black"/>
                </a:solidFill>
                <a:ea typeface="楷体_GB2312" pitchFamily="49" charset="-122"/>
                <a:cs typeface="Times New Roman" pitchFamily="18" charset="0"/>
              </a:rPr>
              <a:t>    </a:t>
            </a:r>
            <a:r>
              <a:rPr lang="en-US" altLang="zh-CN" sz="1800" dirty="0">
                <a:solidFill>
                  <a:srgbClr val="FF0000"/>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a:t>
            </a:r>
            <a:r>
              <a:rPr lang="en-US" altLang="zh-CN" sz="1800" dirty="0">
                <a:solidFill>
                  <a:srgbClr val="FF0000"/>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+1;</a:t>
            </a:r>
          </a:p>
          <a:p>
            <a:pPr marL="0" lvl="0" indent="0">
              <a:lnSpc>
                <a:spcPts val="1600"/>
              </a:lnSpc>
              <a:spcBef>
                <a:spcPct val="0"/>
              </a:spcBef>
              <a:buClrTx/>
              <a:buSzTx/>
              <a:buNone/>
              <a:defRPr/>
            </a:pPr>
            <a:r>
              <a:rPr lang="en-US" altLang="zh-CN" sz="1800" dirty="0">
                <a:solidFill>
                  <a:prstClr val="black"/>
                </a:solidFill>
                <a:ea typeface="楷体_GB2312" pitchFamily="49" charset="-122"/>
                <a:cs typeface="Times New Roman" pitchFamily="18" charset="0"/>
              </a:rPr>
              <a:t>    </a:t>
            </a:r>
            <a:r>
              <a:rPr lang="en-US" altLang="zh-CN" sz="1800" dirty="0">
                <a:solidFill>
                  <a:srgbClr val="073E87">
                    <a:lumMod val="60000"/>
                    <a:lumOff val="40000"/>
                  </a:srgbClr>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a:t>
            </a:r>
            <a:r>
              <a:rPr lang="en-US" altLang="zh-CN" sz="1800" dirty="0">
                <a:solidFill>
                  <a:srgbClr val="073E87">
                    <a:lumMod val="60000"/>
                    <a:lumOff val="40000"/>
                  </a:srgbClr>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a:t>
            </a:r>
            <a:r>
              <a:rPr lang="en-US" altLang="zh-CN" sz="1800" dirty="0">
                <a:solidFill>
                  <a:srgbClr val="FF0000"/>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a:t>
            </a:r>
          </a:p>
          <a:p>
            <a:pPr marL="0" lvl="0" indent="0">
              <a:lnSpc>
                <a:spcPts val="1600"/>
              </a:lnSpc>
              <a:spcBef>
                <a:spcPct val="0"/>
              </a:spcBef>
              <a:buClrTx/>
              <a:buSzTx/>
              <a:buNone/>
              <a:defRPr/>
            </a:pPr>
            <a:r>
              <a:rPr lang="en-US" altLang="zh-CN" sz="1800" b="1" dirty="0">
                <a:solidFill>
                  <a:schemeClr val="tx1"/>
                </a:solidFill>
                <a:cs typeface="Times New Roman" pitchFamily="18" charset="0"/>
              </a:rPr>
              <a:t>    write(</a:t>
            </a:r>
            <a:r>
              <a:rPr lang="en-US" altLang="zh-CN" sz="1800" b="1" dirty="0">
                <a:solidFill>
                  <a:srgbClr val="FF0000"/>
                </a:solidFill>
                <a:cs typeface="Times New Roman" pitchFamily="18" charset="0"/>
              </a:rPr>
              <a:t>A</a:t>
            </a:r>
            <a:r>
              <a:rPr lang="en-US" altLang="zh-CN" sz="1800" b="1" dirty="0">
                <a:solidFill>
                  <a:schemeClr val="tx1"/>
                </a:solidFill>
                <a:cs typeface="Times New Roman" pitchFamily="18" charset="0"/>
              </a:rPr>
              <a:t>);</a:t>
            </a:r>
          </a:p>
          <a:p>
            <a:pPr marL="0" indent="0">
              <a:lnSpc>
                <a:spcPts val="1600"/>
              </a:lnSpc>
              <a:buClrTx/>
              <a:buFont typeface="Symbol" panose="05050102010706020507" pitchFamily="18" charset="2"/>
              <a:buNone/>
              <a:defRPr/>
            </a:pPr>
            <a:r>
              <a:rPr lang="en-US" altLang="zh-CN" sz="1800" b="1" dirty="0">
                <a:solidFill>
                  <a:schemeClr val="tx1"/>
                </a:solidFill>
                <a:cs typeface="Times New Roman" pitchFamily="18" charset="0"/>
              </a:rPr>
              <a:t>END</a:t>
            </a:r>
          </a:p>
        </p:txBody>
      </p:sp>
      <p:sp>
        <p:nvSpPr>
          <p:cNvPr id="16" name="矩形 15"/>
          <p:cNvSpPr/>
          <p:nvPr/>
        </p:nvSpPr>
        <p:spPr>
          <a:xfrm>
            <a:off x="4720297" y="4022726"/>
            <a:ext cx="1231344" cy="637256"/>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右箭头 16"/>
          <p:cNvSpPr/>
          <p:nvPr/>
        </p:nvSpPr>
        <p:spPr>
          <a:xfrm>
            <a:off x="5724128" y="3579862"/>
            <a:ext cx="648072" cy="28411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8" name="Rectangle 3"/>
          <p:cNvSpPr txBox="1">
            <a:spLocks noChangeArrowheads="1"/>
          </p:cNvSpPr>
          <p:nvPr/>
        </p:nvSpPr>
        <p:spPr bwMode="auto">
          <a:xfrm>
            <a:off x="6617032" y="3579862"/>
            <a:ext cx="1650354" cy="17045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lvl1pPr marL="271463" indent="-271463" algn="l" rtl="0" eaLnBrk="0" fontAlgn="base" hangingPunct="0">
              <a:spcBef>
                <a:spcPct val="20000"/>
              </a:spcBef>
              <a:spcAft>
                <a:spcPct val="0"/>
              </a:spcAft>
              <a:buClr>
                <a:schemeClr val="accent1"/>
              </a:buClr>
              <a:buSzPct val="100000"/>
              <a:buFont typeface="Symbol" panose="05050102010706020507" pitchFamily="18" charset="2"/>
              <a:buChar char=""/>
              <a:defRPr sz="2400" kern="1200" baseline="0">
                <a:solidFill>
                  <a:schemeClr val="tx2"/>
                </a:solidFill>
                <a:latin typeface="Times New Roman" panose="02020603050405020304" pitchFamily="18" charset="0"/>
                <a:ea typeface="+mn-ea"/>
                <a:cs typeface="+mn-cs"/>
              </a:defRPr>
            </a:lvl1pPr>
            <a:lvl2pPr marL="574675" indent="-271463" algn="l" rtl="0" eaLnBrk="0" fontAlgn="base" hangingPunct="0">
              <a:spcBef>
                <a:spcPct val="20000"/>
              </a:spcBef>
              <a:spcAft>
                <a:spcPct val="0"/>
              </a:spcAft>
              <a:buClr>
                <a:schemeClr val="accent1"/>
              </a:buClr>
              <a:buSzPct val="100000"/>
              <a:buFont typeface="Symbol" panose="05050102010706020507" pitchFamily="18" charset="2"/>
              <a:buChar char=""/>
              <a:defRPr sz="2200" kern="1200" baseline="0">
                <a:solidFill>
                  <a:schemeClr val="tx2"/>
                </a:solidFill>
                <a:latin typeface="Times New Roman" panose="02020603050405020304" pitchFamily="18" charset="0"/>
                <a:ea typeface="+mn-ea"/>
                <a:cs typeface="+mn-cs"/>
              </a:defRPr>
            </a:lvl2pPr>
            <a:lvl3pPr marL="854075"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baseline="0">
                <a:solidFill>
                  <a:schemeClr val="tx2"/>
                </a:solidFill>
                <a:latin typeface="Times New Roman" panose="02020603050405020304" pitchFamily="18" charset="0"/>
                <a:ea typeface="+mn-ea"/>
                <a:cs typeface="+mn-cs"/>
              </a:defRPr>
            </a:lvl3pPr>
            <a:lvl4pPr marL="1141413" indent="-227013" algn="l" rtl="0" eaLnBrk="0" fontAlgn="base" hangingPunct="0">
              <a:spcBef>
                <a:spcPct val="20000"/>
              </a:spcBef>
              <a:spcAft>
                <a:spcPct val="0"/>
              </a:spcAft>
              <a:buClr>
                <a:schemeClr val="accent1"/>
              </a:buClr>
              <a:buSzPct val="100000"/>
              <a:buFont typeface="Symbol" panose="05050102010706020507" pitchFamily="18" charset="2"/>
              <a:buChar char=""/>
              <a:defRPr sz="2000" kern="1200" baseline="0">
                <a:solidFill>
                  <a:schemeClr val="tx2"/>
                </a:solidFill>
                <a:latin typeface="Times New Roman" panose="02020603050405020304" pitchFamily="18" charset="0"/>
                <a:ea typeface="+mn-ea"/>
                <a:cs typeface="+mn-cs"/>
              </a:defRPr>
            </a:lvl4pPr>
            <a:lvl5pPr marL="1460500" indent="-227013" algn="l" rtl="0" eaLnBrk="0" fontAlgn="base" hangingPunct="0">
              <a:spcBef>
                <a:spcPct val="20000"/>
              </a:spcBef>
              <a:spcAft>
                <a:spcPct val="0"/>
              </a:spcAft>
              <a:buClr>
                <a:schemeClr val="accent1"/>
              </a:buClr>
              <a:buSzPct val="100000"/>
              <a:buFont typeface="Symbol" panose="05050102010706020507" pitchFamily="18" charset="2"/>
              <a:buChar char=""/>
              <a:defRPr sz="1600" kern="1200" baseline="0">
                <a:solidFill>
                  <a:schemeClr val="tx2"/>
                </a:solidFill>
                <a:latin typeface="Times New Roman" panose="02020603050405020304" pitchFamily="18" charset="0"/>
                <a:ea typeface="+mn-ea"/>
                <a:cs typeface="+mn-cs"/>
              </a:defRPr>
            </a:lvl5pPr>
            <a:lvl6pPr marL="1783036"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6pPr>
            <a:lvl7pPr marL="2103068"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7pPr>
            <a:lvl8pPr marL="2423099"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8pPr>
            <a:lvl9pPr marL="2743132" indent="-228594" algn="l" defTabSz="914378" rtl="0" eaLnBrk="1" latinLnBrk="0" hangingPunct="1">
              <a:spcBef>
                <a:spcPts val="384"/>
              </a:spcBef>
              <a:buClr>
                <a:schemeClr val="accent1"/>
              </a:buClr>
              <a:buFont typeface="Symbol" pitchFamily="18" charset="2"/>
              <a:buChar char="*"/>
              <a:defRPr sz="1400" kern="1200">
                <a:solidFill>
                  <a:schemeClr val="tx2"/>
                </a:solidFill>
                <a:latin typeface="+mn-lt"/>
                <a:ea typeface="+mn-ea"/>
                <a:cs typeface="+mn-cs"/>
              </a:defRPr>
            </a:lvl9pPr>
          </a:lstStyle>
          <a:p>
            <a:pPr marL="0" indent="0">
              <a:lnSpc>
                <a:spcPts val="1600"/>
              </a:lnSpc>
              <a:buClrTx/>
              <a:buFont typeface="Symbol" panose="05050102010706020507" pitchFamily="18" charset="2"/>
              <a:buNone/>
              <a:defRPr/>
            </a:pPr>
            <a:r>
              <a:rPr lang="en-US" altLang="zh-CN" sz="1800" b="1" dirty="0">
                <a:solidFill>
                  <a:schemeClr val="tx1"/>
                </a:solidFill>
                <a:cs typeface="Times New Roman" pitchFamily="18" charset="0"/>
              </a:rPr>
              <a:t>BEGIN</a:t>
            </a:r>
          </a:p>
          <a:p>
            <a:pPr marL="0" indent="0">
              <a:lnSpc>
                <a:spcPts val="1600"/>
              </a:lnSpc>
              <a:buClrTx/>
              <a:buFont typeface="Symbol" panose="05050102010706020507" pitchFamily="18" charset="2"/>
              <a:buNone/>
              <a:defRPr/>
            </a:pPr>
            <a:r>
              <a:rPr lang="en-US" altLang="zh-CN" sz="1800" b="1" dirty="0">
                <a:solidFill>
                  <a:schemeClr val="tx1"/>
                </a:solidFill>
                <a:cs typeface="Times New Roman" pitchFamily="18" charset="0"/>
              </a:rPr>
              <a:t>    </a:t>
            </a:r>
            <a:r>
              <a:rPr lang="en-US" altLang="zh-CN" sz="1800" b="1" dirty="0">
                <a:solidFill>
                  <a:srgbClr val="FF0000"/>
                </a:solidFill>
                <a:cs typeface="Times New Roman" pitchFamily="18" charset="0"/>
              </a:rPr>
              <a:t>A</a:t>
            </a:r>
            <a:r>
              <a:rPr lang="en-US" altLang="zh-CN" sz="1800" b="1" dirty="0">
                <a:solidFill>
                  <a:schemeClr val="tx1"/>
                </a:solidFill>
                <a:cs typeface="Times New Roman" pitchFamily="18" charset="0"/>
              </a:rPr>
              <a:t>:=2;</a:t>
            </a:r>
          </a:p>
          <a:p>
            <a:pPr marL="0" lvl="0" indent="0">
              <a:lnSpc>
                <a:spcPts val="1600"/>
              </a:lnSpc>
              <a:spcBef>
                <a:spcPct val="0"/>
              </a:spcBef>
              <a:buClrTx/>
              <a:buSzTx/>
              <a:buNone/>
              <a:defRPr/>
            </a:pPr>
            <a:r>
              <a:rPr lang="en-US" altLang="zh-CN" sz="1800" dirty="0">
                <a:solidFill>
                  <a:prstClr val="black"/>
                </a:solidFill>
                <a:ea typeface="楷体_GB2312" pitchFamily="49" charset="-122"/>
                <a:cs typeface="Times New Roman" pitchFamily="18" charset="0"/>
              </a:rPr>
              <a:t>    </a:t>
            </a:r>
            <a:r>
              <a:rPr lang="en-US" altLang="zh-CN" sz="1800" dirty="0">
                <a:solidFill>
                  <a:schemeClr val="tx2">
                    <a:lumMod val="60000"/>
                    <a:lumOff val="40000"/>
                  </a:schemeClr>
                </a:solidFill>
                <a:ea typeface="楷体_GB2312" pitchFamily="49" charset="-122"/>
                <a:cs typeface="Times New Roman" pitchFamily="18" charset="0"/>
              </a:rPr>
              <a:t>T</a:t>
            </a:r>
            <a:r>
              <a:rPr lang="en-US" altLang="zh-CN" sz="1800" dirty="0">
                <a:solidFill>
                  <a:srgbClr val="073E87">
                    <a:lumMod val="60000"/>
                    <a:lumOff val="40000"/>
                  </a:srgbClr>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:=0;</a:t>
            </a:r>
          </a:p>
          <a:p>
            <a:pPr marL="0" lvl="0" indent="0">
              <a:lnSpc>
                <a:spcPts val="1600"/>
              </a:lnSpc>
              <a:spcBef>
                <a:spcPct val="0"/>
              </a:spcBef>
              <a:buClrTx/>
              <a:buSzTx/>
              <a:buNone/>
              <a:defRPr/>
            </a:pPr>
            <a:r>
              <a:rPr lang="en-US" altLang="zh-CN" sz="1800" dirty="0">
                <a:solidFill>
                  <a:prstClr val="black"/>
                </a:solidFill>
                <a:ea typeface="楷体_GB2312" pitchFamily="49" charset="-122"/>
                <a:cs typeface="Times New Roman" pitchFamily="18" charset="0"/>
              </a:rPr>
              <a:t>    </a:t>
            </a:r>
            <a:r>
              <a:rPr lang="en-US" altLang="zh-CN" sz="1800" dirty="0">
                <a:solidFill>
                  <a:srgbClr val="FF0000"/>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a:t>
            </a:r>
            <a:r>
              <a:rPr lang="en-US" altLang="zh-CN" sz="1800" dirty="0">
                <a:solidFill>
                  <a:srgbClr val="FF0000"/>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+1;</a:t>
            </a:r>
          </a:p>
          <a:p>
            <a:pPr marL="0" lvl="0" indent="0">
              <a:lnSpc>
                <a:spcPts val="1600"/>
              </a:lnSpc>
              <a:spcBef>
                <a:spcPct val="0"/>
              </a:spcBef>
              <a:buClrTx/>
              <a:buSzTx/>
              <a:buNone/>
              <a:defRPr/>
            </a:pPr>
            <a:r>
              <a:rPr lang="en-US" altLang="zh-CN" sz="1800" dirty="0">
                <a:solidFill>
                  <a:prstClr val="black"/>
                </a:solidFill>
                <a:ea typeface="楷体_GB2312" pitchFamily="49" charset="-122"/>
                <a:cs typeface="Times New Roman" pitchFamily="18" charset="0"/>
              </a:rPr>
              <a:t>    </a:t>
            </a:r>
            <a:r>
              <a:rPr lang="en-US" altLang="zh-CN" sz="1800" dirty="0">
                <a:solidFill>
                  <a:schemeClr val="tx2">
                    <a:lumMod val="60000"/>
                    <a:lumOff val="40000"/>
                  </a:schemeClr>
                </a:solidFill>
                <a:ea typeface="楷体_GB2312" pitchFamily="49" charset="-122"/>
                <a:cs typeface="Times New Roman" pitchFamily="18" charset="0"/>
              </a:rPr>
              <a:t>T</a:t>
            </a:r>
            <a:r>
              <a:rPr lang="en-US" altLang="zh-CN" sz="1800" dirty="0">
                <a:solidFill>
                  <a:srgbClr val="073E87">
                    <a:lumMod val="60000"/>
                    <a:lumOff val="40000"/>
                  </a:srgbClr>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a:t>
            </a:r>
            <a:r>
              <a:rPr lang="en-US" altLang="zh-CN" sz="1800" dirty="0">
                <a:solidFill>
                  <a:schemeClr val="tx2">
                    <a:lumMod val="60000"/>
                    <a:lumOff val="40000"/>
                  </a:schemeClr>
                </a:solidFill>
                <a:ea typeface="楷体_GB2312" pitchFamily="49" charset="-122"/>
                <a:cs typeface="Times New Roman" pitchFamily="18" charset="0"/>
              </a:rPr>
              <a:t>T</a:t>
            </a:r>
            <a:r>
              <a:rPr lang="en-US" altLang="zh-CN" sz="1800" dirty="0">
                <a:solidFill>
                  <a:srgbClr val="073E87">
                    <a:lumMod val="60000"/>
                    <a:lumOff val="40000"/>
                  </a:srgbClr>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a:t>
            </a:r>
            <a:r>
              <a:rPr lang="en-US" altLang="zh-CN" sz="1800" dirty="0">
                <a:solidFill>
                  <a:srgbClr val="FF0000"/>
                </a:solidFill>
                <a:ea typeface="楷体_GB2312" pitchFamily="49" charset="-122"/>
                <a:cs typeface="Times New Roman" pitchFamily="18" charset="0"/>
              </a:rPr>
              <a:t>A</a:t>
            </a:r>
            <a:r>
              <a:rPr lang="en-US" altLang="zh-CN" sz="1800" dirty="0">
                <a:solidFill>
                  <a:prstClr val="black"/>
                </a:solidFill>
                <a:ea typeface="楷体_GB2312" pitchFamily="49" charset="-122"/>
                <a:cs typeface="Times New Roman" pitchFamily="18" charset="0"/>
              </a:rPr>
              <a:t>;</a:t>
            </a:r>
          </a:p>
          <a:p>
            <a:pPr marL="0" lvl="0" indent="0">
              <a:lnSpc>
                <a:spcPts val="1600"/>
              </a:lnSpc>
              <a:spcBef>
                <a:spcPct val="0"/>
              </a:spcBef>
              <a:buClrTx/>
              <a:buSzTx/>
              <a:buNone/>
              <a:defRPr/>
            </a:pPr>
            <a:r>
              <a:rPr lang="en-US" altLang="zh-CN" sz="1800" b="1" dirty="0">
                <a:solidFill>
                  <a:schemeClr val="tx1"/>
                </a:solidFill>
                <a:cs typeface="Times New Roman" pitchFamily="18" charset="0"/>
              </a:rPr>
              <a:t>    write(</a:t>
            </a:r>
            <a:r>
              <a:rPr lang="en-US" altLang="zh-CN" sz="1800" b="1" dirty="0">
                <a:solidFill>
                  <a:srgbClr val="FF0000"/>
                </a:solidFill>
                <a:cs typeface="Times New Roman" pitchFamily="18" charset="0"/>
              </a:rPr>
              <a:t>A</a:t>
            </a:r>
            <a:r>
              <a:rPr lang="en-US" altLang="zh-CN" sz="1800" b="1" dirty="0">
                <a:solidFill>
                  <a:schemeClr val="tx1"/>
                </a:solidFill>
                <a:cs typeface="Times New Roman" pitchFamily="18" charset="0"/>
              </a:rPr>
              <a:t>);</a:t>
            </a:r>
          </a:p>
          <a:p>
            <a:pPr marL="0" indent="0">
              <a:lnSpc>
                <a:spcPts val="1600"/>
              </a:lnSpc>
              <a:buClrTx/>
              <a:buFont typeface="Symbol" panose="05050102010706020507" pitchFamily="18" charset="2"/>
              <a:buNone/>
              <a:defRPr/>
            </a:pPr>
            <a:r>
              <a:rPr lang="en-US" altLang="zh-CN" sz="1800" b="1" dirty="0">
                <a:solidFill>
                  <a:schemeClr val="tx1"/>
                </a:solidFill>
                <a:cs typeface="Times New Roman" pitchFamily="18" charset="0"/>
              </a:rPr>
              <a:t>END</a:t>
            </a:r>
          </a:p>
        </p:txBody>
      </p:sp>
      <p:sp>
        <p:nvSpPr>
          <p:cNvPr id="19" name="矩形 18"/>
          <p:cNvSpPr/>
          <p:nvPr/>
        </p:nvSpPr>
        <p:spPr>
          <a:xfrm>
            <a:off x="6732239" y="4022726"/>
            <a:ext cx="1235625" cy="637256"/>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626817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fltVal val="0"/>
                                          </p:val>
                                        </p:tav>
                                        <p:tav tm="100000">
                                          <p:val>
                                            <p:strVal val="#ppt_h"/>
                                          </p:val>
                                        </p:tav>
                                      </p:tavLst>
                                    </p:anim>
                                    <p:animEffect transition="in" filter="fade">
                                      <p:cBhvr>
                                        <p:cTn id="14" dur="500"/>
                                        <p:tgtEl>
                                          <p:spTgt spid="12"/>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p:cTn id="17" dur="500" fill="hold"/>
                                        <p:tgtEl>
                                          <p:spTgt spid="2"/>
                                        </p:tgtEl>
                                        <p:attrNameLst>
                                          <p:attrName>ppt_w</p:attrName>
                                        </p:attrNameLst>
                                      </p:cBhvr>
                                      <p:tavLst>
                                        <p:tav tm="0">
                                          <p:val>
                                            <p:fltVal val="0"/>
                                          </p:val>
                                        </p:tav>
                                        <p:tav tm="100000">
                                          <p:val>
                                            <p:strVal val="#ppt_w"/>
                                          </p:val>
                                        </p:tav>
                                      </p:tavLst>
                                    </p:anim>
                                    <p:anim calcmode="lin" valueType="num">
                                      <p:cBhvr>
                                        <p:cTn id="18" dur="500" fill="hold"/>
                                        <p:tgtEl>
                                          <p:spTgt spid="2"/>
                                        </p:tgtEl>
                                        <p:attrNameLst>
                                          <p:attrName>ppt_h</p:attrName>
                                        </p:attrNameLst>
                                      </p:cBhvr>
                                      <p:tavLst>
                                        <p:tav tm="0">
                                          <p:val>
                                            <p:fltVal val="0"/>
                                          </p:val>
                                        </p:tav>
                                        <p:tav tm="100000">
                                          <p:val>
                                            <p:strVal val="#ppt_h"/>
                                          </p:val>
                                        </p:tav>
                                      </p:tavLst>
                                    </p:anim>
                                    <p:animEffect transition="in" filter="fade">
                                      <p:cBhvr>
                                        <p:cTn id="19" dur="500"/>
                                        <p:tgtEl>
                                          <p:spTgt spid="2"/>
                                        </p:tgtEl>
                                      </p:cBhvr>
                                    </p:animEffect>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 calcmode="lin" valueType="num">
                                      <p:cBhvr>
                                        <p:cTn id="24" dur="500" fill="hold"/>
                                        <p:tgtEl>
                                          <p:spTgt spid="14"/>
                                        </p:tgtEl>
                                        <p:attrNameLst>
                                          <p:attrName>ppt_w</p:attrName>
                                        </p:attrNameLst>
                                      </p:cBhvr>
                                      <p:tavLst>
                                        <p:tav tm="0">
                                          <p:val>
                                            <p:fltVal val="0"/>
                                          </p:val>
                                        </p:tav>
                                        <p:tav tm="100000">
                                          <p:val>
                                            <p:strVal val="#ppt_w"/>
                                          </p:val>
                                        </p:tav>
                                      </p:tavLst>
                                    </p:anim>
                                    <p:anim calcmode="lin" valueType="num">
                                      <p:cBhvr>
                                        <p:cTn id="25" dur="500" fill="hold"/>
                                        <p:tgtEl>
                                          <p:spTgt spid="14"/>
                                        </p:tgtEl>
                                        <p:attrNameLst>
                                          <p:attrName>ppt_h</p:attrName>
                                        </p:attrNameLst>
                                      </p:cBhvr>
                                      <p:tavLst>
                                        <p:tav tm="0">
                                          <p:val>
                                            <p:fltVal val="0"/>
                                          </p:val>
                                        </p:tav>
                                        <p:tav tm="100000">
                                          <p:val>
                                            <p:strVal val="#ppt_h"/>
                                          </p:val>
                                        </p:tav>
                                      </p:tavLst>
                                    </p:anim>
                                    <p:animEffect transition="in" filter="fade">
                                      <p:cBhvr>
                                        <p:cTn id="26" dur="500"/>
                                        <p:tgtEl>
                                          <p:spTgt spid="14"/>
                                        </p:tgtEl>
                                      </p:cBhvr>
                                    </p:animEffect>
                                  </p:childTnLst>
                                </p:cTn>
                              </p:par>
                              <p:par>
                                <p:cTn id="27" presetID="53" presetClass="entr" presetSubtype="16"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anim calcmode="lin" valueType="num">
                                      <p:cBhvr>
                                        <p:cTn id="29" dur="500" fill="hold"/>
                                        <p:tgtEl>
                                          <p:spTgt spid="16"/>
                                        </p:tgtEl>
                                        <p:attrNameLst>
                                          <p:attrName>ppt_w</p:attrName>
                                        </p:attrNameLst>
                                      </p:cBhvr>
                                      <p:tavLst>
                                        <p:tav tm="0">
                                          <p:val>
                                            <p:fltVal val="0"/>
                                          </p:val>
                                        </p:tav>
                                        <p:tav tm="100000">
                                          <p:val>
                                            <p:strVal val="#ppt_w"/>
                                          </p:val>
                                        </p:tav>
                                      </p:tavLst>
                                    </p:anim>
                                    <p:anim calcmode="lin" valueType="num">
                                      <p:cBhvr>
                                        <p:cTn id="30" dur="500" fill="hold"/>
                                        <p:tgtEl>
                                          <p:spTgt spid="16"/>
                                        </p:tgtEl>
                                        <p:attrNameLst>
                                          <p:attrName>ppt_h</p:attrName>
                                        </p:attrNameLst>
                                      </p:cBhvr>
                                      <p:tavLst>
                                        <p:tav tm="0">
                                          <p:val>
                                            <p:fltVal val="0"/>
                                          </p:val>
                                        </p:tav>
                                        <p:tav tm="100000">
                                          <p:val>
                                            <p:strVal val="#ppt_h"/>
                                          </p:val>
                                        </p:tav>
                                      </p:tavLst>
                                    </p:anim>
                                    <p:animEffect transition="in" filter="fade">
                                      <p:cBhvr>
                                        <p:cTn id="31" dur="500"/>
                                        <p:tgtEl>
                                          <p:spTgt spid="16"/>
                                        </p:tgtEl>
                                      </p:cBhvr>
                                    </p:animEffect>
                                  </p:childTnLst>
                                </p:cTn>
                              </p:par>
                              <p:par>
                                <p:cTn id="32" presetID="53" presetClass="entr" presetSubtype="16"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 calcmode="lin" valueType="num">
                                      <p:cBhvr>
                                        <p:cTn id="34" dur="500" fill="hold"/>
                                        <p:tgtEl>
                                          <p:spTgt spid="15"/>
                                        </p:tgtEl>
                                        <p:attrNameLst>
                                          <p:attrName>ppt_w</p:attrName>
                                        </p:attrNameLst>
                                      </p:cBhvr>
                                      <p:tavLst>
                                        <p:tav tm="0">
                                          <p:val>
                                            <p:fltVal val="0"/>
                                          </p:val>
                                        </p:tav>
                                        <p:tav tm="100000">
                                          <p:val>
                                            <p:strVal val="#ppt_w"/>
                                          </p:val>
                                        </p:tav>
                                      </p:tavLst>
                                    </p:anim>
                                    <p:anim calcmode="lin" valueType="num">
                                      <p:cBhvr>
                                        <p:cTn id="35" dur="500" fill="hold"/>
                                        <p:tgtEl>
                                          <p:spTgt spid="15"/>
                                        </p:tgtEl>
                                        <p:attrNameLst>
                                          <p:attrName>ppt_h</p:attrName>
                                        </p:attrNameLst>
                                      </p:cBhvr>
                                      <p:tavLst>
                                        <p:tav tm="0">
                                          <p:val>
                                            <p:fltVal val="0"/>
                                          </p:val>
                                        </p:tav>
                                        <p:tav tm="100000">
                                          <p:val>
                                            <p:strVal val="#ppt_h"/>
                                          </p:val>
                                        </p:tav>
                                      </p:tavLst>
                                    </p:anim>
                                    <p:animEffect transition="in" filter="fade">
                                      <p:cBhvr>
                                        <p:cTn id="36" dur="5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5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 calcmode="lin" valueType="num">
                                      <p:cBhvr>
                                        <p:cTn id="41" dur="500" fill="hold"/>
                                        <p:tgtEl>
                                          <p:spTgt spid="17"/>
                                        </p:tgtEl>
                                        <p:attrNameLst>
                                          <p:attrName>ppt_w</p:attrName>
                                        </p:attrNameLst>
                                      </p:cBhvr>
                                      <p:tavLst>
                                        <p:tav tm="0">
                                          <p:val>
                                            <p:fltVal val="0"/>
                                          </p:val>
                                        </p:tav>
                                        <p:tav tm="100000">
                                          <p:val>
                                            <p:strVal val="#ppt_w"/>
                                          </p:val>
                                        </p:tav>
                                      </p:tavLst>
                                    </p:anim>
                                    <p:anim calcmode="lin" valueType="num">
                                      <p:cBhvr>
                                        <p:cTn id="42" dur="500" fill="hold"/>
                                        <p:tgtEl>
                                          <p:spTgt spid="17"/>
                                        </p:tgtEl>
                                        <p:attrNameLst>
                                          <p:attrName>ppt_h</p:attrName>
                                        </p:attrNameLst>
                                      </p:cBhvr>
                                      <p:tavLst>
                                        <p:tav tm="0">
                                          <p:val>
                                            <p:fltVal val="0"/>
                                          </p:val>
                                        </p:tav>
                                        <p:tav tm="100000">
                                          <p:val>
                                            <p:strVal val="#ppt_h"/>
                                          </p:val>
                                        </p:tav>
                                      </p:tavLst>
                                    </p:anim>
                                    <p:animEffect transition="in" filter="fade">
                                      <p:cBhvr>
                                        <p:cTn id="43" dur="500"/>
                                        <p:tgtEl>
                                          <p:spTgt spid="17"/>
                                        </p:tgtEl>
                                      </p:cBhvr>
                                    </p:animEffect>
                                  </p:childTnLst>
                                </p:cTn>
                              </p:par>
                              <p:par>
                                <p:cTn id="44" presetID="53" presetClass="entr" presetSubtype="16" fill="hold" grpId="0" nodeType="withEffect">
                                  <p:stCondLst>
                                    <p:cond delay="0"/>
                                  </p:stCondLst>
                                  <p:childTnLst>
                                    <p:set>
                                      <p:cBhvr>
                                        <p:cTn id="45" dur="1" fill="hold">
                                          <p:stCondLst>
                                            <p:cond delay="0"/>
                                          </p:stCondLst>
                                        </p:cTn>
                                        <p:tgtEl>
                                          <p:spTgt spid="18"/>
                                        </p:tgtEl>
                                        <p:attrNameLst>
                                          <p:attrName>style.visibility</p:attrName>
                                        </p:attrNameLst>
                                      </p:cBhvr>
                                      <p:to>
                                        <p:strVal val="visible"/>
                                      </p:to>
                                    </p:set>
                                    <p:anim calcmode="lin" valueType="num">
                                      <p:cBhvr>
                                        <p:cTn id="46" dur="500" fill="hold"/>
                                        <p:tgtEl>
                                          <p:spTgt spid="18"/>
                                        </p:tgtEl>
                                        <p:attrNameLst>
                                          <p:attrName>ppt_w</p:attrName>
                                        </p:attrNameLst>
                                      </p:cBhvr>
                                      <p:tavLst>
                                        <p:tav tm="0">
                                          <p:val>
                                            <p:fltVal val="0"/>
                                          </p:val>
                                        </p:tav>
                                        <p:tav tm="100000">
                                          <p:val>
                                            <p:strVal val="#ppt_w"/>
                                          </p:val>
                                        </p:tav>
                                      </p:tavLst>
                                    </p:anim>
                                    <p:anim calcmode="lin" valueType="num">
                                      <p:cBhvr>
                                        <p:cTn id="47" dur="500" fill="hold"/>
                                        <p:tgtEl>
                                          <p:spTgt spid="18"/>
                                        </p:tgtEl>
                                        <p:attrNameLst>
                                          <p:attrName>ppt_h</p:attrName>
                                        </p:attrNameLst>
                                      </p:cBhvr>
                                      <p:tavLst>
                                        <p:tav tm="0">
                                          <p:val>
                                            <p:fltVal val="0"/>
                                          </p:val>
                                        </p:tav>
                                        <p:tav tm="100000">
                                          <p:val>
                                            <p:strVal val="#ppt_h"/>
                                          </p:val>
                                        </p:tav>
                                      </p:tavLst>
                                    </p:anim>
                                    <p:animEffect transition="in" filter="fade">
                                      <p:cBhvr>
                                        <p:cTn id="48" dur="500"/>
                                        <p:tgtEl>
                                          <p:spTgt spid="18"/>
                                        </p:tgtEl>
                                      </p:cBhvr>
                                    </p:animEffect>
                                  </p:childTnLst>
                                </p:cTn>
                              </p:par>
                              <p:par>
                                <p:cTn id="49" presetID="53" presetClass="entr" presetSubtype="16"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 calcmode="lin" valueType="num">
                                      <p:cBhvr>
                                        <p:cTn id="51" dur="500" fill="hold"/>
                                        <p:tgtEl>
                                          <p:spTgt spid="19"/>
                                        </p:tgtEl>
                                        <p:attrNameLst>
                                          <p:attrName>ppt_w</p:attrName>
                                        </p:attrNameLst>
                                      </p:cBhvr>
                                      <p:tavLst>
                                        <p:tav tm="0">
                                          <p:val>
                                            <p:fltVal val="0"/>
                                          </p:val>
                                        </p:tav>
                                        <p:tav tm="100000">
                                          <p:val>
                                            <p:strVal val="#ppt_w"/>
                                          </p:val>
                                        </p:tav>
                                      </p:tavLst>
                                    </p:anim>
                                    <p:anim calcmode="lin" valueType="num">
                                      <p:cBhvr>
                                        <p:cTn id="52" dur="500" fill="hold"/>
                                        <p:tgtEl>
                                          <p:spTgt spid="19"/>
                                        </p:tgtEl>
                                        <p:attrNameLst>
                                          <p:attrName>ppt_h</p:attrName>
                                        </p:attrNameLst>
                                      </p:cBhvr>
                                      <p:tavLst>
                                        <p:tav tm="0">
                                          <p:val>
                                            <p:fltVal val="0"/>
                                          </p:val>
                                        </p:tav>
                                        <p:tav tm="100000">
                                          <p:val>
                                            <p:strVal val="#ppt_h"/>
                                          </p:val>
                                        </p:tav>
                                      </p:tavLst>
                                    </p:anim>
                                    <p:animEffect transition="in" filter="fade">
                                      <p:cBhvr>
                                        <p:cTn id="53"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2" grpId="0"/>
      <p:bldP spid="2" grpId="0" animBg="1"/>
      <p:bldP spid="14" grpId="0" animBg="1"/>
      <p:bldP spid="15" grpId="0"/>
      <p:bldP spid="16" grpId="0" animBg="1"/>
      <p:bldP spid="17" grpId="0" animBg="1"/>
      <p:bldP spid="18" grpId="0"/>
      <p:bldP spid="19"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参数传递方式对比</a:t>
            </a:r>
            <a:endParaRPr lang="zh-CN" altLang="en-US" sz="2500" dirty="0">
              <a:solidFill>
                <a:schemeClr val="tx1"/>
              </a:solidFill>
              <a:ea typeface="楷体_GB2312" pitchFamily="49" charset="-122"/>
              <a:cs typeface="Times New Roman" panose="02020603050405020304" pitchFamily="18" charset="0"/>
            </a:endParaRPr>
          </a:p>
        </p:txBody>
      </p:sp>
      <p:sp>
        <p:nvSpPr>
          <p:cNvPr id="5" name="Rectangle 3"/>
          <p:cNvSpPr>
            <a:spLocks noGrp="1" noChangeArrowheads="1"/>
          </p:cNvSpPr>
          <p:nvPr>
            <p:ph idx="1"/>
          </p:nvPr>
        </p:nvSpPr>
        <p:spPr>
          <a:xfrm>
            <a:off x="428625" y="785813"/>
            <a:ext cx="8391525" cy="4368800"/>
          </a:xfrm>
        </p:spPr>
        <p:txBody>
          <a:bodyPr/>
          <a:lstStyle/>
          <a:p>
            <a:pPr marL="0" indent="0">
              <a:lnSpc>
                <a:spcPts val="2200"/>
              </a:lnSpc>
              <a:buClrTx/>
              <a:buNone/>
              <a:defRPr/>
            </a:pP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procedure P(</a:t>
            </a:r>
            <a:r>
              <a:rPr lang="en-US" altLang="zh-CN" sz="2000" b="1" dirty="0" err="1">
                <a:solidFill>
                  <a:schemeClr val="tx1"/>
                </a:solidFill>
                <a:cs typeface="Times New Roman" pitchFamily="18" charset="0"/>
              </a:rPr>
              <a:t>w,x,y,z</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y:=y*w;</a:t>
            </a:r>
          </a:p>
          <a:p>
            <a:pPr marL="0" indent="0">
              <a:lnSpc>
                <a:spcPts val="2200"/>
              </a:lnSpc>
              <a:buClrTx/>
              <a:buNone/>
              <a:defRPr/>
            </a:pPr>
            <a:r>
              <a:rPr lang="en-US" altLang="zh-CN" sz="2000" b="1" dirty="0">
                <a:solidFill>
                  <a:schemeClr val="tx1"/>
                </a:solidFill>
                <a:cs typeface="Times New Roman" pitchFamily="18" charset="0"/>
              </a:rPr>
              <a:t>    z:=z+x;</a:t>
            </a:r>
          </a:p>
          <a:p>
            <a:pPr marL="0" indent="0">
              <a:lnSpc>
                <a:spcPts val="2200"/>
              </a:lnSpc>
              <a:buClrTx/>
              <a:buNone/>
              <a:defRPr/>
            </a:pPr>
            <a:r>
              <a:rPr lang="en-US" altLang="zh-CN" sz="2000" b="1" dirty="0">
                <a:solidFill>
                  <a:schemeClr val="tx1"/>
                </a:solidFill>
                <a:cs typeface="Times New Roman" pitchFamily="18" charset="0"/>
              </a:rPr>
              <a:t>end</a:t>
            </a:r>
          </a:p>
          <a:p>
            <a:pPr marL="0" indent="0">
              <a:lnSpc>
                <a:spcPts val="2200"/>
              </a:lnSpc>
              <a:buClrTx/>
              <a:buNone/>
              <a:defRPr/>
            </a:pPr>
            <a:r>
              <a:rPr lang="en-US" altLang="zh-CN" sz="2000" b="1" dirty="0">
                <a:solidFill>
                  <a:schemeClr val="tx1"/>
                </a:solidFill>
                <a:cs typeface="Times New Roman" pitchFamily="18" charset="0"/>
              </a:rPr>
              <a:t>begin</a:t>
            </a:r>
          </a:p>
          <a:p>
            <a:pPr marL="0" indent="0">
              <a:lnSpc>
                <a:spcPts val="2200"/>
              </a:lnSpc>
              <a:buClrTx/>
              <a:buNone/>
              <a:defRPr/>
            </a:pPr>
            <a:r>
              <a:rPr lang="en-US" altLang="zh-CN" sz="2000" b="1" dirty="0">
                <a:solidFill>
                  <a:schemeClr val="tx1"/>
                </a:solidFill>
                <a:cs typeface="Times New Roman" pitchFamily="18" charset="0"/>
              </a:rPr>
              <a:t>    a:=5;</a:t>
            </a:r>
          </a:p>
          <a:p>
            <a:pPr marL="0" indent="0">
              <a:lnSpc>
                <a:spcPts val="2200"/>
              </a:lnSpc>
              <a:buClrTx/>
              <a:buNone/>
              <a:defRPr/>
            </a:pPr>
            <a:r>
              <a:rPr lang="en-US" altLang="zh-CN" sz="2000" b="1" dirty="0">
                <a:solidFill>
                  <a:schemeClr val="tx1"/>
                </a:solidFill>
                <a:cs typeface="Times New Roman" pitchFamily="18" charset="0"/>
              </a:rPr>
              <a:t>    b:=3;</a:t>
            </a:r>
          </a:p>
          <a:p>
            <a:pPr marL="0" indent="0">
              <a:lnSpc>
                <a:spcPts val="2200"/>
              </a:lnSpc>
              <a:buClrTx/>
              <a:buNone/>
              <a:defRPr/>
            </a:pPr>
            <a:r>
              <a:rPr lang="en-US" altLang="zh-CN" sz="2000" b="1" dirty="0">
                <a:solidFill>
                  <a:schemeClr val="tx1"/>
                </a:solidFill>
                <a:cs typeface="Times New Roman" pitchFamily="18" charset="0"/>
              </a:rPr>
              <a:t>    P(</a:t>
            </a:r>
            <a:r>
              <a:rPr lang="en-US" altLang="zh-CN" sz="2000" b="1" dirty="0" err="1">
                <a:solidFill>
                  <a:schemeClr val="tx1"/>
                </a:solidFill>
                <a:cs typeface="Times New Roman" pitchFamily="18" charset="0"/>
              </a:rPr>
              <a:t>a+b,a-b,a,a</a:t>
            </a:r>
            <a:r>
              <a:rPr lang="en-US" altLang="zh-CN" sz="2000" b="1" dirty="0">
                <a:solidFill>
                  <a:schemeClr val="tx1"/>
                </a:solidFill>
                <a:cs typeface="Times New Roman" pitchFamily="18" charset="0"/>
              </a:rPr>
              <a:t>);</a:t>
            </a:r>
          </a:p>
          <a:p>
            <a:pPr marL="0" indent="0">
              <a:lnSpc>
                <a:spcPts val="2200"/>
              </a:lnSpc>
              <a:buClrTx/>
              <a:buNone/>
              <a:defRPr/>
            </a:pPr>
            <a:r>
              <a:rPr lang="en-US" altLang="zh-CN" sz="2000" b="1" dirty="0">
                <a:solidFill>
                  <a:schemeClr val="tx1"/>
                </a:solidFill>
                <a:cs typeface="Times New Roman" pitchFamily="18" charset="0"/>
              </a:rPr>
              <a:t>    write(a);</a:t>
            </a:r>
          </a:p>
          <a:p>
            <a:pPr marL="0" indent="0">
              <a:lnSpc>
                <a:spcPts val="2200"/>
              </a:lnSpc>
              <a:buClrTx/>
              <a:buNone/>
              <a:defRPr/>
            </a:pPr>
            <a:r>
              <a:rPr lang="en-US" altLang="zh-CN" sz="2000" b="1" dirty="0">
                <a:solidFill>
                  <a:schemeClr val="tx1"/>
                </a:solidFill>
                <a:cs typeface="Times New Roman" pitchFamily="18" charset="0"/>
              </a:rPr>
              <a:t>end</a:t>
            </a:r>
          </a:p>
        </p:txBody>
      </p:sp>
      <p:sp>
        <p:nvSpPr>
          <p:cNvPr id="4" name="矩形 3"/>
          <p:cNvSpPr/>
          <p:nvPr/>
        </p:nvSpPr>
        <p:spPr>
          <a:xfrm>
            <a:off x="2843808" y="2283718"/>
            <a:ext cx="4572000" cy="1815882"/>
          </a:xfrm>
          <a:prstGeom prst="rect">
            <a:avLst/>
          </a:prstGeom>
        </p:spPr>
        <p:txBody>
          <a:bodyPr>
            <a:spAutoFit/>
          </a:bodyPr>
          <a:lstStyle/>
          <a:p>
            <a:pPr marL="271463" lvl="0" indent="-271463">
              <a:lnSpc>
                <a:spcPts val="3000"/>
              </a:lnSpc>
              <a:spcBef>
                <a:spcPct val="20000"/>
              </a:spcBef>
              <a:buSzPct val="100000"/>
              <a:buFont typeface="Wingdings" pitchFamily="2" charset="2"/>
              <a:buChar char="Ø"/>
              <a:defRPr/>
            </a:pPr>
            <a:r>
              <a:rPr lang="zh-CN" altLang="en-US" sz="2000" dirty="0">
                <a:solidFill>
                  <a:prstClr val="black"/>
                </a:solidFill>
                <a:ea typeface="华文楷体" panose="02010600040101010101" pitchFamily="2" charset="-122"/>
                <a:cs typeface="Times New Roman" pitchFamily="18" charset="0"/>
              </a:rPr>
              <a:t>传值：</a:t>
            </a:r>
            <a:r>
              <a:rPr lang="en-US" altLang="zh-CN" sz="2000" dirty="0">
                <a:solidFill>
                  <a:prstClr val="black"/>
                </a:solidFill>
                <a:ea typeface="华文楷体" panose="02010600040101010101" pitchFamily="2" charset="-122"/>
                <a:cs typeface="Times New Roman" pitchFamily="18" charset="0"/>
              </a:rPr>
              <a:t>	5</a:t>
            </a:r>
          </a:p>
          <a:p>
            <a:pPr marL="271463" lvl="0" indent="-271463">
              <a:lnSpc>
                <a:spcPts val="3000"/>
              </a:lnSpc>
              <a:spcBef>
                <a:spcPct val="20000"/>
              </a:spcBef>
              <a:buSzPct val="100000"/>
              <a:buFont typeface="Wingdings" pitchFamily="2" charset="2"/>
              <a:buChar char="Ø"/>
              <a:defRPr/>
            </a:pPr>
            <a:r>
              <a:rPr lang="zh-CN" altLang="en-US" sz="2000" dirty="0">
                <a:solidFill>
                  <a:prstClr val="black"/>
                </a:solidFill>
                <a:ea typeface="华文楷体" panose="02010600040101010101" pitchFamily="2" charset="-122"/>
                <a:cs typeface="Times New Roman" pitchFamily="18" charset="0"/>
              </a:rPr>
              <a:t>传地址：</a:t>
            </a:r>
            <a:r>
              <a:rPr lang="en-US" altLang="zh-CN" sz="2000" dirty="0">
                <a:solidFill>
                  <a:prstClr val="black"/>
                </a:solidFill>
                <a:ea typeface="华文楷体" panose="02010600040101010101" pitchFamily="2" charset="-122"/>
                <a:cs typeface="Times New Roman" pitchFamily="18" charset="0"/>
              </a:rPr>
              <a:t>	42</a:t>
            </a:r>
          </a:p>
          <a:p>
            <a:pPr marL="271463" lvl="0" indent="-271463">
              <a:lnSpc>
                <a:spcPts val="3000"/>
              </a:lnSpc>
              <a:spcBef>
                <a:spcPct val="20000"/>
              </a:spcBef>
              <a:buSzPct val="100000"/>
              <a:buFont typeface="Wingdings" pitchFamily="2" charset="2"/>
              <a:buChar char="Ø"/>
              <a:defRPr/>
            </a:pPr>
            <a:r>
              <a:rPr lang="zh-CN" altLang="en-US" sz="2000" dirty="0">
                <a:solidFill>
                  <a:prstClr val="black"/>
                </a:solidFill>
                <a:ea typeface="华文楷体" panose="02010600040101010101" pitchFamily="2" charset="-122"/>
                <a:cs typeface="Times New Roman" pitchFamily="18" charset="0"/>
              </a:rPr>
              <a:t>传值结果：</a:t>
            </a:r>
            <a:r>
              <a:rPr lang="en-US" altLang="zh-CN" sz="2000" dirty="0">
                <a:solidFill>
                  <a:prstClr val="black"/>
                </a:solidFill>
                <a:ea typeface="华文楷体" panose="02010600040101010101" pitchFamily="2" charset="-122"/>
                <a:cs typeface="Times New Roman" pitchFamily="18" charset="0"/>
              </a:rPr>
              <a:t>	7</a:t>
            </a:r>
          </a:p>
          <a:p>
            <a:pPr marL="271463" lvl="0" indent="-271463">
              <a:lnSpc>
                <a:spcPts val="3000"/>
              </a:lnSpc>
              <a:spcBef>
                <a:spcPct val="20000"/>
              </a:spcBef>
              <a:buSzPct val="100000"/>
              <a:buFont typeface="Wingdings" pitchFamily="2" charset="2"/>
              <a:buChar char="Ø"/>
              <a:defRPr/>
            </a:pPr>
            <a:r>
              <a:rPr lang="zh-CN" altLang="en-US" sz="2000" dirty="0">
                <a:solidFill>
                  <a:prstClr val="black"/>
                </a:solidFill>
                <a:ea typeface="华文楷体" panose="02010600040101010101" pitchFamily="2" charset="-122"/>
                <a:cs typeface="Times New Roman" pitchFamily="18" charset="0"/>
              </a:rPr>
              <a:t>传名：</a:t>
            </a:r>
            <a:r>
              <a:rPr lang="en-US" altLang="zh-CN" sz="2000" dirty="0">
                <a:solidFill>
                  <a:prstClr val="black"/>
                </a:solidFill>
                <a:ea typeface="华文楷体" panose="02010600040101010101" pitchFamily="2" charset="-122"/>
                <a:cs typeface="Times New Roman" pitchFamily="18" charset="0"/>
              </a:rPr>
              <a:t>	77</a:t>
            </a:r>
            <a:endParaRPr lang="zh-CN" altLang="en-US" sz="2000" dirty="0">
              <a:solidFill>
                <a:prstClr val="black"/>
              </a:solidFill>
              <a:ea typeface="华文楷体" panose="02010600040101010101" pitchFamily="2" charset="-122"/>
              <a:cs typeface="Times New Roman" pitchFamily="18" charset="0"/>
            </a:endParaRPr>
          </a:p>
        </p:txBody>
      </p:sp>
    </p:spTree>
    <p:extLst>
      <p:ext uri="{BB962C8B-B14F-4D97-AF65-F5344CB8AC3E}">
        <p14:creationId xmlns:p14="http://schemas.microsoft.com/office/powerpoint/2010/main" val="143496610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0" y="0"/>
            <a:ext cx="9144000" cy="15001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2870" tIns="51435" rIns="102870" bIns="51435" anchor="ctr"/>
          <a:lstStyle/>
          <a:p>
            <a:pPr algn="ctr" fontAlgn="auto">
              <a:spcBef>
                <a:spcPts val="0"/>
              </a:spcBef>
              <a:spcAft>
                <a:spcPts val="0"/>
              </a:spcAft>
              <a:defRPr/>
            </a:pPr>
            <a:endParaRPr lang="zh-CN" altLang="en-US" sz="1600" b="0" dirty="0">
              <a:solidFill>
                <a:prstClr val="black">
                  <a:lumMod val="85000"/>
                  <a:lumOff val="15000"/>
                </a:prstClr>
              </a:solidFill>
            </a:endParaRPr>
          </a:p>
        </p:txBody>
      </p:sp>
      <p:sp>
        <p:nvSpPr>
          <p:cNvPr id="119811" name="矩形 7"/>
          <p:cNvSpPr>
            <a:spLocks noChangeArrowheads="1"/>
          </p:cNvSpPr>
          <p:nvPr/>
        </p:nvSpPr>
        <p:spPr bwMode="auto">
          <a:xfrm>
            <a:off x="4500563" y="1357313"/>
            <a:ext cx="4357687" cy="3147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7.1 </a:t>
            </a:r>
            <a:r>
              <a:rPr lang="zh-CN" altLang="en-US" sz="2500" b="0" dirty="0">
                <a:solidFill>
                  <a:srgbClr val="7F7F7F"/>
                </a:solidFill>
                <a:latin typeface="微软雅黑" panose="020B0503020204020204" pitchFamily="34" charset="-122"/>
                <a:ea typeface="微软雅黑" panose="020B0503020204020204" pitchFamily="34" charset="-122"/>
              </a:rPr>
              <a:t>存储组织</a:t>
            </a:r>
          </a:p>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7.2 </a:t>
            </a:r>
            <a:r>
              <a:rPr lang="zh-CN" altLang="en-US" sz="2500" b="0" dirty="0">
                <a:solidFill>
                  <a:srgbClr val="7F7F7F"/>
                </a:solidFill>
                <a:latin typeface="微软雅黑" panose="020B0503020204020204" pitchFamily="34" charset="-122"/>
                <a:ea typeface="微软雅黑" panose="020B0503020204020204" pitchFamily="34" charset="-122"/>
              </a:rPr>
              <a:t>静态存储分配</a:t>
            </a:r>
          </a:p>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7.3 </a:t>
            </a:r>
            <a:r>
              <a:rPr lang="zh-CN" altLang="en-US" sz="2500" b="0" dirty="0">
                <a:solidFill>
                  <a:srgbClr val="7F7F7F"/>
                </a:solidFill>
                <a:latin typeface="微软雅黑" panose="020B0503020204020204" pitchFamily="34" charset="-122"/>
                <a:ea typeface="微软雅黑" panose="020B0503020204020204" pitchFamily="34" charset="-122"/>
              </a:rPr>
              <a:t>栈式存储分配</a:t>
            </a:r>
          </a:p>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7.4 </a:t>
            </a:r>
            <a:r>
              <a:rPr lang="zh-CN" altLang="en-US" sz="2500" b="0" dirty="0">
                <a:solidFill>
                  <a:srgbClr val="7F7F7F"/>
                </a:solidFill>
                <a:latin typeface="微软雅黑" panose="020B0503020204020204" pitchFamily="34" charset="-122"/>
                <a:ea typeface="微软雅黑" panose="020B0503020204020204" pitchFamily="34" charset="-122"/>
              </a:rPr>
              <a:t>非局部数据的访问</a:t>
            </a:r>
          </a:p>
          <a:p>
            <a:pPr>
              <a:lnSpc>
                <a:spcPts val="4000"/>
              </a:lnSpc>
            </a:pPr>
            <a:r>
              <a:rPr lang="en-US" altLang="zh-CN" sz="2500" b="0" dirty="0">
                <a:solidFill>
                  <a:srgbClr val="7F7F7F"/>
                </a:solidFill>
                <a:latin typeface="微软雅黑" panose="020B0503020204020204" pitchFamily="34" charset="-122"/>
                <a:ea typeface="微软雅黑" panose="020B0503020204020204" pitchFamily="34" charset="-122"/>
              </a:rPr>
              <a:t>7.5 </a:t>
            </a:r>
            <a:r>
              <a:rPr lang="zh-CN" altLang="en-US" sz="2500" b="0" dirty="0">
                <a:solidFill>
                  <a:srgbClr val="7F7F7F"/>
                </a:solidFill>
                <a:latin typeface="微软雅黑" panose="020B0503020204020204" pitchFamily="34" charset="-122"/>
                <a:ea typeface="微软雅黑" panose="020B0503020204020204" pitchFamily="34" charset="-122"/>
              </a:rPr>
              <a:t>参数传递</a:t>
            </a:r>
            <a:endParaRPr lang="en-US" altLang="zh-CN" sz="2500" b="0" dirty="0">
              <a:solidFill>
                <a:srgbClr val="7F7F7F"/>
              </a:solidFill>
              <a:latin typeface="微软雅黑" panose="020B0503020204020204" pitchFamily="34" charset="-122"/>
              <a:ea typeface="微软雅黑" panose="020B0503020204020204" pitchFamily="34" charset="-122"/>
            </a:endParaRPr>
          </a:p>
          <a:p>
            <a:pPr>
              <a:lnSpc>
                <a:spcPts val="4000"/>
              </a:lnSpc>
            </a:pPr>
            <a:r>
              <a:rPr lang="en-US" altLang="zh-CN" sz="2500" b="0" dirty="0">
                <a:solidFill>
                  <a:srgbClr val="2D83F4"/>
                </a:solidFill>
                <a:latin typeface="微软雅黑" panose="020B0503020204020204" pitchFamily="34" charset="-122"/>
                <a:ea typeface="微软雅黑" panose="020B0503020204020204" pitchFamily="34" charset="-122"/>
              </a:rPr>
              <a:t>7.6 </a:t>
            </a:r>
            <a:r>
              <a:rPr lang="zh-CN" altLang="en-US" sz="2500" b="0" dirty="0">
                <a:solidFill>
                  <a:srgbClr val="2D83F4"/>
                </a:solidFill>
                <a:latin typeface="微软雅黑" panose="020B0503020204020204" pitchFamily="34" charset="-122"/>
                <a:ea typeface="微软雅黑" panose="020B0503020204020204" pitchFamily="34" charset="-122"/>
              </a:rPr>
              <a:t>符号表</a:t>
            </a:r>
          </a:p>
        </p:txBody>
      </p:sp>
      <p:pic>
        <p:nvPicPr>
          <p:cNvPr id="119812" name="Picture 7" descr="E:\工大编译\ppt\制作\0330e9c554c768200000158fc50d53d.jpg"/>
          <p:cNvPicPr>
            <a:picLocks noChangeAspect="1" noChangeArrowheads="1"/>
          </p:cNvPicPr>
          <p:nvPr/>
        </p:nvPicPr>
        <p:blipFill>
          <a:blip r:embed="rId2">
            <a:extLst>
              <a:ext uri="{28A0092B-C50C-407E-A947-70E740481C1C}">
                <a14:useLocalDpi xmlns:a14="http://schemas.microsoft.com/office/drawing/2010/main" val="0"/>
              </a:ext>
            </a:extLst>
          </a:blip>
          <a:srcRect l="15538" r="21837"/>
          <a:stretch>
            <a:fillRect/>
          </a:stretch>
        </p:blipFill>
        <p:spPr bwMode="auto">
          <a:xfrm>
            <a:off x="-6350" y="0"/>
            <a:ext cx="4295775"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矩形 15"/>
          <p:cNvSpPr/>
          <p:nvPr/>
        </p:nvSpPr>
        <p:spPr>
          <a:xfrm>
            <a:off x="4143375" y="357188"/>
            <a:ext cx="1928813" cy="785812"/>
          </a:xfrm>
          <a:prstGeom prst="rect">
            <a:avLst/>
          </a:prstGeom>
          <a:solidFill>
            <a:schemeClr val="accent2">
              <a:lumMod val="60000"/>
              <a:lumOff val="4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102870" tIns="51435" rIns="102870" bIns="51435" anchor="ctr"/>
          <a:lstStyle/>
          <a:p>
            <a:pPr algn="ctr" fontAlgn="auto">
              <a:spcBef>
                <a:spcPts val="0"/>
              </a:spcBef>
              <a:spcAft>
                <a:spcPts val="0"/>
              </a:spcAft>
              <a:defRPr/>
            </a:pPr>
            <a:r>
              <a:rPr lang="zh-CN" altLang="en-US" sz="4000" spc="600" dirty="0">
                <a:solidFill>
                  <a:prstClr val="white"/>
                </a:solidFill>
                <a:latin typeface="微软雅黑" pitchFamily="34" charset="-122"/>
                <a:ea typeface="微软雅黑" pitchFamily="34" charset="-122"/>
              </a:rPr>
              <a:t>提纲</a:t>
            </a:r>
            <a:endParaRPr lang="zh-CN" altLang="en-US" sz="1600" b="0" dirty="0">
              <a:solidFill>
                <a:prstClr val="black">
                  <a:lumMod val="85000"/>
                  <a:lumOff val="15000"/>
                </a:prstClr>
              </a:solidFil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3"/>
          <p:cNvSpPr>
            <a:spLocks noGrp="1" noChangeArrowheads="1"/>
          </p:cNvSpPr>
          <p:nvPr>
            <p:ph idx="1"/>
          </p:nvPr>
        </p:nvSpPr>
        <p:spPr>
          <a:xfrm>
            <a:off x="428625" y="846138"/>
            <a:ext cx="8429625" cy="4029074"/>
          </a:xfrm>
        </p:spPr>
        <p:txBody>
          <a:bodyPr/>
          <a:lstStyle/>
          <a:p>
            <a:pPr eaLnBrk="1" hangingPunct="1">
              <a:buClrTx/>
              <a:buFont typeface="Wingdings" panose="05000000000000000000" pitchFamily="2" charset="2"/>
              <a:buChar char="Ø"/>
            </a:pPr>
            <a:r>
              <a:rPr lang="zh-CN" altLang="en-US" b="1" dirty="0">
                <a:solidFill>
                  <a:schemeClr val="tx1"/>
                </a:solidFill>
                <a:latin typeface="楷体" panose="02010609060101010101" pitchFamily="49" charset="-122"/>
              </a:rPr>
              <a:t>符号表是用于存放</a:t>
            </a:r>
            <a:r>
              <a:rPr lang="zh-CN" altLang="en-US" b="1" dirty="0">
                <a:solidFill>
                  <a:schemeClr val="tx2">
                    <a:lumMod val="60000"/>
                    <a:lumOff val="40000"/>
                  </a:schemeClr>
                </a:solidFill>
                <a:latin typeface="楷体" panose="02010609060101010101" pitchFamily="49" charset="-122"/>
              </a:rPr>
              <a:t>标识符</a:t>
            </a:r>
            <a:r>
              <a:rPr lang="zh-CN" altLang="en-US" b="1" dirty="0">
                <a:solidFill>
                  <a:schemeClr val="tx1"/>
                </a:solidFill>
                <a:latin typeface="楷体" panose="02010609060101010101" pitchFamily="49" charset="-122"/>
              </a:rPr>
              <a:t>的</a:t>
            </a:r>
            <a:r>
              <a:rPr lang="zh-CN" altLang="en-US" b="1" dirty="0">
                <a:solidFill>
                  <a:schemeClr val="tx2">
                    <a:lumMod val="60000"/>
                    <a:lumOff val="40000"/>
                  </a:schemeClr>
                </a:solidFill>
                <a:latin typeface="楷体" panose="02010609060101010101" pitchFamily="49" charset="-122"/>
              </a:rPr>
              <a:t>属性信息</a:t>
            </a:r>
            <a:r>
              <a:rPr lang="zh-CN" altLang="en-US" b="1" dirty="0">
                <a:solidFill>
                  <a:schemeClr val="tx1"/>
                </a:solidFill>
                <a:latin typeface="楷体" panose="02010609060101010101" pitchFamily="49" charset="-122"/>
              </a:rPr>
              <a:t>的数据结构</a:t>
            </a:r>
            <a:endParaRPr lang="en-US" altLang="zh-CN" b="1" dirty="0">
              <a:solidFill>
                <a:schemeClr val="tx1"/>
              </a:solidFill>
              <a:latin typeface="楷体" panose="02010609060101010101" pitchFamily="49" charset="-122"/>
            </a:endParaRPr>
          </a:p>
          <a:p>
            <a:pPr lvl="1" eaLnBrk="1" hangingPunct="1">
              <a:buClrTx/>
              <a:buFont typeface="Wingdings" panose="05000000000000000000" pitchFamily="2" charset="2"/>
              <a:buChar char="Ø"/>
            </a:pPr>
            <a:r>
              <a:rPr lang="zh-CN" altLang="en-US" sz="2400" b="1" dirty="0">
                <a:solidFill>
                  <a:prstClr val="black"/>
                </a:solidFill>
                <a:latin typeface="楷体" pitchFamily="49" charset="-122"/>
              </a:rPr>
              <a:t>种属 </a:t>
            </a:r>
            <a:r>
              <a:rPr lang="en-US" altLang="zh-CN" sz="2400" b="1" dirty="0">
                <a:solidFill>
                  <a:prstClr val="black"/>
                </a:solidFill>
                <a:ea typeface="楷体_GB2312" pitchFamily="49" charset="-122"/>
              </a:rPr>
              <a:t>(Kind)</a:t>
            </a:r>
            <a:endParaRPr lang="zh-CN" altLang="en-US" sz="2400" dirty="0">
              <a:solidFill>
                <a:srgbClr val="073E87"/>
              </a:solidFill>
            </a:endParaRPr>
          </a:p>
          <a:p>
            <a:pPr lvl="1" eaLnBrk="1" hangingPunct="1">
              <a:buClrTx/>
              <a:buFont typeface="Wingdings" panose="05000000000000000000" pitchFamily="2" charset="2"/>
              <a:buChar char="Ø"/>
            </a:pPr>
            <a:r>
              <a:rPr lang="zh-CN" altLang="en-US" sz="2400" b="1" dirty="0">
                <a:solidFill>
                  <a:prstClr val="black"/>
                </a:solidFill>
                <a:latin typeface="楷体" pitchFamily="49" charset="-122"/>
              </a:rPr>
              <a:t>类型 </a:t>
            </a:r>
            <a:r>
              <a:rPr lang="en-US" altLang="zh-CN" sz="2400" b="1" dirty="0">
                <a:solidFill>
                  <a:prstClr val="black"/>
                </a:solidFill>
                <a:ea typeface="楷体_GB2312" pitchFamily="49" charset="-122"/>
              </a:rPr>
              <a:t>(Type)</a:t>
            </a:r>
            <a:endParaRPr lang="zh-CN" altLang="en-US" sz="2400" dirty="0">
              <a:solidFill>
                <a:srgbClr val="073E87"/>
              </a:solidFill>
            </a:endParaRPr>
          </a:p>
          <a:p>
            <a:pPr lvl="1" eaLnBrk="1" hangingPunct="1">
              <a:buClrTx/>
              <a:buFont typeface="Wingdings" panose="05000000000000000000" pitchFamily="2" charset="2"/>
              <a:buChar char="Ø"/>
            </a:pPr>
            <a:r>
              <a:rPr lang="zh-CN" altLang="en-US" sz="2400" b="1" dirty="0">
                <a:solidFill>
                  <a:schemeClr val="tx1"/>
                </a:solidFill>
                <a:latin typeface="楷体" panose="02010609060101010101" pitchFamily="49" charset="-122"/>
              </a:rPr>
              <a:t>存储位置、长度</a:t>
            </a:r>
          </a:p>
          <a:p>
            <a:pPr lvl="1" eaLnBrk="1" hangingPunct="1">
              <a:buClrTx/>
              <a:buFont typeface="Wingdings" panose="05000000000000000000" pitchFamily="2" charset="2"/>
              <a:buChar char="Ø"/>
            </a:pPr>
            <a:r>
              <a:rPr lang="zh-CN" altLang="en-US" sz="2400" b="1" dirty="0">
                <a:solidFill>
                  <a:schemeClr val="tx1"/>
                </a:solidFill>
                <a:latin typeface="楷体" panose="02010609060101010101" pitchFamily="49" charset="-122"/>
              </a:rPr>
              <a:t>作用域 </a:t>
            </a:r>
          </a:p>
          <a:p>
            <a:pPr lvl="1" eaLnBrk="1" hangingPunct="1">
              <a:buClrTx/>
              <a:buFont typeface="Wingdings" panose="05000000000000000000" pitchFamily="2" charset="2"/>
              <a:buChar char="Ø"/>
            </a:pPr>
            <a:r>
              <a:rPr lang="zh-CN" altLang="en-US" sz="2400" b="1" dirty="0">
                <a:solidFill>
                  <a:schemeClr val="tx1"/>
                </a:solidFill>
                <a:latin typeface="楷体" panose="02010609060101010101" pitchFamily="49" charset="-122"/>
              </a:rPr>
              <a:t>参数和返回值信息</a:t>
            </a:r>
          </a:p>
          <a:p>
            <a:pPr lvl="0" eaLnBrk="1" hangingPunct="1">
              <a:buClrTx/>
              <a:buFont typeface="Wingdings" panose="05000000000000000000" pitchFamily="2" charset="2"/>
              <a:buChar char="Ø"/>
            </a:pPr>
            <a:r>
              <a:rPr lang="zh-CN" altLang="en-US" b="1" dirty="0">
                <a:solidFill>
                  <a:prstClr val="black"/>
                </a:solidFill>
                <a:latin typeface="楷体" panose="02010609060101010101" pitchFamily="49" charset="-122"/>
              </a:rPr>
              <a:t>符号表的作用</a:t>
            </a:r>
            <a:endParaRPr lang="en-US" altLang="zh-CN" b="1" dirty="0">
              <a:solidFill>
                <a:prstClr val="black"/>
              </a:solidFill>
              <a:latin typeface="楷体" panose="02010609060101010101" pitchFamily="49" charset="-122"/>
            </a:endParaRPr>
          </a:p>
          <a:p>
            <a:pPr lvl="1" eaLnBrk="1" hangingPunct="1">
              <a:lnSpc>
                <a:spcPts val="2800"/>
              </a:lnSpc>
              <a:buClrTx/>
              <a:buFont typeface="Wingdings" panose="05000000000000000000" pitchFamily="2" charset="2"/>
              <a:buChar char="Ø"/>
            </a:pPr>
            <a:r>
              <a:rPr lang="zh-CN" altLang="en-US" sz="2400" b="1" dirty="0">
                <a:solidFill>
                  <a:schemeClr val="tx1"/>
                </a:solidFill>
                <a:latin typeface="楷体" panose="02010609060101010101" pitchFamily="49" charset="-122"/>
              </a:rPr>
              <a:t>辅助代码生成</a:t>
            </a:r>
            <a:endParaRPr lang="en-US" altLang="zh-CN" sz="2400" b="1" dirty="0">
              <a:solidFill>
                <a:schemeClr val="tx1"/>
              </a:solidFill>
              <a:latin typeface="楷体" panose="02010609060101010101" pitchFamily="49" charset="-122"/>
            </a:endParaRPr>
          </a:p>
          <a:p>
            <a:pPr lvl="1" eaLnBrk="1" hangingPunct="1">
              <a:lnSpc>
                <a:spcPts val="2800"/>
              </a:lnSpc>
              <a:buClrTx/>
              <a:buFont typeface="Wingdings" panose="05000000000000000000" pitchFamily="2" charset="2"/>
              <a:buChar char="Ø"/>
            </a:pPr>
            <a:r>
              <a:rPr lang="zh-CN" altLang="en-US" sz="2400" b="1" dirty="0">
                <a:solidFill>
                  <a:schemeClr val="tx1"/>
                </a:solidFill>
                <a:latin typeface="楷体" panose="02010609060101010101" pitchFamily="49" charset="-122"/>
              </a:rPr>
              <a:t>一致性检查</a:t>
            </a:r>
            <a:endParaRPr lang="en-US" altLang="zh-CN" b="1" dirty="0">
              <a:solidFill>
                <a:prstClr val="black"/>
              </a:solidFill>
              <a:latin typeface="楷体" panose="02010609060101010101" pitchFamily="49" charset="-122"/>
            </a:endParaRPr>
          </a:p>
        </p:txBody>
      </p:sp>
      <p:sp>
        <p:nvSpPr>
          <p:cNvPr id="120835" name="Rectangle 2"/>
          <p:cNvSpPr>
            <a:spLocks noGrp="1" noChangeArrowheads="1"/>
          </p:cNvSpPr>
          <p:nvPr>
            <p:ph type="title"/>
          </p:nvPr>
        </p:nvSpPr>
        <p:spPr>
          <a:xfrm>
            <a:off x="755650" y="268288"/>
            <a:ext cx="7931150" cy="358775"/>
          </a:xfrm>
        </p:spPr>
        <p:txBody>
          <a:bodyPr/>
          <a:lstStyle/>
          <a:p>
            <a:pPr eaLnBrk="1" hangingPunct="1"/>
            <a:r>
              <a:rPr lang="en-US" altLang="zh-CN"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7.6 </a:t>
            </a:r>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符号表</a:t>
            </a:r>
          </a:p>
        </p:txBody>
      </p:sp>
      <p:grpSp>
        <p:nvGrpSpPr>
          <p:cNvPr id="4" name="组合 3"/>
          <p:cNvGrpSpPr/>
          <p:nvPr/>
        </p:nvGrpSpPr>
        <p:grpSpPr>
          <a:xfrm>
            <a:off x="3758210" y="1643056"/>
            <a:ext cx="5488374" cy="2965409"/>
            <a:chOff x="3758210" y="1643056"/>
            <a:chExt cx="5488374" cy="2965409"/>
          </a:xfrm>
        </p:grpSpPr>
        <p:pic>
          <p:nvPicPr>
            <p:cNvPr id="5" name="Picture 2" descr="E:\工大编译\ppt\图片3副本.png"/>
            <p:cNvPicPr>
              <a:picLocks noChangeAspect="1" noChangeArrowheads="1"/>
            </p:cNvPicPr>
            <p:nvPr/>
          </p:nvPicPr>
          <p:blipFill>
            <a:blip r:embed="rId3"/>
            <a:srcRect/>
            <a:stretch>
              <a:fillRect/>
            </a:stretch>
          </p:blipFill>
          <p:spPr bwMode="auto">
            <a:xfrm>
              <a:off x="3758210" y="1643056"/>
              <a:ext cx="5488374" cy="2965409"/>
            </a:xfrm>
            <a:prstGeom prst="rect">
              <a:avLst/>
            </a:prstGeom>
            <a:noFill/>
          </p:spPr>
        </p:pic>
        <p:sp>
          <p:nvSpPr>
            <p:cNvPr id="6" name="矩形 5"/>
            <p:cNvSpPr/>
            <p:nvPr/>
          </p:nvSpPr>
          <p:spPr>
            <a:xfrm>
              <a:off x="3851920" y="2200880"/>
              <a:ext cx="360040" cy="13069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3880976" y="3435846"/>
              <a:ext cx="5184576" cy="9611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4265232" y="2096357"/>
              <a:ext cx="1152128" cy="2479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Times New Roman" panose="02020603050405020304" pitchFamily="18" charset="0"/>
                  <a:cs typeface="Times New Roman" panose="02020603050405020304" pitchFamily="18" charset="0"/>
                </a:rPr>
                <a:t>SIMPLE</a:t>
              </a:r>
              <a:endParaRPr lang="zh-CN" altLang="en-US" sz="1200" dirty="0">
                <a:solidFill>
                  <a:schemeClr val="tx1"/>
                </a:solidFill>
                <a:latin typeface="Times New Roman" panose="02020603050405020304" pitchFamily="18" charset="0"/>
                <a:cs typeface="Times New Roman" panose="02020603050405020304" pitchFamily="18" charset="0"/>
              </a:endParaRPr>
            </a:p>
          </p:txBody>
        </p:sp>
        <p:sp>
          <p:nvSpPr>
            <p:cNvPr id="9" name="矩形 8"/>
            <p:cNvSpPr/>
            <p:nvPr/>
          </p:nvSpPr>
          <p:spPr>
            <a:xfrm>
              <a:off x="4283968" y="2355727"/>
              <a:ext cx="1152128" cy="2336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Times New Roman" panose="02020603050405020304" pitchFamily="18" charset="0"/>
                  <a:cs typeface="Times New Roman" panose="02020603050405020304" pitchFamily="18" charset="0"/>
                </a:rPr>
                <a:t>SYMBLE</a:t>
              </a:r>
              <a:endParaRPr lang="zh-CN" altLang="en-US" sz="1200" dirty="0">
                <a:solidFill>
                  <a:schemeClr val="tx1"/>
                </a:solidFill>
                <a:latin typeface="Times New Roman" panose="02020603050405020304" pitchFamily="18" charset="0"/>
                <a:cs typeface="Times New Roman" panose="02020603050405020304" pitchFamily="18" charset="0"/>
              </a:endParaRPr>
            </a:p>
          </p:txBody>
        </p:sp>
        <p:sp>
          <p:nvSpPr>
            <p:cNvPr id="10" name="矩形 9"/>
            <p:cNvSpPr/>
            <p:nvPr/>
          </p:nvSpPr>
          <p:spPr>
            <a:xfrm>
              <a:off x="4305670" y="2616224"/>
              <a:ext cx="1152128" cy="218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Times New Roman" panose="02020603050405020304" pitchFamily="18" charset="0"/>
                  <a:cs typeface="Times New Roman" panose="02020603050405020304" pitchFamily="18" charset="0"/>
                </a:rPr>
                <a:t>TABLE</a:t>
              </a:r>
              <a:endParaRPr lang="zh-CN" altLang="en-US" sz="1200" dirty="0">
                <a:solidFill>
                  <a:schemeClr val="tx1"/>
                </a:solidFill>
                <a:latin typeface="Times New Roman" panose="02020603050405020304" pitchFamily="18" charset="0"/>
                <a:cs typeface="Times New Roman" panose="02020603050405020304" pitchFamily="18" charset="0"/>
              </a:endParaRPr>
            </a:p>
          </p:txBody>
        </p:sp>
        <p:sp>
          <p:nvSpPr>
            <p:cNvPr id="11" name="矩形 10"/>
            <p:cNvSpPr/>
            <p:nvPr/>
          </p:nvSpPr>
          <p:spPr>
            <a:xfrm>
              <a:off x="4305669" y="2864614"/>
              <a:ext cx="929777" cy="2149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4383253" y="3131978"/>
              <a:ext cx="929777" cy="24703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p:cNvPicPr>
              <a:picLocks noChangeAspect="1"/>
            </p:cNvPicPr>
            <p:nvPr/>
          </p:nvPicPr>
          <p:blipFill>
            <a:blip r:embed="rId4"/>
            <a:stretch>
              <a:fillRect/>
            </a:stretch>
          </p:blipFill>
          <p:spPr>
            <a:xfrm>
              <a:off x="4788024" y="2864614"/>
              <a:ext cx="204572" cy="230145"/>
            </a:xfrm>
            <a:prstGeom prst="rect">
              <a:avLst/>
            </a:prstGeom>
          </p:spPr>
        </p:pic>
      </p:grpSp>
    </p:spTree>
    <p:extLst>
      <p:ext uri="{BB962C8B-B14F-4D97-AF65-F5344CB8AC3E}">
        <p14:creationId xmlns:p14="http://schemas.microsoft.com/office/powerpoint/2010/main" val="1973004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20834">
                                            <p:txEl>
                                              <p:pRg st="0" end="0"/>
                                            </p:txEl>
                                          </p:spTgt>
                                        </p:tgtEl>
                                        <p:attrNameLst>
                                          <p:attrName>style.visibility</p:attrName>
                                        </p:attrNameLst>
                                      </p:cBhvr>
                                      <p:to>
                                        <p:strVal val="visible"/>
                                      </p:to>
                                    </p:set>
                                    <p:anim calcmode="lin" valueType="num">
                                      <p:cBhvr>
                                        <p:cTn id="7" dur="500" fill="hold"/>
                                        <p:tgtEl>
                                          <p:spTgt spid="120834">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120834">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120834">
                                            <p:txEl>
                                              <p:pRg st="0" end="0"/>
                                            </p:txEl>
                                          </p:spTgt>
                                        </p:tgtEl>
                                      </p:cBhvr>
                                    </p:animEffect>
                                  </p:childTnLst>
                                </p:cTn>
                              </p:par>
                              <p:par>
                                <p:cTn id="10" presetID="53" presetClass="entr" presetSubtype="16" fill="hold" nodeType="withEffect">
                                  <p:stCondLst>
                                    <p:cond delay="0"/>
                                  </p:stCondLst>
                                  <p:childTnLst>
                                    <p:set>
                                      <p:cBhvr>
                                        <p:cTn id="11" dur="1" fill="hold">
                                          <p:stCondLst>
                                            <p:cond delay="0"/>
                                          </p:stCondLst>
                                        </p:cTn>
                                        <p:tgtEl>
                                          <p:spTgt spid="120834">
                                            <p:txEl>
                                              <p:pRg st="1" end="1"/>
                                            </p:txEl>
                                          </p:spTgt>
                                        </p:tgtEl>
                                        <p:attrNameLst>
                                          <p:attrName>style.visibility</p:attrName>
                                        </p:attrNameLst>
                                      </p:cBhvr>
                                      <p:to>
                                        <p:strVal val="visible"/>
                                      </p:to>
                                    </p:set>
                                    <p:anim calcmode="lin" valueType="num">
                                      <p:cBhvr>
                                        <p:cTn id="12" dur="500" fill="hold"/>
                                        <p:tgtEl>
                                          <p:spTgt spid="120834">
                                            <p:txEl>
                                              <p:pRg st="1" end="1"/>
                                            </p:txEl>
                                          </p:spTgt>
                                        </p:tgtEl>
                                        <p:attrNameLst>
                                          <p:attrName>ppt_w</p:attrName>
                                        </p:attrNameLst>
                                      </p:cBhvr>
                                      <p:tavLst>
                                        <p:tav tm="0">
                                          <p:val>
                                            <p:fltVal val="0"/>
                                          </p:val>
                                        </p:tav>
                                        <p:tav tm="100000">
                                          <p:val>
                                            <p:strVal val="#ppt_w"/>
                                          </p:val>
                                        </p:tav>
                                      </p:tavLst>
                                    </p:anim>
                                    <p:anim calcmode="lin" valueType="num">
                                      <p:cBhvr>
                                        <p:cTn id="13" dur="500" fill="hold"/>
                                        <p:tgtEl>
                                          <p:spTgt spid="120834">
                                            <p:txEl>
                                              <p:pRg st="1" end="1"/>
                                            </p:txEl>
                                          </p:spTgt>
                                        </p:tgtEl>
                                        <p:attrNameLst>
                                          <p:attrName>ppt_h</p:attrName>
                                        </p:attrNameLst>
                                      </p:cBhvr>
                                      <p:tavLst>
                                        <p:tav tm="0">
                                          <p:val>
                                            <p:fltVal val="0"/>
                                          </p:val>
                                        </p:tav>
                                        <p:tav tm="100000">
                                          <p:val>
                                            <p:strVal val="#ppt_h"/>
                                          </p:val>
                                        </p:tav>
                                      </p:tavLst>
                                    </p:anim>
                                    <p:animEffect transition="in" filter="fade">
                                      <p:cBhvr>
                                        <p:cTn id="14" dur="500"/>
                                        <p:tgtEl>
                                          <p:spTgt spid="120834">
                                            <p:txEl>
                                              <p:pRg st="1" end="1"/>
                                            </p:txEl>
                                          </p:spTgt>
                                        </p:tgtEl>
                                      </p:cBhvr>
                                    </p:animEffect>
                                  </p:childTnLst>
                                </p:cTn>
                              </p:par>
                              <p:par>
                                <p:cTn id="15" presetID="53" presetClass="entr" presetSubtype="16" fill="hold" nodeType="withEffect">
                                  <p:stCondLst>
                                    <p:cond delay="0"/>
                                  </p:stCondLst>
                                  <p:childTnLst>
                                    <p:set>
                                      <p:cBhvr>
                                        <p:cTn id="16" dur="1" fill="hold">
                                          <p:stCondLst>
                                            <p:cond delay="0"/>
                                          </p:stCondLst>
                                        </p:cTn>
                                        <p:tgtEl>
                                          <p:spTgt spid="120834">
                                            <p:txEl>
                                              <p:pRg st="2" end="2"/>
                                            </p:txEl>
                                          </p:spTgt>
                                        </p:tgtEl>
                                        <p:attrNameLst>
                                          <p:attrName>style.visibility</p:attrName>
                                        </p:attrNameLst>
                                      </p:cBhvr>
                                      <p:to>
                                        <p:strVal val="visible"/>
                                      </p:to>
                                    </p:set>
                                    <p:anim calcmode="lin" valueType="num">
                                      <p:cBhvr>
                                        <p:cTn id="17" dur="500" fill="hold"/>
                                        <p:tgtEl>
                                          <p:spTgt spid="120834">
                                            <p:txEl>
                                              <p:pRg st="2" end="2"/>
                                            </p:txEl>
                                          </p:spTgt>
                                        </p:tgtEl>
                                        <p:attrNameLst>
                                          <p:attrName>ppt_w</p:attrName>
                                        </p:attrNameLst>
                                      </p:cBhvr>
                                      <p:tavLst>
                                        <p:tav tm="0">
                                          <p:val>
                                            <p:fltVal val="0"/>
                                          </p:val>
                                        </p:tav>
                                        <p:tav tm="100000">
                                          <p:val>
                                            <p:strVal val="#ppt_w"/>
                                          </p:val>
                                        </p:tav>
                                      </p:tavLst>
                                    </p:anim>
                                    <p:anim calcmode="lin" valueType="num">
                                      <p:cBhvr>
                                        <p:cTn id="18" dur="500" fill="hold"/>
                                        <p:tgtEl>
                                          <p:spTgt spid="120834">
                                            <p:txEl>
                                              <p:pRg st="2" end="2"/>
                                            </p:txEl>
                                          </p:spTgt>
                                        </p:tgtEl>
                                        <p:attrNameLst>
                                          <p:attrName>ppt_h</p:attrName>
                                        </p:attrNameLst>
                                      </p:cBhvr>
                                      <p:tavLst>
                                        <p:tav tm="0">
                                          <p:val>
                                            <p:fltVal val="0"/>
                                          </p:val>
                                        </p:tav>
                                        <p:tav tm="100000">
                                          <p:val>
                                            <p:strVal val="#ppt_h"/>
                                          </p:val>
                                        </p:tav>
                                      </p:tavLst>
                                    </p:anim>
                                    <p:animEffect transition="in" filter="fade">
                                      <p:cBhvr>
                                        <p:cTn id="19" dur="500"/>
                                        <p:tgtEl>
                                          <p:spTgt spid="120834">
                                            <p:txEl>
                                              <p:pRg st="2" end="2"/>
                                            </p:txEl>
                                          </p:spTgt>
                                        </p:tgtEl>
                                      </p:cBhvr>
                                    </p:animEffect>
                                  </p:childTnLst>
                                </p:cTn>
                              </p:par>
                              <p:par>
                                <p:cTn id="20" presetID="53" presetClass="entr" presetSubtype="16" fill="hold" nodeType="withEffect">
                                  <p:stCondLst>
                                    <p:cond delay="0"/>
                                  </p:stCondLst>
                                  <p:childTnLst>
                                    <p:set>
                                      <p:cBhvr>
                                        <p:cTn id="21" dur="1" fill="hold">
                                          <p:stCondLst>
                                            <p:cond delay="0"/>
                                          </p:stCondLst>
                                        </p:cTn>
                                        <p:tgtEl>
                                          <p:spTgt spid="120834">
                                            <p:txEl>
                                              <p:pRg st="3" end="3"/>
                                            </p:txEl>
                                          </p:spTgt>
                                        </p:tgtEl>
                                        <p:attrNameLst>
                                          <p:attrName>style.visibility</p:attrName>
                                        </p:attrNameLst>
                                      </p:cBhvr>
                                      <p:to>
                                        <p:strVal val="visible"/>
                                      </p:to>
                                    </p:set>
                                    <p:anim calcmode="lin" valueType="num">
                                      <p:cBhvr>
                                        <p:cTn id="22" dur="500" fill="hold"/>
                                        <p:tgtEl>
                                          <p:spTgt spid="120834">
                                            <p:txEl>
                                              <p:pRg st="3" end="3"/>
                                            </p:txEl>
                                          </p:spTgt>
                                        </p:tgtEl>
                                        <p:attrNameLst>
                                          <p:attrName>ppt_w</p:attrName>
                                        </p:attrNameLst>
                                      </p:cBhvr>
                                      <p:tavLst>
                                        <p:tav tm="0">
                                          <p:val>
                                            <p:fltVal val="0"/>
                                          </p:val>
                                        </p:tav>
                                        <p:tav tm="100000">
                                          <p:val>
                                            <p:strVal val="#ppt_w"/>
                                          </p:val>
                                        </p:tav>
                                      </p:tavLst>
                                    </p:anim>
                                    <p:anim calcmode="lin" valueType="num">
                                      <p:cBhvr>
                                        <p:cTn id="23" dur="500" fill="hold"/>
                                        <p:tgtEl>
                                          <p:spTgt spid="120834">
                                            <p:txEl>
                                              <p:pRg st="3" end="3"/>
                                            </p:txEl>
                                          </p:spTgt>
                                        </p:tgtEl>
                                        <p:attrNameLst>
                                          <p:attrName>ppt_h</p:attrName>
                                        </p:attrNameLst>
                                      </p:cBhvr>
                                      <p:tavLst>
                                        <p:tav tm="0">
                                          <p:val>
                                            <p:fltVal val="0"/>
                                          </p:val>
                                        </p:tav>
                                        <p:tav tm="100000">
                                          <p:val>
                                            <p:strVal val="#ppt_h"/>
                                          </p:val>
                                        </p:tav>
                                      </p:tavLst>
                                    </p:anim>
                                    <p:animEffect transition="in" filter="fade">
                                      <p:cBhvr>
                                        <p:cTn id="24" dur="500"/>
                                        <p:tgtEl>
                                          <p:spTgt spid="120834">
                                            <p:txEl>
                                              <p:pRg st="3" end="3"/>
                                            </p:txEl>
                                          </p:spTgt>
                                        </p:tgtEl>
                                      </p:cBhvr>
                                    </p:animEffect>
                                  </p:childTnLst>
                                </p:cTn>
                              </p:par>
                              <p:par>
                                <p:cTn id="25" presetID="53" presetClass="entr" presetSubtype="16" fill="hold" nodeType="withEffect">
                                  <p:stCondLst>
                                    <p:cond delay="0"/>
                                  </p:stCondLst>
                                  <p:childTnLst>
                                    <p:set>
                                      <p:cBhvr>
                                        <p:cTn id="26" dur="1" fill="hold">
                                          <p:stCondLst>
                                            <p:cond delay="0"/>
                                          </p:stCondLst>
                                        </p:cTn>
                                        <p:tgtEl>
                                          <p:spTgt spid="120834">
                                            <p:txEl>
                                              <p:pRg st="4" end="4"/>
                                            </p:txEl>
                                          </p:spTgt>
                                        </p:tgtEl>
                                        <p:attrNameLst>
                                          <p:attrName>style.visibility</p:attrName>
                                        </p:attrNameLst>
                                      </p:cBhvr>
                                      <p:to>
                                        <p:strVal val="visible"/>
                                      </p:to>
                                    </p:set>
                                    <p:anim calcmode="lin" valueType="num">
                                      <p:cBhvr>
                                        <p:cTn id="27" dur="500" fill="hold"/>
                                        <p:tgtEl>
                                          <p:spTgt spid="120834">
                                            <p:txEl>
                                              <p:pRg st="4" end="4"/>
                                            </p:txEl>
                                          </p:spTgt>
                                        </p:tgtEl>
                                        <p:attrNameLst>
                                          <p:attrName>ppt_w</p:attrName>
                                        </p:attrNameLst>
                                      </p:cBhvr>
                                      <p:tavLst>
                                        <p:tav tm="0">
                                          <p:val>
                                            <p:fltVal val="0"/>
                                          </p:val>
                                        </p:tav>
                                        <p:tav tm="100000">
                                          <p:val>
                                            <p:strVal val="#ppt_w"/>
                                          </p:val>
                                        </p:tav>
                                      </p:tavLst>
                                    </p:anim>
                                    <p:anim calcmode="lin" valueType="num">
                                      <p:cBhvr>
                                        <p:cTn id="28" dur="500" fill="hold"/>
                                        <p:tgtEl>
                                          <p:spTgt spid="120834">
                                            <p:txEl>
                                              <p:pRg st="4" end="4"/>
                                            </p:txEl>
                                          </p:spTgt>
                                        </p:tgtEl>
                                        <p:attrNameLst>
                                          <p:attrName>ppt_h</p:attrName>
                                        </p:attrNameLst>
                                      </p:cBhvr>
                                      <p:tavLst>
                                        <p:tav tm="0">
                                          <p:val>
                                            <p:fltVal val="0"/>
                                          </p:val>
                                        </p:tav>
                                        <p:tav tm="100000">
                                          <p:val>
                                            <p:strVal val="#ppt_h"/>
                                          </p:val>
                                        </p:tav>
                                      </p:tavLst>
                                    </p:anim>
                                    <p:animEffect transition="in" filter="fade">
                                      <p:cBhvr>
                                        <p:cTn id="29" dur="500"/>
                                        <p:tgtEl>
                                          <p:spTgt spid="120834">
                                            <p:txEl>
                                              <p:pRg st="4" end="4"/>
                                            </p:txEl>
                                          </p:spTgt>
                                        </p:tgtEl>
                                      </p:cBhvr>
                                    </p:animEffect>
                                  </p:childTnLst>
                                </p:cTn>
                              </p:par>
                              <p:par>
                                <p:cTn id="30" presetID="53" presetClass="entr" presetSubtype="16" fill="hold" nodeType="withEffect">
                                  <p:stCondLst>
                                    <p:cond delay="0"/>
                                  </p:stCondLst>
                                  <p:childTnLst>
                                    <p:set>
                                      <p:cBhvr>
                                        <p:cTn id="31" dur="1" fill="hold">
                                          <p:stCondLst>
                                            <p:cond delay="0"/>
                                          </p:stCondLst>
                                        </p:cTn>
                                        <p:tgtEl>
                                          <p:spTgt spid="120834">
                                            <p:txEl>
                                              <p:pRg st="5" end="5"/>
                                            </p:txEl>
                                          </p:spTgt>
                                        </p:tgtEl>
                                        <p:attrNameLst>
                                          <p:attrName>style.visibility</p:attrName>
                                        </p:attrNameLst>
                                      </p:cBhvr>
                                      <p:to>
                                        <p:strVal val="visible"/>
                                      </p:to>
                                    </p:set>
                                    <p:anim calcmode="lin" valueType="num">
                                      <p:cBhvr>
                                        <p:cTn id="32" dur="500" fill="hold"/>
                                        <p:tgtEl>
                                          <p:spTgt spid="120834">
                                            <p:txEl>
                                              <p:pRg st="5" end="5"/>
                                            </p:txEl>
                                          </p:spTgt>
                                        </p:tgtEl>
                                        <p:attrNameLst>
                                          <p:attrName>ppt_w</p:attrName>
                                        </p:attrNameLst>
                                      </p:cBhvr>
                                      <p:tavLst>
                                        <p:tav tm="0">
                                          <p:val>
                                            <p:fltVal val="0"/>
                                          </p:val>
                                        </p:tav>
                                        <p:tav tm="100000">
                                          <p:val>
                                            <p:strVal val="#ppt_w"/>
                                          </p:val>
                                        </p:tav>
                                      </p:tavLst>
                                    </p:anim>
                                    <p:anim calcmode="lin" valueType="num">
                                      <p:cBhvr>
                                        <p:cTn id="33" dur="500" fill="hold"/>
                                        <p:tgtEl>
                                          <p:spTgt spid="120834">
                                            <p:txEl>
                                              <p:pRg st="5" end="5"/>
                                            </p:txEl>
                                          </p:spTgt>
                                        </p:tgtEl>
                                        <p:attrNameLst>
                                          <p:attrName>ppt_h</p:attrName>
                                        </p:attrNameLst>
                                      </p:cBhvr>
                                      <p:tavLst>
                                        <p:tav tm="0">
                                          <p:val>
                                            <p:fltVal val="0"/>
                                          </p:val>
                                        </p:tav>
                                        <p:tav tm="100000">
                                          <p:val>
                                            <p:strVal val="#ppt_h"/>
                                          </p:val>
                                        </p:tav>
                                      </p:tavLst>
                                    </p:anim>
                                    <p:animEffect transition="in" filter="fade">
                                      <p:cBhvr>
                                        <p:cTn id="34" dur="500"/>
                                        <p:tgtEl>
                                          <p:spTgt spid="120834">
                                            <p:txEl>
                                              <p:pRg st="5" end="5"/>
                                            </p:txEl>
                                          </p:spTgt>
                                        </p:tgtEl>
                                      </p:cBhvr>
                                    </p:animEffect>
                                  </p:childTnLst>
                                </p:cTn>
                              </p:par>
                              <p:par>
                                <p:cTn id="35" presetID="53" presetClass="entr" presetSubtype="16" fill="hold" nodeType="withEffect">
                                  <p:stCondLst>
                                    <p:cond delay="0"/>
                                  </p:stCondLst>
                                  <p:childTnLst>
                                    <p:set>
                                      <p:cBhvr>
                                        <p:cTn id="36" dur="1" fill="hold">
                                          <p:stCondLst>
                                            <p:cond delay="0"/>
                                          </p:stCondLst>
                                        </p:cTn>
                                        <p:tgtEl>
                                          <p:spTgt spid="4"/>
                                        </p:tgtEl>
                                        <p:attrNameLst>
                                          <p:attrName>style.visibility</p:attrName>
                                        </p:attrNameLst>
                                      </p:cBhvr>
                                      <p:to>
                                        <p:strVal val="visible"/>
                                      </p:to>
                                    </p:set>
                                    <p:anim calcmode="lin" valueType="num">
                                      <p:cBhvr>
                                        <p:cTn id="37" dur="500" fill="hold"/>
                                        <p:tgtEl>
                                          <p:spTgt spid="4"/>
                                        </p:tgtEl>
                                        <p:attrNameLst>
                                          <p:attrName>ppt_w</p:attrName>
                                        </p:attrNameLst>
                                      </p:cBhvr>
                                      <p:tavLst>
                                        <p:tav tm="0">
                                          <p:val>
                                            <p:fltVal val="0"/>
                                          </p:val>
                                        </p:tav>
                                        <p:tav tm="100000">
                                          <p:val>
                                            <p:strVal val="#ppt_w"/>
                                          </p:val>
                                        </p:tav>
                                      </p:tavLst>
                                    </p:anim>
                                    <p:anim calcmode="lin" valueType="num">
                                      <p:cBhvr>
                                        <p:cTn id="38" dur="500" fill="hold"/>
                                        <p:tgtEl>
                                          <p:spTgt spid="4"/>
                                        </p:tgtEl>
                                        <p:attrNameLst>
                                          <p:attrName>ppt_h</p:attrName>
                                        </p:attrNameLst>
                                      </p:cBhvr>
                                      <p:tavLst>
                                        <p:tav tm="0">
                                          <p:val>
                                            <p:fltVal val="0"/>
                                          </p:val>
                                        </p:tav>
                                        <p:tav tm="100000">
                                          <p:val>
                                            <p:strVal val="#ppt_h"/>
                                          </p:val>
                                        </p:tav>
                                      </p:tavLst>
                                    </p:anim>
                                    <p:animEffect transition="in" filter="fade">
                                      <p:cBhvr>
                                        <p:cTn id="39" dur="500"/>
                                        <p:tgtEl>
                                          <p:spTgt spid="4"/>
                                        </p:tgtEl>
                                      </p:cBhvr>
                                    </p:animEffect>
                                  </p:childTnLst>
                                </p:cTn>
                              </p:par>
                            </p:childTnLst>
                          </p:cTn>
                        </p:par>
                      </p:childTnLst>
                    </p:cTn>
                  </p:par>
                  <p:par>
                    <p:cTn id="40" fill="hold">
                      <p:stCondLst>
                        <p:cond delay="indefinite"/>
                      </p:stCondLst>
                      <p:childTnLst>
                        <p:par>
                          <p:cTn id="41" fill="hold">
                            <p:stCondLst>
                              <p:cond delay="0"/>
                            </p:stCondLst>
                            <p:childTnLst>
                              <p:par>
                                <p:cTn id="42" presetID="53" presetClass="entr" presetSubtype="16" fill="hold" nodeType="clickEffect">
                                  <p:stCondLst>
                                    <p:cond delay="0"/>
                                  </p:stCondLst>
                                  <p:childTnLst>
                                    <p:set>
                                      <p:cBhvr>
                                        <p:cTn id="43" dur="1" fill="hold">
                                          <p:stCondLst>
                                            <p:cond delay="0"/>
                                          </p:stCondLst>
                                        </p:cTn>
                                        <p:tgtEl>
                                          <p:spTgt spid="120834">
                                            <p:txEl>
                                              <p:pRg st="6" end="6"/>
                                            </p:txEl>
                                          </p:spTgt>
                                        </p:tgtEl>
                                        <p:attrNameLst>
                                          <p:attrName>style.visibility</p:attrName>
                                        </p:attrNameLst>
                                      </p:cBhvr>
                                      <p:to>
                                        <p:strVal val="visible"/>
                                      </p:to>
                                    </p:set>
                                    <p:anim calcmode="lin" valueType="num">
                                      <p:cBhvr>
                                        <p:cTn id="44" dur="500" fill="hold"/>
                                        <p:tgtEl>
                                          <p:spTgt spid="120834">
                                            <p:txEl>
                                              <p:pRg st="6" end="6"/>
                                            </p:txEl>
                                          </p:spTgt>
                                        </p:tgtEl>
                                        <p:attrNameLst>
                                          <p:attrName>ppt_w</p:attrName>
                                        </p:attrNameLst>
                                      </p:cBhvr>
                                      <p:tavLst>
                                        <p:tav tm="0">
                                          <p:val>
                                            <p:fltVal val="0"/>
                                          </p:val>
                                        </p:tav>
                                        <p:tav tm="100000">
                                          <p:val>
                                            <p:strVal val="#ppt_w"/>
                                          </p:val>
                                        </p:tav>
                                      </p:tavLst>
                                    </p:anim>
                                    <p:anim calcmode="lin" valueType="num">
                                      <p:cBhvr>
                                        <p:cTn id="45" dur="500" fill="hold"/>
                                        <p:tgtEl>
                                          <p:spTgt spid="120834">
                                            <p:txEl>
                                              <p:pRg st="6" end="6"/>
                                            </p:txEl>
                                          </p:spTgt>
                                        </p:tgtEl>
                                        <p:attrNameLst>
                                          <p:attrName>ppt_h</p:attrName>
                                        </p:attrNameLst>
                                      </p:cBhvr>
                                      <p:tavLst>
                                        <p:tav tm="0">
                                          <p:val>
                                            <p:fltVal val="0"/>
                                          </p:val>
                                        </p:tav>
                                        <p:tav tm="100000">
                                          <p:val>
                                            <p:strVal val="#ppt_h"/>
                                          </p:val>
                                        </p:tav>
                                      </p:tavLst>
                                    </p:anim>
                                    <p:animEffect transition="in" filter="fade">
                                      <p:cBhvr>
                                        <p:cTn id="46" dur="500"/>
                                        <p:tgtEl>
                                          <p:spTgt spid="120834">
                                            <p:txEl>
                                              <p:pRg st="6" end="6"/>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53" presetClass="entr" presetSubtype="16" fill="hold" nodeType="clickEffect">
                                  <p:stCondLst>
                                    <p:cond delay="0"/>
                                  </p:stCondLst>
                                  <p:childTnLst>
                                    <p:set>
                                      <p:cBhvr>
                                        <p:cTn id="50" dur="1" fill="hold">
                                          <p:stCondLst>
                                            <p:cond delay="0"/>
                                          </p:stCondLst>
                                        </p:cTn>
                                        <p:tgtEl>
                                          <p:spTgt spid="120834">
                                            <p:txEl>
                                              <p:pRg st="7" end="7"/>
                                            </p:txEl>
                                          </p:spTgt>
                                        </p:tgtEl>
                                        <p:attrNameLst>
                                          <p:attrName>style.visibility</p:attrName>
                                        </p:attrNameLst>
                                      </p:cBhvr>
                                      <p:to>
                                        <p:strVal val="visible"/>
                                      </p:to>
                                    </p:set>
                                    <p:anim calcmode="lin" valueType="num">
                                      <p:cBhvr>
                                        <p:cTn id="51" dur="500" fill="hold"/>
                                        <p:tgtEl>
                                          <p:spTgt spid="120834">
                                            <p:txEl>
                                              <p:pRg st="7" end="7"/>
                                            </p:txEl>
                                          </p:spTgt>
                                        </p:tgtEl>
                                        <p:attrNameLst>
                                          <p:attrName>ppt_w</p:attrName>
                                        </p:attrNameLst>
                                      </p:cBhvr>
                                      <p:tavLst>
                                        <p:tav tm="0">
                                          <p:val>
                                            <p:fltVal val="0"/>
                                          </p:val>
                                        </p:tav>
                                        <p:tav tm="100000">
                                          <p:val>
                                            <p:strVal val="#ppt_w"/>
                                          </p:val>
                                        </p:tav>
                                      </p:tavLst>
                                    </p:anim>
                                    <p:anim calcmode="lin" valueType="num">
                                      <p:cBhvr>
                                        <p:cTn id="52" dur="500" fill="hold"/>
                                        <p:tgtEl>
                                          <p:spTgt spid="120834">
                                            <p:txEl>
                                              <p:pRg st="7" end="7"/>
                                            </p:txEl>
                                          </p:spTgt>
                                        </p:tgtEl>
                                        <p:attrNameLst>
                                          <p:attrName>ppt_h</p:attrName>
                                        </p:attrNameLst>
                                      </p:cBhvr>
                                      <p:tavLst>
                                        <p:tav tm="0">
                                          <p:val>
                                            <p:fltVal val="0"/>
                                          </p:val>
                                        </p:tav>
                                        <p:tav tm="100000">
                                          <p:val>
                                            <p:strVal val="#ppt_h"/>
                                          </p:val>
                                        </p:tav>
                                      </p:tavLst>
                                    </p:anim>
                                    <p:animEffect transition="in" filter="fade">
                                      <p:cBhvr>
                                        <p:cTn id="53" dur="500"/>
                                        <p:tgtEl>
                                          <p:spTgt spid="120834">
                                            <p:txEl>
                                              <p:pRg st="7" end="7"/>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53" presetClass="entr" presetSubtype="16" fill="hold" nodeType="clickEffect">
                                  <p:stCondLst>
                                    <p:cond delay="0"/>
                                  </p:stCondLst>
                                  <p:childTnLst>
                                    <p:set>
                                      <p:cBhvr>
                                        <p:cTn id="57" dur="1" fill="hold">
                                          <p:stCondLst>
                                            <p:cond delay="0"/>
                                          </p:stCondLst>
                                        </p:cTn>
                                        <p:tgtEl>
                                          <p:spTgt spid="120834">
                                            <p:txEl>
                                              <p:pRg st="8" end="8"/>
                                            </p:txEl>
                                          </p:spTgt>
                                        </p:tgtEl>
                                        <p:attrNameLst>
                                          <p:attrName>style.visibility</p:attrName>
                                        </p:attrNameLst>
                                      </p:cBhvr>
                                      <p:to>
                                        <p:strVal val="visible"/>
                                      </p:to>
                                    </p:set>
                                    <p:anim calcmode="lin" valueType="num">
                                      <p:cBhvr>
                                        <p:cTn id="58" dur="500" fill="hold"/>
                                        <p:tgtEl>
                                          <p:spTgt spid="120834">
                                            <p:txEl>
                                              <p:pRg st="8" end="8"/>
                                            </p:txEl>
                                          </p:spTgt>
                                        </p:tgtEl>
                                        <p:attrNameLst>
                                          <p:attrName>ppt_w</p:attrName>
                                        </p:attrNameLst>
                                      </p:cBhvr>
                                      <p:tavLst>
                                        <p:tav tm="0">
                                          <p:val>
                                            <p:fltVal val="0"/>
                                          </p:val>
                                        </p:tav>
                                        <p:tav tm="100000">
                                          <p:val>
                                            <p:strVal val="#ppt_w"/>
                                          </p:val>
                                        </p:tav>
                                      </p:tavLst>
                                    </p:anim>
                                    <p:anim calcmode="lin" valueType="num">
                                      <p:cBhvr>
                                        <p:cTn id="59" dur="500" fill="hold"/>
                                        <p:tgtEl>
                                          <p:spTgt spid="120834">
                                            <p:txEl>
                                              <p:pRg st="8" end="8"/>
                                            </p:txEl>
                                          </p:spTgt>
                                        </p:tgtEl>
                                        <p:attrNameLst>
                                          <p:attrName>ppt_h</p:attrName>
                                        </p:attrNameLst>
                                      </p:cBhvr>
                                      <p:tavLst>
                                        <p:tav tm="0">
                                          <p:val>
                                            <p:fltVal val="0"/>
                                          </p:val>
                                        </p:tav>
                                        <p:tav tm="100000">
                                          <p:val>
                                            <p:strVal val="#ppt_h"/>
                                          </p:val>
                                        </p:tav>
                                      </p:tavLst>
                                    </p:anim>
                                    <p:animEffect transition="in" filter="fade">
                                      <p:cBhvr>
                                        <p:cTn id="60" dur="500"/>
                                        <p:tgtEl>
                                          <p:spTgt spid="12083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3"/>
          <p:cNvSpPr>
            <a:spLocks noGrp="1" noChangeArrowheads="1"/>
          </p:cNvSpPr>
          <p:nvPr>
            <p:ph idx="1"/>
          </p:nvPr>
        </p:nvSpPr>
        <p:spPr>
          <a:xfrm>
            <a:off x="428625" y="846138"/>
            <a:ext cx="8429625" cy="3225800"/>
          </a:xfrm>
        </p:spPr>
        <p:txBody>
          <a:bodyPr/>
          <a:lstStyle/>
          <a:p>
            <a:pPr eaLnBrk="1" hangingPunct="1">
              <a:buClr>
                <a:schemeClr val="tx1"/>
              </a:buClr>
              <a:buFont typeface="Wingdings" panose="05000000000000000000" pitchFamily="2" charset="2"/>
              <a:buChar char="Ø"/>
            </a:pPr>
            <a:r>
              <a:rPr lang="zh-CN" altLang="en-US" sz="2800" b="1" dirty="0">
                <a:solidFill>
                  <a:srgbClr val="0000FF"/>
                </a:solidFill>
                <a:latin typeface="楷体" panose="02010609060101010101" pitchFamily="49" charset="-122"/>
              </a:rPr>
              <a:t>声明</a:t>
            </a:r>
            <a:r>
              <a:rPr lang="zh-CN" altLang="en-US" sz="2800" b="1" dirty="0">
                <a:solidFill>
                  <a:schemeClr val="tx1"/>
                </a:solidFill>
                <a:latin typeface="楷体" panose="02010609060101010101" pitchFamily="49" charset="-122"/>
              </a:rPr>
              <a:t>语句的翻译（</a:t>
            </a:r>
            <a:r>
              <a:rPr lang="zh-CN" altLang="en-US" sz="2800" b="1" dirty="0">
                <a:solidFill>
                  <a:srgbClr val="0000FF"/>
                </a:solidFill>
                <a:latin typeface="楷体" panose="02010609060101010101" pitchFamily="49" charset="-122"/>
              </a:rPr>
              <a:t>定义性</a:t>
            </a:r>
            <a:r>
              <a:rPr lang="zh-CN" altLang="en-US" sz="2800" b="1" dirty="0">
                <a:solidFill>
                  <a:schemeClr val="tx1"/>
                </a:solidFill>
                <a:latin typeface="楷体" panose="02010609060101010101" pitchFamily="49" charset="-122"/>
              </a:rPr>
              <a:t>出现）</a:t>
            </a:r>
            <a:endParaRPr lang="en-US" altLang="zh-CN" sz="2800" b="1" dirty="0">
              <a:solidFill>
                <a:schemeClr val="tx1"/>
              </a:solidFill>
              <a:latin typeface="楷体" panose="02010609060101010101" pitchFamily="49" charset="-122"/>
            </a:endParaRPr>
          </a:p>
          <a:p>
            <a:pPr lvl="1" eaLnBrk="1" hangingPunct="1">
              <a:buClr>
                <a:schemeClr val="tx1"/>
              </a:buClr>
              <a:buFont typeface="Wingdings" panose="05000000000000000000" pitchFamily="2" charset="2"/>
              <a:buChar char="Ø"/>
            </a:pPr>
            <a:r>
              <a:rPr lang="zh-CN" altLang="en-US" sz="2600" b="1" dirty="0">
                <a:solidFill>
                  <a:schemeClr val="tx1"/>
                </a:solidFill>
                <a:latin typeface="楷体" panose="02010609060101010101" pitchFamily="49" charset="-122"/>
              </a:rPr>
              <a:t>填、查</a:t>
            </a:r>
            <a:endParaRPr lang="en-US" altLang="zh-CN" sz="2600" b="1" dirty="0">
              <a:solidFill>
                <a:schemeClr val="tx1"/>
              </a:solidFill>
              <a:latin typeface="楷体" panose="02010609060101010101" pitchFamily="49" charset="-122"/>
            </a:endParaRPr>
          </a:p>
          <a:p>
            <a:pPr eaLnBrk="1" hangingPunct="1">
              <a:buClr>
                <a:schemeClr val="tx1"/>
              </a:buClr>
              <a:buFont typeface="Wingdings" panose="05000000000000000000" pitchFamily="2" charset="2"/>
              <a:buChar char="Ø"/>
            </a:pPr>
            <a:r>
              <a:rPr lang="zh-CN" altLang="en-US" sz="2800" b="1" dirty="0">
                <a:solidFill>
                  <a:srgbClr val="0000FF"/>
                </a:solidFill>
                <a:latin typeface="楷体" panose="02010609060101010101" pitchFamily="49" charset="-122"/>
              </a:rPr>
              <a:t>可执行</a:t>
            </a:r>
            <a:r>
              <a:rPr lang="zh-CN" altLang="en-US" sz="2800" b="1" dirty="0">
                <a:solidFill>
                  <a:schemeClr val="tx1"/>
                </a:solidFill>
                <a:latin typeface="楷体" panose="02010609060101010101" pitchFamily="49" charset="-122"/>
              </a:rPr>
              <a:t>语句的翻译（</a:t>
            </a:r>
            <a:r>
              <a:rPr lang="zh-CN" altLang="en-US" sz="2800" b="1" dirty="0">
                <a:solidFill>
                  <a:srgbClr val="0000FF"/>
                </a:solidFill>
                <a:latin typeface="楷体" panose="02010609060101010101" pitchFamily="49" charset="-122"/>
              </a:rPr>
              <a:t>使用性</a:t>
            </a:r>
            <a:r>
              <a:rPr lang="zh-CN" altLang="en-US" sz="2800" b="1" dirty="0">
                <a:solidFill>
                  <a:schemeClr val="tx1"/>
                </a:solidFill>
                <a:latin typeface="楷体" panose="02010609060101010101" pitchFamily="49" charset="-122"/>
              </a:rPr>
              <a:t>出现）</a:t>
            </a:r>
            <a:endParaRPr lang="en-US" altLang="zh-CN" sz="2800" b="1" dirty="0">
              <a:solidFill>
                <a:schemeClr val="tx1"/>
              </a:solidFill>
              <a:latin typeface="楷体" panose="02010609060101010101" pitchFamily="49" charset="-122"/>
            </a:endParaRPr>
          </a:p>
          <a:p>
            <a:pPr lvl="1" eaLnBrk="1" hangingPunct="1">
              <a:buClrTx/>
              <a:buFont typeface="Wingdings" panose="05000000000000000000" pitchFamily="2" charset="2"/>
              <a:buChar char="Ø"/>
            </a:pPr>
            <a:r>
              <a:rPr lang="zh-CN" altLang="en-US" sz="2600" b="1" dirty="0">
                <a:solidFill>
                  <a:schemeClr val="tx1"/>
                </a:solidFill>
                <a:latin typeface="楷体" panose="02010609060101010101" pitchFamily="49" charset="-122"/>
              </a:rPr>
              <a:t>查</a:t>
            </a:r>
            <a:endParaRPr lang="en-US" altLang="zh-CN" sz="2600" b="1" dirty="0">
              <a:solidFill>
                <a:schemeClr val="tx1"/>
              </a:solidFill>
              <a:latin typeface="楷体" panose="02010609060101010101" pitchFamily="49" charset="-122"/>
            </a:endParaRPr>
          </a:p>
        </p:txBody>
      </p:sp>
      <p:sp>
        <p:nvSpPr>
          <p:cNvPr id="120835"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符号表上的主要操作</a:t>
            </a:r>
          </a:p>
        </p:txBody>
      </p:sp>
    </p:spTree>
    <p:extLst>
      <p:ext uri="{BB962C8B-B14F-4D97-AF65-F5344CB8AC3E}">
        <p14:creationId xmlns:p14="http://schemas.microsoft.com/office/powerpoint/2010/main" val="418869803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5"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单个过程符号表的组织</a:t>
            </a:r>
          </a:p>
        </p:txBody>
      </p:sp>
      <p:pic>
        <p:nvPicPr>
          <p:cNvPr id="7" name="Picture 2" descr="E:\工大编译\ppt\图片3副本.png"/>
          <p:cNvPicPr>
            <a:picLocks noChangeAspect="1" noChangeArrowheads="1"/>
          </p:cNvPicPr>
          <p:nvPr/>
        </p:nvPicPr>
        <p:blipFill>
          <a:blip r:embed="rId3"/>
          <a:srcRect/>
          <a:stretch>
            <a:fillRect/>
          </a:stretch>
        </p:blipFill>
        <p:spPr bwMode="auto">
          <a:xfrm>
            <a:off x="3655626" y="1419622"/>
            <a:ext cx="5488374" cy="2965409"/>
          </a:xfrm>
          <a:prstGeom prst="rect">
            <a:avLst/>
          </a:prstGeom>
          <a:noFill/>
        </p:spPr>
      </p:pic>
      <p:sp>
        <p:nvSpPr>
          <p:cNvPr id="120834" name="Rectangle 3"/>
          <p:cNvSpPr>
            <a:spLocks noGrp="1" noChangeArrowheads="1"/>
          </p:cNvSpPr>
          <p:nvPr>
            <p:ph idx="1"/>
          </p:nvPr>
        </p:nvSpPr>
        <p:spPr>
          <a:xfrm>
            <a:off x="239496" y="987574"/>
            <a:ext cx="3384376" cy="3701132"/>
          </a:xfrm>
        </p:spPr>
        <p:txBody>
          <a:bodyPr/>
          <a:lstStyle/>
          <a:p>
            <a:pPr eaLnBrk="1" hangingPunct="1">
              <a:spcBef>
                <a:spcPts val="1200"/>
              </a:spcBef>
              <a:buClrTx/>
              <a:buFont typeface="Wingdings" panose="05000000000000000000" pitchFamily="2" charset="2"/>
              <a:buChar char="Ø"/>
            </a:pPr>
            <a:r>
              <a:rPr lang="zh-CN" altLang="en-US" sz="2000" b="1" dirty="0">
                <a:solidFill>
                  <a:schemeClr val="tx1"/>
                </a:solidFill>
                <a:latin typeface="楷体" panose="02010609060101010101" pitchFamily="49" charset="-122"/>
              </a:rPr>
              <a:t>方法一：一张大表</a:t>
            </a:r>
            <a:endParaRPr lang="en-US" altLang="zh-CN" sz="2000" b="1" dirty="0">
              <a:solidFill>
                <a:schemeClr val="tx1"/>
              </a:solidFill>
              <a:latin typeface="楷体" panose="02010609060101010101" pitchFamily="49" charset="-122"/>
            </a:endParaRPr>
          </a:p>
          <a:p>
            <a:pPr lvl="1" eaLnBrk="1" hangingPunct="1">
              <a:spcBef>
                <a:spcPts val="1200"/>
              </a:spcBef>
              <a:buClrTx/>
              <a:buFont typeface="Wingdings" panose="05000000000000000000" pitchFamily="2" charset="2"/>
              <a:buChar char="Ø"/>
            </a:pPr>
            <a:r>
              <a:rPr lang="zh-CN" altLang="en-US" sz="2000" b="1" dirty="0">
                <a:solidFill>
                  <a:schemeClr val="tx1"/>
                </a:solidFill>
                <a:latin typeface="楷体" panose="02010609060101010101" pitchFamily="49" charset="-122"/>
              </a:rPr>
              <a:t>问题：不同</a:t>
            </a:r>
            <a:r>
              <a:rPr lang="zh-CN" altLang="en-US" sz="2000" b="1" dirty="0">
                <a:solidFill>
                  <a:schemeClr val="tx2">
                    <a:lumMod val="60000"/>
                    <a:lumOff val="40000"/>
                  </a:schemeClr>
                </a:solidFill>
                <a:latin typeface="楷体" panose="02010609060101010101" pitchFamily="49" charset="-122"/>
              </a:rPr>
              <a:t>种属</a:t>
            </a:r>
            <a:r>
              <a:rPr lang="zh-CN" altLang="en-US" sz="2000" b="1" dirty="0">
                <a:solidFill>
                  <a:schemeClr val="tx1"/>
                </a:solidFill>
                <a:latin typeface="楷体" panose="02010609060101010101" pitchFamily="49" charset="-122"/>
              </a:rPr>
              <a:t>的名字所需存放的属性信息在</a:t>
            </a:r>
            <a:r>
              <a:rPr lang="zh-CN" altLang="en-US" sz="2000" b="1" dirty="0">
                <a:solidFill>
                  <a:schemeClr val="tx2">
                    <a:lumMod val="60000"/>
                    <a:lumOff val="40000"/>
                  </a:schemeClr>
                </a:solidFill>
                <a:latin typeface="楷体" panose="02010609060101010101" pitchFamily="49" charset="-122"/>
              </a:rPr>
              <a:t>数量上的差异</a:t>
            </a:r>
            <a:r>
              <a:rPr lang="zh-CN" altLang="en-US" sz="2000" b="1" dirty="0">
                <a:solidFill>
                  <a:schemeClr val="tx1"/>
                </a:solidFill>
                <a:latin typeface="楷体" panose="02010609060101010101" pitchFamily="49" charset="-122"/>
              </a:rPr>
              <a:t>会造成符号表</a:t>
            </a:r>
            <a:r>
              <a:rPr lang="zh-CN" altLang="en-US" sz="2000" b="1" dirty="0">
                <a:solidFill>
                  <a:schemeClr val="tx2">
                    <a:lumMod val="60000"/>
                    <a:lumOff val="40000"/>
                  </a:schemeClr>
                </a:solidFill>
                <a:latin typeface="楷体" panose="02010609060101010101" pitchFamily="49" charset="-122"/>
              </a:rPr>
              <a:t>空间的浪费</a:t>
            </a:r>
            <a:endParaRPr lang="en-US" altLang="zh-CN" sz="2000" b="1" dirty="0">
              <a:solidFill>
                <a:schemeClr val="tx2">
                  <a:lumMod val="60000"/>
                  <a:lumOff val="40000"/>
                </a:schemeClr>
              </a:solidFill>
              <a:latin typeface="楷体" panose="02010609060101010101" pitchFamily="49" charset="-122"/>
            </a:endParaRPr>
          </a:p>
          <a:p>
            <a:pPr lvl="2" eaLnBrk="1" hangingPunct="1">
              <a:spcBef>
                <a:spcPts val="1200"/>
              </a:spcBef>
              <a:buClrTx/>
              <a:buFont typeface="Wingdings" panose="05000000000000000000" pitchFamily="2" charset="2"/>
              <a:buChar char="Ø"/>
            </a:pPr>
            <a:r>
              <a:rPr lang="zh-CN" altLang="en-US" sz="1800" b="1" dirty="0">
                <a:solidFill>
                  <a:schemeClr val="tx1"/>
                </a:solidFill>
                <a:latin typeface="楷体" panose="02010609060101010101" pitchFamily="49" charset="-122"/>
              </a:rPr>
              <a:t>数组名：数组的维数、各维的长度</a:t>
            </a:r>
            <a:endParaRPr lang="en-US" altLang="zh-CN" sz="1800" b="1" dirty="0">
              <a:solidFill>
                <a:schemeClr val="tx1"/>
              </a:solidFill>
              <a:latin typeface="楷体" panose="02010609060101010101" pitchFamily="49" charset="-122"/>
            </a:endParaRPr>
          </a:p>
          <a:p>
            <a:pPr lvl="2" eaLnBrk="1" hangingPunct="1">
              <a:spcBef>
                <a:spcPts val="1200"/>
              </a:spcBef>
              <a:buClrTx/>
              <a:buFont typeface="Wingdings" panose="05000000000000000000" pitchFamily="2" charset="2"/>
              <a:buChar char="Ø"/>
            </a:pPr>
            <a:r>
              <a:rPr lang="zh-CN" altLang="en-US" sz="1800" b="1" dirty="0">
                <a:solidFill>
                  <a:schemeClr val="tx1"/>
                </a:solidFill>
                <a:latin typeface="楷体" panose="02010609060101010101" pitchFamily="49" charset="-122"/>
              </a:rPr>
              <a:t>过程名：参数个数、参数类型、返回值类型</a:t>
            </a:r>
            <a:endParaRPr lang="en-US" altLang="zh-CN" sz="1800" b="1" dirty="0">
              <a:solidFill>
                <a:schemeClr val="tx1"/>
              </a:solidFill>
              <a:latin typeface="楷体" panose="02010609060101010101" pitchFamily="49" charset="-122"/>
            </a:endParaRPr>
          </a:p>
        </p:txBody>
      </p:sp>
    </p:spTree>
    <p:extLst>
      <p:ext uri="{BB962C8B-B14F-4D97-AF65-F5344CB8AC3E}">
        <p14:creationId xmlns:p14="http://schemas.microsoft.com/office/powerpoint/2010/main" val="461613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20834">
                                            <p:txEl>
                                              <p:pRg st="0" end="0"/>
                                            </p:txEl>
                                          </p:spTgt>
                                        </p:tgtEl>
                                        <p:attrNameLst>
                                          <p:attrName>style.visibility</p:attrName>
                                        </p:attrNameLst>
                                      </p:cBhvr>
                                      <p:to>
                                        <p:strVal val="visible"/>
                                      </p:to>
                                    </p:set>
                                    <p:anim calcmode="lin" valueType="num">
                                      <p:cBhvr>
                                        <p:cTn id="7" dur="500" fill="hold"/>
                                        <p:tgtEl>
                                          <p:spTgt spid="120834">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120834">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120834">
                                            <p:txEl>
                                              <p:pRg st="0" end="0"/>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120834">
                                            <p:txEl>
                                              <p:pRg st="1" end="1"/>
                                            </p:txEl>
                                          </p:spTgt>
                                        </p:tgtEl>
                                        <p:attrNameLst>
                                          <p:attrName>style.visibility</p:attrName>
                                        </p:attrNameLst>
                                      </p:cBhvr>
                                      <p:to>
                                        <p:strVal val="visible"/>
                                      </p:to>
                                    </p:set>
                                    <p:anim calcmode="lin" valueType="num">
                                      <p:cBhvr>
                                        <p:cTn id="14" dur="500" fill="hold"/>
                                        <p:tgtEl>
                                          <p:spTgt spid="120834">
                                            <p:txEl>
                                              <p:pRg st="1" end="1"/>
                                            </p:txEl>
                                          </p:spTgt>
                                        </p:tgtEl>
                                        <p:attrNameLst>
                                          <p:attrName>ppt_w</p:attrName>
                                        </p:attrNameLst>
                                      </p:cBhvr>
                                      <p:tavLst>
                                        <p:tav tm="0">
                                          <p:val>
                                            <p:fltVal val="0"/>
                                          </p:val>
                                        </p:tav>
                                        <p:tav tm="100000">
                                          <p:val>
                                            <p:strVal val="#ppt_w"/>
                                          </p:val>
                                        </p:tav>
                                      </p:tavLst>
                                    </p:anim>
                                    <p:anim calcmode="lin" valueType="num">
                                      <p:cBhvr>
                                        <p:cTn id="15" dur="500" fill="hold"/>
                                        <p:tgtEl>
                                          <p:spTgt spid="120834">
                                            <p:txEl>
                                              <p:pRg st="1" end="1"/>
                                            </p:txEl>
                                          </p:spTgt>
                                        </p:tgtEl>
                                        <p:attrNameLst>
                                          <p:attrName>ppt_h</p:attrName>
                                        </p:attrNameLst>
                                      </p:cBhvr>
                                      <p:tavLst>
                                        <p:tav tm="0">
                                          <p:val>
                                            <p:fltVal val="0"/>
                                          </p:val>
                                        </p:tav>
                                        <p:tav tm="100000">
                                          <p:val>
                                            <p:strVal val="#ppt_h"/>
                                          </p:val>
                                        </p:tav>
                                      </p:tavLst>
                                    </p:anim>
                                    <p:animEffect transition="in" filter="fade">
                                      <p:cBhvr>
                                        <p:cTn id="16" dur="500"/>
                                        <p:tgtEl>
                                          <p:spTgt spid="120834">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nodeType="clickEffect">
                                  <p:stCondLst>
                                    <p:cond delay="0"/>
                                  </p:stCondLst>
                                  <p:childTnLst>
                                    <p:set>
                                      <p:cBhvr>
                                        <p:cTn id="20" dur="1" fill="hold">
                                          <p:stCondLst>
                                            <p:cond delay="0"/>
                                          </p:stCondLst>
                                        </p:cTn>
                                        <p:tgtEl>
                                          <p:spTgt spid="120834">
                                            <p:txEl>
                                              <p:pRg st="2" end="2"/>
                                            </p:txEl>
                                          </p:spTgt>
                                        </p:tgtEl>
                                        <p:attrNameLst>
                                          <p:attrName>style.visibility</p:attrName>
                                        </p:attrNameLst>
                                      </p:cBhvr>
                                      <p:to>
                                        <p:strVal val="visible"/>
                                      </p:to>
                                    </p:set>
                                    <p:anim calcmode="lin" valueType="num">
                                      <p:cBhvr>
                                        <p:cTn id="21" dur="500" fill="hold"/>
                                        <p:tgtEl>
                                          <p:spTgt spid="120834">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120834">
                                            <p:txEl>
                                              <p:pRg st="2" end="2"/>
                                            </p:txEl>
                                          </p:spTgt>
                                        </p:tgtEl>
                                        <p:attrNameLst>
                                          <p:attrName>ppt_h</p:attrName>
                                        </p:attrNameLst>
                                      </p:cBhvr>
                                      <p:tavLst>
                                        <p:tav tm="0">
                                          <p:val>
                                            <p:fltVal val="0"/>
                                          </p:val>
                                        </p:tav>
                                        <p:tav tm="100000">
                                          <p:val>
                                            <p:strVal val="#ppt_h"/>
                                          </p:val>
                                        </p:tav>
                                      </p:tavLst>
                                    </p:anim>
                                    <p:animEffect transition="in" filter="fade">
                                      <p:cBhvr>
                                        <p:cTn id="23" dur="500"/>
                                        <p:tgtEl>
                                          <p:spTgt spid="120834">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120834">
                                            <p:txEl>
                                              <p:pRg st="3" end="3"/>
                                            </p:txEl>
                                          </p:spTgt>
                                        </p:tgtEl>
                                        <p:attrNameLst>
                                          <p:attrName>style.visibility</p:attrName>
                                        </p:attrNameLst>
                                      </p:cBhvr>
                                      <p:to>
                                        <p:strVal val="visible"/>
                                      </p:to>
                                    </p:set>
                                    <p:anim calcmode="lin" valueType="num">
                                      <p:cBhvr>
                                        <p:cTn id="28" dur="500" fill="hold"/>
                                        <p:tgtEl>
                                          <p:spTgt spid="120834">
                                            <p:txEl>
                                              <p:pRg st="3" end="3"/>
                                            </p:txEl>
                                          </p:spTgt>
                                        </p:tgtEl>
                                        <p:attrNameLst>
                                          <p:attrName>ppt_w</p:attrName>
                                        </p:attrNameLst>
                                      </p:cBhvr>
                                      <p:tavLst>
                                        <p:tav tm="0">
                                          <p:val>
                                            <p:fltVal val="0"/>
                                          </p:val>
                                        </p:tav>
                                        <p:tav tm="100000">
                                          <p:val>
                                            <p:strVal val="#ppt_w"/>
                                          </p:val>
                                        </p:tav>
                                      </p:tavLst>
                                    </p:anim>
                                    <p:anim calcmode="lin" valueType="num">
                                      <p:cBhvr>
                                        <p:cTn id="29" dur="500" fill="hold"/>
                                        <p:tgtEl>
                                          <p:spTgt spid="120834">
                                            <p:txEl>
                                              <p:pRg st="3" end="3"/>
                                            </p:txEl>
                                          </p:spTgt>
                                        </p:tgtEl>
                                        <p:attrNameLst>
                                          <p:attrName>ppt_h</p:attrName>
                                        </p:attrNameLst>
                                      </p:cBhvr>
                                      <p:tavLst>
                                        <p:tav tm="0">
                                          <p:val>
                                            <p:fltVal val="0"/>
                                          </p:val>
                                        </p:tav>
                                        <p:tav tm="100000">
                                          <p:val>
                                            <p:strVal val="#ppt_h"/>
                                          </p:val>
                                        </p:tav>
                                      </p:tavLst>
                                    </p:anim>
                                    <p:animEffect transition="in" filter="fade">
                                      <p:cBhvr>
                                        <p:cTn id="30" dur="500"/>
                                        <p:tgtEl>
                                          <p:spTgt spid="12083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3"/>
          <p:cNvSpPr>
            <a:spLocks noGrp="1" noChangeArrowheads="1"/>
          </p:cNvSpPr>
          <p:nvPr>
            <p:ph idx="1"/>
          </p:nvPr>
        </p:nvSpPr>
        <p:spPr>
          <a:xfrm>
            <a:off x="428625" y="846138"/>
            <a:ext cx="8429625" cy="4173884"/>
          </a:xfrm>
        </p:spPr>
        <p:txBody>
          <a:bodyPr/>
          <a:lstStyle/>
          <a:p>
            <a:pPr eaLnBrk="1" hangingPunct="1">
              <a:buClrTx/>
              <a:buFont typeface="Wingdings" panose="05000000000000000000" pitchFamily="2" charset="2"/>
              <a:buChar char="Ø"/>
            </a:pPr>
            <a:r>
              <a:rPr lang="zh-CN" altLang="en-US" b="1" dirty="0">
                <a:solidFill>
                  <a:schemeClr val="tx1"/>
                </a:solidFill>
                <a:latin typeface="楷体" panose="02010609060101010101" pitchFamily="49" charset="-122"/>
              </a:rPr>
              <a:t>方法一：一张大表</a:t>
            </a:r>
            <a:endParaRPr lang="en-US" altLang="zh-CN" b="1" dirty="0">
              <a:solidFill>
                <a:schemeClr val="tx1"/>
              </a:solidFill>
              <a:latin typeface="楷体" panose="02010609060101010101" pitchFamily="49" charset="-122"/>
            </a:endParaRPr>
          </a:p>
          <a:p>
            <a:pPr lvl="1" eaLnBrk="1" hangingPunct="1">
              <a:buClrTx/>
              <a:buFont typeface="Wingdings" panose="05000000000000000000" pitchFamily="2" charset="2"/>
              <a:buChar char="Ø"/>
            </a:pPr>
            <a:r>
              <a:rPr lang="zh-CN" altLang="en-US" sz="2400" b="1" dirty="0">
                <a:solidFill>
                  <a:prstClr val="black"/>
                </a:solidFill>
                <a:latin typeface="楷体" panose="02010609060101010101" pitchFamily="49" charset="-122"/>
              </a:rPr>
              <a:t>问题：不同</a:t>
            </a:r>
            <a:r>
              <a:rPr lang="zh-CN" altLang="en-US" sz="2400" b="1" dirty="0">
                <a:solidFill>
                  <a:srgbClr val="073E87">
                    <a:lumMod val="60000"/>
                    <a:lumOff val="40000"/>
                  </a:srgbClr>
                </a:solidFill>
                <a:latin typeface="楷体" panose="02010609060101010101" pitchFamily="49" charset="-122"/>
              </a:rPr>
              <a:t>种属</a:t>
            </a:r>
            <a:r>
              <a:rPr lang="zh-CN" altLang="en-US" sz="2400" b="1" dirty="0">
                <a:solidFill>
                  <a:prstClr val="black"/>
                </a:solidFill>
                <a:latin typeface="楷体" panose="02010609060101010101" pitchFamily="49" charset="-122"/>
              </a:rPr>
              <a:t>的名字所需存放的</a:t>
            </a:r>
            <a:r>
              <a:rPr lang="zh-CN" altLang="en-US" sz="2400" b="1" dirty="0">
                <a:solidFill>
                  <a:srgbClr val="0070C0"/>
                </a:solidFill>
                <a:latin typeface="楷体" panose="02010609060101010101" pitchFamily="49" charset="-122"/>
              </a:rPr>
              <a:t>属性信息</a:t>
            </a:r>
            <a:r>
              <a:rPr lang="zh-CN" altLang="en-US" sz="2400" b="1" dirty="0">
                <a:solidFill>
                  <a:prstClr val="black"/>
                </a:solidFill>
                <a:latin typeface="楷体" panose="02010609060101010101" pitchFamily="49" charset="-122"/>
              </a:rPr>
              <a:t>在</a:t>
            </a:r>
            <a:r>
              <a:rPr lang="zh-CN" altLang="en-US" sz="2400" b="1" dirty="0">
                <a:solidFill>
                  <a:srgbClr val="0070C0"/>
                </a:solidFill>
                <a:latin typeface="楷体" panose="02010609060101010101" pitchFamily="49" charset="-122"/>
              </a:rPr>
              <a:t>数量上的差异</a:t>
            </a:r>
            <a:r>
              <a:rPr lang="zh-CN" altLang="en-US" sz="2400" b="1" dirty="0">
                <a:solidFill>
                  <a:prstClr val="black"/>
                </a:solidFill>
                <a:latin typeface="楷体" panose="02010609060101010101" pitchFamily="49" charset="-122"/>
              </a:rPr>
              <a:t>会造成符号表</a:t>
            </a:r>
            <a:r>
              <a:rPr lang="zh-CN" altLang="en-US" sz="2400" b="1" dirty="0">
                <a:solidFill>
                  <a:srgbClr val="FF0000"/>
                </a:solidFill>
                <a:latin typeface="楷体" panose="02010609060101010101" pitchFamily="49" charset="-122"/>
              </a:rPr>
              <a:t>空间</a:t>
            </a:r>
            <a:r>
              <a:rPr lang="zh-CN" altLang="en-US" sz="2400" b="1" dirty="0">
                <a:solidFill>
                  <a:srgbClr val="073E87">
                    <a:lumMod val="60000"/>
                    <a:lumOff val="40000"/>
                  </a:srgbClr>
                </a:solidFill>
                <a:latin typeface="楷体" panose="02010609060101010101" pitchFamily="49" charset="-122"/>
              </a:rPr>
              <a:t>的浪费</a:t>
            </a:r>
            <a:endParaRPr lang="en-US" altLang="zh-CN" sz="2400" b="1" dirty="0">
              <a:solidFill>
                <a:srgbClr val="073E87">
                  <a:lumMod val="60000"/>
                  <a:lumOff val="40000"/>
                </a:srgbClr>
              </a:solidFill>
              <a:latin typeface="楷体" panose="02010609060101010101" pitchFamily="49" charset="-122"/>
            </a:endParaRPr>
          </a:p>
          <a:p>
            <a:pPr eaLnBrk="1" hangingPunct="1">
              <a:buClrTx/>
              <a:buFont typeface="Wingdings" panose="05000000000000000000" pitchFamily="2" charset="2"/>
              <a:buChar char="Ø"/>
            </a:pPr>
            <a:r>
              <a:rPr lang="zh-CN" altLang="en-US" b="1" dirty="0">
                <a:solidFill>
                  <a:schemeClr val="tx1"/>
                </a:solidFill>
                <a:latin typeface="楷体" panose="02010609060101010101" pitchFamily="49" charset="-122"/>
              </a:rPr>
              <a:t>方法二：多张子表（按</a:t>
            </a:r>
            <a:r>
              <a:rPr lang="zh-CN" altLang="en-US" b="1" dirty="0">
                <a:solidFill>
                  <a:schemeClr val="tx2">
                    <a:lumMod val="60000"/>
                    <a:lumOff val="40000"/>
                  </a:schemeClr>
                </a:solidFill>
                <a:latin typeface="楷体" panose="02010609060101010101" pitchFamily="49" charset="-122"/>
              </a:rPr>
              <a:t>种属</a:t>
            </a:r>
            <a:r>
              <a:rPr lang="zh-CN" altLang="en-US" b="1" dirty="0">
                <a:solidFill>
                  <a:schemeClr val="tx1"/>
                </a:solidFill>
                <a:latin typeface="楷体" panose="02010609060101010101" pitchFamily="49" charset="-122"/>
              </a:rPr>
              <a:t>分）</a:t>
            </a:r>
            <a:endParaRPr lang="en-US" altLang="zh-CN" b="1" dirty="0">
              <a:solidFill>
                <a:schemeClr val="tx1"/>
              </a:solidFill>
              <a:latin typeface="楷体" panose="02010609060101010101" pitchFamily="49" charset="-122"/>
            </a:endParaRPr>
          </a:p>
          <a:p>
            <a:pPr lvl="1" eaLnBrk="1" hangingPunct="1">
              <a:buClrTx/>
              <a:buFont typeface="Wingdings" panose="05000000000000000000" pitchFamily="2" charset="2"/>
              <a:buChar char="Ø"/>
            </a:pPr>
            <a:r>
              <a:rPr lang="zh-CN" altLang="en-US" sz="2400" b="1" dirty="0">
                <a:solidFill>
                  <a:prstClr val="black"/>
                </a:solidFill>
                <a:latin typeface="楷体" panose="02010609060101010101" pitchFamily="49" charset="-122"/>
              </a:rPr>
              <a:t>变量表、数组表、过程表、</a:t>
            </a:r>
            <a:r>
              <a:rPr lang="en-US" altLang="zh-CN" sz="2400" b="1" dirty="0">
                <a:solidFill>
                  <a:prstClr val="black"/>
                </a:solidFill>
                <a:latin typeface="楷体" panose="02010609060101010101" pitchFamily="49" charset="-122"/>
              </a:rPr>
              <a:t>…</a:t>
            </a:r>
          </a:p>
          <a:p>
            <a:pPr lvl="1" eaLnBrk="1" hangingPunct="1">
              <a:buClrTx/>
              <a:buFont typeface="Wingdings" panose="05000000000000000000" pitchFamily="2" charset="2"/>
              <a:buChar char="Ø"/>
            </a:pPr>
            <a:r>
              <a:rPr lang="zh-CN" altLang="en-US" sz="2400" b="1" dirty="0">
                <a:solidFill>
                  <a:prstClr val="black"/>
                </a:solidFill>
                <a:latin typeface="楷体" panose="02010609060101010101" pitchFamily="49" charset="-122"/>
              </a:rPr>
              <a:t>问题：为避免</a:t>
            </a:r>
            <a:r>
              <a:rPr lang="zh-CN" altLang="en-US" sz="2400" b="1" dirty="0">
                <a:solidFill>
                  <a:srgbClr val="0070C0"/>
                </a:solidFill>
                <a:latin typeface="楷体" panose="02010609060101010101" pitchFamily="49" charset="-122"/>
              </a:rPr>
              <a:t>重名</a:t>
            </a:r>
            <a:r>
              <a:rPr lang="zh-CN" altLang="en-US" sz="2400" b="1" dirty="0">
                <a:solidFill>
                  <a:prstClr val="black"/>
                </a:solidFill>
                <a:latin typeface="楷体" panose="02010609060101010101" pitchFamily="49" charset="-122"/>
              </a:rPr>
              <a:t>问题，</a:t>
            </a:r>
            <a:r>
              <a:rPr lang="zh-CN" altLang="en-US" sz="2400" b="1" dirty="0">
                <a:solidFill>
                  <a:srgbClr val="0070C0"/>
                </a:solidFill>
                <a:latin typeface="楷体" panose="02010609060101010101" pitchFamily="49" charset="-122"/>
              </a:rPr>
              <a:t>插入</a:t>
            </a:r>
            <a:r>
              <a:rPr lang="zh-CN" altLang="en-US" sz="2400" b="1" dirty="0">
                <a:solidFill>
                  <a:prstClr val="black"/>
                </a:solidFill>
                <a:latin typeface="楷体" panose="02010609060101010101" pitchFamily="49" charset="-122"/>
              </a:rPr>
              <a:t>或</a:t>
            </a:r>
            <a:r>
              <a:rPr lang="zh-CN" altLang="en-US" sz="2400" b="1" dirty="0">
                <a:solidFill>
                  <a:srgbClr val="0070C0"/>
                </a:solidFill>
                <a:latin typeface="楷体" panose="02010609060101010101" pitchFamily="49" charset="-122"/>
              </a:rPr>
              <a:t>查找</a:t>
            </a:r>
            <a:r>
              <a:rPr lang="zh-CN" altLang="en-US" sz="2400" b="1" dirty="0">
                <a:solidFill>
                  <a:prstClr val="black"/>
                </a:solidFill>
                <a:latin typeface="楷体" panose="02010609060101010101" pitchFamily="49" charset="-122"/>
              </a:rPr>
              <a:t>某个符号时需要查看所有的符号表，从而造成</a:t>
            </a:r>
            <a:r>
              <a:rPr lang="zh-CN" altLang="en-US" sz="2400" b="1" dirty="0">
                <a:solidFill>
                  <a:srgbClr val="FF0000"/>
                </a:solidFill>
                <a:latin typeface="楷体" panose="02010609060101010101" pitchFamily="49" charset="-122"/>
              </a:rPr>
              <a:t>时间</a:t>
            </a:r>
            <a:r>
              <a:rPr lang="zh-CN" altLang="en-US" sz="2400" b="1" dirty="0">
                <a:solidFill>
                  <a:srgbClr val="0070C0"/>
                </a:solidFill>
                <a:latin typeface="楷体" panose="02010609060101010101" pitchFamily="49" charset="-122"/>
              </a:rPr>
              <a:t>上的浪费</a:t>
            </a:r>
          </a:p>
          <a:p>
            <a:pPr eaLnBrk="1" hangingPunct="1">
              <a:buClrTx/>
              <a:buFont typeface="Wingdings" panose="05000000000000000000" pitchFamily="2" charset="2"/>
              <a:buChar char="Ø"/>
            </a:pPr>
            <a:r>
              <a:rPr lang="zh-CN" altLang="en-US" b="1" dirty="0">
                <a:solidFill>
                  <a:schemeClr val="tx1"/>
                </a:solidFill>
                <a:latin typeface="楷体" panose="02010609060101010101" pitchFamily="49" charset="-122"/>
              </a:rPr>
              <a:t>解决办法</a:t>
            </a:r>
            <a:endParaRPr lang="en-US" altLang="zh-CN" b="1" dirty="0">
              <a:solidFill>
                <a:schemeClr val="tx1"/>
              </a:solidFill>
              <a:latin typeface="楷体" panose="02010609060101010101" pitchFamily="49" charset="-122"/>
            </a:endParaRPr>
          </a:p>
          <a:p>
            <a:pPr lvl="1" eaLnBrk="1" hangingPunct="1">
              <a:buClrTx/>
              <a:buFont typeface="Wingdings" panose="05000000000000000000" pitchFamily="2" charset="2"/>
              <a:buChar char="Ø"/>
            </a:pPr>
            <a:r>
              <a:rPr lang="zh-CN" altLang="en-US" sz="2400" b="1" dirty="0">
                <a:solidFill>
                  <a:prstClr val="black"/>
                </a:solidFill>
                <a:latin typeface="华文楷体" panose="02010600040101010101" pitchFamily="2" charset="-122"/>
              </a:rPr>
              <a:t>基本属性（直接存放在符号表中）</a:t>
            </a:r>
            <a:r>
              <a:rPr lang="en-US" altLang="zh-CN" sz="2400" b="1" dirty="0">
                <a:solidFill>
                  <a:prstClr val="black"/>
                </a:solidFill>
                <a:latin typeface="华文楷体" panose="02010600040101010101" pitchFamily="2" charset="-122"/>
              </a:rPr>
              <a:t>+</a:t>
            </a:r>
            <a:r>
              <a:rPr lang="zh-CN" altLang="en-US" sz="2400" b="1" dirty="0">
                <a:solidFill>
                  <a:prstClr val="black"/>
                </a:solidFill>
                <a:latin typeface="华文楷体" panose="02010600040101010101" pitchFamily="2" charset="-122"/>
              </a:rPr>
              <a:t>扩展属性（动态申请内存）</a:t>
            </a:r>
          </a:p>
        </p:txBody>
      </p:sp>
      <p:sp>
        <p:nvSpPr>
          <p:cNvPr id="120835"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prstClr val="black"/>
                </a:solidFill>
                <a:latin typeface="微软雅黑" panose="020B0503020204020204" pitchFamily="34" charset="-122"/>
                <a:ea typeface="微软雅黑" panose="020B0503020204020204" pitchFamily="34" charset="-122"/>
                <a:cs typeface="Times New Roman" panose="02020603050405020304" pitchFamily="18" charset="0"/>
              </a:rPr>
              <a:t>单个过程符号表的组织</a:t>
            </a:r>
            <a:endPar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10074055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20834">
                                            <p:txEl>
                                              <p:pRg st="2" end="2"/>
                                            </p:txEl>
                                          </p:spTgt>
                                        </p:tgtEl>
                                        <p:attrNameLst>
                                          <p:attrName>style.visibility</p:attrName>
                                        </p:attrNameLst>
                                      </p:cBhvr>
                                      <p:to>
                                        <p:strVal val="visible"/>
                                      </p:to>
                                    </p:set>
                                    <p:anim calcmode="lin" valueType="num">
                                      <p:cBhvr>
                                        <p:cTn id="7" dur="500" fill="hold"/>
                                        <p:tgtEl>
                                          <p:spTgt spid="120834">
                                            <p:txEl>
                                              <p:pRg st="2" end="2"/>
                                            </p:txEl>
                                          </p:spTgt>
                                        </p:tgtEl>
                                        <p:attrNameLst>
                                          <p:attrName>ppt_w</p:attrName>
                                        </p:attrNameLst>
                                      </p:cBhvr>
                                      <p:tavLst>
                                        <p:tav tm="0">
                                          <p:val>
                                            <p:fltVal val="0"/>
                                          </p:val>
                                        </p:tav>
                                        <p:tav tm="100000">
                                          <p:val>
                                            <p:strVal val="#ppt_w"/>
                                          </p:val>
                                        </p:tav>
                                      </p:tavLst>
                                    </p:anim>
                                    <p:anim calcmode="lin" valueType="num">
                                      <p:cBhvr>
                                        <p:cTn id="8" dur="500" fill="hold"/>
                                        <p:tgtEl>
                                          <p:spTgt spid="120834">
                                            <p:txEl>
                                              <p:pRg st="2" end="2"/>
                                            </p:txEl>
                                          </p:spTgt>
                                        </p:tgtEl>
                                        <p:attrNameLst>
                                          <p:attrName>ppt_h</p:attrName>
                                        </p:attrNameLst>
                                      </p:cBhvr>
                                      <p:tavLst>
                                        <p:tav tm="0">
                                          <p:val>
                                            <p:fltVal val="0"/>
                                          </p:val>
                                        </p:tav>
                                        <p:tav tm="100000">
                                          <p:val>
                                            <p:strVal val="#ppt_h"/>
                                          </p:val>
                                        </p:tav>
                                      </p:tavLst>
                                    </p:anim>
                                    <p:animEffect transition="in" filter="fade">
                                      <p:cBhvr>
                                        <p:cTn id="9" dur="500"/>
                                        <p:tgtEl>
                                          <p:spTgt spid="120834">
                                            <p:txEl>
                                              <p:pRg st="2" end="2"/>
                                            </p:txEl>
                                          </p:spTgt>
                                        </p:tgtEl>
                                      </p:cBhvr>
                                    </p:animEffect>
                                  </p:childTnLst>
                                </p:cTn>
                              </p:par>
                              <p:par>
                                <p:cTn id="10" presetID="53" presetClass="entr" presetSubtype="16" fill="hold" nodeType="withEffect">
                                  <p:stCondLst>
                                    <p:cond delay="0"/>
                                  </p:stCondLst>
                                  <p:childTnLst>
                                    <p:set>
                                      <p:cBhvr>
                                        <p:cTn id="11" dur="1" fill="hold">
                                          <p:stCondLst>
                                            <p:cond delay="0"/>
                                          </p:stCondLst>
                                        </p:cTn>
                                        <p:tgtEl>
                                          <p:spTgt spid="120834">
                                            <p:txEl>
                                              <p:pRg st="3" end="3"/>
                                            </p:txEl>
                                          </p:spTgt>
                                        </p:tgtEl>
                                        <p:attrNameLst>
                                          <p:attrName>style.visibility</p:attrName>
                                        </p:attrNameLst>
                                      </p:cBhvr>
                                      <p:to>
                                        <p:strVal val="visible"/>
                                      </p:to>
                                    </p:set>
                                    <p:anim calcmode="lin" valueType="num">
                                      <p:cBhvr>
                                        <p:cTn id="12" dur="500" fill="hold"/>
                                        <p:tgtEl>
                                          <p:spTgt spid="120834">
                                            <p:txEl>
                                              <p:pRg st="3" end="3"/>
                                            </p:txEl>
                                          </p:spTgt>
                                        </p:tgtEl>
                                        <p:attrNameLst>
                                          <p:attrName>ppt_w</p:attrName>
                                        </p:attrNameLst>
                                      </p:cBhvr>
                                      <p:tavLst>
                                        <p:tav tm="0">
                                          <p:val>
                                            <p:fltVal val="0"/>
                                          </p:val>
                                        </p:tav>
                                        <p:tav tm="100000">
                                          <p:val>
                                            <p:strVal val="#ppt_w"/>
                                          </p:val>
                                        </p:tav>
                                      </p:tavLst>
                                    </p:anim>
                                    <p:anim calcmode="lin" valueType="num">
                                      <p:cBhvr>
                                        <p:cTn id="13" dur="500" fill="hold"/>
                                        <p:tgtEl>
                                          <p:spTgt spid="120834">
                                            <p:txEl>
                                              <p:pRg st="3" end="3"/>
                                            </p:txEl>
                                          </p:spTgt>
                                        </p:tgtEl>
                                        <p:attrNameLst>
                                          <p:attrName>ppt_h</p:attrName>
                                        </p:attrNameLst>
                                      </p:cBhvr>
                                      <p:tavLst>
                                        <p:tav tm="0">
                                          <p:val>
                                            <p:fltVal val="0"/>
                                          </p:val>
                                        </p:tav>
                                        <p:tav tm="100000">
                                          <p:val>
                                            <p:strVal val="#ppt_h"/>
                                          </p:val>
                                        </p:tav>
                                      </p:tavLst>
                                    </p:anim>
                                    <p:animEffect transition="in" filter="fade">
                                      <p:cBhvr>
                                        <p:cTn id="14" dur="500"/>
                                        <p:tgtEl>
                                          <p:spTgt spid="120834">
                                            <p:txEl>
                                              <p:pRg st="3" end="3"/>
                                            </p:txEl>
                                          </p:spTgt>
                                        </p:tgtEl>
                                      </p:cBhvr>
                                    </p:animEffect>
                                  </p:childTnLst>
                                </p:cTn>
                              </p:par>
                            </p:childTnLst>
                          </p:cTn>
                        </p:par>
                      </p:childTnLst>
                    </p:cTn>
                  </p:par>
                  <p:par>
                    <p:cTn id="15" fill="hold">
                      <p:stCondLst>
                        <p:cond delay="indefinite"/>
                      </p:stCondLst>
                      <p:childTnLst>
                        <p:par>
                          <p:cTn id="16" fill="hold">
                            <p:stCondLst>
                              <p:cond delay="0"/>
                            </p:stCondLst>
                            <p:childTnLst>
                              <p:par>
                                <p:cTn id="17" presetID="53" presetClass="entr" presetSubtype="16" fill="hold" nodeType="clickEffect">
                                  <p:stCondLst>
                                    <p:cond delay="0"/>
                                  </p:stCondLst>
                                  <p:childTnLst>
                                    <p:set>
                                      <p:cBhvr>
                                        <p:cTn id="18" dur="1" fill="hold">
                                          <p:stCondLst>
                                            <p:cond delay="0"/>
                                          </p:stCondLst>
                                        </p:cTn>
                                        <p:tgtEl>
                                          <p:spTgt spid="120834">
                                            <p:txEl>
                                              <p:pRg st="4" end="4"/>
                                            </p:txEl>
                                          </p:spTgt>
                                        </p:tgtEl>
                                        <p:attrNameLst>
                                          <p:attrName>style.visibility</p:attrName>
                                        </p:attrNameLst>
                                      </p:cBhvr>
                                      <p:to>
                                        <p:strVal val="visible"/>
                                      </p:to>
                                    </p:set>
                                    <p:anim calcmode="lin" valueType="num">
                                      <p:cBhvr>
                                        <p:cTn id="19" dur="500" fill="hold"/>
                                        <p:tgtEl>
                                          <p:spTgt spid="120834">
                                            <p:txEl>
                                              <p:pRg st="4" end="4"/>
                                            </p:txEl>
                                          </p:spTgt>
                                        </p:tgtEl>
                                        <p:attrNameLst>
                                          <p:attrName>ppt_w</p:attrName>
                                        </p:attrNameLst>
                                      </p:cBhvr>
                                      <p:tavLst>
                                        <p:tav tm="0">
                                          <p:val>
                                            <p:fltVal val="0"/>
                                          </p:val>
                                        </p:tav>
                                        <p:tav tm="100000">
                                          <p:val>
                                            <p:strVal val="#ppt_w"/>
                                          </p:val>
                                        </p:tav>
                                      </p:tavLst>
                                    </p:anim>
                                    <p:anim calcmode="lin" valueType="num">
                                      <p:cBhvr>
                                        <p:cTn id="20" dur="500" fill="hold"/>
                                        <p:tgtEl>
                                          <p:spTgt spid="120834">
                                            <p:txEl>
                                              <p:pRg st="4" end="4"/>
                                            </p:txEl>
                                          </p:spTgt>
                                        </p:tgtEl>
                                        <p:attrNameLst>
                                          <p:attrName>ppt_h</p:attrName>
                                        </p:attrNameLst>
                                      </p:cBhvr>
                                      <p:tavLst>
                                        <p:tav tm="0">
                                          <p:val>
                                            <p:fltVal val="0"/>
                                          </p:val>
                                        </p:tav>
                                        <p:tav tm="100000">
                                          <p:val>
                                            <p:strVal val="#ppt_h"/>
                                          </p:val>
                                        </p:tav>
                                      </p:tavLst>
                                    </p:anim>
                                    <p:animEffect transition="in" filter="fade">
                                      <p:cBhvr>
                                        <p:cTn id="21" dur="500"/>
                                        <p:tgtEl>
                                          <p:spTgt spid="120834">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nodeType="clickEffect">
                                  <p:stCondLst>
                                    <p:cond delay="0"/>
                                  </p:stCondLst>
                                  <p:childTnLst>
                                    <p:set>
                                      <p:cBhvr>
                                        <p:cTn id="25" dur="1" fill="hold">
                                          <p:stCondLst>
                                            <p:cond delay="0"/>
                                          </p:stCondLst>
                                        </p:cTn>
                                        <p:tgtEl>
                                          <p:spTgt spid="120834">
                                            <p:txEl>
                                              <p:pRg st="5" end="5"/>
                                            </p:txEl>
                                          </p:spTgt>
                                        </p:tgtEl>
                                        <p:attrNameLst>
                                          <p:attrName>style.visibility</p:attrName>
                                        </p:attrNameLst>
                                      </p:cBhvr>
                                      <p:to>
                                        <p:strVal val="visible"/>
                                      </p:to>
                                    </p:set>
                                    <p:anim calcmode="lin" valueType="num">
                                      <p:cBhvr>
                                        <p:cTn id="26" dur="500" fill="hold"/>
                                        <p:tgtEl>
                                          <p:spTgt spid="120834">
                                            <p:txEl>
                                              <p:pRg st="5" end="5"/>
                                            </p:txEl>
                                          </p:spTgt>
                                        </p:tgtEl>
                                        <p:attrNameLst>
                                          <p:attrName>ppt_w</p:attrName>
                                        </p:attrNameLst>
                                      </p:cBhvr>
                                      <p:tavLst>
                                        <p:tav tm="0">
                                          <p:val>
                                            <p:fltVal val="0"/>
                                          </p:val>
                                        </p:tav>
                                        <p:tav tm="100000">
                                          <p:val>
                                            <p:strVal val="#ppt_w"/>
                                          </p:val>
                                        </p:tav>
                                      </p:tavLst>
                                    </p:anim>
                                    <p:anim calcmode="lin" valueType="num">
                                      <p:cBhvr>
                                        <p:cTn id="27" dur="500" fill="hold"/>
                                        <p:tgtEl>
                                          <p:spTgt spid="120834">
                                            <p:txEl>
                                              <p:pRg st="5" end="5"/>
                                            </p:txEl>
                                          </p:spTgt>
                                        </p:tgtEl>
                                        <p:attrNameLst>
                                          <p:attrName>ppt_h</p:attrName>
                                        </p:attrNameLst>
                                      </p:cBhvr>
                                      <p:tavLst>
                                        <p:tav tm="0">
                                          <p:val>
                                            <p:fltVal val="0"/>
                                          </p:val>
                                        </p:tav>
                                        <p:tav tm="100000">
                                          <p:val>
                                            <p:strVal val="#ppt_h"/>
                                          </p:val>
                                        </p:tav>
                                      </p:tavLst>
                                    </p:anim>
                                    <p:animEffect transition="in" filter="fade">
                                      <p:cBhvr>
                                        <p:cTn id="28" dur="500"/>
                                        <p:tgtEl>
                                          <p:spTgt spid="120834">
                                            <p:txEl>
                                              <p:pRg st="5" end="5"/>
                                            </p:txEl>
                                          </p:spTgt>
                                        </p:tgtEl>
                                      </p:cBhvr>
                                    </p:animEffect>
                                  </p:childTnLst>
                                </p:cTn>
                              </p:par>
                              <p:par>
                                <p:cTn id="29" presetID="53" presetClass="entr" presetSubtype="16" fill="hold" nodeType="withEffect">
                                  <p:stCondLst>
                                    <p:cond delay="0"/>
                                  </p:stCondLst>
                                  <p:childTnLst>
                                    <p:set>
                                      <p:cBhvr>
                                        <p:cTn id="30" dur="1" fill="hold">
                                          <p:stCondLst>
                                            <p:cond delay="0"/>
                                          </p:stCondLst>
                                        </p:cTn>
                                        <p:tgtEl>
                                          <p:spTgt spid="120834">
                                            <p:txEl>
                                              <p:pRg st="6" end="6"/>
                                            </p:txEl>
                                          </p:spTgt>
                                        </p:tgtEl>
                                        <p:attrNameLst>
                                          <p:attrName>style.visibility</p:attrName>
                                        </p:attrNameLst>
                                      </p:cBhvr>
                                      <p:to>
                                        <p:strVal val="visible"/>
                                      </p:to>
                                    </p:set>
                                    <p:anim calcmode="lin" valueType="num">
                                      <p:cBhvr>
                                        <p:cTn id="31" dur="500" fill="hold"/>
                                        <p:tgtEl>
                                          <p:spTgt spid="120834">
                                            <p:txEl>
                                              <p:pRg st="6" end="6"/>
                                            </p:txEl>
                                          </p:spTgt>
                                        </p:tgtEl>
                                        <p:attrNameLst>
                                          <p:attrName>ppt_w</p:attrName>
                                        </p:attrNameLst>
                                      </p:cBhvr>
                                      <p:tavLst>
                                        <p:tav tm="0">
                                          <p:val>
                                            <p:fltVal val="0"/>
                                          </p:val>
                                        </p:tav>
                                        <p:tav tm="100000">
                                          <p:val>
                                            <p:strVal val="#ppt_w"/>
                                          </p:val>
                                        </p:tav>
                                      </p:tavLst>
                                    </p:anim>
                                    <p:anim calcmode="lin" valueType="num">
                                      <p:cBhvr>
                                        <p:cTn id="32" dur="500" fill="hold"/>
                                        <p:tgtEl>
                                          <p:spTgt spid="120834">
                                            <p:txEl>
                                              <p:pRg st="6" end="6"/>
                                            </p:txEl>
                                          </p:spTgt>
                                        </p:tgtEl>
                                        <p:attrNameLst>
                                          <p:attrName>ppt_h</p:attrName>
                                        </p:attrNameLst>
                                      </p:cBhvr>
                                      <p:tavLst>
                                        <p:tav tm="0">
                                          <p:val>
                                            <p:fltVal val="0"/>
                                          </p:val>
                                        </p:tav>
                                        <p:tav tm="100000">
                                          <p:val>
                                            <p:strVal val="#ppt_h"/>
                                          </p:val>
                                        </p:tav>
                                      </p:tavLst>
                                    </p:anim>
                                    <p:animEffect transition="in" filter="fade">
                                      <p:cBhvr>
                                        <p:cTn id="33" dur="500"/>
                                        <p:tgtEl>
                                          <p:spTgt spid="12083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5"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2" name="矩形 1"/>
          <p:cNvSpPr/>
          <p:nvPr/>
        </p:nvSpPr>
        <p:spPr>
          <a:xfrm>
            <a:off x="1979712" y="302806"/>
            <a:ext cx="6571030" cy="369332"/>
          </a:xfrm>
          <a:prstGeom prst="rect">
            <a:avLst/>
          </a:prstGeom>
          <a:solidFill>
            <a:schemeClr val="accent5">
              <a:lumMod val="60000"/>
              <a:lumOff val="40000"/>
            </a:schemeClr>
          </a:solidFill>
          <a:ln>
            <a:solidFill>
              <a:schemeClr val="tx1"/>
            </a:solidFill>
          </a:ln>
        </p:spPr>
        <p:txBody>
          <a:bodyPr wrap="none">
            <a:spAutoFit/>
          </a:bodyPr>
          <a:lstStyle/>
          <a:p>
            <a:r>
              <a:rPr lang="zh-CN" altLang="en-US" sz="1800" dirty="0">
                <a:solidFill>
                  <a:prstClr val="black"/>
                </a:solidFill>
                <a:latin typeface="华文楷体" panose="02010600040101010101" pitchFamily="2" charset="-122"/>
                <a:ea typeface="华文楷体" panose="02010600040101010101" pitchFamily="2" charset="-122"/>
              </a:rPr>
              <a:t>基本属性（直接存放在符号表中）</a:t>
            </a:r>
            <a:r>
              <a:rPr lang="en-US" altLang="zh-CN" sz="1800" dirty="0">
                <a:solidFill>
                  <a:prstClr val="black"/>
                </a:solidFill>
                <a:latin typeface="华文楷体" panose="02010600040101010101" pitchFamily="2" charset="-122"/>
                <a:ea typeface="华文楷体" panose="02010600040101010101" pitchFamily="2" charset="-122"/>
              </a:rPr>
              <a:t>+</a:t>
            </a:r>
            <a:r>
              <a:rPr lang="zh-CN" altLang="en-US" sz="1800" dirty="0">
                <a:solidFill>
                  <a:prstClr val="black"/>
                </a:solidFill>
                <a:latin typeface="华文楷体" panose="02010600040101010101" pitchFamily="2" charset="-122"/>
                <a:ea typeface="华文楷体" panose="02010600040101010101" pitchFamily="2" charset="-122"/>
              </a:rPr>
              <a:t>扩展属性（动态申请内存）</a:t>
            </a:r>
          </a:p>
        </p:txBody>
      </p:sp>
      <p:pic>
        <p:nvPicPr>
          <p:cNvPr id="4" name="图片 3"/>
          <p:cNvPicPr>
            <a:picLocks noChangeAspect="1"/>
          </p:cNvPicPr>
          <p:nvPr/>
        </p:nvPicPr>
        <p:blipFill>
          <a:blip r:embed="rId3"/>
          <a:stretch>
            <a:fillRect/>
          </a:stretch>
        </p:blipFill>
        <p:spPr>
          <a:xfrm>
            <a:off x="395153" y="2901777"/>
            <a:ext cx="8514507" cy="1728192"/>
          </a:xfrm>
          <a:prstGeom prst="rect">
            <a:avLst/>
          </a:prstGeom>
        </p:spPr>
      </p:pic>
      <p:sp>
        <p:nvSpPr>
          <p:cNvPr id="5" name="Rectangle 3"/>
          <p:cNvSpPr>
            <a:spLocks noGrp="1" noChangeArrowheads="1"/>
          </p:cNvSpPr>
          <p:nvPr>
            <p:ph idx="1"/>
          </p:nvPr>
        </p:nvSpPr>
        <p:spPr>
          <a:xfrm>
            <a:off x="428625" y="846138"/>
            <a:ext cx="8429625" cy="3225800"/>
          </a:xfrm>
        </p:spPr>
        <p:txBody>
          <a:bodyPr/>
          <a:lstStyle/>
          <a:p>
            <a:pPr marL="303212" lvl="1" indent="0" eaLnBrk="1" hangingPunct="1">
              <a:buClrTx/>
              <a:buNone/>
            </a:pPr>
            <a:r>
              <a:rPr lang="en-US" altLang="zh-CN" sz="2600" b="1" dirty="0" err="1">
                <a:solidFill>
                  <a:schemeClr val="tx1"/>
                </a:solidFill>
                <a:cs typeface="Times New Roman" panose="02020603050405020304" pitchFamily="18" charset="0"/>
              </a:rPr>
              <a:t>int</a:t>
            </a:r>
            <a:r>
              <a:rPr lang="en-US" altLang="zh-CN" sz="2600" b="1" dirty="0">
                <a:solidFill>
                  <a:schemeClr val="tx1"/>
                </a:solidFill>
                <a:cs typeface="Times New Roman" panose="02020603050405020304" pitchFamily="18" charset="0"/>
              </a:rPr>
              <a:t> </a:t>
            </a:r>
            <a:r>
              <a:rPr lang="en-US" altLang="zh-CN" sz="2600" b="1" dirty="0" err="1">
                <a:solidFill>
                  <a:schemeClr val="tx1"/>
                </a:solidFill>
                <a:cs typeface="Times New Roman" panose="02020603050405020304" pitchFamily="18" charset="0"/>
              </a:rPr>
              <a:t>abc</a:t>
            </a:r>
            <a:r>
              <a:rPr lang="en-US" altLang="zh-CN" sz="2600" b="1" dirty="0">
                <a:solidFill>
                  <a:schemeClr val="tx1"/>
                </a:solidFill>
                <a:cs typeface="Times New Roman" panose="02020603050405020304" pitchFamily="18" charset="0"/>
              </a:rPr>
              <a:t>;</a:t>
            </a:r>
          </a:p>
          <a:p>
            <a:pPr marL="303212" lvl="1" indent="0" eaLnBrk="1" hangingPunct="1">
              <a:buClrTx/>
              <a:buNone/>
            </a:pPr>
            <a:r>
              <a:rPr lang="en-US" altLang="zh-CN" sz="2600" b="1" dirty="0" err="1">
                <a:solidFill>
                  <a:schemeClr val="tx1"/>
                </a:solidFill>
                <a:cs typeface="Times New Roman" panose="02020603050405020304" pitchFamily="18" charset="0"/>
              </a:rPr>
              <a:t>int</a:t>
            </a:r>
            <a:r>
              <a:rPr lang="en-US" altLang="zh-CN" sz="2600" b="1" dirty="0">
                <a:solidFill>
                  <a:schemeClr val="tx1"/>
                </a:solidFill>
                <a:cs typeface="Times New Roman" panose="02020603050405020304" pitchFamily="18" charset="0"/>
              </a:rPr>
              <a:t> </a:t>
            </a:r>
            <a:r>
              <a:rPr lang="en-US" altLang="zh-CN" sz="2600" b="1" dirty="0" err="1">
                <a:solidFill>
                  <a:schemeClr val="tx1"/>
                </a:solidFill>
                <a:cs typeface="Times New Roman" panose="02020603050405020304" pitchFamily="18" charset="0"/>
              </a:rPr>
              <a:t>i</a:t>
            </a:r>
            <a:r>
              <a:rPr lang="en-US" altLang="zh-CN" sz="2600" b="1" dirty="0">
                <a:solidFill>
                  <a:schemeClr val="tx1"/>
                </a:solidFill>
                <a:cs typeface="Times New Roman" panose="02020603050405020304" pitchFamily="18" charset="0"/>
              </a:rPr>
              <a:t>;</a:t>
            </a:r>
          </a:p>
          <a:p>
            <a:pPr marL="303212" lvl="1" indent="0" eaLnBrk="1" hangingPunct="1">
              <a:buClrTx/>
              <a:buNone/>
            </a:pPr>
            <a:r>
              <a:rPr lang="en-US" altLang="zh-CN" sz="2600" b="1" dirty="0">
                <a:solidFill>
                  <a:schemeClr val="tx1"/>
                </a:solidFill>
                <a:cs typeface="Times New Roman" panose="02020603050405020304" pitchFamily="18" charset="0"/>
              </a:rPr>
              <a:t>char </a:t>
            </a:r>
            <a:r>
              <a:rPr lang="en-US" altLang="zh-CN" sz="2600" b="1" dirty="0" err="1">
                <a:solidFill>
                  <a:schemeClr val="tx1"/>
                </a:solidFill>
                <a:cs typeface="Times New Roman" panose="02020603050405020304" pitchFamily="18" charset="0"/>
              </a:rPr>
              <a:t>myarray</a:t>
            </a:r>
            <a:r>
              <a:rPr lang="en-US" altLang="zh-CN" sz="2600" b="1" dirty="0">
                <a:solidFill>
                  <a:schemeClr val="tx1"/>
                </a:solidFill>
                <a:cs typeface="Times New Roman" panose="02020603050405020304" pitchFamily="18" charset="0"/>
              </a:rPr>
              <a:t>[3][4];</a:t>
            </a:r>
          </a:p>
        </p:txBody>
      </p:sp>
      <p:sp>
        <p:nvSpPr>
          <p:cNvPr id="3" name="矩形 2"/>
          <p:cNvSpPr/>
          <p:nvPr/>
        </p:nvSpPr>
        <p:spPr>
          <a:xfrm>
            <a:off x="7596336" y="4626978"/>
            <a:ext cx="1441420" cy="369332"/>
          </a:xfrm>
          <a:prstGeom prst="rect">
            <a:avLst/>
          </a:prstGeom>
        </p:spPr>
        <p:txBody>
          <a:bodyPr wrap="none">
            <a:spAutoFit/>
          </a:bodyPr>
          <a:lstStyle/>
          <a:p>
            <a:r>
              <a:rPr lang="zh-CN" altLang="en-US" sz="1800" dirty="0">
                <a:solidFill>
                  <a:srgbClr val="FF0000"/>
                </a:solidFill>
                <a:ea typeface="+mn-ea"/>
                <a:cs typeface="Times New Roman" panose="02020603050405020304" pitchFamily="18" charset="0"/>
              </a:rPr>
              <a:t>各维的</a:t>
            </a:r>
            <a:r>
              <a:rPr lang="en-US" altLang="zh-CN" sz="1800" dirty="0">
                <a:solidFill>
                  <a:srgbClr val="FF0000"/>
                </a:solidFill>
                <a:ea typeface="+mn-ea"/>
                <a:cs typeface="Times New Roman" panose="02020603050405020304" pitchFamily="18" charset="0"/>
              </a:rPr>
              <a:t>width</a:t>
            </a:r>
            <a:endParaRPr lang="zh-CN" altLang="en-US" sz="2800" dirty="0">
              <a:solidFill>
                <a:srgbClr val="FF0000"/>
              </a:solidFill>
              <a:ea typeface="+mn-ea"/>
              <a:cs typeface="Times New Roman" panose="02020603050405020304" pitchFamily="18" charset="0"/>
            </a:endParaRPr>
          </a:p>
        </p:txBody>
      </p:sp>
      <p:cxnSp>
        <p:nvCxnSpPr>
          <p:cNvPr id="7" name="直接箭头连接符 6"/>
          <p:cNvCxnSpPr/>
          <p:nvPr/>
        </p:nvCxnSpPr>
        <p:spPr>
          <a:xfrm flipV="1">
            <a:off x="8316416" y="4299942"/>
            <a:ext cx="0" cy="270028"/>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5922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53" presetClass="entr" presetSubtype="16" fill="hold" nodeType="with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animEffect transition="in" filter="fade">
                                      <p:cBhvr>
                                        <p:cTn id="14"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3"/>
          <p:cNvSpPr>
            <a:spLocks noGrp="1" noChangeArrowheads="1"/>
          </p:cNvSpPr>
          <p:nvPr>
            <p:ph idx="1"/>
          </p:nvPr>
        </p:nvSpPr>
        <p:spPr>
          <a:xfrm>
            <a:off x="428626" y="846139"/>
            <a:ext cx="8607871" cy="3225800"/>
          </a:xfrm>
        </p:spPr>
        <p:txBody>
          <a:bodyPr/>
          <a:lstStyle/>
          <a:p>
            <a:pPr eaLnBrk="1" hangingPunct="1">
              <a:buClrTx/>
              <a:buFont typeface="Wingdings" panose="05000000000000000000" pitchFamily="2" charset="2"/>
              <a:buChar char="Ø"/>
            </a:pPr>
            <a:r>
              <a:rPr lang="zh-CN" altLang="en-US" sz="3000" b="1" dirty="0">
                <a:solidFill>
                  <a:schemeClr val="tx1"/>
                </a:solidFill>
                <a:latin typeface="楷体" panose="02010609060101010101" pitchFamily="49" charset="-122"/>
              </a:rPr>
              <a:t>需要考虑的问题</a:t>
            </a:r>
            <a:endParaRPr lang="en-US" altLang="zh-CN" sz="3000" b="1" dirty="0">
              <a:solidFill>
                <a:schemeClr val="tx1"/>
              </a:solidFill>
              <a:latin typeface="楷体" panose="02010609060101010101" pitchFamily="49" charset="-122"/>
            </a:endParaRPr>
          </a:p>
          <a:p>
            <a:pPr lvl="1" eaLnBrk="1" hangingPunct="1">
              <a:buClrTx/>
              <a:buFont typeface="Wingdings" panose="05000000000000000000" pitchFamily="2" charset="2"/>
              <a:buChar char="Ø"/>
            </a:pPr>
            <a:r>
              <a:rPr lang="zh-CN" altLang="en-US" sz="2800" b="1" dirty="0">
                <a:solidFill>
                  <a:schemeClr val="tx1"/>
                </a:solidFill>
                <a:latin typeface="楷体" panose="02010609060101010101" pitchFamily="49" charset="-122"/>
              </a:rPr>
              <a:t>刻画过程之间的</a:t>
            </a:r>
            <a:r>
              <a:rPr lang="zh-CN" altLang="en-US" sz="2800" b="1" dirty="0">
                <a:solidFill>
                  <a:schemeClr val="tx2">
                    <a:lumMod val="60000"/>
                    <a:lumOff val="40000"/>
                  </a:schemeClr>
                </a:solidFill>
                <a:latin typeface="楷体" panose="02010609060101010101" pitchFamily="49" charset="-122"/>
              </a:rPr>
              <a:t>嵌套</a:t>
            </a:r>
            <a:r>
              <a:rPr lang="zh-CN" altLang="en-US" sz="2800" b="1" dirty="0">
                <a:solidFill>
                  <a:schemeClr val="tx1"/>
                </a:solidFill>
                <a:latin typeface="楷体" panose="02010609060101010101" pitchFamily="49" charset="-122"/>
              </a:rPr>
              <a:t>关系（</a:t>
            </a:r>
            <a:r>
              <a:rPr lang="zh-CN" altLang="en-US" sz="2800" b="1" dirty="0">
                <a:solidFill>
                  <a:schemeClr val="tx2">
                    <a:lumMod val="60000"/>
                    <a:lumOff val="40000"/>
                  </a:schemeClr>
                </a:solidFill>
                <a:latin typeface="楷体" panose="02010609060101010101" pitchFamily="49" charset="-122"/>
              </a:rPr>
              <a:t>作用域</a:t>
            </a:r>
            <a:r>
              <a:rPr lang="zh-CN" altLang="en-US" sz="2800" b="1" dirty="0">
                <a:solidFill>
                  <a:schemeClr val="tx1"/>
                </a:solidFill>
                <a:latin typeface="楷体" panose="02010609060101010101" pitchFamily="49" charset="-122"/>
              </a:rPr>
              <a:t>信息）</a:t>
            </a:r>
            <a:endParaRPr lang="en-US" altLang="zh-CN" sz="2800" b="1" dirty="0">
              <a:solidFill>
                <a:schemeClr val="tx1"/>
              </a:solidFill>
              <a:latin typeface="楷体" panose="02010609060101010101" pitchFamily="49" charset="-122"/>
            </a:endParaRPr>
          </a:p>
          <a:p>
            <a:pPr lvl="1" eaLnBrk="1" hangingPunct="1">
              <a:buClrTx/>
              <a:buFont typeface="Wingdings" panose="05000000000000000000" pitchFamily="2" charset="2"/>
              <a:buChar char="Ø"/>
            </a:pPr>
            <a:r>
              <a:rPr lang="zh-CN" altLang="en-US" sz="2800" b="1" dirty="0">
                <a:solidFill>
                  <a:schemeClr val="tx1"/>
                </a:solidFill>
                <a:latin typeface="楷体" panose="02010609060101010101" pitchFamily="49" charset="-122"/>
              </a:rPr>
              <a:t>重名问题</a:t>
            </a:r>
            <a:r>
              <a:rPr lang="en-US" altLang="zh-CN" sz="2800" b="1" dirty="0">
                <a:solidFill>
                  <a:schemeClr val="tx1"/>
                </a:solidFill>
                <a:latin typeface="楷体" panose="02010609060101010101" pitchFamily="49" charset="-122"/>
              </a:rPr>
              <a:t>:</a:t>
            </a:r>
            <a:r>
              <a:rPr lang="zh-CN" altLang="en-US" sz="2800" b="1" dirty="0">
                <a:solidFill>
                  <a:schemeClr val="tx1"/>
                </a:solidFill>
                <a:latin typeface="楷体" panose="02010609060101010101" pitchFamily="49" charset="-122"/>
              </a:rPr>
              <a:t>不同作用域可以重名</a:t>
            </a:r>
            <a:endParaRPr lang="en-US" altLang="zh-CN" sz="2800" b="1" dirty="0">
              <a:solidFill>
                <a:schemeClr val="tx1"/>
              </a:solidFill>
              <a:latin typeface="楷体" panose="02010609060101010101" pitchFamily="49" charset="-122"/>
            </a:endParaRPr>
          </a:p>
          <a:p>
            <a:pPr eaLnBrk="1" hangingPunct="1">
              <a:buClrTx/>
              <a:buFont typeface="Wingdings" panose="05000000000000000000" pitchFamily="2" charset="2"/>
              <a:buChar char="Ø"/>
            </a:pPr>
            <a:r>
              <a:rPr lang="zh-CN" altLang="en-US" sz="3000" b="1" dirty="0">
                <a:solidFill>
                  <a:schemeClr val="tx1"/>
                </a:solidFill>
                <a:latin typeface="楷体" panose="02010609060101010101" pitchFamily="49" charset="-122"/>
              </a:rPr>
              <a:t>常用的组织方式</a:t>
            </a:r>
            <a:endParaRPr lang="en-US" altLang="zh-CN" sz="3000" b="1" dirty="0">
              <a:solidFill>
                <a:schemeClr val="tx1"/>
              </a:solidFill>
              <a:latin typeface="楷体" panose="02010609060101010101" pitchFamily="49" charset="-122"/>
            </a:endParaRPr>
          </a:p>
          <a:p>
            <a:pPr lvl="1" eaLnBrk="1" hangingPunct="1">
              <a:buClrTx/>
              <a:buFont typeface="Wingdings" panose="05000000000000000000" pitchFamily="2" charset="2"/>
              <a:buChar char="Ø"/>
            </a:pPr>
            <a:r>
              <a:rPr lang="zh-CN" altLang="en-US" sz="2800" b="1" dirty="0">
                <a:solidFill>
                  <a:schemeClr val="tx1"/>
                </a:solidFill>
                <a:latin typeface="楷体" panose="02010609060101010101" pitchFamily="49" charset="-122"/>
              </a:rPr>
              <a:t>每个</a:t>
            </a:r>
            <a:r>
              <a:rPr lang="zh-CN" altLang="en-US" sz="2800" b="1" dirty="0">
                <a:solidFill>
                  <a:schemeClr val="tx2">
                    <a:lumMod val="60000"/>
                    <a:lumOff val="40000"/>
                  </a:schemeClr>
                </a:solidFill>
                <a:latin typeface="楷体" panose="02010609060101010101" pitchFamily="49" charset="-122"/>
              </a:rPr>
              <a:t>过程</a:t>
            </a:r>
            <a:r>
              <a:rPr lang="zh-CN" altLang="en-US" sz="2800" b="1" dirty="0">
                <a:solidFill>
                  <a:schemeClr val="tx1"/>
                </a:solidFill>
                <a:latin typeface="楷体" panose="02010609060101010101" pitchFamily="49" charset="-122"/>
              </a:rPr>
              <a:t>建立一个符号表，同时需要建立起这些符号表之间的联系，用来刻画</a:t>
            </a:r>
            <a:r>
              <a:rPr lang="zh-CN" altLang="en-US" sz="2800" b="1" dirty="0">
                <a:solidFill>
                  <a:schemeClr val="tx2">
                    <a:lumMod val="60000"/>
                    <a:lumOff val="40000"/>
                  </a:schemeClr>
                </a:solidFill>
                <a:latin typeface="楷体" panose="02010609060101010101" pitchFamily="49" charset="-122"/>
              </a:rPr>
              <a:t>过程</a:t>
            </a:r>
            <a:r>
              <a:rPr lang="zh-CN" altLang="en-US" sz="2800" b="1" dirty="0">
                <a:solidFill>
                  <a:schemeClr val="tx1"/>
                </a:solidFill>
                <a:latin typeface="楷体" panose="02010609060101010101" pitchFamily="49" charset="-122"/>
              </a:rPr>
              <a:t>之间的</a:t>
            </a:r>
            <a:r>
              <a:rPr lang="zh-CN" altLang="en-US" sz="2800" b="1" dirty="0">
                <a:solidFill>
                  <a:schemeClr val="tx2">
                    <a:lumMod val="60000"/>
                    <a:lumOff val="40000"/>
                  </a:schemeClr>
                </a:solidFill>
                <a:latin typeface="楷体" panose="02010609060101010101" pitchFamily="49" charset="-122"/>
              </a:rPr>
              <a:t>嵌套关系</a:t>
            </a:r>
          </a:p>
        </p:txBody>
      </p:sp>
      <p:sp>
        <p:nvSpPr>
          <p:cNvPr id="120835" name="Rectangle 2"/>
          <p:cNvSpPr>
            <a:spLocks noGrp="1" noChangeArrowheads="1"/>
          </p:cNvSpPr>
          <p:nvPr>
            <p:ph type="title"/>
          </p:nvPr>
        </p:nvSpPr>
        <p:spPr>
          <a:xfrm>
            <a:off x="755650" y="268289"/>
            <a:ext cx="7931150" cy="358775"/>
          </a:xfrm>
        </p:spPr>
        <p:txBody>
          <a:bodyPr/>
          <a:lstStyle/>
          <a:p>
            <a:pPr eaLnBrk="1" hangingPunct="1"/>
            <a:r>
              <a:rPr lang="zh-CN" altLang="en-US" sz="3000" dirty="0">
                <a:solidFill>
                  <a:prstClr val="black"/>
                </a:solidFill>
                <a:latin typeface="微软雅黑" panose="020B0503020204020204" pitchFamily="34" charset="-122"/>
                <a:ea typeface="微软雅黑" panose="020B0503020204020204" pitchFamily="34" charset="-122"/>
                <a:cs typeface="Times New Roman" panose="02020603050405020304" pitchFamily="18" charset="0"/>
              </a:rPr>
              <a:t>多个过程符号表的组织</a:t>
            </a:r>
            <a:endPar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2" name="矩形 1">
            <a:extLst>
              <a:ext uri="{FF2B5EF4-FFF2-40B4-BE49-F238E27FC236}">
                <a16:creationId xmlns:a16="http://schemas.microsoft.com/office/drawing/2014/main" id="{1ECDCC90-BF35-4FC3-BA14-417EC806FF17}"/>
              </a:ext>
            </a:extLst>
          </p:cNvPr>
          <p:cNvSpPr/>
          <p:nvPr/>
        </p:nvSpPr>
        <p:spPr>
          <a:xfrm>
            <a:off x="3732393" y="857374"/>
            <a:ext cx="5304103" cy="523220"/>
          </a:xfrm>
          <a:prstGeom prst="rect">
            <a:avLst/>
          </a:prstGeom>
          <a:solidFill>
            <a:schemeClr val="accent5">
              <a:lumMod val="60000"/>
              <a:lumOff val="40000"/>
            </a:schemeClr>
          </a:solidFill>
          <a:ln>
            <a:solidFill>
              <a:schemeClr val="tx1"/>
            </a:solidFill>
          </a:ln>
        </p:spPr>
        <p:txBody>
          <a:bodyPr wrap="square">
            <a:spAutoFit/>
          </a:bodyPr>
          <a:lstStyle/>
          <a:p>
            <a:pPr defTabSz="914378"/>
            <a:r>
              <a:rPr lang="zh-CN" altLang="en-US" sz="1400" dirty="0">
                <a:solidFill>
                  <a:prstClr val="black"/>
                </a:solidFill>
                <a:ea typeface="华文楷体" panose="02010600040101010101" pitchFamily="2" charset="-122"/>
                <a:cs typeface="Times New Roman" panose="02020603050405020304" pitchFamily="18" charset="0"/>
              </a:rPr>
              <a:t>假设过程</a:t>
            </a:r>
            <a:r>
              <a:rPr lang="en-US" altLang="zh-CN" sz="1400" i="1" dirty="0">
                <a:solidFill>
                  <a:srgbClr val="FF0000"/>
                </a:solidFill>
                <a:ea typeface="华文楷体" panose="02010600040101010101" pitchFamily="2" charset="-122"/>
                <a:cs typeface="Times New Roman" panose="02020603050405020304" pitchFamily="18" charset="0"/>
              </a:rPr>
              <a:t>p</a:t>
            </a:r>
            <a:r>
              <a:rPr lang="zh-CN" altLang="en-US" sz="1400" dirty="0">
                <a:solidFill>
                  <a:prstClr val="black"/>
                </a:solidFill>
                <a:ea typeface="华文楷体" panose="02010600040101010101" pitchFamily="2" charset="-122"/>
                <a:cs typeface="Times New Roman" panose="02020603050405020304" pitchFamily="18" charset="0"/>
              </a:rPr>
              <a:t>要访问过程</a:t>
            </a:r>
            <a:r>
              <a:rPr lang="en-US" altLang="zh-CN" sz="1400" i="1" dirty="0">
                <a:solidFill>
                  <a:srgbClr val="FF0000"/>
                </a:solidFill>
                <a:ea typeface="华文楷体" panose="02010600040101010101" pitchFamily="2" charset="-122"/>
                <a:cs typeface="Times New Roman" panose="02020603050405020304" pitchFamily="18" charset="0"/>
              </a:rPr>
              <a:t>q</a:t>
            </a:r>
            <a:r>
              <a:rPr lang="zh-CN" altLang="en-US" sz="1400" dirty="0">
                <a:solidFill>
                  <a:prstClr val="black"/>
                </a:solidFill>
                <a:ea typeface="华文楷体" panose="02010600040101010101" pitchFamily="2" charset="-122"/>
                <a:cs typeface="Times New Roman" panose="02020603050405020304" pitchFamily="18" charset="0"/>
              </a:rPr>
              <a:t>中的数据对象</a:t>
            </a:r>
            <a:r>
              <a:rPr lang="en-US" altLang="zh-CN" sz="1400" i="1" dirty="0">
                <a:solidFill>
                  <a:srgbClr val="FF0000"/>
                </a:solidFill>
                <a:ea typeface="华文楷体" panose="02010600040101010101" pitchFamily="2" charset="-122"/>
                <a:cs typeface="Times New Roman" panose="02020603050405020304" pitchFamily="18" charset="0"/>
              </a:rPr>
              <a:t>x</a:t>
            </a:r>
            <a:r>
              <a:rPr lang="zh-CN" altLang="en-US" sz="1400" dirty="0">
                <a:solidFill>
                  <a:prstClr val="black"/>
                </a:solidFill>
                <a:ea typeface="华文楷体" panose="02010600040101010101" pitchFamily="2" charset="-122"/>
                <a:cs typeface="Times New Roman" panose="02020603050405020304" pitchFamily="18" charset="0"/>
              </a:rPr>
              <a:t>，</a:t>
            </a:r>
            <a:endParaRPr lang="en-US" altLang="zh-CN" sz="1400" dirty="0">
              <a:solidFill>
                <a:prstClr val="black"/>
              </a:solidFill>
              <a:ea typeface="华文楷体" panose="02010600040101010101" pitchFamily="2" charset="-122"/>
              <a:cs typeface="Times New Roman" panose="02020603050405020304" pitchFamily="18" charset="0"/>
            </a:endParaRPr>
          </a:p>
          <a:p>
            <a:pPr defTabSz="914378"/>
            <a:r>
              <a:rPr lang="en-US" altLang="zh-CN" sz="1400" i="1" dirty="0">
                <a:solidFill>
                  <a:prstClr val="black"/>
                </a:solidFill>
                <a:ea typeface="华文楷体" panose="02010600040101010101" pitchFamily="2" charset="-122"/>
                <a:cs typeface="Times New Roman" panose="02020603050405020304" pitchFamily="18" charset="0"/>
              </a:rPr>
              <a:t>x</a:t>
            </a:r>
            <a:r>
              <a:rPr lang="zh-CN" altLang="en-US" sz="1400" dirty="0">
                <a:solidFill>
                  <a:prstClr val="black"/>
                </a:solidFill>
                <a:ea typeface="华文楷体" panose="02010600040101010101" pitchFamily="2" charset="-122"/>
                <a:cs typeface="Times New Roman" panose="02020603050405020304" pitchFamily="18" charset="0"/>
              </a:rPr>
              <a:t>的地址 </a:t>
            </a:r>
            <a:r>
              <a:rPr lang="en-US" altLang="zh-CN" sz="1400" dirty="0">
                <a:solidFill>
                  <a:prstClr val="black"/>
                </a:solidFill>
                <a:ea typeface="华文楷体" panose="02010600040101010101" pitchFamily="2" charset="-122"/>
                <a:cs typeface="Times New Roman" panose="02020603050405020304" pitchFamily="18" charset="0"/>
              </a:rPr>
              <a:t>= </a:t>
            </a:r>
            <a:r>
              <a:rPr lang="en-US" altLang="zh-CN" sz="1400" i="1" dirty="0">
                <a:solidFill>
                  <a:prstClr val="black"/>
                </a:solidFill>
                <a:ea typeface="华文楷体" panose="02010600040101010101" pitchFamily="2" charset="-122"/>
                <a:cs typeface="Times New Roman" panose="02020603050405020304" pitchFamily="18" charset="0"/>
              </a:rPr>
              <a:t>q</a:t>
            </a:r>
            <a:r>
              <a:rPr lang="zh-CN" altLang="en-US" sz="1400" dirty="0">
                <a:solidFill>
                  <a:prstClr val="black"/>
                </a:solidFill>
                <a:ea typeface="华文楷体" panose="02010600040101010101" pitchFamily="2" charset="-122"/>
                <a:cs typeface="Times New Roman" panose="02020603050405020304" pitchFamily="18" charset="0"/>
              </a:rPr>
              <a:t>的活动记录基地址 </a:t>
            </a:r>
            <a:r>
              <a:rPr lang="en-US" altLang="zh-CN" sz="1400" dirty="0">
                <a:solidFill>
                  <a:prstClr val="black"/>
                </a:solidFill>
                <a:ea typeface="华文楷体" panose="02010600040101010101" pitchFamily="2" charset="-122"/>
                <a:cs typeface="Times New Roman" panose="02020603050405020304" pitchFamily="18" charset="0"/>
              </a:rPr>
              <a:t>+ </a:t>
            </a:r>
            <a:r>
              <a:rPr lang="en-US" altLang="zh-CN" sz="1400" i="1" dirty="0">
                <a:solidFill>
                  <a:prstClr val="black"/>
                </a:solidFill>
                <a:ea typeface="华文楷体" panose="02010600040101010101" pitchFamily="2" charset="-122"/>
                <a:cs typeface="Times New Roman" panose="02020603050405020304" pitchFamily="18" charset="0"/>
              </a:rPr>
              <a:t>x</a:t>
            </a:r>
            <a:r>
              <a:rPr lang="zh-CN" altLang="en-US" sz="1400" dirty="0">
                <a:solidFill>
                  <a:prstClr val="black"/>
                </a:solidFill>
                <a:ea typeface="华文楷体" panose="02010600040101010101" pitchFamily="2" charset="-122"/>
                <a:cs typeface="Times New Roman" panose="02020603050405020304" pitchFamily="18" charset="0"/>
              </a:rPr>
              <a:t>在</a:t>
            </a:r>
            <a:r>
              <a:rPr lang="en-US" altLang="zh-CN" sz="1400" i="1" dirty="0">
                <a:solidFill>
                  <a:prstClr val="black"/>
                </a:solidFill>
                <a:ea typeface="华文楷体" panose="02010600040101010101" pitchFamily="2" charset="-122"/>
                <a:cs typeface="Times New Roman" panose="02020603050405020304" pitchFamily="18" charset="0"/>
              </a:rPr>
              <a:t>q</a:t>
            </a:r>
            <a:r>
              <a:rPr lang="zh-CN" altLang="en-US" sz="1400" dirty="0">
                <a:solidFill>
                  <a:prstClr val="black"/>
                </a:solidFill>
                <a:ea typeface="华文楷体" panose="02010600040101010101" pitchFamily="2" charset="-122"/>
                <a:cs typeface="Times New Roman" panose="02020603050405020304" pitchFamily="18" charset="0"/>
              </a:rPr>
              <a:t>的活动记录中的偏移地址</a:t>
            </a:r>
            <a:endParaRPr lang="zh-CN" altLang="en-US" dirty="0">
              <a:solidFill>
                <a:prstClr val="black"/>
              </a:solidFill>
              <a:ea typeface="华文楷体" panose="02010600040101010101" pitchFamily="2" charset="-122"/>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20834">
                                            <p:txEl>
                                              <p:pRg st="0" end="0"/>
                                            </p:txEl>
                                          </p:spTgt>
                                        </p:tgtEl>
                                        <p:attrNameLst>
                                          <p:attrName>style.visibility</p:attrName>
                                        </p:attrNameLst>
                                      </p:cBhvr>
                                      <p:to>
                                        <p:strVal val="visible"/>
                                      </p:to>
                                    </p:set>
                                    <p:anim calcmode="lin" valueType="num">
                                      <p:cBhvr>
                                        <p:cTn id="7" dur="500" fill="hold"/>
                                        <p:tgtEl>
                                          <p:spTgt spid="120834">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120834">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120834">
                                            <p:txEl>
                                              <p:pRg st="0" end="0"/>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 calcmode="lin" valueType="num">
                                      <p:cBhvr>
                                        <p:cTn id="14" dur="500" fill="hold"/>
                                        <p:tgtEl>
                                          <p:spTgt spid="2"/>
                                        </p:tgtEl>
                                        <p:attrNameLst>
                                          <p:attrName>ppt_w</p:attrName>
                                        </p:attrNameLst>
                                      </p:cBhvr>
                                      <p:tavLst>
                                        <p:tav tm="0">
                                          <p:val>
                                            <p:fltVal val="0"/>
                                          </p:val>
                                        </p:tav>
                                        <p:tav tm="100000">
                                          <p:val>
                                            <p:strVal val="#ppt_w"/>
                                          </p:val>
                                        </p:tav>
                                      </p:tavLst>
                                    </p:anim>
                                    <p:anim calcmode="lin" valueType="num">
                                      <p:cBhvr>
                                        <p:cTn id="15" dur="500" fill="hold"/>
                                        <p:tgtEl>
                                          <p:spTgt spid="2"/>
                                        </p:tgtEl>
                                        <p:attrNameLst>
                                          <p:attrName>ppt_h</p:attrName>
                                        </p:attrNameLst>
                                      </p:cBhvr>
                                      <p:tavLst>
                                        <p:tav tm="0">
                                          <p:val>
                                            <p:fltVal val="0"/>
                                          </p:val>
                                        </p:tav>
                                        <p:tav tm="100000">
                                          <p:val>
                                            <p:strVal val="#ppt_h"/>
                                          </p:val>
                                        </p:tav>
                                      </p:tavLst>
                                    </p:anim>
                                    <p:animEffect transition="in" filter="fade">
                                      <p:cBhvr>
                                        <p:cTn id="16" dur="5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nodeType="clickEffect">
                                  <p:stCondLst>
                                    <p:cond delay="0"/>
                                  </p:stCondLst>
                                  <p:childTnLst>
                                    <p:set>
                                      <p:cBhvr>
                                        <p:cTn id="20" dur="1" fill="hold">
                                          <p:stCondLst>
                                            <p:cond delay="0"/>
                                          </p:stCondLst>
                                        </p:cTn>
                                        <p:tgtEl>
                                          <p:spTgt spid="120834">
                                            <p:txEl>
                                              <p:pRg st="1" end="1"/>
                                            </p:txEl>
                                          </p:spTgt>
                                        </p:tgtEl>
                                        <p:attrNameLst>
                                          <p:attrName>style.visibility</p:attrName>
                                        </p:attrNameLst>
                                      </p:cBhvr>
                                      <p:to>
                                        <p:strVal val="visible"/>
                                      </p:to>
                                    </p:set>
                                    <p:anim calcmode="lin" valueType="num">
                                      <p:cBhvr>
                                        <p:cTn id="21" dur="500" fill="hold"/>
                                        <p:tgtEl>
                                          <p:spTgt spid="120834">
                                            <p:txEl>
                                              <p:pRg st="1" end="1"/>
                                            </p:txEl>
                                          </p:spTgt>
                                        </p:tgtEl>
                                        <p:attrNameLst>
                                          <p:attrName>ppt_w</p:attrName>
                                        </p:attrNameLst>
                                      </p:cBhvr>
                                      <p:tavLst>
                                        <p:tav tm="0">
                                          <p:val>
                                            <p:fltVal val="0"/>
                                          </p:val>
                                        </p:tav>
                                        <p:tav tm="100000">
                                          <p:val>
                                            <p:strVal val="#ppt_w"/>
                                          </p:val>
                                        </p:tav>
                                      </p:tavLst>
                                    </p:anim>
                                    <p:anim calcmode="lin" valueType="num">
                                      <p:cBhvr>
                                        <p:cTn id="22" dur="500" fill="hold"/>
                                        <p:tgtEl>
                                          <p:spTgt spid="120834">
                                            <p:txEl>
                                              <p:pRg st="1" end="1"/>
                                            </p:txEl>
                                          </p:spTgt>
                                        </p:tgtEl>
                                        <p:attrNameLst>
                                          <p:attrName>ppt_h</p:attrName>
                                        </p:attrNameLst>
                                      </p:cBhvr>
                                      <p:tavLst>
                                        <p:tav tm="0">
                                          <p:val>
                                            <p:fltVal val="0"/>
                                          </p:val>
                                        </p:tav>
                                        <p:tav tm="100000">
                                          <p:val>
                                            <p:strVal val="#ppt_h"/>
                                          </p:val>
                                        </p:tav>
                                      </p:tavLst>
                                    </p:anim>
                                    <p:animEffect transition="in" filter="fade">
                                      <p:cBhvr>
                                        <p:cTn id="23" dur="500"/>
                                        <p:tgtEl>
                                          <p:spTgt spid="120834">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120834">
                                            <p:txEl>
                                              <p:pRg st="2" end="2"/>
                                            </p:txEl>
                                          </p:spTgt>
                                        </p:tgtEl>
                                        <p:attrNameLst>
                                          <p:attrName>style.visibility</p:attrName>
                                        </p:attrNameLst>
                                      </p:cBhvr>
                                      <p:to>
                                        <p:strVal val="visible"/>
                                      </p:to>
                                    </p:set>
                                    <p:anim calcmode="lin" valueType="num">
                                      <p:cBhvr>
                                        <p:cTn id="28" dur="500" fill="hold"/>
                                        <p:tgtEl>
                                          <p:spTgt spid="120834">
                                            <p:txEl>
                                              <p:pRg st="2" end="2"/>
                                            </p:txEl>
                                          </p:spTgt>
                                        </p:tgtEl>
                                        <p:attrNameLst>
                                          <p:attrName>ppt_w</p:attrName>
                                        </p:attrNameLst>
                                      </p:cBhvr>
                                      <p:tavLst>
                                        <p:tav tm="0">
                                          <p:val>
                                            <p:fltVal val="0"/>
                                          </p:val>
                                        </p:tav>
                                        <p:tav tm="100000">
                                          <p:val>
                                            <p:strVal val="#ppt_w"/>
                                          </p:val>
                                        </p:tav>
                                      </p:tavLst>
                                    </p:anim>
                                    <p:anim calcmode="lin" valueType="num">
                                      <p:cBhvr>
                                        <p:cTn id="29" dur="500" fill="hold"/>
                                        <p:tgtEl>
                                          <p:spTgt spid="120834">
                                            <p:txEl>
                                              <p:pRg st="2" end="2"/>
                                            </p:txEl>
                                          </p:spTgt>
                                        </p:tgtEl>
                                        <p:attrNameLst>
                                          <p:attrName>ppt_h</p:attrName>
                                        </p:attrNameLst>
                                      </p:cBhvr>
                                      <p:tavLst>
                                        <p:tav tm="0">
                                          <p:val>
                                            <p:fltVal val="0"/>
                                          </p:val>
                                        </p:tav>
                                        <p:tav tm="100000">
                                          <p:val>
                                            <p:strVal val="#ppt_h"/>
                                          </p:val>
                                        </p:tav>
                                      </p:tavLst>
                                    </p:anim>
                                    <p:animEffect transition="in" filter="fade">
                                      <p:cBhvr>
                                        <p:cTn id="30" dur="500"/>
                                        <p:tgtEl>
                                          <p:spTgt spid="120834">
                                            <p:txEl>
                                              <p:pRg st="2" end="2"/>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53" presetClass="entr" presetSubtype="16" fill="hold" nodeType="clickEffect">
                                  <p:stCondLst>
                                    <p:cond delay="0"/>
                                  </p:stCondLst>
                                  <p:childTnLst>
                                    <p:set>
                                      <p:cBhvr>
                                        <p:cTn id="34" dur="1" fill="hold">
                                          <p:stCondLst>
                                            <p:cond delay="0"/>
                                          </p:stCondLst>
                                        </p:cTn>
                                        <p:tgtEl>
                                          <p:spTgt spid="120834">
                                            <p:txEl>
                                              <p:pRg st="3" end="3"/>
                                            </p:txEl>
                                          </p:spTgt>
                                        </p:tgtEl>
                                        <p:attrNameLst>
                                          <p:attrName>style.visibility</p:attrName>
                                        </p:attrNameLst>
                                      </p:cBhvr>
                                      <p:to>
                                        <p:strVal val="visible"/>
                                      </p:to>
                                    </p:set>
                                    <p:anim calcmode="lin" valueType="num">
                                      <p:cBhvr>
                                        <p:cTn id="35" dur="500" fill="hold"/>
                                        <p:tgtEl>
                                          <p:spTgt spid="120834">
                                            <p:txEl>
                                              <p:pRg st="3" end="3"/>
                                            </p:txEl>
                                          </p:spTgt>
                                        </p:tgtEl>
                                        <p:attrNameLst>
                                          <p:attrName>ppt_w</p:attrName>
                                        </p:attrNameLst>
                                      </p:cBhvr>
                                      <p:tavLst>
                                        <p:tav tm="0">
                                          <p:val>
                                            <p:fltVal val="0"/>
                                          </p:val>
                                        </p:tav>
                                        <p:tav tm="100000">
                                          <p:val>
                                            <p:strVal val="#ppt_w"/>
                                          </p:val>
                                        </p:tav>
                                      </p:tavLst>
                                    </p:anim>
                                    <p:anim calcmode="lin" valueType="num">
                                      <p:cBhvr>
                                        <p:cTn id="36" dur="500" fill="hold"/>
                                        <p:tgtEl>
                                          <p:spTgt spid="120834">
                                            <p:txEl>
                                              <p:pRg st="3" end="3"/>
                                            </p:txEl>
                                          </p:spTgt>
                                        </p:tgtEl>
                                        <p:attrNameLst>
                                          <p:attrName>ppt_h</p:attrName>
                                        </p:attrNameLst>
                                      </p:cBhvr>
                                      <p:tavLst>
                                        <p:tav tm="0">
                                          <p:val>
                                            <p:fltVal val="0"/>
                                          </p:val>
                                        </p:tav>
                                        <p:tav tm="100000">
                                          <p:val>
                                            <p:strVal val="#ppt_h"/>
                                          </p:val>
                                        </p:tav>
                                      </p:tavLst>
                                    </p:anim>
                                    <p:animEffect transition="in" filter="fade">
                                      <p:cBhvr>
                                        <p:cTn id="37" dur="500"/>
                                        <p:tgtEl>
                                          <p:spTgt spid="120834">
                                            <p:txEl>
                                              <p:pRg st="3" end="3"/>
                                            </p:txEl>
                                          </p:spTgt>
                                        </p:tgtEl>
                                      </p:cBhvr>
                                    </p:animEffect>
                                  </p:childTnLst>
                                </p:cTn>
                              </p:par>
                              <p:par>
                                <p:cTn id="38" presetID="53" presetClass="entr" presetSubtype="16" fill="hold" nodeType="withEffect">
                                  <p:stCondLst>
                                    <p:cond delay="0"/>
                                  </p:stCondLst>
                                  <p:childTnLst>
                                    <p:set>
                                      <p:cBhvr>
                                        <p:cTn id="39" dur="1" fill="hold">
                                          <p:stCondLst>
                                            <p:cond delay="0"/>
                                          </p:stCondLst>
                                        </p:cTn>
                                        <p:tgtEl>
                                          <p:spTgt spid="120834">
                                            <p:txEl>
                                              <p:pRg st="4" end="4"/>
                                            </p:txEl>
                                          </p:spTgt>
                                        </p:tgtEl>
                                        <p:attrNameLst>
                                          <p:attrName>style.visibility</p:attrName>
                                        </p:attrNameLst>
                                      </p:cBhvr>
                                      <p:to>
                                        <p:strVal val="visible"/>
                                      </p:to>
                                    </p:set>
                                    <p:anim calcmode="lin" valueType="num">
                                      <p:cBhvr>
                                        <p:cTn id="40" dur="500" fill="hold"/>
                                        <p:tgtEl>
                                          <p:spTgt spid="120834">
                                            <p:txEl>
                                              <p:pRg st="4" end="4"/>
                                            </p:txEl>
                                          </p:spTgt>
                                        </p:tgtEl>
                                        <p:attrNameLst>
                                          <p:attrName>ppt_w</p:attrName>
                                        </p:attrNameLst>
                                      </p:cBhvr>
                                      <p:tavLst>
                                        <p:tav tm="0">
                                          <p:val>
                                            <p:fltVal val="0"/>
                                          </p:val>
                                        </p:tav>
                                        <p:tav tm="100000">
                                          <p:val>
                                            <p:strVal val="#ppt_w"/>
                                          </p:val>
                                        </p:tav>
                                      </p:tavLst>
                                    </p:anim>
                                    <p:anim calcmode="lin" valueType="num">
                                      <p:cBhvr>
                                        <p:cTn id="41" dur="500" fill="hold"/>
                                        <p:tgtEl>
                                          <p:spTgt spid="120834">
                                            <p:txEl>
                                              <p:pRg st="4" end="4"/>
                                            </p:txEl>
                                          </p:spTgt>
                                        </p:tgtEl>
                                        <p:attrNameLst>
                                          <p:attrName>ppt_h</p:attrName>
                                        </p:attrNameLst>
                                      </p:cBhvr>
                                      <p:tavLst>
                                        <p:tav tm="0">
                                          <p:val>
                                            <p:fltVal val="0"/>
                                          </p:val>
                                        </p:tav>
                                        <p:tav tm="100000">
                                          <p:val>
                                            <p:strVal val="#ppt_h"/>
                                          </p:val>
                                        </p:tav>
                                      </p:tavLst>
                                    </p:anim>
                                    <p:animEffect transition="in" filter="fade">
                                      <p:cBhvr>
                                        <p:cTn id="42" dur="500"/>
                                        <p:tgtEl>
                                          <p:spTgt spid="12083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矩形 88"/>
          <p:cNvSpPr/>
          <p:nvPr/>
        </p:nvSpPr>
        <p:spPr>
          <a:xfrm>
            <a:off x="155575" y="828675"/>
            <a:ext cx="7624667" cy="4279633"/>
          </a:xfrm>
          <a:prstGeom prst="rect">
            <a:avLst/>
          </a:prstGeom>
          <a:noFill/>
          <a:ln>
            <a:noFill/>
          </a:ln>
        </p:spPr>
        <p:txBody>
          <a:bodyPr wrap="square" lIns="68580" tIns="34290" rIns="68580" bIns="34290">
            <a:spAutoFit/>
          </a:bodyPr>
          <a:lstStyle/>
          <a:p>
            <a:pPr marL="257175" indent="-257175" algn="just" eaLnBrk="1" hangingPunct="1">
              <a:lnSpc>
                <a:spcPct val="80000"/>
              </a:lnSpc>
              <a:spcBef>
                <a:spcPct val="12000"/>
              </a:spcBef>
              <a:buClr>
                <a:srgbClr val="3333CC"/>
              </a:buClr>
              <a:buSzPct val="60000"/>
              <a:defRPr/>
            </a:pPr>
            <a:r>
              <a:rPr lang="en-US" altLang="zh-CN" sz="2000" i="1" kern="0" dirty="0">
                <a:solidFill>
                  <a:srgbClr val="000000"/>
                </a:solidFill>
              </a:rPr>
              <a:t>program</a:t>
            </a:r>
            <a:r>
              <a:rPr lang="en-US" altLang="zh-CN" sz="2000" kern="0" dirty="0">
                <a:solidFill>
                  <a:srgbClr val="000000"/>
                </a:solidFill>
              </a:rPr>
              <a:t> </a:t>
            </a:r>
            <a:r>
              <a:rPr lang="en-US" altLang="zh-CN" sz="2000" i="1" kern="0" dirty="0">
                <a:solidFill>
                  <a:srgbClr val="FF0000"/>
                </a:solidFill>
              </a:rPr>
              <a:t>sort </a:t>
            </a:r>
            <a:r>
              <a:rPr lang="en-US" altLang="zh-CN" sz="2000" kern="0" dirty="0">
                <a:solidFill>
                  <a:srgbClr val="000000"/>
                </a:solidFill>
              </a:rPr>
              <a:t>( </a:t>
            </a:r>
            <a:r>
              <a:rPr lang="en-US" altLang="zh-CN" sz="2000" i="1" kern="0" dirty="0">
                <a:solidFill>
                  <a:srgbClr val="000000"/>
                </a:solidFill>
              </a:rPr>
              <a:t>input</a:t>
            </a:r>
            <a:r>
              <a:rPr lang="en-US" altLang="zh-CN" sz="2000" kern="0" dirty="0">
                <a:solidFill>
                  <a:srgbClr val="000000"/>
                </a:solidFill>
              </a:rPr>
              <a:t>, </a:t>
            </a:r>
            <a:r>
              <a:rPr lang="en-US" altLang="zh-CN" sz="2000" i="1" kern="0" dirty="0">
                <a:solidFill>
                  <a:srgbClr val="000000"/>
                </a:solidFill>
              </a:rPr>
              <a:t>output</a:t>
            </a:r>
            <a:r>
              <a:rPr lang="en-US" altLang="zh-CN" sz="2000" kern="0" dirty="0">
                <a:solidFill>
                  <a:srgbClr val="000000"/>
                </a:solidFill>
              </a:rPr>
              <a:t> );</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a:solidFill>
                  <a:srgbClr val="0000FF"/>
                </a:solidFill>
              </a:rPr>
              <a:t>a</a:t>
            </a:r>
            <a:r>
              <a:rPr lang="en-US" altLang="zh-CN" sz="2000" kern="0" dirty="0">
                <a:solidFill>
                  <a:srgbClr val="000000"/>
                </a:solidFill>
              </a:rPr>
              <a:t>: </a:t>
            </a:r>
            <a:r>
              <a:rPr lang="en-US" altLang="zh-CN" sz="2000" i="1" kern="0" dirty="0">
                <a:solidFill>
                  <a:srgbClr val="000000"/>
                </a:solidFill>
              </a:rPr>
              <a:t>array</a:t>
            </a:r>
            <a:r>
              <a:rPr lang="en-US" altLang="zh-CN" sz="2000" kern="0" dirty="0">
                <a:solidFill>
                  <a:srgbClr val="000000"/>
                </a:solidFill>
              </a:rPr>
              <a:t>[0..10] </a:t>
            </a:r>
            <a:r>
              <a:rPr lang="en-US" altLang="zh-CN" sz="2000" i="1" kern="0" dirty="0">
                <a:solidFill>
                  <a:srgbClr val="000000"/>
                </a:solidFill>
              </a:rPr>
              <a:t>of integer</a:t>
            </a:r>
            <a:r>
              <a:rPr lang="en-US" altLang="zh-CN" sz="2000" kern="0" dirty="0">
                <a:solidFill>
                  <a:srgbClr val="000000"/>
                </a:solidFill>
              </a:rPr>
              <a:t>; </a:t>
            </a:r>
          </a:p>
          <a:p>
            <a:pPr marL="257175" indent="-257175" algn="just" eaLnBrk="1" hangingPunct="1">
              <a:lnSpc>
                <a:spcPct val="80000"/>
              </a:lnSpc>
              <a:spcBef>
                <a:spcPct val="12000"/>
              </a:spcBef>
              <a:buClr>
                <a:srgbClr val="3333CC"/>
              </a:buClr>
              <a:buSzPct val="60000"/>
              <a:defRPr/>
            </a:pPr>
            <a:r>
              <a:rPr lang="en-US" altLang="zh-CN" sz="2000" i="1" kern="0" dirty="0">
                <a:solidFill>
                  <a:srgbClr val="000000"/>
                </a:solidFill>
              </a:rPr>
              <a:t>           x</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procedure</a:t>
            </a:r>
            <a:r>
              <a:rPr lang="en-US" altLang="zh-CN" sz="2000" kern="0" dirty="0">
                <a:solidFill>
                  <a:srgbClr val="000000"/>
                </a:solidFill>
              </a:rPr>
              <a:t> </a:t>
            </a:r>
            <a:r>
              <a:rPr lang="en-US" altLang="zh-CN" sz="2000" i="1" kern="0" dirty="0" err="1">
                <a:solidFill>
                  <a:srgbClr val="FF0000"/>
                </a:solidFill>
              </a:rPr>
              <a:t>readarray</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a:solidFill>
                  <a:srgbClr val="000000"/>
                </a:solidFill>
              </a:rPr>
              <a:t>i</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 </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FF"/>
                </a:solidFill>
              </a:rPr>
              <a:t>a</a:t>
            </a:r>
            <a:r>
              <a:rPr lang="en-US" altLang="zh-CN" sz="2000" kern="0" dirty="0">
                <a:solidFill>
                  <a:srgbClr val="000000"/>
                </a:solidFill>
              </a:rPr>
              <a:t> … </a:t>
            </a:r>
            <a:r>
              <a:rPr lang="en-US" altLang="zh-CN" sz="2000" i="1" kern="0" dirty="0">
                <a:solidFill>
                  <a:srgbClr val="000000"/>
                </a:solidFill>
              </a:rPr>
              <a:t>end</a:t>
            </a:r>
            <a:r>
              <a:rPr lang="en-US" altLang="zh-CN" sz="2000" kern="0" dirty="0">
                <a:solidFill>
                  <a:srgbClr val="000000"/>
                </a:solidFill>
              </a:rPr>
              <a:t> {</a:t>
            </a:r>
            <a:r>
              <a:rPr lang="en-US" altLang="zh-CN" sz="2000" i="1" kern="0" dirty="0" err="1">
                <a:solidFill>
                  <a:srgbClr val="0000FF"/>
                </a:solidFill>
              </a:rPr>
              <a:t>readarray</a:t>
            </a:r>
            <a:r>
              <a:rPr lang="en-US" altLang="zh-CN" sz="2000" kern="0" dirty="0">
                <a:solidFill>
                  <a:srgbClr val="000000"/>
                </a:solidFill>
              </a:rPr>
              <a:t>} </a:t>
            </a:r>
            <a:r>
              <a:rPr lang="zh-CN" altLang="en-US"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procedure</a:t>
            </a:r>
            <a:r>
              <a:rPr lang="en-US" altLang="zh-CN" sz="2000" kern="0" dirty="0">
                <a:solidFill>
                  <a:srgbClr val="000000"/>
                </a:solidFill>
              </a:rPr>
              <a:t> </a:t>
            </a:r>
            <a:r>
              <a:rPr lang="en-US" altLang="zh-CN" sz="2000" i="1" kern="0" dirty="0">
                <a:solidFill>
                  <a:srgbClr val="FF0000"/>
                </a:solidFill>
              </a:rPr>
              <a:t>exchang</a:t>
            </a:r>
            <a:r>
              <a:rPr lang="en-US" altLang="zh-CN" sz="2000" kern="0" dirty="0">
                <a:solidFill>
                  <a:srgbClr val="FF0000"/>
                </a:solidFill>
              </a:rPr>
              <a:t>e</a:t>
            </a:r>
            <a:r>
              <a:rPr lang="en-US" altLang="zh-CN" sz="2000" kern="0" dirty="0"/>
              <a:t>(</a:t>
            </a:r>
            <a:r>
              <a:rPr lang="en-US" altLang="zh-CN" sz="2000" i="1" kern="0" dirty="0" err="1"/>
              <a:t>i</a:t>
            </a:r>
            <a:r>
              <a:rPr lang="en-US" altLang="zh-CN" sz="2000" kern="0" dirty="0"/>
              <a:t>, </a:t>
            </a:r>
            <a:r>
              <a:rPr lang="en-US" altLang="zh-CN" sz="2000" i="1" kern="0" dirty="0">
                <a:solidFill>
                  <a:srgbClr val="000000"/>
                </a:solidFill>
              </a:rPr>
              <a:t>j</a:t>
            </a:r>
            <a:r>
              <a:rPr lang="en-US" altLang="zh-CN" sz="2000" kern="0" dirty="0">
                <a:solidFill>
                  <a:srgbClr val="000000"/>
                </a:solidFill>
              </a:rPr>
              <a:t>:</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a:t>
            </a:r>
            <a:r>
              <a:rPr lang="en-US" altLang="zh-CN" sz="2000" i="1" kern="0" dirty="0">
                <a:solidFill>
                  <a:srgbClr val="0000FF"/>
                </a:solidFill>
              </a:rPr>
              <a:t>x</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i</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i</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j</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j</a:t>
            </a:r>
            <a:r>
              <a:rPr lang="en-US" altLang="zh-CN" sz="2000" kern="0" dirty="0">
                <a:solidFill>
                  <a:srgbClr val="000000"/>
                </a:solidFill>
              </a:rPr>
              <a:t>]=</a:t>
            </a:r>
            <a:r>
              <a:rPr lang="en-US" altLang="zh-CN" sz="2000" i="1" kern="0" dirty="0">
                <a:solidFill>
                  <a:srgbClr val="000000"/>
                </a:solidFill>
              </a:rPr>
              <a:t>x</a:t>
            </a:r>
            <a:r>
              <a:rPr lang="en-US" altLang="zh-CN" sz="2000" kern="0" dirty="0">
                <a:solidFill>
                  <a:srgbClr val="000000"/>
                </a:solidFill>
              </a:rPr>
              <a:t>; </a:t>
            </a:r>
            <a:r>
              <a:rPr lang="en-US" altLang="zh-CN" sz="2000" i="1" kern="0" dirty="0">
                <a:solidFill>
                  <a:srgbClr val="000000"/>
                </a:solidFill>
              </a:rPr>
              <a:t>end</a:t>
            </a:r>
            <a:r>
              <a:rPr lang="en-US" altLang="zh-CN" sz="2000" kern="0" dirty="0">
                <a:solidFill>
                  <a:srgbClr val="000000"/>
                </a:solidFill>
              </a:rPr>
              <a:t> {</a:t>
            </a:r>
            <a:r>
              <a:rPr lang="en-US" altLang="zh-CN" sz="2000" i="1" kern="0" dirty="0">
                <a:solidFill>
                  <a:srgbClr val="0000FF"/>
                </a:solidFill>
              </a:rPr>
              <a:t>exchange</a:t>
            </a:r>
            <a:r>
              <a:rPr lang="en-US" altLang="zh-CN" sz="2000" kern="0" dirty="0">
                <a:solidFill>
                  <a:srgbClr val="000000"/>
                </a:solidFill>
              </a:rPr>
              <a:t>} </a:t>
            </a:r>
            <a:r>
              <a:rPr lang="zh-CN" altLang="en-US"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procedure</a:t>
            </a:r>
            <a:r>
              <a:rPr lang="en-US" altLang="zh-CN" sz="2000" kern="0" dirty="0">
                <a:solidFill>
                  <a:srgbClr val="000000"/>
                </a:solidFill>
              </a:rPr>
              <a:t> </a:t>
            </a:r>
            <a:r>
              <a:rPr lang="en-US" altLang="zh-CN" sz="2000" i="1" kern="0" dirty="0">
                <a:solidFill>
                  <a:srgbClr val="FF0000"/>
                </a:solidFill>
              </a:rPr>
              <a:t>quicksort</a:t>
            </a:r>
            <a:r>
              <a:rPr lang="en-US" altLang="zh-CN" sz="2000" kern="0" dirty="0"/>
              <a:t>(</a:t>
            </a:r>
            <a:r>
              <a:rPr lang="en-US" altLang="zh-CN" sz="2000" i="1" kern="0" dirty="0"/>
              <a:t>m</a:t>
            </a:r>
            <a:r>
              <a:rPr lang="en-US" altLang="zh-CN" sz="2000" kern="0" dirty="0">
                <a:solidFill>
                  <a:srgbClr val="000000"/>
                </a:solidFill>
              </a:rPr>
              <a:t>, </a:t>
            </a:r>
            <a:r>
              <a:rPr lang="en-US" altLang="zh-CN" sz="2000" i="1" kern="0" dirty="0">
                <a:solidFill>
                  <a:srgbClr val="000000"/>
                </a:solidFill>
              </a:rPr>
              <a:t>n</a:t>
            </a:r>
            <a:r>
              <a:rPr lang="en-US" altLang="zh-CN" sz="2000" kern="0" dirty="0">
                <a:solidFill>
                  <a:srgbClr val="000000"/>
                </a:solidFill>
              </a:rPr>
              <a:t>:</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a:solidFill>
                  <a:srgbClr val="000000"/>
                </a:solidFill>
              </a:rPr>
              <a:t>k</a:t>
            </a:r>
            <a:r>
              <a:rPr lang="en-US" altLang="zh-CN" sz="2000" kern="0" dirty="0">
                <a:solidFill>
                  <a:srgbClr val="000000"/>
                </a:solidFill>
              </a:rPr>
              <a:t>, </a:t>
            </a:r>
            <a:r>
              <a:rPr lang="en-US" altLang="zh-CN" sz="2000" i="1" kern="0" dirty="0">
                <a:solidFill>
                  <a:srgbClr val="000000"/>
                </a:solidFill>
              </a:rPr>
              <a:t>v </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function</a:t>
            </a:r>
            <a:r>
              <a:rPr lang="en-US" altLang="zh-CN" sz="2000" kern="0" dirty="0">
                <a:solidFill>
                  <a:srgbClr val="000000"/>
                </a:solidFill>
              </a:rPr>
              <a:t> </a:t>
            </a:r>
            <a:r>
              <a:rPr lang="en-US" altLang="zh-CN" sz="2000" i="1" kern="0" dirty="0">
                <a:solidFill>
                  <a:srgbClr val="FF0000"/>
                </a:solidFill>
              </a:rPr>
              <a:t>partition</a:t>
            </a:r>
            <a:r>
              <a:rPr lang="en-US" altLang="zh-CN" sz="2000" kern="0" dirty="0"/>
              <a:t>(</a:t>
            </a:r>
            <a:r>
              <a:rPr lang="en-US" altLang="zh-CN" sz="2000" i="1" kern="0" dirty="0"/>
              <a:t>y</a:t>
            </a:r>
            <a:r>
              <a:rPr lang="en-US" altLang="zh-CN" sz="2000" kern="0" dirty="0">
                <a:solidFill>
                  <a:srgbClr val="000000"/>
                </a:solidFill>
              </a:rPr>
              <a:t>, </a:t>
            </a:r>
            <a:r>
              <a:rPr lang="en-US" altLang="zh-CN" sz="2000" i="1" kern="0" dirty="0">
                <a:solidFill>
                  <a:srgbClr val="000000"/>
                </a:solidFill>
              </a:rPr>
              <a:t>z</a:t>
            </a:r>
            <a:r>
              <a:rPr lang="en-US" altLang="zh-CN" sz="2000" kern="0" dirty="0">
                <a:solidFill>
                  <a:srgbClr val="000000"/>
                </a:solidFill>
              </a:rPr>
              <a:t>:</a:t>
            </a:r>
            <a:r>
              <a:rPr lang="en-US" altLang="zh-CN" sz="2000" i="1" kern="0" dirty="0">
                <a:solidFill>
                  <a:srgbClr val="000000"/>
                </a:solidFill>
              </a:rPr>
              <a:t>integer</a:t>
            </a:r>
            <a:r>
              <a:rPr lang="en-US" altLang="zh-CN" sz="2000" kern="0" dirty="0">
                <a:solidFill>
                  <a:srgbClr val="000000"/>
                </a:solidFill>
              </a:rPr>
              <a:t>):</a:t>
            </a:r>
            <a:r>
              <a:rPr lang="en-US" altLang="zh-CN" sz="2000" i="1" kern="0" dirty="0">
                <a:solidFill>
                  <a:srgbClr val="000000"/>
                </a:solidFill>
              </a:rPr>
              <a:t>intege</a:t>
            </a:r>
            <a:r>
              <a:rPr lang="en-US" altLang="zh-CN" sz="2000" kern="0" dirty="0">
                <a:solidFill>
                  <a:srgbClr val="000000"/>
                </a:solidFill>
              </a:rPr>
              <a:t>r;</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err="1">
                <a:solidFill>
                  <a:srgbClr val="000000"/>
                </a:solidFill>
              </a:rPr>
              <a:t>i</a:t>
            </a:r>
            <a:r>
              <a:rPr lang="en-US" altLang="zh-CN" sz="2000" kern="0" dirty="0">
                <a:solidFill>
                  <a:srgbClr val="000000"/>
                </a:solidFill>
              </a:rPr>
              <a:t>, </a:t>
            </a:r>
            <a:r>
              <a:rPr lang="en-US" altLang="zh-CN" sz="2000" i="1" kern="0" dirty="0">
                <a:solidFill>
                  <a:srgbClr val="000000"/>
                </a:solidFill>
              </a:rPr>
              <a:t>j </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FF"/>
                </a:solidFill>
              </a:rPr>
              <a:t>a</a:t>
            </a:r>
            <a:r>
              <a:rPr lang="en-US" altLang="zh-CN" sz="2000" kern="0" dirty="0">
                <a:solidFill>
                  <a:srgbClr val="000000"/>
                </a:solidFill>
              </a:rPr>
              <a:t> … </a:t>
            </a:r>
            <a:r>
              <a:rPr lang="en-US" altLang="zh-CN" sz="2000" i="1" kern="0" dirty="0">
                <a:solidFill>
                  <a:srgbClr val="0000FF"/>
                </a:solidFill>
              </a:rPr>
              <a:t>v</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FF"/>
                </a:solidFill>
              </a:rPr>
              <a:t>exchange</a:t>
            </a:r>
            <a:r>
              <a:rPr lang="en-US" altLang="zh-CN" sz="2000" kern="0" dirty="0">
                <a:solidFill>
                  <a:srgbClr val="0000FF"/>
                </a:solidFill>
              </a:rPr>
              <a:t>(</a:t>
            </a:r>
            <a:r>
              <a:rPr lang="en-US" altLang="zh-CN" sz="2000" i="1" kern="0" dirty="0" err="1">
                <a:solidFill>
                  <a:srgbClr val="0000FF"/>
                </a:solidFill>
              </a:rPr>
              <a:t>i</a:t>
            </a:r>
            <a:r>
              <a:rPr lang="en-US" altLang="zh-CN" sz="2000" kern="0" dirty="0">
                <a:solidFill>
                  <a:srgbClr val="000000"/>
                </a:solidFill>
              </a:rPr>
              <a:t>, </a:t>
            </a:r>
            <a:r>
              <a:rPr lang="en-US" altLang="zh-CN" sz="2000" i="1" kern="0" dirty="0">
                <a:solidFill>
                  <a:srgbClr val="000000"/>
                </a:solidFill>
              </a:rPr>
              <a:t>j</a:t>
            </a:r>
            <a:r>
              <a:rPr lang="en-US" altLang="zh-CN" sz="2000" kern="0" dirty="0">
                <a:solidFill>
                  <a:srgbClr val="000000"/>
                </a:solidFill>
              </a:rPr>
              <a:t>) … </a:t>
            </a:r>
            <a:r>
              <a:rPr lang="en-US" altLang="zh-CN" sz="2000" i="1" kern="0" dirty="0">
                <a:solidFill>
                  <a:srgbClr val="000000"/>
                </a:solidFill>
              </a:rPr>
              <a:t>end </a:t>
            </a:r>
            <a:r>
              <a:rPr lang="en-US" altLang="zh-CN" sz="2000" kern="0" dirty="0">
                <a:solidFill>
                  <a:srgbClr val="000000"/>
                </a:solidFill>
              </a:rPr>
              <a:t>{</a:t>
            </a:r>
            <a:r>
              <a:rPr lang="en-US" altLang="zh-CN" sz="2000" i="1" kern="0" dirty="0">
                <a:solidFill>
                  <a:srgbClr val="0000FF"/>
                </a:solidFill>
              </a:rPr>
              <a:t>partition</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FF"/>
                </a:solidFill>
              </a:rPr>
              <a:t>a</a:t>
            </a:r>
            <a:r>
              <a:rPr lang="en-US" altLang="zh-CN" sz="2000" kern="0" dirty="0">
                <a:solidFill>
                  <a:srgbClr val="000000"/>
                </a:solidFill>
              </a:rPr>
              <a:t> … </a:t>
            </a:r>
            <a:r>
              <a:rPr lang="en-US" altLang="zh-CN" sz="2000" i="1" kern="0" dirty="0">
                <a:solidFill>
                  <a:srgbClr val="0000FF"/>
                </a:solidFill>
              </a:rPr>
              <a:t>v</a:t>
            </a:r>
            <a:r>
              <a:rPr lang="en-US" altLang="zh-CN" sz="2000" kern="0" dirty="0">
                <a:solidFill>
                  <a:srgbClr val="000000"/>
                </a:solidFill>
              </a:rPr>
              <a:t> … </a:t>
            </a:r>
            <a:r>
              <a:rPr lang="en-US" altLang="zh-CN" sz="2000" i="1" kern="0" dirty="0">
                <a:solidFill>
                  <a:srgbClr val="0000FF"/>
                </a:solidFill>
              </a:rPr>
              <a:t>partition</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FF"/>
                </a:solidFill>
              </a:rPr>
              <a:t>quicksort</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00"/>
                </a:solidFill>
              </a:rPr>
              <a:t>end</a:t>
            </a:r>
            <a:r>
              <a:rPr lang="en-US" altLang="zh-CN" sz="2000" kern="0" dirty="0">
                <a:solidFill>
                  <a:srgbClr val="000000"/>
                </a:solidFill>
              </a:rPr>
              <a:t> {</a:t>
            </a:r>
            <a:r>
              <a:rPr lang="en-US" altLang="zh-CN" sz="2000" i="1" kern="0" dirty="0">
                <a:solidFill>
                  <a:srgbClr val="0000FF"/>
                </a:solidFill>
              </a:rPr>
              <a:t>quicksort</a:t>
            </a:r>
            <a:r>
              <a:rPr lang="en-US" altLang="zh-CN" sz="2000" kern="0" dirty="0">
                <a:solidFill>
                  <a:srgbClr val="000000"/>
                </a:solidFill>
              </a:rPr>
              <a:t>};</a:t>
            </a:r>
            <a:endParaRPr lang="zh-CN" altLang="en-US" sz="2000" kern="0" dirty="0">
              <a:solidFill>
                <a:srgbClr val="000000"/>
              </a:solidFill>
            </a:endParaRP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00"/>
                </a:solidFill>
              </a:rPr>
              <a:t>a</a:t>
            </a:r>
            <a:r>
              <a:rPr lang="en-US" altLang="zh-CN" sz="2000" kern="0" dirty="0">
                <a:solidFill>
                  <a:srgbClr val="000000"/>
                </a:solidFill>
              </a:rPr>
              <a:t> … </a:t>
            </a:r>
            <a:r>
              <a:rPr lang="en-US" altLang="zh-CN" sz="2000" i="1" kern="0" dirty="0" err="1">
                <a:solidFill>
                  <a:srgbClr val="0000FF"/>
                </a:solidFill>
              </a:rPr>
              <a:t>readarray</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FF"/>
                </a:solidFill>
              </a:rPr>
              <a:t>quicksort</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00"/>
                </a:solidFill>
              </a:rPr>
              <a:t>end</a:t>
            </a:r>
            <a:r>
              <a:rPr lang="en-US" altLang="zh-CN" sz="2000" kern="0" dirty="0">
                <a:solidFill>
                  <a:srgbClr val="000000"/>
                </a:solidFill>
              </a:rPr>
              <a:t> {</a:t>
            </a:r>
            <a:r>
              <a:rPr lang="en-US" altLang="zh-CN" sz="2000" i="1" kern="0" dirty="0">
                <a:solidFill>
                  <a:srgbClr val="0000FF"/>
                </a:solidFill>
              </a:rPr>
              <a:t>sort</a:t>
            </a:r>
            <a:r>
              <a:rPr lang="en-US" altLang="zh-CN" sz="2000" kern="0" dirty="0">
                <a:solidFill>
                  <a:srgbClr val="000000"/>
                </a:solidFill>
              </a:rPr>
              <a:t>}</a:t>
            </a:r>
            <a:r>
              <a:rPr lang="zh-CN" altLang="en-US" sz="2000" kern="0" dirty="0">
                <a:solidFill>
                  <a:srgbClr val="000000"/>
                </a:solidFill>
              </a:rPr>
              <a:t>；</a:t>
            </a:r>
            <a:endParaRPr lang="en-US" altLang="zh-CN" sz="2000" kern="0" dirty="0">
              <a:solidFill>
                <a:srgbClr val="000000"/>
              </a:solidFill>
            </a:endParaRPr>
          </a:p>
        </p:txBody>
      </p:sp>
      <p:sp>
        <p:nvSpPr>
          <p:cNvPr id="122883"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grpSp>
        <p:nvGrpSpPr>
          <p:cNvPr id="2" name="组合 2"/>
          <p:cNvGrpSpPr>
            <a:grpSpLocks/>
          </p:cNvGrpSpPr>
          <p:nvPr/>
        </p:nvGrpSpPr>
        <p:grpSpPr bwMode="auto">
          <a:xfrm>
            <a:off x="4465638" y="-15875"/>
            <a:ext cx="4714875" cy="4548188"/>
            <a:chOff x="4465638" y="-15875"/>
            <a:chExt cx="4714874" cy="4548188"/>
          </a:xfrm>
        </p:grpSpPr>
        <p:sp>
          <p:nvSpPr>
            <p:cNvPr id="122885" name="Rectangle 54"/>
            <p:cNvSpPr>
              <a:spLocks noChangeArrowheads="1"/>
            </p:cNvSpPr>
            <p:nvPr/>
          </p:nvSpPr>
          <p:spPr bwMode="auto">
            <a:xfrm>
              <a:off x="7108911" y="2277971"/>
              <a:ext cx="2035089"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a:solidFill>
                    <a:srgbClr val="000000"/>
                  </a:solidFill>
                  <a:ea typeface="宋体" panose="02010600030101010101" pitchFamily="2" charset="-122"/>
                  <a:cs typeface="Times New Roman" panose="02020603050405020304" pitchFamily="18" charset="0"/>
                </a:rPr>
                <a:t>k             </a:t>
              </a:r>
              <a:r>
                <a:rPr lang="en-US" altLang="zh-CN" sz="1800" dirty="0">
                  <a:solidFill>
                    <a:srgbClr val="000000"/>
                  </a:solidFill>
                  <a:ea typeface="宋体" panose="02010600030101010101" pitchFamily="2" charset="-122"/>
                  <a:cs typeface="Times New Roman" panose="02020603050405020304" pitchFamily="18" charset="0"/>
                </a:rPr>
                <a:t>int  0</a:t>
              </a:r>
            </a:p>
          </p:txBody>
        </p:sp>
        <p:sp>
          <p:nvSpPr>
            <p:cNvPr id="122886" name="Rectangle 55"/>
            <p:cNvSpPr>
              <a:spLocks noChangeArrowheads="1"/>
            </p:cNvSpPr>
            <p:nvPr/>
          </p:nvSpPr>
          <p:spPr bwMode="auto">
            <a:xfrm>
              <a:off x="7108910" y="2562088"/>
              <a:ext cx="2035089" cy="3904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a:solidFill>
                    <a:srgbClr val="000000"/>
                  </a:solidFill>
                  <a:ea typeface="宋体" panose="02010600030101010101" pitchFamily="2" charset="-122"/>
                  <a:cs typeface="Times New Roman" panose="02020603050405020304" pitchFamily="18" charset="0"/>
                </a:rPr>
                <a:t>v             </a:t>
              </a:r>
              <a:r>
                <a:rPr lang="en-US" altLang="zh-CN" sz="1800" dirty="0">
                  <a:solidFill>
                    <a:srgbClr val="000000"/>
                  </a:solidFill>
                  <a:ea typeface="宋体" panose="02010600030101010101" pitchFamily="2" charset="-122"/>
                  <a:cs typeface="Times New Roman" panose="02020603050405020304" pitchFamily="18" charset="0"/>
                </a:rPr>
                <a:t>int  4</a:t>
              </a:r>
            </a:p>
          </p:txBody>
        </p:sp>
        <p:sp>
          <p:nvSpPr>
            <p:cNvPr id="122887" name="Rectangle 68"/>
            <p:cNvSpPr>
              <a:spLocks noChangeArrowheads="1"/>
            </p:cNvSpPr>
            <p:nvPr/>
          </p:nvSpPr>
          <p:spPr bwMode="auto">
            <a:xfrm>
              <a:off x="7559744" y="4168833"/>
              <a:ext cx="1620768" cy="36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j      </a:t>
              </a:r>
              <a:r>
                <a:rPr lang="en-US" altLang="zh-CN" sz="1800">
                  <a:solidFill>
                    <a:srgbClr val="000000"/>
                  </a:solidFill>
                  <a:ea typeface="宋体" panose="02010600030101010101" pitchFamily="2" charset="-122"/>
                  <a:cs typeface="Times New Roman" panose="02020603050405020304" pitchFamily="18" charset="0"/>
                </a:rPr>
                <a:t>int      4</a:t>
              </a:r>
            </a:p>
          </p:txBody>
        </p:sp>
        <p:sp>
          <p:nvSpPr>
            <p:cNvPr id="122888" name="Rectangle 67"/>
            <p:cNvSpPr>
              <a:spLocks noChangeArrowheads="1"/>
            </p:cNvSpPr>
            <p:nvPr/>
          </p:nvSpPr>
          <p:spPr bwMode="auto">
            <a:xfrm>
              <a:off x="7559744" y="3859319"/>
              <a:ext cx="1458850" cy="363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i      </a:t>
              </a:r>
              <a:r>
                <a:rPr lang="en-US" altLang="zh-CN" sz="1800">
                  <a:solidFill>
                    <a:srgbClr val="000000"/>
                  </a:solidFill>
                  <a:ea typeface="宋体" panose="02010600030101010101" pitchFamily="2" charset="-122"/>
                  <a:cs typeface="Times New Roman" panose="02020603050405020304" pitchFamily="18" charset="0"/>
                </a:rPr>
                <a:t>int      0</a:t>
              </a:r>
            </a:p>
          </p:txBody>
        </p:sp>
        <p:sp>
          <p:nvSpPr>
            <p:cNvPr id="122889" name="Line 2"/>
            <p:cNvSpPr>
              <a:spLocks noChangeShapeType="1"/>
            </p:cNvSpPr>
            <p:nvPr/>
          </p:nvSpPr>
          <p:spPr bwMode="auto">
            <a:xfrm>
              <a:off x="4489326" y="1027296"/>
              <a:ext cx="1587" cy="178565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890" name="Line 3"/>
            <p:cNvSpPr>
              <a:spLocks noChangeShapeType="1"/>
            </p:cNvSpPr>
            <p:nvPr/>
          </p:nvSpPr>
          <p:spPr bwMode="auto">
            <a:xfrm>
              <a:off x="6140057" y="1027296"/>
              <a:ext cx="0" cy="176026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891" name="Line 4"/>
            <p:cNvSpPr>
              <a:spLocks noChangeShapeType="1"/>
            </p:cNvSpPr>
            <p:nvPr/>
          </p:nvSpPr>
          <p:spPr bwMode="auto">
            <a:xfrm flipV="1">
              <a:off x="4472625" y="2784951"/>
              <a:ext cx="20502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892" name="Line 5"/>
            <p:cNvSpPr>
              <a:spLocks noChangeShapeType="1"/>
            </p:cNvSpPr>
            <p:nvPr/>
          </p:nvSpPr>
          <p:spPr bwMode="auto">
            <a:xfrm>
              <a:off x="4490913" y="2489723"/>
              <a:ext cx="200800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893" name="Line 6"/>
            <p:cNvSpPr>
              <a:spLocks noChangeShapeType="1"/>
            </p:cNvSpPr>
            <p:nvPr/>
          </p:nvSpPr>
          <p:spPr bwMode="auto">
            <a:xfrm flipV="1">
              <a:off x="4478213" y="2208908"/>
              <a:ext cx="20340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894" name="Line 7"/>
            <p:cNvSpPr>
              <a:spLocks noChangeShapeType="1"/>
            </p:cNvSpPr>
            <p:nvPr/>
          </p:nvSpPr>
          <p:spPr bwMode="auto">
            <a:xfrm flipV="1">
              <a:off x="4503612" y="1925679"/>
              <a:ext cx="200864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895" name="Line 8"/>
            <p:cNvSpPr>
              <a:spLocks noChangeShapeType="1"/>
            </p:cNvSpPr>
            <p:nvPr/>
          </p:nvSpPr>
          <p:spPr bwMode="auto">
            <a:xfrm>
              <a:off x="4502025" y="1633625"/>
              <a:ext cx="2020800" cy="158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896" name="Line 9"/>
            <p:cNvSpPr>
              <a:spLocks noChangeShapeType="1"/>
            </p:cNvSpPr>
            <p:nvPr/>
          </p:nvSpPr>
          <p:spPr bwMode="auto">
            <a:xfrm flipV="1">
              <a:off x="4490913" y="1338397"/>
              <a:ext cx="2009169"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897" name="Rectangle 10"/>
            <p:cNvSpPr>
              <a:spLocks noChangeArrowheads="1"/>
            </p:cNvSpPr>
            <p:nvPr/>
          </p:nvSpPr>
          <p:spPr bwMode="auto">
            <a:xfrm>
              <a:off x="4916344" y="976504"/>
              <a:ext cx="1738457"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r>
                <a:rPr lang="en-US" altLang="zh-CN" sz="1800">
                  <a:solidFill>
                    <a:srgbClr val="000000"/>
                  </a:solidFill>
                  <a:ea typeface="宋体" panose="02010600030101010101" pitchFamily="2" charset="-122"/>
                  <a:cs typeface="Times New Roman" panose="02020603050405020304" pitchFamily="18" charset="0"/>
                </a:rPr>
                <a:t>48</a:t>
              </a:r>
            </a:p>
          </p:txBody>
        </p:sp>
        <p:sp>
          <p:nvSpPr>
            <p:cNvPr id="122898" name="Rectangle 11"/>
            <p:cNvSpPr>
              <a:spLocks noChangeArrowheads="1"/>
            </p:cNvSpPr>
            <p:nvPr/>
          </p:nvSpPr>
          <p:spPr bwMode="auto">
            <a:xfrm>
              <a:off x="4860213" y="703497"/>
              <a:ext cx="1168351" cy="363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sort</a:t>
              </a:r>
            </a:p>
          </p:txBody>
        </p:sp>
        <p:sp>
          <p:nvSpPr>
            <p:cNvPr id="122899" name="Line 12"/>
            <p:cNvSpPr>
              <a:spLocks noChangeShapeType="1"/>
            </p:cNvSpPr>
            <p:nvPr/>
          </p:nvSpPr>
          <p:spPr bwMode="auto">
            <a:xfrm flipV="1">
              <a:off x="4502024" y="1025709"/>
              <a:ext cx="2020801"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00" name="Line 13"/>
            <p:cNvSpPr>
              <a:spLocks noChangeShapeType="1"/>
            </p:cNvSpPr>
            <p:nvPr/>
          </p:nvSpPr>
          <p:spPr bwMode="auto">
            <a:xfrm>
              <a:off x="4867135" y="1041582"/>
              <a:ext cx="0" cy="28411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01" name="Line 14"/>
            <p:cNvSpPr>
              <a:spLocks noChangeShapeType="1"/>
            </p:cNvSpPr>
            <p:nvPr/>
          </p:nvSpPr>
          <p:spPr bwMode="auto">
            <a:xfrm>
              <a:off x="5564018" y="1314266"/>
              <a:ext cx="0" cy="14634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02" name="Rectangle 15"/>
            <p:cNvSpPr>
              <a:spLocks noChangeArrowheads="1"/>
            </p:cNvSpPr>
            <p:nvPr/>
          </p:nvSpPr>
          <p:spPr bwMode="auto">
            <a:xfrm>
              <a:off x="7092367" y="-15875"/>
              <a:ext cx="1428690" cy="4285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readarrary</a:t>
              </a:r>
            </a:p>
          </p:txBody>
        </p:sp>
        <p:sp>
          <p:nvSpPr>
            <p:cNvPr id="122903" name="Rectangle 25"/>
            <p:cNvSpPr>
              <a:spLocks noChangeArrowheads="1"/>
            </p:cNvSpPr>
            <p:nvPr/>
          </p:nvSpPr>
          <p:spPr bwMode="auto">
            <a:xfrm>
              <a:off x="4484563" y="1282844"/>
              <a:ext cx="2038263"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a:solidFill>
                    <a:srgbClr val="000000"/>
                  </a:solidFill>
                  <a:ea typeface="宋体" panose="02010600030101010101" pitchFamily="2" charset="-122"/>
                  <a:cs typeface="Times New Roman" panose="02020603050405020304" pitchFamily="18" charset="0"/>
                </a:rPr>
                <a:t>a                </a:t>
              </a:r>
              <a:r>
                <a:rPr lang="en-US" altLang="zh-CN" sz="1800" dirty="0">
                  <a:solidFill>
                    <a:srgbClr val="000000"/>
                  </a:solidFill>
                  <a:ea typeface="宋体" panose="02010600030101010101" pitchFamily="2" charset="-122"/>
                  <a:cs typeface="Times New Roman" panose="02020603050405020304" pitchFamily="18" charset="0"/>
                </a:rPr>
                <a:t>array  0</a:t>
              </a:r>
            </a:p>
          </p:txBody>
        </p:sp>
        <p:sp>
          <p:nvSpPr>
            <p:cNvPr id="122904" name="Rectangle 26"/>
            <p:cNvSpPr>
              <a:spLocks noChangeArrowheads="1"/>
            </p:cNvSpPr>
            <p:nvPr/>
          </p:nvSpPr>
          <p:spPr bwMode="auto">
            <a:xfrm>
              <a:off x="4501480" y="1585513"/>
              <a:ext cx="2070606" cy="36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a:solidFill>
                    <a:srgbClr val="000000"/>
                  </a:solidFill>
                  <a:ea typeface="宋体" panose="02010600030101010101" pitchFamily="2" charset="-122"/>
                  <a:cs typeface="Times New Roman" panose="02020603050405020304" pitchFamily="18" charset="0"/>
                </a:rPr>
                <a:t>x                 </a:t>
              </a:r>
              <a:r>
                <a:rPr lang="en-US" altLang="zh-CN" sz="1800" dirty="0">
                  <a:solidFill>
                    <a:srgbClr val="000000"/>
                  </a:solidFill>
                  <a:ea typeface="宋体" panose="02010600030101010101" pitchFamily="2" charset="-122"/>
                  <a:cs typeface="Times New Roman" panose="02020603050405020304" pitchFamily="18" charset="0"/>
                </a:rPr>
                <a:t>int     44</a:t>
              </a:r>
            </a:p>
          </p:txBody>
        </p:sp>
        <p:sp>
          <p:nvSpPr>
            <p:cNvPr id="122905" name="Rectangle 28"/>
            <p:cNvSpPr>
              <a:spLocks noChangeArrowheads="1"/>
            </p:cNvSpPr>
            <p:nvPr/>
          </p:nvSpPr>
          <p:spPr bwMode="auto">
            <a:xfrm>
              <a:off x="4465638" y="1835206"/>
              <a:ext cx="1314394"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readarray</a:t>
              </a:r>
            </a:p>
          </p:txBody>
        </p:sp>
        <p:sp>
          <p:nvSpPr>
            <p:cNvPr id="122906" name="Rectangle 31"/>
            <p:cNvSpPr>
              <a:spLocks noChangeArrowheads="1"/>
            </p:cNvSpPr>
            <p:nvPr/>
          </p:nvSpPr>
          <p:spPr bwMode="auto">
            <a:xfrm>
              <a:off x="7169582" y="970179"/>
              <a:ext cx="1271534" cy="4031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exchange</a:t>
              </a:r>
            </a:p>
          </p:txBody>
        </p:sp>
        <p:sp>
          <p:nvSpPr>
            <p:cNvPr id="122907" name="Line 32"/>
            <p:cNvSpPr>
              <a:spLocks noChangeShapeType="1"/>
            </p:cNvSpPr>
            <p:nvPr/>
          </p:nvSpPr>
          <p:spPr bwMode="auto">
            <a:xfrm>
              <a:off x="7090260" y="1375449"/>
              <a:ext cx="0" cy="29205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08" name="Line 33"/>
            <p:cNvSpPr>
              <a:spLocks noChangeShapeType="1"/>
            </p:cNvSpPr>
            <p:nvPr/>
          </p:nvSpPr>
          <p:spPr bwMode="auto">
            <a:xfrm>
              <a:off x="8321661" y="1363257"/>
              <a:ext cx="0" cy="3278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22909" name="Line 34"/>
            <p:cNvSpPr>
              <a:spLocks noChangeShapeType="1"/>
            </p:cNvSpPr>
            <p:nvPr/>
          </p:nvSpPr>
          <p:spPr bwMode="auto">
            <a:xfrm>
              <a:off x="7073559" y="1684961"/>
              <a:ext cx="125922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22910" name="Rectangle 35"/>
            <p:cNvSpPr>
              <a:spLocks noChangeArrowheads="1"/>
            </p:cNvSpPr>
            <p:nvPr/>
          </p:nvSpPr>
          <p:spPr bwMode="auto">
            <a:xfrm>
              <a:off x="7313591" y="1323070"/>
              <a:ext cx="1078362" cy="363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r>
                <a:rPr lang="en-US" altLang="zh-CN" sz="2100">
                  <a:solidFill>
                    <a:srgbClr val="000000"/>
                  </a:solidFill>
                  <a:ea typeface="宋体" panose="02010600030101010101" pitchFamily="2" charset="-122"/>
                  <a:cs typeface="Times New Roman" panose="02020603050405020304" pitchFamily="18" charset="0"/>
                </a:rPr>
                <a:t>0</a:t>
              </a:r>
            </a:p>
          </p:txBody>
        </p:sp>
        <p:sp>
          <p:nvSpPr>
            <p:cNvPr id="122911" name="Line 36"/>
            <p:cNvSpPr>
              <a:spLocks noChangeShapeType="1"/>
            </p:cNvSpPr>
            <p:nvPr/>
          </p:nvSpPr>
          <p:spPr bwMode="auto">
            <a:xfrm flipV="1">
              <a:off x="7080163" y="1375449"/>
              <a:ext cx="123540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12" name="Line 37"/>
            <p:cNvSpPr>
              <a:spLocks noChangeShapeType="1"/>
            </p:cNvSpPr>
            <p:nvPr/>
          </p:nvSpPr>
          <p:spPr bwMode="auto">
            <a:xfrm>
              <a:off x="7313591" y="1389734"/>
              <a:ext cx="0" cy="28411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13" name="Rectangle 39"/>
            <p:cNvSpPr>
              <a:spLocks noChangeArrowheads="1"/>
            </p:cNvSpPr>
            <p:nvPr/>
          </p:nvSpPr>
          <p:spPr bwMode="auto">
            <a:xfrm>
              <a:off x="4465638" y="2132022"/>
              <a:ext cx="1260422" cy="363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exchange</a:t>
              </a:r>
            </a:p>
          </p:txBody>
        </p:sp>
        <p:sp>
          <p:nvSpPr>
            <p:cNvPr id="122914" name="Line 42"/>
            <p:cNvSpPr>
              <a:spLocks noChangeShapeType="1"/>
            </p:cNvSpPr>
            <p:nvPr/>
          </p:nvSpPr>
          <p:spPr bwMode="auto">
            <a:xfrm>
              <a:off x="7058113" y="1997027"/>
              <a:ext cx="1587" cy="117932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15" name="Line 43"/>
            <p:cNvSpPr>
              <a:spLocks noChangeShapeType="1"/>
            </p:cNvSpPr>
            <p:nvPr/>
          </p:nvSpPr>
          <p:spPr bwMode="auto">
            <a:xfrm flipH="1">
              <a:off x="8694756" y="1995440"/>
              <a:ext cx="4763" cy="119678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16" name="Line 44"/>
            <p:cNvSpPr>
              <a:spLocks noChangeShapeType="1"/>
            </p:cNvSpPr>
            <p:nvPr/>
          </p:nvSpPr>
          <p:spPr bwMode="auto">
            <a:xfrm flipV="1">
              <a:off x="7047001" y="3177941"/>
              <a:ext cx="1639819" cy="15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17" name="Line 45"/>
            <p:cNvSpPr>
              <a:spLocks noChangeShapeType="1"/>
            </p:cNvSpPr>
            <p:nvPr/>
          </p:nvSpPr>
          <p:spPr bwMode="auto">
            <a:xfrm flipV="1">
              <a:off x="7070813" y="2895410"/>
              <a:ext cx="1642992" cy="15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18" name="Line 46"/>
            <p:cNvSpPr>
              <a:spLocks noChangeShapeType="1"/>
            </p:cNvSpPr>
            <p:nvPr/>
          </p:nvSpPr>
          <p:spPr bwMode="auto">
            <a:xfrm flipV="1">
              <a:off x="7070813" y="2601770"/>
              <a:ext cx="1639818"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19" name="Line 47"/>
            <p:cNvSpPr>
              <a:spLocks noChangeShapeType="1"/>
            </p:cNvSpPr>
            <p:nvPr/>
          </p:nvSpPr>
          <p:spPr bwMode="auto">
            <a:xfrm flipV="1">
              <a:off x="7059700" y="2306541"/>
              <a:ext cx="1639819"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20" name="Rectangle 48"/>
            <p:cNvSpPr>
              <a:spLocks noChangeArrowheads="1"/>
            </p:cNvSpPr>
            <p:nvPr/>
          </p:nvSpPr>
          <p:spPr bwMode="auto">
            <a:xfrm>
              <a:off x="7550217" y="1944649"/>
              <a:ext cx="1304001"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r>
                <a:rPr lang="en-US" altLang="zh-CN" sz="2100">
                  <a:solidFill>
                    <a:srgbClr val="000000"/>
                  </a:solidFill>
                  <a:ea typeface="宋体" panose="02010600030101010101" pitchFamily="2" charset="-122"/>
                  <a:cs typeface="Times New Roman" panose="02020603050405020304" pitchFamily="18" charset="0"/>
                </a:rPr>
                <a:t>8</a:t>
              </a:r>
            </a:p>
          </p:txBody>
        </p:sp>
        <p:sp>
          <p:nvSpPr>
            <p:cNvPr id="122921" name="Rectangle 49"/>
            <p:cNvSpPr>
              <a:spLocks noChangeArrowheads="1"/>
            </p:cNvSpPr>
            <p:nvPr/>
          </p:nvSpPr>
          <p:spPr bwMode="auto">
            <a:xfrm>
              <a:off x="7270109" y="1658944"/>
              <a:ext cx="1350906" cy="387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quicksort</a:t>
              </a:r>
            </a:p>
          </p:txBody>
        </p:sp>
        <p:sp>
          <p:nvSpPr>
            <p:cNvPr id="122922" name="Line 50"/>
            <p:cNvSpPr>
              <a:spLocks noChangeShapeType="1"/>
            </p:cNvSpPr>
            <p:nvPr/>
          </p:nvSpPr>
          <p:spPr bwMode="auto">
            <a:xfrm flipV="1">
              <a:off x="7070813" y="1995440"/>
              <a:ext cx="1639818"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23" name="Line 51"/>
            <p:cNvSpPr>
              <a:spLocks noChangeShapeType="1"/>
            </p:cNvSpPr>
            <p:nvPr/>
          </p:nvSpPr>
          <p:spPr bwMode="auto">
            <a:xfrm>
              <a:off x="7435922" y="2011313"/>
              <a:ext cx="1587" cy="2825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24" name="Line 52"/>
            <p:cNvSpPr>
              <a:spLocks noChangeShapeType="1"/>
            </p:cNvSpPr>
            <p:nvPr/>
          </p:nvSpPr>
          <p:spPr bwMode="auto">
            <a:xfrm>
              <a:off x="7990159" y="2330350"/>
              <a:ext cx="0" cy="860289"/>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25" name="Line 56"/>
            <p:cNvSpPr>
              <a:spLocks noChangeShapeType="1"/>
            </p:cNvSpPr>
            <p:nvPr/>
          </p:nvSpPr>
          <p:spPr bwMode="auto">
            <a:xfrm flipH="1">
              <a:off x="7507358" y="3589487"/>
              <a:ext cx="0" cy="90314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26" name="Line 57"/>
            <p:cNvSpPr>
              <a:spLocks noChangeShapeType="1"/>
            </p:cNvSpPr>
            <p:nvPr/>
          </p:nvSpPr>
          <p:spPr bwMode="auto">
            <a:xfrm flipH="1">
              <a:off x="8802827" y="3589487"/>
              <a:ext cx="0" cy="90314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27" name="Line 58"/>
            <p:cNvSpPr>
              <a:spLocks noChangeShapeType="1"/>
            </p:cNvSpPr>
            <p:nvPr/>
          </p:nvSpPr>
          <p:spPr bwMode="auto">
            <a:xfrm>
              <a:off x="7532757" y="4489458"/>
              <a:ext cx="1278009"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28" name="Line 59"/>
            <p:cNvSpPr>
              <a:spLocks noChangeShapeType="1"/>
            </p:cNvSpPr>
            <p:nvPr/>
          </p:nvSpPr>
          <p:spPr bwMode="auto">
            <a:xfrm flipV="1">
              <a:off x="7531171" y="4175605"/>
              <a:ext cx="12795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29" name="Line 60"/>
            <p:cNvSpPr>
              <a:spLocks noChangeShapeType="1"/>
            </p:cNvSpPr>
            <p:nvPr/>
          </p:nvSpPr>
          <p:spPr bwMode="auto">
            <a:xfrm flipV="1">
              <a:off x="7520058" y="3883550"/>
              <a:ext cx="129070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30" name="Rectangle 61"/>
            <p:cNvSpPr>
              <a:spLocks noChangeArrowheads="1"/>
            </p:cNvSpPr>
            <p:nvPr/>
          </p:nvSpPr>
          <p:spPr bwMode="auto">
            <a:xfrm>
              <a:off x="7794758" y="3537108"/>
              <a:ext cx="1188914"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r>
                <a:rPr lang="en-US" altLang="zh-CN" sz="2100">
                  <a:solidFill>
                    <a:srgbClr val="000000"/>
                  </a:solidFill>
                  <a:ea typeface="宋体" panose="02010600030101010101" pitchFamily="2" charset="-122"/>
                  <a:cs typeface="Times New Roman" panose="02020603050405020304" pitchFamily="18" charset="0"/>
                </a:rPr>
                <a:t>8</a:t>
              </a:r>
            </a:p>
          </p:txBody>
        </p:sp>
        <p:sp>
          <p:nvSpPr>
            <p:cNvPr id="122931" name="Rectangle 62"/>
            <p:cNvSpPr>
              <a:spLocks noChangeArrowheads="1"/>
            </p:cNvSpPr>
            <p:nvPr/>
          </p:nvSpPr>
          <p:spPr bwMode="auto">
            <a:xfrm>
              <a:off x="7680290" y="3252197"/>
              <a:ext cx="1350906" cy="387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partition</a:t>
              </a:r>
            </a:p>
          </p:txBody>
        </p:sp>
        <p:sp>
          <p:nvSpPr>
            <p:cNvPr id="122932" name="Line 63"/>
            <p:cNvSpPr>
              <a:spLocks noChangeShapeType="1"/>
            </p:cNvSpPr>
            <p:nvPr/>
          </p:nvSpPr>
          <p:spPr bwMode="auto">
            <a:xfrm>
              <a:off x="7531170" y="3591074"/>
              <a:ext cx="1269945" cy="1587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33" name="Line 64"/>
            <p:cNvSpPr>
              <a:spLocks noChangeShapeType="1"/>
            </p:cNvSpPr>
            <p:nvPr/>
          </p:nvSpPr>
          <p:spPr bwMode="auto">
            <a:xfrm>
              <a:off x="7794758" y="3603773"/>
              <a:ext cx="1587" cy="2825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34" name="Line 65"/>
            <p:cNvSpPr>
              <a:spLocks noChangeShapeType="1"/>
            </p:cNvSpPr>
            <p:nvPr/>
          </p:nvSpPr>
          <p:spPr bwMode="auto">
            <a:xfrm flipH="1">
              <a:off x="7801108" y="3902175"/>
              <a:ext cx="0" cy="577759"/>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35" name="Rectangle 69"/>
            <p:cNvSpPr>
              <a:spLocks noChangeArrowheads="1"/>
            </p:cNvSpPr>
            <p:nvPr/>
          </p:nvSpPr>
          <p:spPr bwMode="auto">
            <a:xfrm>
              <a:off x="7054938" y="2817636"/>
              <a:ext cx="1166763" cy="417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partition</a:t>
              </a:r>
            </a:p>
          </p:txBody>
        </p:sp>
        <p:sp>
          <p:nvSpPr>
            <p:cNvPr id="122936" name="Rectangle 72"/>
            <p:cNvSpPr>
              <a:spLocks noChangeArrowheads="1"/>
            </p:cNvSpPr>
            <p:nvPr/>
          </p:nvSpPr>
          <p:spPr bwMode="auto">
            <a:xfrm>
              <a:off x="4465638" y="2417726"/>
              <a:ext cx="1242959" cy="3888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quicksort</a:t>
              </a:r>
            </a:p>
          </p:txBody>
        </p:sp>
        <p:sp>
          <p:nvSpPr>
            <p:cNvPr id="239" name="Line 103"/>
            <p:cNvSpPr>
              <a:spLocks noChangeShapeType="1"/>
            </p:cNvSpPr>
            <p:nvPr/>
          </p:nvSpPr>
          <p:spPr bwMode="auto">
            <a:xfrm flipH="1" flipV="1">
              <a:off x="6365875" y="2092325"/>
              <a:ext cx="269875"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22938" name="Line 17"/>
            <p:cNvSpPr>
              <a:spLocks noChangeShapeType="1"/>
            </p:cNvSpPr>
            <p:nvPr/>
          </p:nvSpPr>
          <p:spPr bwMode="auto">
            <a:xfrm>
              <a:off x="7094996" y="360303"/>
              <a:ext cx="0" cy="59204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39" name="Line 18"/>
            <p:cNvSpPr>
              <a:spLocks noChangeShapeType="1"/>
            </p:cNvSpPr>
            <p:nvPr/>
          </p:nvSpPr>
          <p:spPr bwMode="auto">
            <a:xfrm>
              <a:off x="8386621" y="360304"/>
              <a:ext cx="0" cy="5920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40" name="Line 19"/>
            <p:cNvSpPr>
              <a:spLocks noChangeShapeType="1"/>
            </p:cNvSpPr>
            <p:nvPr/>
          </p:nvSpPr>
          <p:spPr bwMode="auto">
            <a:xfrm flipV="1">
              <a:off x="7095503" y="952347"/>
              <a:ext cx="129645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41" name="Line 20"/>
            <p:cNvSpPr>
              <a:spLocks noChangeShapeType="1"/>
            </p:cNvSpPr>
            <p:nvPr/>
          </p:nvSpPr>
          <p:spPr bwMode="auto">
            <a:xfrm flipV="1">
              <a:off x="7096583" y="653945"/>
              <a:ext cx="128582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42" name="Rectangle 21"/>
            <p:cNvSpPr>
              <a:spLocks noChangeArrowheads="1"/>
            </p:cNvSpPr>
            <p:nvPr/>
          </p:nvSpPr>
          <p:spPr bwMode="auto">
            <a:xfrm>
              <a:off x="7339460" y="287463"/>
              <a:ext cx="1119165" cy="36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r>
                <a:rPr lang="en-US" altLang="zh-CN" sz="2100">
                  <a:solidFill>
                    <a:srgbClr val="000000"/>
                  </a:solidFill>
                  <a:ea typeface="宋体" panose="02010600030101010101" pitchFamily="2" charset="-122"/>
                  <a:cs typeface="Times New Roman" panose="02020603050405020304" pitchFamily="18" charset="0"/>
                </a:rPr>
                <a:t>4</a:t>
              </a:r>
              <a:r>
                <a:rPr lang="en-US" altLang="zh-CN" sz="2100" i="1">
                  <a:solidFill>
                    <a:srgbClr val="000000"/>
                  </a:solidFill>
                  <a:ea typeface="宋体" panose="02010600030101010101" pitchFamily="2" charset="-122"/>
                  <a:cs typeface="Times New Roman" panose="02020603050405020304" pitchFamily="18" charset="0"/>
                </a:rPr>
                <a:t> </a:t>
              </a:r>
            </a:p>
          </p:txBody>
        </p:sp>
        <p:sp>
          <p:nvSpPr>
            <p:cNvPr id="122943" name="Line 22"/>
            <p:cNvSpPr>
              <a:spLocks noChangeShapeType="1"/>
            </p:cNvSpPr>
            <p:nvPr/>
          </p:nvSpPr>
          <p:spPr bwMode="auto">
            <a:xfrm>
              <a:off x="7083312" y="360303"/>
              <a:ext cx="1308641"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44" name="Line 23"/>
            <p:cNvSpPr>
              <a:spLocks noChangeShapeType="1"/>
            </p:cNvSpPr>
            <p:nvPr/>
          </p:nvSpPr>
          <p:spPr bwMode="auto">
            <a:xfrm>
              <a:off x="7378551" y="374588"/>
              <a:ext cx="0" cy="28411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45" name="Rectangle 40"/>
            <p:cNvSpPr>
              <a:spLocks noChangeArrowheads="1"/>
            </p:cNvSpPr>
            <p:nvPr/>
          </p:nvSpPr>
          <p:spPr bwMode="auto">
            <a:xfrm>
              <a:off x="7126744" y="615850"/>
              <a:ext cx="1220390"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err="1">
                  <a:solidFill>
                    <a:srgbClr val="000000"/>
                  </a:solidFill>
                  <a:ea typeface="宋体" panose="02010600030101010101" pitchFamily="2" charset="-122"/>
                  <a:cs typeface="Times New Roman" panose="02020603050405020304" pitchFamily="18" charset="0"/>
                </a:rPr>
                <a:t>i</a:t>
              </a:r>
              <a:r>
                <a:rPr lang="en-US" altLang="zh-CN" sz="1800" i="1" dirty="0">
                  <a:solidFill>
                    <a:srgbClr val="000000"/>
                  </a:solidFill>
                  <a:ea typeface="宋体" panose="02010600030101010101" pitchFamily="2" charset="-122"/>
                  <a:cs typeface="Times New Roman" panose="02020603050405020304" pitchFamily="18" charset="0"/>
                </a:rPr>
                <a:t>      </a:t>
              </a:r>
              <a:r>
                <a:rPr lang="en-US" altLang="zh-CN" sz="1800" dirty="0">
                  <a:solidFill>
                    <a:srgbClr val="000000"/>
                  </a:solidFill>
                  <a:ea typeface="宋体" panose="02010600030101010101" pitchFamily="2" charset="-122"/>
                  <a:cs typeface="Times New Roman" panose="02020603050405020304" pitchFamily="18" charset="0"/>
                </a:rPr>
                <a:t>int     0</a:t>
              </a:r>
            </a:p>
          </p:txBody>
        </p:sp>
        <p:sp>
          <p:nvSpPr>
            <p:cNvPr id="122946" name="Line 24"/>
            <p:cNvSpPr>
              <a:spLocks noChangeShapeType="1"/>
            </p:cNvSpPr>
            <p:nvPr/>
          </p:nvSpPr>
          <p:spPr bwMode="auto">
            <a:xfrm>
              <a:off x="7378551" y="696799"/>
              <a:ext cx="0" cy="26983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249" name="Line 95"/>
            <p:cNvSpPr>
              <a:spLocks noChangeShapeType="1"/>
            </p:cNvSpPr>
            <p:nvPr/>
          </p:nvSpPr>
          <p:spPr bwMode="auto">
            <a:xfrm>
              <a:off x="6819900" y="2066925"/>
              <a:ext cx="0" cy="6318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50" name="Line 43"/>
            <p:cNvSpPr>
              <a:spLocks noChangeShapeType="1"/>
            </p:cNvSpPr>
            <p:nvPr/>
          </p:nvSpPr>
          <p:spPr bwMode="auto">
            <a:xfrm>
              <a:off x="6804025" y="2066925"/>
              <a:ext cx="246063"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122949" name="Line 51"/>
            <p:cNvSpPr>
              <a:spLocks noChangeShapeType="1"/>
            </p:cNvSpPr>
            <p:nvPr/>
          </p:nvSpPr>
          <p:spPr bwMode="auto">
            <a:xfrm flipH="1" flipV="1">
              <a:off x="6498916" y="2198608"/>
              <a:ext cx="821399" cy="438"/>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50" name="Line 3"/>
            <p:cNvSpPr>
              <a:spLocks noChangeShapeType="1"/>
            </p:cNvSpPr>
            <p:nvPr/>
          </p:nvSpPr>
          <p:spPr bwMode="auto">
            <a:xfrm>
              <a:off x="6512257" y="1007117"/>
              <a:ext cx="0" cy="177783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51" name="Line 18"/>
            <p:cNvSpPr>
              <a:spLocks noChangeShapeType="1"/>
            </p:cNvSpPr>
            <p:nvPr/>
          </p:nvSpPr>
          <p:spPr bwMode="auto">
            <a:xfrm>
              <a:off x="8098601" y="362956"/>
              <a:ext cx="0" cy="589391"/>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52" name="Line 33"/>
            <p:cNvSpPr>
              <a:spLocks noChangeShapeType="1"/>
            </p:cNvSpPr>
            <p:nvPr/>
          </p:nvSpPr>
          <p:spPr bwMode="auto">
            <a:xfrm>
              <a:off x="8105646" y="1370687"/>
              <a:ext cx="0" cy="322211"/>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53" name="Line 57"/>
            <p:cNvSpPr>
              <a:spLocks noChangeShapeType="1"/>
            </p:cNvSpPr>
            <p:nvPr/>
          </p:nvSpPr>
          <p:spPr bwMode="auto">
            <a:xfrm flipH="1">
              <a:off x="8586812" y="3610543"/>
              <a:ext cx="0" cy="90314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54" name="Line 43"/>
            <p:cNvSpPr>
              <a:spLocks noChangeShapeType="1"/>
            </p:cNvSpPr>
            <p:nvPr/>
          </p:nvSpPr>
          <p:spPr bwMode="auto">
            <a:xfrm flipH="1">
              <a:off x="8350184" y="1980237"/>
              <a:ext cx="4763" cy="119678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258" name="Line 103"/>
            <p:cNvSpPr>
              <a:spLocks noChangeShapeType="1"/>
            </p:cNvSpPr>
            <p:nvPr/>
          </p:nvSpPr>
          <p:spPr bwMode="auto">
            <a:xfrm flipH="1">
              <a:off x="6356350" y="2381250"/>
              <a:ext cx="374650"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59" name="Line 103"/>
            <p:cNvSpPr>
              <a:spLocks noChangeShapeType="1"/>
            </p:cNvSpPr>
            <p:nvPr/>
          </p:nvSpPr>
          <p:spPr bwMode="auto">
            <a:xfrm flipH="1" flipV="1">
              <a:off x="6359692" y="2692400"/>
              <a:ext cx="458928"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60" name="Line 95"/>
            <p:cNvSpPr>
              <a:spLocks noChangeShapeType="1"/>
            </p:cNvSpPr>
            <p:nvPr/>
          </p:nvSpPr>
          <p:spPr bwMode="auto">
            <a:xfrm flipH="1">
              <a:off x="6732588" y="1511300"/>
              <a:ext cx="0" cy="865188"/>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61" name="Line 95"/>
            <p:cNvSpPr>
              <a:spLocks noChangeShapeType="1"/>
            </p:cNvSpPr>
            <p:nvPr/>
          </p:nvSpPr>
          <p:spPr bwMode="auto">
            <a:xfrm flipH="1">
              <a:off x="6626225" y="825500"/>
              <a:ext cx="0" cy="12795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62" name="Line 43"/>
            <p:cNvSpPr>
              <a:spLocks noChangeShapeType="1"/>
            </p:cNvSpPr>
            <p:nvPr/>
          </p:nvSpPr>
          <p:spPr bwMode="auto">
            <a:xfrm flipV="1">
              <a:off x="6732588" y="1511300"/>
              <a:ext cx="284162"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263" name="Line 43"/>
            <p:cNvSpPr>
              <a:spLocks noChangeShapeType="1"/>
            </p:cNvSpPr>
            <p:nvPr/>
          </p:nvSpPr>
          <p:spPr bwMode="auto">
            <a:xfrm>
              <a:off x="6635750" y="825500"/>
              <a:ext cx="471488"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264" name="Line 95"/>
            <p:cNvSpPr>
              <a:spLocks noChangeShapeType="1"/>
            </p:cNvSpPr>
            <p:nvPr/>
          </p:nvSpPr>
          <p:spPr bwMode="auto">
            <a:xfrm flipH="1">
              <a:off x="8440737" y="3030538"/>
              <a:ext cx="0" cy="21590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65" name="Line 43"/>
            <p:cNvSpPr>
              <a:spLocks noChangeShapeType="1"/>
            </p:cNvSpPr>
            <p:nvPr/>
          </p:nvSpPr>
          <p:spPr bwMode="auto">
            <a:xfrm>
              <a:off x="7740649" y="3233739"/>
              <a:ext cx="0" cy="309562"/>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dirty="0">
                <a:solidFill>
                  <a:prstClr val="black"/>
                </a:solidFill>
              </a:endParaRPr>
            </a:p>
          </p:txBody>
        </p:sp>
        <p:sp>
          <p:nvSpPr>
            <p:cNvPr id="266" name="Line 103"/>
            <p:cNvSpPr>
              <a:spLocks noChangeShapeType="1"/>
            </p:cNvSpPr>
            <p:nvPr/>
          </p:nvSpPr>
          <p:spPr bwMode="auto">
            <a:xfrm flipH="1" flipV="1">
              <a:off x="7740648" y="3233738"/>
              <a:ext cx="696913"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22964" name="Line 51"/>
            <p:cNvSpPr>
              <a:spLocks noChangeShapeType="1"/>
            </p:cNvSpPr>
            <p:nvPr/>
          </p:nvSpPr>
          <p:spPr bwMode="auto">
            <a:xfrm flipV="1">
              <a:off x="7570011" y="3277643"/>
              <a:ext cx="1" cy="384628"/>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65" name="Line 51"/>
            <p:cNvSpPr>
              <a:spLocks noChangeShapeType="1"/>
            </p:cNvSpPr>
            <p:nvPr/>
          </p:nvSpPr>
          <p:spPr bwMode="auto">
            <a:xfrm flipH="1">
              <a:off x="6464638" y="1609715"/>
              <a:ext cx="736791" cy="16598"/>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66" name="Line 103"/>
            <p:cNvSpPr>
              <a:spLocks noChangeShapeType="1"/>
            </p:cNvSpPr>
            <p:nvPr/>
          </p:nvSpPr>
          <p:spPr bwMode="auto">
            <a:xfrm flipH="1" flipV="1">
              <a:off x="6282255" y="556698"/>
              <a:ext cx="968484"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967" name="Line 51"/>
            <p:cNvSpPr>
              <a:spLocks noChangeShapeType="1"/>
            </p:cNvSpPr>
            <p:nvPr/>
          </p:nvSpPr>
          <p:spPr bwMode="auto">
            <a:xfrm flipH="1">
              <a:off x="6300658" y="542412"/>
              <a:ext cx="0" cy="458199"/>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5" name="Rectangle 3"/>
          <p:cNvSpPr>
            <a:spLocks noGrp="1" noChangeArrowheads="1"/>
          </p:cNvSpPr>
          <p:nvPr>
            <p:ph idx="1"/>
          </p:nvPr>
        </p:nvSpPr>
        <p:spPr>
          <a:xfrm>
            <a:off x="428625" y="785812"/>
            <a:ext cx="8072438" cy="4089400"/>
          </a:xfrm>
        </p:spPr>
        <p:txBody>
          <a:bodyPr/>
          <a:lstStyle/>
          <a:p>
            <a:pPr algn="just" eaLnBrk="1" hangingPunct="1">
              <a:lnSpc>
                <a:spcPts val="3500"/>
              </a:lnSpc>
              <a:spcBef>
                <a:spcPct val="15000"/>
              </a:spcBef>
              <a:buClrTx/>
              <a:buFont typeface="Wingdings" pitchFamily="2" charset="2"/>
              <a:buChar char="Ø"/>
              <a:defRPr/>
            </a:pPr>
            <a:r>
              <a:rPr lang="zh-CN" altLang="en-US" b="1" dirty="0">
                <a:solidFill>
                  <a:schemeClr val="tx1"/>
                </a:solidFill>
                <a:latin typeface="楷体" pitchFamily="49" charset="-122"/>
                <a:cs typeface="Times New Roman" pitchFamily="18" charset="0"/>
              </a:rPr>
              <a:t>嵌套过程声明语句的文法</a:t>
            </a:r>
            <a:endParaRPr lang="en-US" altLang="zh-CN" b="1" dirty="0">
              <a:solidFill>
                <a:schemeClr val="tx1"/>
              </a:solidFill>
              <a:latin typeface="楷体" pitchFamily="49" charset="-122"/>
              <a:cs typeface="Times New Roman" pitchFamily="18" charset="0"/>
            </a:endParaRPr>
          </a:p>
          <a:p>
            <a:pPr algn="just" eaLnBrk="1" hangingPunct="1">
              <a:lnSpc>
                <a:spcPts val="3500"/>
              </a:lnSpc>
              <a:spcBef>
                <a:spcPts val="0"/>
              </a:spcBef>
              <a:buFont typeface="Wingdings" pitchFamily="2" charset="2"/>
              <a:buNone/>
              <a:defRPr/>
            </a:pPr>
            <a:r>
              <a:rPr lang="en-US" altLang="zh-CN" b="1" i="1" dirty="0">
                <a:solidFill>
                  <a:schemeClr val="tx1"/>
                </a:solidFill>
                <a:ea typeface="楷体_GB2312"/>
                <a:cs typeface="Times New Roman" pitchFamily="18" charset="0"/>
              </a:rPr>
              <a:t>	P</a:t>
            </a:r>
            <a:r>
              <a:rPr lang="en-US" altLang="zh-CN" b="1" dirty="0">
                <a:solidFill>
                  <a:schemeClr val="tx1"/>
                </a:solidFill>
                <a:ea typeface="楷体_GB2312"/>
                <a:cs typeface="Times New Roman" pitchFamily="18" charset="0"/>
              </a:rPr>
              <a:t> </a:t>
            </a:r>
            <a:r>
              <a:rPr lang="en-US" altLang="zh-CN" b="1" dirty="0">
                <a:solidFill>
                  <a:schemeClr val="tx1"/>
                </a:solidFill>
                <a:ea typeface="楷体_GB2312"/>
                <a:cs typeface="Times New Roman" pitchFamily="18" charset="0"/>
                <a:sym typeface="Symbol" pitchFamily="18" charset="2"/>
              </a:rPr>
              <a:t></a:t>
            </a:r>
            <a:r>
              <a:rPr lang="en-US" altLang="zh-CN" b="1" dirty="0">
                <a:solidFill>
                  <a:schemeClr val="tx1"/>
                </a:solidFill>
                <a:ea typeface="楷体_GB2312"/>
                <a:cs typeface="Times New Roman" pitchFamily="18" charset="0"/>
              </a:rPr>
              <a:t> </a:t>
            </a:r>
            <a:r>
              <a:rPr lang="en-US" altLang="zh-CN" b="1" i="1" dirty="0">
                <a:solidFill>
                  <a:schemeClr val="tx1"/>
                </a:solidFill>
                <a:ea typeface="楷体_GB2312"/>
                <a:cs typeface="Times New Roman" pitchFamily="18" charset="0"/>
              </a:rPr>
              <a:t>D </a:t>
            </a:r>
          </a:p>
          <a:p>
            <a:pPr algn="just" eaLnBrk="1" hangingPunct="1">
              <a:lnSpc>
                <a:spcPts val="3500"/>
              </a:lnSpc>
              <a:spcBef>
                <a:spcPts val="0"/>
              </a:spcBef>
              <a:buFont typeface="Wingdings" pitchFamily="2" charset="2"/>
              <a:buNone/>
              <a:defRPr/>
            </a:pPr>
            <a:r>
              <a:rPr lang="en-US" altLang="zh-CN" b="1" dirty="0">
                <a:solidFill>
                  <a:schemeClr val="tx1"/>
                </a:solidFill>
                <a:ea typeface="楷体_GB2312"/>
                <a:cs typeface="Times New Roman" pitchFamily="18" charset="0"/>
              </a:rPr>
              <a:t>	</a:t>
            </a:r>
            <a:r>
              <a:rPr lang="en-US" altLang="zh-CN" b="1" i="1" dirty="0">
                <a:solidFill>
                  <a:schemeClr val="tx1"/>
                </a:solidFill>
                <a:ea typeface="楷体_GB2312"/>
                <a:cs typeface="Times New Roman" pitchFamily="18" charset="0"/>
              </a:rPr>
              <a:t>D</a:t>
            </a:r>
            <a:r>
              <a:rPr lang="en-US" altLang="zh-CN" b="1" dirty="0">
                <a:solidFill>
                  <a:schemeClr val="tx1"/>
                </a:solidFill>
                <a:ea typeface="楷体_GB2312"/>
                <a:cs typeface="Times New Roman" pitchFamily="18" charset="0"/>
              </a:rPr>
              <a:t> </a:t>
            </a:r>
            <a:r>
              <a:rPr lang="en-US" altLang="zh-CN" b="1" dirty="0">
                <a:solidFill>
                  <a:schemeClr val="tx1"/>
                </a:solidFill>
                <a:ea typeface="楷体_GB2312"/>
                <a:cs typeface="Times New Roman" pitchFamily="18" charset="0"/>
                <a:sym typeface="Symbol" pitchFamily="18" charset="2"/>
              </a:rPr>
              <a:t></a:t>
            </a:r>
            <a:r>
              <a:rPr lang="en-US" altLang="zh-CN" b="1" dirty="0">
                <a:solidFill>
                  <a:schemeClr val="tx1"/>
                </a:solidFill>
                <a:ea typeface="楷体_GB2312"/>
                <a:cs typeface="Times New Roman" pitchFamily="18" charset="0"/>
              </a:rPr>
              <a:t> </a:t>
            </a:r>
            <a:r>
              <a:rPr lang="en-US" altLang="zh-CN" b="1" i="1" dirty="0">
                <a:solidFill>
                  <a:schemeClr val="tx1"/>
                </a:solidFill>
                <a:ea typeface="楷体_GB2312"/>
                <a:cs typeface="Times New Roman" pitchFamily="18" charset="0"/>
              </a:rPr>
              <a:t>D</a:t>
            </a:r>
            <a:r>
              <a:rPr lang="en-US" altLang="zh-CN" b="1" dirty="0">
                <a:solidFill>
                  <a:schemeClr val="tx1"/>
                </a:solidFill>
                <a:ea typeface="楷体_GB2312"/>
                <a:cs typeface="Times New Roman" pitchFamily="18" charset="0"/>
              </a:rPr>
              <a:t>  </a:t>
            </a:r>
            <a:r>
              <a:rPr lang="en-US" altLang="zh-CN" b="1" i="1" dirty="0" err="1">
                <a:solidFill>
                  <a:schemeClr val="tx1"/>
                </a:solidFill>
                <a:ea typeface="楷体_GB2312"/>
                <a:cs typeface="Times New Roman" pitchFamily="18" charset="0"/>
              </a:rPr>
              <a:t>D</a:t>
            </a:r>
            <a:r>
              <a:rPr lang="en-US" altLang="zh-CN" b="1" dirty="0">
                <a:solidFill>
                  <a:schemeClr val="tx1"/>
                </a:solidFill>
                <a:ea typeface="楷体_GB2312"/>
                <a:cs typeface="Times New Roman" pitchFamily="18" charset="0"/>
              </a:rPr>
              <a:t> | </a:t>
            </a:r>
            <a:r>
              <a:rPr lang="en-US" altLang="zh-CN" b="1" dirty="0" err="1">
                <a:solidFill>
                  <a:schemeClr val="tx1"/>
                </a:solidFill>
                <a:ea typeface="楷体_GB2312"/>
                <a:cs typeface="Times New Roman" pitchFamily="18" charset="0"/>
              </a:rPr>
              <a:t>proc</a:t>
            </a:r>
            <a:r>
              <a:rPr lang="en-US" altLang="zh-CN" b="1" dirty="0">
                <a:solidFill>
                  <a:schemeClr val="tx1"/>
                </a:solidFill>
                <a:ea typeface="楷体_GB2312"/>
                <a:cs typeface="Times New Roman" pitchFamily="18" charset="0"/>
              </a:rPr>
              <a:t> id ; </a:t>
            </a:r>
            <a:r>
              <a:rPr lang="en-US" altLang="zh-CN" b="1" i="1" dirty="0">
                <a:solidFill>
                  <a:schemeClr val="tx1"/>
                </a:solidFill>
                <a:ea typeface="楷体_GB2312"/>
                <a:cs typeface="Times New Roman" pitchFamily="18" charset="0"/>
              </a:rPr>
              <a:t>D</a:t>
            </a:r>
            <a:r>
              <a:rPr lang="en-US" altLang="zh-CN" b="1" dirty="0">
                <a:solidFill>
                  <a:schemeClr val="tx1"/>
                </a:solidFill>
                <a:ea typeface="楷体_GB2312"/>
                <a:cs typeface="Times New Roman" pitchFamily="18" charset="0"/>
              </a:rPr>
              <a:t>  </a:t>
            </a:r>
            <a:r>
              <a:rPr lang="en-US" altLang="zh-CN" b="1" i="1" dirty="0">
                <a:solidFill>
                  <a:schemeClr val="tx1"/>
                </a:solidFill>
                <a:ea typeface="楷体_GB2312"/>
                <a:cs typeface="Times New Roman" pitchFamily="18" charset="0"/>
              </a:rPr>
              <a:t>S </a:t>
            </a:r>
            <a:r>
              <a:rPr lang="en-US" altLang="zh-CN" b="1" dirty="0">
                <a:solidFill>
                  <a:schemeClr val="tx1"/>
                </a:solidFill>
                <a:ea typeface="楷体_GB2312"/>
                <a:cs typeface="Times New Roman" pitchFamily="18" charset="0"/>
              </a:rPr>
              <a:t>| id : </a:t>
            </a:r>
            <a:r>
              <a:rPr lang="en-US" altLang="zh-CN" b="1" i="1" dirty="0">
                <a:solidFill>
                  <a:schemeClr val="tx1"/>
                </a:solidFill>
                <a:ea typeface="楷体_GB2312"/>
                <a:cs typeface="Times New Roman" pitchFamily="18" charset="0"/>
              </a:rPr>
              <a:t>T</a:t>
            </a:r>
            <a:r>
              <a:rPr lang="en-US" altLang="zh-CN" b="1" dirty="0">
                <a:solidFill>
                  <a:schemeClr val="tx1"/>
                </a:solidFill>
                <a:ea typeface="楷体_GB2312"/>
                <a:cs typeface="Times New Roman" pitchFamily="18" charset="0"/>
              </a:rPr>
              <a:t> ;</a:t>
            </a:r>
          </a:p>
          <a:p>
            <a:pPr eaLnBrk="1" hangingPunct="1">
              <a:buClrTx/>
              <a:buFont typeface="Wingdings" pitchFamily="2" charset="2"/>
              <a:buChar char="Ø"/>
              <a:defRPr/>
            </a:pPr>
            <a:r>
              <a:rPr lang="zh-CN" altLang="en-US" b="1" dirty="0">
                <a:solidFill>
                  <a:schemeClr val="tx1"/>
                </a:solidFill>
                <a:latin typeface="+mn-ea"/>
                <a:cs typeface="Times New Roman" pitchFamily="18" charset="0"/>
              </a:rPr>
              <a:t>在允许</a:t>
            </a:r>
            <a:r>
              <a:rPr lang="zh-CN" altLang="en-US" b="1" dirty="0">
                <a:solidFill>
                  <a:srgbClr val="0070C0"/>
                </a:solidFill>
                <a:latin typeface="+mn-ea"/>
                <a:cs typeface="Times New Roman" pitchFamily="18" charset="0"/>
              </a:rPr>
              <a:t>嵌套过程声明</a:t>
            </a:r>
            <a:r>
              <a:rPr lang="zh-CN" altLang="en-US" b="1" dirty="0">
                <a:solidFill>
                  <a:schemeClr val="tx1"/>
                </a:solidFill>
                <a:latin typeface="+mn-ea"/>
                <a:cs typeface="Times New Roman" pitchFamily="18" charset="0"/>
              </a:rPr>
              <a:t>的语言中，</a:t>
            </a:r>
            <a:r>
              <a:rPr lang="zh-CN" altLang="en-US" b="1" dirty="0">
                <a:solidFill>
                  <a:srgbClr val="0070C0"/>
                </a:solidFill>
                <a:latin typeface="+mn-ea"/>
                <a:cs typeface="Times New Roman" pitchFamily="18" charset="0"/>
              </a:rPr>
              <a:t>局部于每个过程的名字</a:t>
            </a:r>
            <a:r>
              <a:rPr lang="zh-CN" altLang="en-US" b="1" dirty="0">
                <a:solidFill>
                  <a:schemeClr val="tx1"/>
                </a:solidFill>
                <a:latin typeface="+mn-ea"/>
                <a:cs typeface="Times New Roman" pitchFamily="18" charset="0"/>
              </a:rPr>
              <a:t>可以使用第</a:t>
            </a:r>
            <a:r>
              <a:rPr lang="en-US" altLang="zh-CN" b="1" dirty="0">
                <a:solidFill>
                  <a:schemeClr val="tx1"/>
                </a:solidFill>
                <a:cs typeface="Times New Roman" panose="02020603050405020304" pitchFamily="18" charset="0"/>
              </a:rPr>
              <a:t>6</a:t>
            </a:r>
            <a:r>
              <a:rPr lang="zh-CN" altLang="en-US" b="1" dirty="0">
                <a:solidFill>
                  <a:schemeClr val="tx1"/>
                </a:solidFill>
                <a:latin typeface="+mn-ea"/>
                <a:cs typeface="Times New Roman" pitchFamily="18" charset="0"/>
              </a:rPr>
              <a:t>章介绍的方法分配相对地址；</a:t>
            </a:r>
            <a:endParaRPr lang="en-US" altLang="zh-CN" b="1" dirty="0">
              <a:solidFill>
                <a:schemeClr val="tx1"/>
              </a:solidFill>
              <a:latin typeface="+mn-ea"/>
              <a:cs typeface="Times New Roman" pitchFamily="18" charset="0"/>
            </a:endParaRPr>
          </a:p>
          <a:p>
            <a:pPr eaLnBrk="1" hangingPunct="1">
              <a:buClrTx/>
              <a:buFont typeface="Wingdings" pitchFamily="2" charset="2"/>
              <a:buChar char="Ø"/>
              <a:defRPr/>
            </a:pPr>
            <a:r>
              <a:rPr lang="zh-CN" altLang="en-US" b="1" dirty="0">
                <a:solidFill>
                  <a:schemeClr val="tx1"/>
                </a:solidFill>
                <a:latin typeface="+mn-ea"/>
                <a:cs typeface="Times New Roman" pitchFamily="18" charset="0"/>
              </a:rPr>
              <a:t>当看到</a:t>
            </a:r>
            <a:r>
              <a:rPr lang="zh-CN" altLang="en-US" b="1" dirty="0">
                <a:solidFill>
                  <a:srgbClr val="0070C0"/>
                </a:solidFill>
                <a:latin typeface="+mn-ea"/>
                <a:cs typeface="Times New Roman" pitchFamily="18" charset="0"/>
              </a:rPr>
              <a:t>嵌套的过程 </a:t>
            </a:r>
            <a:r>
              <a:rPr lang="en-US" altLang="zh-CN" b="1" i="1" dirty="0">
                <a:solidFill>
                  <a:schemeClr val="tx1"/>
                </a:solidFill>
                <a:cs typeface="Times New Roman" panose="02020603050405020304" pitchFamily="18" charset="0"/>
              </a:rPr>
              <a:t>p</a:t>
            </a:r>
            <a:r>
              <a:rPr lang="en-US" altLang="zh-CN" b="1" i="1" dirty="0">
                <a:solidFill>
                  <a:schemeClr val="tx1"/>
                </a:solidFill>
                <a:latin typeface="+mn-ea"/>
                <a:cs typeface="Times New Roman" pitchFamily="18" charset="0"/>
              </a:rPr>
              <a:t> </a:t>
            </a:r>
            <a:r>
              <a:rPr lang="zh-CN" altLang="en-US" b="1" dirty="0">
                <a:solidFill>
                  <a:schemeClr val="tx1"/>
                </a:solidFill>
                <a:latin typeface="+mn-ea"/>
                <a:cs typeface="Times New Roman" pitchFamily="18" charset="0"/>
              </a:rPr>
              <a:t>时，应暂时</a:t>
            </a:r>
            <a:r>
              <a:rPr lang="zh-CN" altLang="en-US" b="1" dirty="0">
                <a:solidFill>
                  <a:srgbClr val="0070C0"/>
                </a:solidFill>
                <a:latin typeface="+mn-ea"/>
                <a:cs typeface="Times New Roman" pitchFamily="18" charset="0"/>
              </a:rPr>
              <a:t>挂起</a:t>
            </a:r>
            <a:r>
              <a:rPr lang="zh-CN" altLang="en-US" b="1" dirty="0">
                <a:solidFill>
                  <a:schemeClr val="tx1"/>
                </a:solidFill>
                <a:latin typeface="+mn-ea"/>
                <a:cs typeface="Times New Roman" pitchFamily="18" charset="0"/>
              </a:rPr>
              <a:t>对</a:t>
            </a:r>
            <a:r>
              <a:rPr lang="zh-CN" altLang="en-US" b="1" dirty="0">
                <a:solidFill>
                  <a:srgbClr val="0070C0"/>
                </a:solidFill>
                <a:latin typeface="+mn-ea"/>
                <a:cs typeface="Times New Roman" pitchFamily="18" charset="0"/>
              </a:rPr>
              <a:t>外围过程 </a:t>
            </a:r>
            <a:r>
              <a:rPr lang="en-US" altLang="zh-CN" b="1" i="1" dirty="0">
                <a:solidFill>
                  <a:schemeClr val="tx1"/>
                </a:solidFill>
                <a:cs typeface="Times New Roman" panose="02020603050405020304" pitchFamily="18" charset="0"/>
              </a:rPr>
              <a:t>q</a:t>
            </a:r>
            <a:r>
              <a:rPr lang="en-US" altLang="zh-CN" b="1" i="1" dirty="0">
                <a:solidFill>
                  <a:schemeClr val="tx1"/>
                </a:solidFill>
                <a:latin typeface="+mn-ea"/>
                <a:cs typeface="Times New Roman" pitchFamily="18" charset="0"/>
              </a:rPr>
              <a:t> </a:t>
            </a:r>
            <a:r>
              <a:rPr lang="zh-CN" altLang="en-US" b="1" dirty="0">
                <a:solidFill>
                  <a:schemeClr val="tx1"/>
                </a:solidFill>
                <a:latin typeface="+mn-ea"/>
                <a:cs typeface="Times New Roman" pitchFamily="18" charset="0"/>
              </a:rPr>
              <a:t>声明语句的翻译，转而翻译过程 </a:t>
            </a:r>
            <a:r>
              <a:rPr lang="en-US" altLang="zh-CN" b="1" i="1" dirty="0">
                <a:solidFill>
                  <a:schemeClr val="tx1"/>
                </a:solidFill>
                <a:cs typeface="Times New Roman" panose="02020603050405020304" pitchFamily="18" charset="0"/>
              </a:rPr>
              <a:t>p </a:t>
            </a:r>
            <a:r>
              <a:rPr lang="zh-CN" altLang="en-US" b="1" dirty="0">
                <a:solidFill>
                  <a:schemeClr val="tx1"/>
                </a:solidFill>
                <a:latin typeface="+mn-ea"/>
                <a:cs typeface="Times New Roman" pitchFamily="18" charset="0"/>
              </a:rPr>
              <a:t>的声明语句。</a:t>
            </a:r>
            <a:r>
              <a:rPr lang="en-US" altLang="zh-CN" b="1" i="1" dirty="0">
                <a:solidFill>
                  <a:schemeClr val="tx1"/>
                </a:solidFill>
                <a:cs typeface="Times New Roman" panose="02020603050405020304" pitchFamily="18" charset="0"/>
              </a:rPr>
              <a:t>p</a:t>
            </a:r>
            <a:r>
              <a:rPr lang="en-US" altLang="zh-CN" b="1" i="1" dirty="0">
                <a:solidFill>
                  <a:schemeClr val="tx1"/>
                </a:solidFill>
                <a:latin typeface="+mn-ea"/>
                <a:cs typeface="Times New Roman" pitchFamily="18" charset="0"/>
              </a:rPr>
              <a:t> </a:t>
            </a:r>
            <a:r>
              <a:rPr lang="zh-CN" altLang="en-US" b="1" dirty="0">
                <a:solidFill>
                  <a:schemeClr val="tx1"/>
                </a:solidFill>
                <a:latin typeface="+mn-ea"/>
                <a:cs typeface="Times New Roman" pitchFamily="18" charset="0"/>
              </a:rPr>
              <a:t>处理完后，再接着翻译过程 </a:t>
            </a:r>
            <a:r>
              <a:rPr lang="en-US" altLang="zh-CN" b="1" i="1" dirty="0">
                <a:solidFill>
                  <a:schemeClr val="tx1"/>
                </a:solidFill>
                <a:cs typeface="Times New Roman" panose="02020603050405020304" pitchFamily="18" charset="0"/>
              </a:rPr>
              <a:t>q</a:t>
            </a:r>
            <a:r>
              <a:rPr lang="en-US" altLang="zh-CN" b="1" i="1" dirty="0">
                <a:solidFill>
                  <a:schemeClr val="tx1"/>
                </a:solidFill>
                <a:latin typeface="+mn-ea"/>
                <a:cs typeface="Times New Roman" pitchFamily="18" charset="0"/>
              </a:rPr>
              <a:t> </a:t>
            </a:r>
            <a:r>
              <a:rPr lang="zh-CN" altLang="en-US" b="1" dirty="0">
                <a:solidFill>
                  <a:schemeClr val="tx1"/>
                </a:solidFill>
                <a:latin typeface="+mn-ea"/>
                <a:cs typeface="Times New Roman" pitchFamily="18" charset="0"/>
              </a:rPr>
              <a:t>的剩余代码。</a:t>
            </a:r>
            <a:endParaRPr lang="en-US" altLang="zh-CN" b="1" dirty="0">
              <a:solidFill>
                <a:schemeClr val="tx1"/>
              </a:solidFill>
              <a:latin typeface="+mn-ea"/>
              <a:cs typeface="Times New Roman" pitchFamily="18" charset="0"/>
            </a:endParaRPr>
          </a:p>
          <a:p>
            <a:pPr eaLnBrk="1" hangingPunct="1">
              <a:buClrTx/>
              <a:buFont typeface="Wingdings" pitchFamily="2" charset="2"/>
              <a:buChar char="Ø"/>
              <a:defRPr/>
            </a:pPr>
            <a:r>
              <a:rPr lang="zh-CN" altLang="en-US" b="1" dirty="0">
                <a:solidFill>
                  <a:schemeClr val="tx1"/>
                </a:solidFill>
                <a:latin typeface="+mn-ea"/>
                <a:cs typeface="Times New Roman" pitchFamily="18" charset="0"/>
              </a:rPr>
              <a:t>过程定义亦满足嵌套性，因此可以使用</a:t>
            </a:r>
            <a:r>
              <a:rPr lang="zh-CN" altLang="en-US" b="1" dirty="0">
                <a:solidFill>
                  <a:srgbClr val="0070C0"/>
                </a:solidFill>
                <a:latin typeface="+mn-ea"/>
                <a:cs typeface="Times New Roman" pitchFamily="18" charset="0"/>
              </a:rPr>
              <a:t>栈</a:t>
            </a:r>
            <a:r>
              <a:rPr lang="zh-CN" altLang="en-US" b="1" dirty="0">
                <a:solidFill>
                  <a:schemeClr val="tx1"/>
                </a:solidFill>
                <a:latin typeface="+mn-ea"/>
                <a:cs typeface="Times New Roman" pitchFamily="18" charset="0"/>
              </a:rPr>
              <a:t>来管理不同过程的符号表指针</a:t>
            </a:r>
            <a:endParaRPr lang="en-US" altLang="zh-CN" b="1" dirty="0">
              <a:solidFill>
                <a:schemeClr val="tx1"/>
              </a:solidFill>
              <a:latin typeface="+mn-ea"/>
              <a:cs typeface="楷体_GB2312"/>
            </a:endParaRPr>
          </a:p>
        </p:txBody>
      </p:sp>
      <p:sp>
        <p:nvSpPr>
          <p:cNvPr id="130051" name="Rectangle 2"/>
          <p:cNvSpPr>
            <a:spLocks noGrp="1" noChangeArrowheads="1"/>
          </p:cNvSpPr>
          <p:nvPr>
            <p:ph type="title"/>
          </p:nvPr>
        </p:nvSpPr>
        <p:spPr>
          <a:xfrm>
            <a:off x="755650" y="268288"/>
            <a:ext cx="7931150" cy="358775"/>
          </a:xfrm>
        </p:spPr>
        <p:txBody>
          <a:bodyPr/>
          <a:lstStyle/>
          <a:p>
            <a:pPr eaLnBrk="1" hangingPunct="1"/>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符号表的建立</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0" fill="hold" nodeType="clickEffect">
                                  <p:stCondLst>
                                    <p:cond delay="0"/>
                                  </p:stCondLst>
                                  <p:childTnLst>
                                    <p:set>
                                      <p:cBhvr>
                                        <p:cTn id="6" dur="1" fill="hold">
                                          <p:stCondLst>
                                            <p:cond delay="0"/>
                                          </p:stCondLst>
                                        </p:cTn>
                                        <p:tgtEl>
                                          <p:spTgt spid="74755">
                                            <p:txEl>
                                              <p:pRg st="0" end="0"/>
                                            </p:txEl>
                                          </p:spTgt>
                                        </p:tgtEl>
                                        <p:attrNameLst>
                                          <p:attrName>style.visibility</p:attrName>
                                        </p:attrNameLst>
                                      </p:cBhvr>
                                      <p:to>
                                        <p:strVal val="visible"/>
                                      </p:to>
                                    </p:set>
                                    <p:anim calcmode="lin" valueType="num">
                                      <p:cBhvr>
                                        <p:cTn id="7" dur="500" fill="hold"/>
                                        <p:tgtEl>
                                          <p:spTgt spid="74755">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74755">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74755">
                                            <p:txEl>
                                              <p:pRg st="0" end="0"/>
                                            </p:txEl>
                                          </p:spTgt>
                                        </p:tgtEl>
                                      </p:cBhvr>
                                    </p:animEffect>
                                  </p:childTnLst>
                                </p:cTn>
                              </p:par>
                              <p:par>
                                <p:cTn id="10" presetID="53" presetClass="entr" presetSubtype="0" fill="hold" nodeType="withEffect">
                                  <p:stCondLst>
                                    <p:cond delay="0"/>
                                  </p:stCondLst>
                                  <p:childTnLst>
                                    <p:set>
                                      <p:cBhvr>
                                        <p:cTn id="11" dur="1" fill="hold">
                                          <p:stCondLst>
                                            <p:cond delay="0"/>
                                          </p:stCondLst>
                                        </p:cTn>
                                        <p:tgtEl>
                                          <p:spTgt spid="74755">
                                            <p:txEl>
                                              <p:pRg st="1" end="1"/>
                                            </p:txEl>
                                          </p:spTgt>
                                        </p:tgtEl>
                                        <p:attrNameLst>
                                          <p:attrName>style.visibility</p:attrName>
                                        </p:attrNameLst>
                                      </p:cBhvr>
                                      <p:to>
                                        <p:strVal val="visible"/>
                                      </p:to>
                                    </p:set>
                                    <p:anim calcmode="lin" valueType="num">
                                      <p:cBhvr>
                                        <p:cTn id="12" dur="500" fill="hold"/>
                                        <p:tgtEl>
                                          <p:spTgt spid="74755">
                                            <p:txEl>
                                              <p:pRg st="1" end="1"/>
                                            </p:txEl>
                                          </p:spTgt>
                                        </p:tgtEl>
                                        <p:attrNameLst>
                                          <p:attrName>ppt_w</p:attrName>
                                        </p:attrNameLst>
                                      </p:cBhvr>
                                      <p:tavLst>
                                        <p:tav tm="0">
                                          <p:val>
                                            <p:fltVal val="0"/>
                                          </p:val>
                                        </p:tav>
                                        <p:tav tm="100000">
                                          <p:val>
                                            <p:strVal val="#ppt_w"/>
                                          </p:val>
                                        </p:tav>
                                      </p:tavLst>
                                    </p:anim>
                                    <p:anim calcmode="lin" valueType="num">
                                      <p:cBhvr>
                                        <p:cTn id="13" dur="500" fill="hold"/>
                                        <p:tgtEl>
                                          <p:spTgt spid="74755">
                                            <p:txEl>
                                              <p:pRg st="1" end="1"/>
                                            </p:txEl>
                                          </p:spTgt>
                                        </p:tgtEl>
                                        <p:attrNameLst>
                                          <p:attrName>ppt_h</p:attrName>
                                        </p:attrNameLst>
                                      </p:cBhvr>
                                      <p:tavLst>
                                        <p:tav tm="0">
                                          <p:val>
                                            <p:fltVal val="0"/>
                                          </p:val>
                                        </p:tav>
                                        <p:tav tm="100000">
                                          <p:val>
                                            <p:strVal val="#ppt_h"/>
                                          </p:val>
                                        </p:tav>
                                      </p:tavLst>
                                    </p:anim>
                                    <p:animEffect transition="in" filter="fade">
                                      <p:cBhvr>
                                        <p:cTn id="14" dur="500"/>
                                        <p:tgtEl>
                                          <p:spTgt spid="74755">
                                            <p:txEl>
                                              <p:pRg st="1" end="1"/>
                                            </p:txEl>
                                          </p:spTgt>
                                        </p:tgtEl>
                                      </p:cBhvr>
                                    </p:animEffect>
                                  </p:childTnLst>
                                </p:cTn>
                              </p:par>
                              <p:par>
                                <p:cTn id="15" presetID="53" presetClass="entr" presetSubtype="0" fill="hold" nodeType="withEffect">
                                  <p:stCondLst>
                                    <p:cond delay="0"/>
                                  </p:stCondLst>
                                  <p:childTnLst>
                                    <p:set>
                                      <p:cBhvr>
                                        <p:cTn id="16" dur="1" fill="hold">
                                          <p:stCondLst>
                                            <p:cond delay="0"/>
                                          </p:stCondLst>
                                        </p:cTn>
                                        <p:tgtEl>
                                          <p:spTgt spid="74755">
                                            <p:txEl>
                                              <p:pRg st="2" end="2"/>
                                            </p:txEl>
                                          </p:spTgt>
                                        </p:tgtEl>
                                        <p:attrNameLst>
                                          <p:attrName>style.visibility</p:attrName>
                                        </p:attrNameLst>
                                      </p:cBhvr>
                                      <p:to>
                                        <p:strVal val="visible"/>
                                      </p:to>
                                    </p:set>
                                    <p:anim calcmode="lin" valueType="num">
                                      <p:cBhvr>
                                        <p:cTn id="17" dur="500" fill="hold"/>
                                        <p:tgtEl>
                                          <p:spTgt spid="74755">
                                            <p:txEl>
                                              <p:pRg st="2" end="2"/>
                                            </p:txEl>
                                          </p:spTgt>
                                        </p:tgtEl>
                                        <p:attrNameLst>
                                          <p:attrName>ppt_w</p:attrName>
                                        </p:attrNameLst>
                                      </p:cBhvr>
                                      <p:tavLst>
                                        <p:tav tm="0">
                                          <p:val>
                                            <p:fltVal val="0"/>
                                          </p:val>
                                        </p:tav>
                                        <p:tav tm="100000">
                                          <p:val>
                                            <p:strVal val="#ppt_w"/>
                                          </p:val>
                                        </p:tav>
                                      </p:tavLst>
                                    </p:anim>
                                    <p:anim calcmode="lin" valueType="num">
                                      <p:cBhvr>
                                        <p:cTn id="18" dur="500" fill="hold"/>
                                        <p:tgtEl>
                                          <p:spTgt spid="74755">
                                            <p:txEl>
                                              <p:pRg st="2" end="2"/>
                                            </p:txEl>
                                          </p:spTgt>
                                        </p:tgtEl>
                                        <p:attrNameLst>
                                          <p:attrName>ppt_h</p:attrName>
                                        </p:attrNameLst>
                                      </p:cBhvr>
                                      <p:tavLst>
                                        <p:tav tm="0">
                                          <p:val>
                                            <p:fltVal val="0"/>
                                          </p:val>
                                        </p:tav>
                                        <p:tav tm="100000">
                                          <p:val>
                                            <p:strVal val="#ppt_h"/>
                                          </p:val>
                                        </p:tav>
                                      </p:tavLst>
                                    </p:anim>
                                    <p:animEffect transition="in" filter="fade">
                                      <p:cBhvr>
                                        <p:cTn id="19" dur="500"/>
                                        <p:tgtEl>
                                          <p:spTgt spid="74755">
                                            <p:txEl>
                                              <p:pRg st="2" end="2"/>
                                            </p:txEl>
                                          </p:spTgt>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53" presetClass="entr" presetSubtype="0" fill="hold" nodeType="clickEffect">
                                  <p:stCondLst>
                                    <p:cond delay="0"/>
                                  </p:stCondLst>
                                  <p:childTnLst>
                                    <p:set>
                                      <p:cBhvr>
                                        <p:cTn id="23" dur="1" fill="hold">
                                          <p:stCondLst>
                                            <p:cond delay="0"/>
                                          </p:stCondLst>
                                        </p:cTn>
                                        <p:tgtEl>
                                          <p:spTgt spid="74755">
                                            <p:txEl>
                                              <p:pRg st="3" end="3"/>
                                            </p:txEl>
                                          </p:spTgt>
                                        </p:tgtEl>
                                        <p:attrNameLst>
                                          <p:attrName>style.visibility</p:attrName>
                                        </p:attrNameLst>
                                      </p:cBhvr>
                                      <p:to>
                                        <p:strVal val="visible"/>
                                      </p:to>
                                    </p:set>
                                    <p:anim calcmode="lin" valueType="num">
                                      <p:cBhvr>
                                        <p:cTn id="24" dur="500" fill="hold"/>
                                        <p:tgtEl>
                                          <p:spTgt spid="74755">
                                            <p:txEl>
                                              <p:pRg st="3" end="3"/>
                                            </p:txEl>
                                          </p:spTgt>
                                        </p:tgtEl>
                                        <p:attrNameLst>
                                          <p:attrName>ppt_w</p:attrName>
                                        </p:attrNameLst>
                                      </p:cBhvr>
                                      <p:tavLst>
                                        <p:tav tm="0">
                                          <p:val>
                                            <p:fltVal val="0"/>
                                          </p:val>
                                        </p:tav>
                                        <p:tav tm="100000">
                                          <p:val>
                                            <p:strVal val="#ppt_w"/>
                                          </p:val>
                                        </p:tav>
                                      </p:tavLst>
                                    </p:anim>
                                    <p:anim calcmode="lin" valueType="num">
                                      <p:cBhvr>
                                        <p:cTn id="25" dur="500" fill="hold"/>
                                        <p:tgtEl>
                                          <p:spTgt spid="74755">
                                            <p:txEl>
                                              <p:pRg st="3" end="3"/>
                                            </p:txEl>
                                          </p:spTgt>
                                        </p:tgtEl>
                                        <p:attrNameLst>
                                          <p:attrName>ppt_h</p:attrName>
                                        </p:attrNameLst>
                                      </p:cBhvr>
                                      <p:tavLst>
                                        <p:tav tm="0">
                                          <p:val>
                                            <p:fltVal val="0"/>
                                          </p:val>
                                        </p:tav>
                                        <p:tav tm="100000">
                                          <p:val>
                                            <p:strVal val="#ppt_h"/>
                                          </p:val>
                                        </p:tav>
                                      </p:tavLst>
                                    </p:anim>
                                    <p:animEffect transition="in" filter="fade">
                                      <p:cBhvr>
                                        <p:cTn id="26" dur="500"/>
                                        <p:tgtEl>
                                          <p:spTgt spid="74755">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53" presetClass="entr" presetSubtype="0" fill="hold" nodeType="clickEffect">
                                  <p:stCondLst>
                                    <p:cond delay="0"/>
                                  </p:stCondLst>
                                  <p:childTnLst>
                                    <p:set>
                                      <p:cBhvr>
                                        <p:cTn id="30" dur="1" fill="hold">
                                          <p:stCondLst>
                                            <p:cond delay="0"/>
                                          </p:stCondLst>
                                        </p:cTn>
                                        <p:tgtEl>
                                          <p:spTgt spid="74755">
                                            <p:txEl>
                                              <p:pRg st="4" end="4"/>
                                            </p:txEl>
                                          </p:spTgt>
                                        </p:tgtEl>
                                        <p:attrNameLst>
                                          <p:attrName>style.visibility</p:attrName>
                                        </p:attrNameLst>
                                      </p:cBhvr>
                                      <p:to>
                                        <p:strVal val="visible"/>
                                      </p:to>
                                    </p:set>
                                    <p:anim calcmode="lin" valueType="num">
                                      <p:cBhvr>
                                        <p:cTn id="31" dur="500" fill="hold"/>
                                        <p:tgtEl>
                                          <p:spTgt spid="74755">
                                            <p:txEl>
                                              <p:pRg st="4" end="4"/>
                                            </p:txEl>
                                          </p:spTgt>
                                        </p:tgtEl>
                                        <p:attrNameLst>
                                          <p:attrName>ppt_w</p:attrName>
                                        </p:attrNameLst>
                                      </p:cBhvr>
                                      <p:tavLst>
                                        <p:tav tm="0">
                                          <p:val>
                                            <p:fltVal val="0"/>
                                          </p:val>
                                        </p:tav>
                                        <p:tav tm="100000">
                                          <p:val>
                                            <p:strVal val="#ppt_w"/>
                                          </p:val>
                                        </p:tav>
                                      </p:tavLst>
                                    </p:anim>
                                    <p:anim calcmode="lin" valueType="num">
                                      <p:cBhvr>
                                        <p:cTn id="32" dur="500" fill="hold"/>
                                        <p:tgtEl>
                                          <p:spTgt spid="74755">
                                            <p:txEl>
                                              <p:pRg st="4" end="4"/>
                                            </p:txEl>
                                          </p:spTgt>
                                        </p:tgtEl>
                                        <p:attrNameLst>
                                          <p:attrName>ppt_h</p:attrName>
                                        </p:attrNameLst>
                                      </p:cBhvr>
                                      <p:tavLst>
                                        <p:tav tm="0">
                                          <p:val>
                                            <p:fltVal val="0"/>
                                          </p:val>
                                        </p:tav>
                                        <p:tav tm="100000">
                                          <p:val>
                                            <p:strVal val="#ppt_h"/>
                                          </p:val>
                                        </p:tav>
                                      </p:tavLst>
                                    </p:anim>
                                    <p:animEffect transition="in" filter="fade">
                                      <p:cBhvr>
                                        <p:cTn id="33" dur="500"/>
                                        <p:tgtEl>
                                          <p:spTgt spid="74755">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53" presetClass="entr" presetSubtype="0" fill="hold" nodeType="clickEffect">
                                  <p:stCondLst>
                                    <p:cond delay="0"/>
                                  </p:stCondLst>
                                  <p:childTnLst>
                                    <p:set>
                                      <p:cBhvr>
                                        <p:cTn id="37" dur="1" fill="hold">
                                          <p:stCondLst>
                                            <p:cond delay="0"/>
                                          </p:stCondLst>
                                        </p:cTn>
                                        <p:tgtEl>
                                          <p:spTgt spid="74755">
                                            <p:txEl>
                                              <p:pRg st="5" end="5"/>
                                            </p:txEl>
                                          </p:spTgt>
                                        </p:tgtEl>
                                        <p:attrNameLst>
                                          <p:attrName>style.visibility</p:attrName>
                                        </p:attrNameLst>
                                      </p:cBhvr>
                                      <p:to>
                                        <p:strVal val="visible"/>
                                      </p:to>
                                    </p:set>
                                    <p:anim calcmode="lin" valueType="num">
                                      <p:cBhvr>
                                        <p:cTn id="38" dur="500" fill="hold"/>
                                        <p:tgtEl>
                                          <p:spTgt spid="74755">
                                            <p:txEl>
                                              <p:pRg st="5" end="5"/>
                                            </p:txEl>
                                          </p:spTgt>
                                        </p:tgtEl>
                                        <p:attrNameLst>
                                          <p:attrName>ppt_w</p:attrName>
                                        </p:attrNameLst>
                                      </p:cBhvr>
                                      <p:tavLst>
                                        <p:tav tm="0">
                                          <p:val>
                                            <p:fltVal val="0"/>
                                          </p:val>
                                        </p:tav>
                                        <p:tav tm="100000">
                                          <p:val>
                                            <p:strVal val="#ppt_w"/>
                                          </p:val>
                                        </p:tav>
                                      </p:tavLst>
                                    </p:anim>
                                    <p:anim calcmode="lin" valueType="num">
                                      <p:cBhvr>
                                        <p:cTn id="39" dur="500" fill="hold"/>
                                        <p:tgtEl>
                                          <p:spTgt spid="74755">
                                            <p:txEl>
                                              <p:pRg st="5" end="5"/>
                                            </p:txEl>
                                          </p:spTgt>
                                        </p:tgtEl>
                                        <p:attrNameLst>
                                          <p:attrName>ppt_h</p:attrName>
                                        </p:attrNameLst>
                                      </p:cBhvr>
                                      <p:tavLst>
                                        <p:tav tm="0">
                                          <p:val>
                                            <p:fltVal val="0"/>
                                          </p:val>
                                        </p:tav>
                                        <p:tav tm="100000">
                                          <p:val>
                                            <p:strVal val="#ppt_h"/>
                                          </p:val>
                                        </p:tav>
                                      </p:tavLst>
                                    </p:anim>
                                    <p:animEffect transition="in" filter="fade">
                                      <p:cBhvr>
                                        <p:cTn id="40" dur="500"/>
                                        <p:tgtEl>
                                          <p:spTgt spid="7475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226" name="Rectangle 3"/>
          <p:cNvSpPr>
            <a:spLocks noGrp="1" noChangeArrowheads="1"/>
          </p:cNvSpPr>
          <p:nvPr>
            <p:ph idx="1"/>
          </p:nvPr>
        </p:nvSpPr>
        <p:spPr>
          <a:xfrm>
            <a:off x="107950" y="842963"/>
            <a:ext cx="7088188" cy="4465637"/>
          </a:xfrm>
        </p:spPr>
        <p:txBody>
          <a:bodyPr/>
          <a:lstStyle/>
          <a:p>
            <a:pPr>
              <a:lnSpc>
                <a:spcPts val="1800"/>
              </a:lnSpc>
              <a:buFont typeface="Wingdings" panose="05000000000000000000" pitchFamily="2" charset="2"/>
              <a:buNone/>
              <a:defRPr/>
            </a:pPr>
            <a:r>
              <a:rPr lang="en-US" altLang="zh-CN" sz="1800" b="1" i="1" dirty="0">
                <a:solidFill>
                  <a:schemeClr val="tx1"/>
                </a:solidFill>
                <a:ea typeface="楷体_GB2312" pitchFamily="49" charset="-122"/>
                <a:cs typeface="Times New Roman" panose="02020603050405020304" pitchFamily="18" charset="0"/>
              </a:rPr>
              <a:t>P</a:t>
            </a:r>
            <a:r>
              <a:rPr lang="en-US" altLang="zh-CN" sz="1800" b="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rgbClr val="FF0000"/>
                </a:solidFill>
                <a:ea typeface="楷体_GB2312" pitchFamily="49" charset="-122"/>
                <a:cs typeface="Times New Roman" panose="02020603050405020304" pitchFamily="18" charset="0"/>
              </a:rPr>
              <a:t>M</a:t>
            </a:r>
            <a:r>
              <a:rPr lang="en-US" altLang="zh-CN" sz="1800" b="1" i="1" dirty="0">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dirty="0">
                <a:ea typeface="楷体_GB2312" pitchFamily="49" charset="-122"/>
                <a:cs typeface="Times New Roman" panose="02020603050405020304" pitchFamily="18" charset="0"/>
              </a:rPr>
              <a:t>	</a:t>
            </a: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addwidth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rgbClr val="FF0000"/>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rgbClr val="FF0000"/>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a:t>
            </a:r>
            <a:r>
              <a:rPr lang="en-US" altLang="zh-CN" sz="1800" b="1" dirty="0" err="1">
                <a:solidFill>
                  <a:schemeClr val="tx2">
                    <a:lumMod val="60000"/>
                    <a:lumOff val="40000"/>
                  </a:schemeClr>
                </a:solidFill>
                <a:ea typeface="楷体_GB2312" pitchFamily="49" charset="-122"/>
                <a:cs typeface="Times New Roman" panose="02020603050405020304" pitchFamily="18" charset="0"/>
              </a:rPr>
              <a: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i="1" dirty="0">
                <a:solidFill>
                  <a:srgbClr val="FF0000"/>
                </a:solidFill>
                <a:ea typeface="楷体_GB2312" pitchFamily="49" charset="-122"/>
                <a:cs typeface="Times New Roman" panose="02020603050405020304" pitchFamily="18" charset="0"/>
              </a:rPr>
              <a:t>M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rgbClr val="FF0000"/>
                </a:solidFill>
                <a:ea typeface="楷体_GB2312" pitchFamily="49" charset="-122"/>
                <a:cs typeface="Times New Roman" panose="02020603050405020304" pitchFamily="18" charset="0"/>
              </a:rPr>
              <a:t> </a:t>
            </a:r>
            <a:r>
              <a:rPr lang="en-US" altLang="zh-CN" sz="1800" b="1" i="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FF0000"/>
                </a:solidFill>
                <a:ea typeface="楷体_GB2312" pitchFamily="49" charset="-122"/>
                <a:cs typeface="Times New Roman" panose="02020603050405020304" pitchFamily="18" charset="0"/>
              </a:rPr>
              <a:t>mktable</a:t>
            </a:r>
            <a:r>
              <a:rPr lang="en-US" altLang="zh-CN" sz="1800" b="1" dirty="0">
                <a:solidFill>
                  <a:srgbClr val="0000FF"/>
                </a:solidFill>
                <a:ea typeface="楷体_GB2312" pitchFamily="49" charset="-122"/>
                <a:cs typeface="Times New Roman" panose="02020603050405020304" pitchFamily="18" charset="0"/>
              </a:rPr>
              <a:t>( </a:t>
            </a:r>
            <a:r>
              <a:rPr lang="en-US" altLang="zh-CN" sz="1800" b="1" i="1" dirty="0">
                <a:solidFill>
                  <a:srgbClr val="0000FF"/>
                </a:solidFill>
                <a:ea typeface="楷体_GB2312" pitchFamily="49" charset="-122"/>
                <a:cs typeface="Times New Roman" panose="02020603050405020304" pitchFamily="18" charset="0"/>
              </a:rPr>
              <a:t>nil </a:t>
            </a:r>
            <a:r>
              <a:rPr lang="en-US" altLang="zh-CN" sz="1800" b="1" dirty="0">
                <a:solidFill>
                  <a:srgbClr val="0000FF"/>
                </a:solidFill>
                <a:ea typeface="楷体_GB2312" pitchFamily="49" charset="-122"/>
                <a:cs typeface="Times New Roman" panose="02020603050405020304" pitchFamily="18" charset="0"/>
              </a:rPr>
              <a:t>);</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( 0,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en-US" altLang="zh-CN" sz="1800" b="1" i="1" dirty="0">
                <a:solidFill>
                  <a:schemeClr val="tx1"/>
                </a:solidFill>
                <a:ea typeface="楷体_GB2312" pitchFamily="49" charset="-122"/>
                <a:cs typeface="Times New Roman" panose="02020603050405020304" pitchFamily="18" charset="0"/>
              </a:rPr>
              <a:t>D</a:t>
            </a:r>
            <a:r>
              <a:rPr lang="en-US" altLang="zh-CN" sz="1800" b="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1 </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2</a:t>
            </a:r>
            <a:endParaRPr lang="en-US" altLang="zh-CN" sz="1800" b="1" i="1" dirty="0">
              <a:solidFill>
                <a:schemeClr val="tx1"/>
              </a:solidFill>
              <a:ea typeface="楷体_GB2312" pitchFamily="49" charset="-122"/>
              <a:cs typeface="Times New Roman" panose="02020603050405020304" pitchFamily="18" charset="0"/>
            </a:endParaRPr>
          </a:p>
          <a:p>
            <a:pPr algn="just" eaLnBrk="1" hangingPunct="1">
              <a:lnSpc>
                <a:spcPts val="1800"/>
              </a:lnSpc>
              <a:spcBef>
                <a:spcPct val="12000"/>
              </a:spcBef>
              <a:buFont typeface="Wingdings" panose="05000000000000000000" pitchFamily="2" charset="2"/>
              <a:buNone/>
              <a:defRPr/>
            </a:pPr>
            <a:r>
              <a:rPr lang="en-US" altLang="zh-CN" sz="1800" b="1" i="1" dirty="0" err="1">
                <a:solidFill>
                  <a:schemeClr val="tx1"/>
                </a:solidFill>
                <a:ea typeface="楷体_GB2312" pitchFamily="49" charset="-122"/>
                <a:cs typeface="Times New Roman" panose="02020603050405020304" pitchFamily="18" charset="0"/>
              </a:rPr>
              <a:t>D</a:t>
            </a:r>
            <a:r>
              <a:rPr lang="en-US" altLang="zh-CN" sz="1800" b="1" i="1" baseline="-30000" dirty="0" err="1">
                <a:solidFill>
                  <a:schemeClr val="tx1"/>
                </a:solidFill>
                <a:ea typeface="楷体_GB2312" pitchFamily="49" charset="-122"/>
                <a:cs typeface="Times New Roman" panose="02020603050405020304" pitchFamily="18" charset="0"/>
              </a:rPr>
              <a:t>p</a:t>
            </a:r>
            <a:r>
              <a:rPr lang="en-US" altLang="zh-CN" sz="1800" b="1" i="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a:t>
            </a:r>
            <a:r>
              <a:rPr lang="en-US" altLang="zh-CN" sz="1800" b="1" dirty="0" err="1">
                <a:solidFill>
                  <a:schemeClr val="tx1"/>
                </a:solidFill>
                <a:ea typeface="楷体_GB2312" pitchFamily="49" charset="-122"/>
                <a:cs typeface="Times New Roman" panose="02020603050405020304" pitchFamily="18" charset="0"/>
              </a:rPr>
              <a:t>proc</a:t>
            </a:r>
            <a:r>
              <a:rPr lang="en-US" altLang="zh-CN" sz="1800" b="1" dirty="0">
                <a:solidFill>
                  <a:schemeClr val="tx1"/>
                </a:solidFill>
                <a:ea typeface="楷体_GB2312" pitchFamily="49" charset="-122"/>
                <a:cs typeface="Times New Roman" panose="02020603050405020304" pitchFamily="18" charset="0"/>
              </a:rPr>
              <a:t> id ; </a:t>
            </a:r>
            <a:r>
              <a:rPr lang="en-US" altLang="zh-CN" sz="1800" b="1" i="1" dirty="0">
                <a:solidFill>
                  <a:srgbClr val="FF0000"/>
                </a:solidFill>
                <a:ea typeface="楷体_GB2312" pitchFamily="49" charset="-122"/>
                <a:cs typeface="Times New Roman" panose="02020603050405020304" pitchFamily="18" charset="0"/>
              </a:rPr>
              <a:t>N</a:t>
            </a:r>
            <a:r>
              <a:rPr lang="en-US" altLang="zh-CN" sz="1800" b="1" i="1" dirty="0">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1</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S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 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FF0000"/>
                </a:solidFill>
                <a:ea typeface="楷体_GB2312" pitchFamily="49" charset="-122"/>
                <a:cs typeface="Times New Roman" panose="02020603050405020304" pitchFamily="18" charset="0"/>
              </a:rPr>
              <a:t>addwidth</a:t>
            </a:r>
            <a:r>
              <a:rPr lang="en-US" altLang="zh-CN" sz="1800" b="1" dirty="0">
                <a:solidFill>
                  <a:srgbClr val="0000FF"/>
                </a:solidFill>
                <a:ea typeface="楷体_GB2312" pitchFamily="49" charset="-122"/>
                <a:cs typeface="Times New Roman" panose="02020603050405020304" pitchFamily="18" charset="0"/>
              </a:rPr>
              <a:t>( </a:t>
            </a:r>
            <a:r>
              <a:rPr lang="en-US" altLang="zh-CN" sz="1800" b="1" i="1" dirty="0">
                <a:solidFill>
                  <a:srgbClr val="0000FF"/>
                </a:solidFill>
                <a:ea typeface="楷体_GB2312" pitchFamily="49" charset="-122"/>
                <a:cs typeface="Times New Roman" panose="02020603050405020304" pitchFamily="18" charset="0"/>
              </a:rPr>
              <a:t>t</a:t>
            </a:r>
            <a:r>
              <a:rPr lang="en-US" altLang="zh-CN" sz="1800" b="1" dirty="0">
                <a:solidFill>
                  <a:srgbClr val="0000FF"/>
                </a:solidFill>
                <a:ea typeface="楷体_GB2312" pitchFamily="49" charset="-122"/>
                <a:cs typeface="Times New Roman" panose="02020603050405020304" pitchFamily="18" charset="0"/>
              </a:rPr>
              <a:t>, </a:t>
            </a:r>
            <a:r>
              <a:rPr lang="en-US" altLang="zh-CN" sz="1800" b="1" i="1" dirty="0">
                <a:solidFill>
                  <a:srgbClr val="0000FF"/>
                </a:solidFill>
                <a:ea typeface="楷体_GB2312" pitchFamily="49" charset="-122"/>
                <a:cs typeface="Times New Roman" panose="02020603050405020304" pitchFamily="18" charset="0"/>
              </a:rPr>
              <a:t>top</a:t>
            </a:r>
            <a:r>
              <a:rPr lang="en-US" altLang="zh-CN" sz="1800" b="1" dirty="0">
                <a:solidFill>
                  <a:srgbClr val="0000FF"/>
                </a:solidFill>
                <a:ea typeface="楷体_GB2312" pitchFamily="49" charset="-122"/>
                <a:cs typeface="Times New Roman" panose="02020603050405020304" pitchFamily="18" charset="0"/>
              </a:rPr>
              <a:t>(</a:t>
            </a:r>
            <a:r>
              <a:rPr lang="en-US" altLang="zh-CN" sz="1800" b="1" i="1" dirty="0">
                <a:solidFill>
                  <a:srgbClr val="0000FF"/>
                </a:solidFill>
                <a:ea typeface="楷体_GB2312" pitchFamily="49" charset="-122"/>
                <a:cs typeface="Times New Roman" panose="02020603050405020304" pitchFamily="18" charset="0"/>
              </a:rPr>
              <a:t>offset</a:t>
            </a:r>
            <a:r>
              <a:rPr lang="en-US" altLang="zh-CN" sz="1800" b="1" dirty="0">
                <a:solidFill>
                  <a:srgbClr val="0000FF"/>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FF0000"/>
                </a:solidFill>
                <a:ea typeface="楷体_GB2312" pitchFamily="49" charset="-122"/>
                <a:cs typeface="Times New Roman" panose="02020603050405020304" pitchFamily="18" charset="0"/>
              </a:rPr>
              <a:t>enterproc</a:t>
            </a:r>
            <a:r>
              <a:rPr lang="en-US" altLang="zh-CN" sz="1800" b="1" dirty="0">
                <a:solidFill>
                  <a:srgbClr val="0000FF"/>
                </a:solidFill>
                <a:ea typeface="楷体_GB2312" pitchFamily="49" charset="-122"/>
                <a:cs typeface="Times New Roman" panose="02020603050405020304" pitchFamily="18" charset="0"/>
              </a:rPr>
              <a:t>( </a:t>
            </a:r>
            <a:r>
              <a:rPr lang="en-US" altLang="zh-CN" sz="1800" b="1" i="1" dirty="0">
                <a:solidFill>
                  <a:srgbClr val="0000FF"/>
                </a:solidFill>
                <a:ea typeface="楷体_GB2312" pitchFamily="49" charset="-122"/>
                <a:cs typeface="Times New Roman" panose="02020603050405020304" pitchFamily="18" charset="0"/>
              </a:rPr>
              <a:t>top</a:t>
            </a:r>
            <a:r>
              <a:rPr lang="en-US" altLang="zh-CN" sz="1800" b="1" dirty="0">
                <a:solidFill>
                  <a:srgbClr val="0000FF"/>
                </a:solidFill>
                <a:ea typeface="楷体_GB2312" pitchFamily="49" charset="-122"/>
                <a:cs typeface="Times New Roman" panose="02020603050405020304" pitchFamily="18" charset="0"/>
              </a:rPr>
              <a:t>(</a:t>
            </a:r>
            <a:r>
              <a:rPr lang="en-US" altLang="zh-CN" sz="1800" b="1" i="1" dirty="0" err="1">
                <a:solidFill>
                  <a:srgbClr val="0000FF"/>
                </a:solidFill>
                <a:ea typeface="楷体_GB2312" pitchFamily="49" charset="-122"/>
                <a:cs typeface="Times New Roman" panose="02020603050405020304" pitchFamily="18" charset="0"/>
              </a:rPr>
              <a:t>tblptr</a:t>
            </a:r>
            <a:r>
              <a:rPr lang="en-US" altLang="zh-CN" sz="1800" b="1" dirty="0">
                <a:solidFill>
                  <a:srgbClr val="0000FF"/>
                </a:solidFill>
                <a:ea typeface="楷体_GB2312" pitchFamily="49" charset="-122"/>
                <a:cs typeface="Times New Roman" panose="02020603050405020304" pitchFamily="18" charset="0"/>
              </a:rPr>
              <a:t>), </a:t>
            </a:r>
            <a:r>
              <a:rPr lang="en-US" altLang="zh-CN" sz="1800" b="1" dirty="0" err="1">
                <a:solidFill>
                  <a:srgbClr val="0000FF"/>
                </a:solidFill>
                <a:ea typeface="楷体_GB2312" pitchFamily="49" charset="-122"/>
                <a:cs typeface="Times New Roman" panose="02020603050405020304" pitchFamily="18" charset="0"/>
              </a:rPr>
              <a:t>id.</a:t>
            </a:r>
            <a:r>
              <a:rPr lang="en-US" altLang="zh-CN" sz="1800" b="1" i="1" dirty="0" err="1">
                <a:solidFill>
                  <a:srgbClr val="0000FF"/>
                </a:solidFill>
                <a:ea typeface="楷体_GB2312" pitchFamily="49" charset="-122"/>
                <a:cs typeface="Times New Roman" panose="02020603050405020304" pitchFamily="18" charset="0"/>
              </a:rPr>
              <a:t>lexeme</a:t>
            </a:r>
            <a:r>
              <a:rPr lang="en-US" altLang="zh-CN" sz="1800" b="1" dirty="0">
                <a:solidFill>
                  <a:srgbClr val="0000FF"/>
                </a:solidFill>
                <a:ea typeface="楷体_GB2312" pitchFamily="49" charset="-122"/>
                <a:cs typeface="Times New Roman" panose="02020603050405020304" pitchFamily="18" charset="0"/>
              </a:rPr>
              <a:t>, </a:t>
            </a:r>
            <a:r>
              <a:rPr lang="en-US" altLang="zh-CN" sz="1800" b="1" i="1" dirty="0">
                <a:solidFill>
                  <a:srgbClr val="0000FF"/>
                </a:solidFill>
                <a:ea typeface="楷体_GB2312" pitchFamily="49" charset="-122"/>
                <a:cs typeface="Times New Roman" panose="02020603050405020304" pitchFamily="18" charset="0"/>
              </a:rPr>
              <a:t>t</a:t>
            </a:r>
            <a:r>
              <a:rPr lang="en-US" altLang="zh-CN" sz="1800" b="1" dirty="0">
                <a:solidFill>
                  <a:srgbClr val="0000FF"/>
                </a:solidFill>
                <a:ea typeface="楷体_GB2312" pitchFamily="49" charset="-122"/>
                <a:cs typeface="Times New Roman" panose="02020603050405020304" pitchFamily="18" charset="0"/>
              </a:rPr>
              <a:t> );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p>
          <a:p>
            <a:pPr algn="just" eaLnBrk="1" hangingPunct="1">
              <a:lnSpc>
                <a:spcPts val="1800"/>
              </a:lnSpc>
              <a:spcBef>
                <a:spcPct val="12000"/>
              </a:spcBef>
              <a:buFont typeface="Wingdings" panose="05000000000000000000" pitchFamily="2" charset="2"/>
              <a:buNone/>
              <a:defRPr/>
            </a:pPr>
            <a:r>
              <a:rPr lang="en-US" altLang="zh-CN" sz="1800" b="1" i="1" dirty="0" err="1">
                <a:solidFill>
                  <a:schemeClr val="tx1"/>
                </a:solidFill>
                <a:ea typeface="楷体_GB2312" pitchFamily="49" charset="-122"/>
                <a:cs typeface="Times New Roman" panose="02020603050405020304" pitchFamily="18" charset="0"/>
              </a:rPr>
              <a:t>D</a:t>
            </a:r>
            <a:r>
              <a:rPr lang="en-US" altLang="zh-CN" sz="1800" b="1" i="1" baseline="-30000" dirty="0" err="1">
                <a:solidFill>
                  <a:schemeClr val="tx1"/>
                </a:solidFill>
                <a:ea typeface="楷体_GB2312" pitchFamily="49" charset="-122"/>
                <a:cs typeface="Times New Roman" panose="02020603050405020304" pitchFamily="18" charset="0"/>
              </a:rPr>
              <a:t>v</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1"/>
                </a:solidFill>
                <a:ea typeface="楷体_GB2312" pitchFamily="49" charset="-122"/>
                <a:cs typeface="Times New Roman" panose="02020603050405020304" pitchFamily="18" charset="0"/>
              </a:rPr>
              <a:t>id: </a:t>
            </a:r>
            <a:r>
              <a:rPr lang="en-US" altLang="zh-CN" sz="1800" b="1" i="1" dirty="0">
                <a:solidFill>
                  <a:schemeClr val="tx1"/>
                </a:solidFill>
                <a:ea typeface="楷体_GB2312" pitchFamily="49" charset="-122"/>
                <a:cs typeface="Times New Roman" panose="02020603050405020304" pitchFamily="18" charset="0"/>
              </a:rPr>
              <a:t>T</a:t>
            </a:r>
            <a:r>
              <a:rPr lang="en-US" altLang="zh-CN" sz="1800" b="1" dirty="0">
                <a:solidFill>
                  <a:schemeClr val="tx1"/>
                </a:solidFill>
                <a:ea typeface="楷体_GB2312" pitchFamily="49" charset="-122"/>
                <a:cs typeface="Times New Roman" panose="02020603050405020304" pitchFamily="18" charset="0"/>
              </a:rPr>
              <a:t> ;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rgbClr val="FF0000"/>
                </a:solidFill>
                <a:ea typeface="楷体_GB2312" pitchFamily="49" charset="-122"/>
                <a:cs typeface="Times New Roman" panose="02020603050405020304" pitchFamily="18" charset="0"/>
              </a:rPr>
              <a:t>enter</a:t>
            </a:r>
            <a:r>
              <a:rPr lang="en-US" altLang="zh-CN" sz="1800" b="1" dirty="0">
                <a:solidFill>
                  <a:srgbClr val="0000FF"/>
                </a:solidFill>
                <a:ea typeface="楷体_GB2312" pitchFamily="49" charset="-122"/>
                <a:cs typeface="Times New Roman" panose="02020603050405020304" pitchFamily="18" charset="0"/>
              </a:rPr>
              <a:t>( </a:t>
            </a:r>
            <a:r>
              <a:rPr lang="en-US" altLang="zh-CN" sz="1800" b="1" i="1" dirty="0">
                <a:solidFill>
                  <a:srgbClr val="0000FF"/>
                </a:solidFill>
                <a:ea typeface="楷体_GB2312" pitchFamily="49" charset="-122"/>
                <a:cs typeface="Times New Roman" panose="02020603050405020304" pitchFamily="18" charset="0"/>
              </a:rPr>
              <a:t>top</a:t>
            </a:r>
            <a:r>
              <a:rPr lang="en-US" altLang="zh-CN" sz="1800" b="1" dirty="0">
                <a:solidFill>
                  <a:srgbClr val="0000FF"/>
                </a:solidFill>
                <a:ea typeface="楷体_GB2312" pitchFamily="49" charset="-122"/>
                <a:cs typeface="Times New Roman" panose="02020603050405020304" pitchFamily="18" charset="0"/>
              </a:rPr>
              <a:t>(</a:t>
            </a:r>
            <a:r>
              <a:rPr lang="en-US" altLang="zh-CN" sz="1800" b="1" i="1" dirty="0" err="1">
                <a:solidFill>
                  <a:srgbClr val="0000FF"/>
                </a:solidFill>
                <a:ea typeface="楷体_GB2312" pitchFamily="49" charset="-122"/>
                <a:cs typeface="Times New Roman" panose="02020603050405020304" pitchFamily="18" charset="0"/>
              </a:rPr>
              <a:t>tblptr</a:t>
            </a:r>
            <a:r>
              <a:rPr lang="en-US" altLang="zh-CN" sz="1800" b="1" dirty="0">
                <a:solidFill>
                  <a:srgbClr val="0000FF"/>
                </a:solidFill>
                <a:ea typeface="楷体_GB2312" pitchFamily="49" charset="-122"/>
                <a:cs typeface="Times New Roman" panose="02020603050405020304" pitchFamily="18" charset="0"/>
              </a:rPr>
              <a:t>), </a:t>
            </a:r>
            <a:r>
              <a:rPr lang="en-US" altLang="zh-CN" sz="1800" b="1" dirty="0" err="1">
                <a:solidFill>
                  <a:srgbClr val="0000FF"/>
                </a:solidFill>
                <a:ea typeface="楷体_GB2312" pitchFamily="49" charset="-122"/>
                <a:cs typeface="Times New Roman" panose="02020603050405020304" pitchFamily="18" charset="0"/>
              </a:rPr>
              <a:t>id.</a:t>
            </a:r>
            <a:r>
              <a:rPr lang="en-US" altLang="zh-CN" sz="1800" b="1" i="1" dirty="0" err="1">
                <a:solidFill>
                  <a:srgbClr val="0000FF"/>
                </a:solidFill>
                <a:ea typeface="楷体_GB2312" pitchFamily="49" charset="-122"/>
                <a:cs typeface="Times New Roman" panose="02020603050405020304" pitchFamily="18" charset="0"/>
              </a:rPr>
              <a:t>lexeme</a:t>
            </a:r>
            <a:r>
              <a:rPr lang="en-US" altLang="zh-CN" sz="1800" b="1" dirty="0">
                <a:solidFill>
                  <a:srgbClr val="0000FF"/>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T.type</a:t>
            </a:r>
            <a:r>
              <a:rPr lang="en-US" altLang="zh-CN" sz="1800" b="1" dirty="0">
                <a:solidFill>
                  <a:srgbClr val="0000FF"/>
                </a:solidFill>
                <a:ea typeface="楷体_GB2312" pitchFamily="49" charset="-122"/>
                <a:cs typeface="Times New Roman" panose="02020603050405020304" pitchFamily="18" charset="0"/>
              </a:rPr>
              <a:t>, </a:t>
            </a:r>
            <a:r>
              <a:rPr lang="en-US" altLang="zh-CN" sz="1800" b="1" i="1" dirty="0">
                <a:solidFill>
                  <a:srgbClr val="0000FF"/>
                </a:solidFill>
                <a:ea typeface="楷体_GB2312" pitchFamily="49" charset="-122"/>
                <a:cs typeface="Times New Roman" panose="02020603050405020304" pitchFamily="18" charset="0"/>
              </a:rPr>
              <a:t>top</a:t>
            </a:r>
            <a:r>
              <a:rPr lang="en-US" altLang="zh-CN" sz="1800" b="1" dirty="0">
                <a:solidFill>
                  <a:srgbClr val="0000FF"/>
                </a:solidFill>
                <a:ea typeface="楷体_GB2312" pitchFamily="49" charset="-122"/>
                <a:cs typeface="Times New Roman" panose="02020603050405020304" pitchFamily="18" charset="0"/>
              </a:rPr>
              <a:t>(</a:t>
            </a:r>
            <a:r>
              <a:rPr lang="en-US" altLang="zh-CN" sz="1800" b="1" i="1" dirty="0">
                <a:solidFill>
                  <a:srgbClr val="0000FF"/>
                </a:solidFill>
                <a:ea typeface="楷体_GB2312" pitchFamily="49" charset="-122"/>
                <a:cs typeface="Times New Roman" panose="02020603050405020304" pitchFamily="18" charset="0"/>
              </a:rPr>
              <a:t>offset</a:t>
            </a:r>
            <a:r>
              <a:rPr lang="en-US" altLang="zh-CN" sz="1800" b="1" dirty="0">
                <a:solidFill>
                  <a:srgbClr val="0000FF"/>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zh-CN" altLang="en-US"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i="1" dirty="0">
                <a:solidFill>
                  <a:srgbClr val="FF0000"/>
                </a:solidFill>
                <a:ea typeface="楷体_GB2312" pitchFamily="49" charset="-122"/>
                <a:cs typeface="Times New Roman" panose="02020603050405020304" pitchFamily="18" charset="0"/>
              </a:rPr>
              <a:t>N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rgbClr val="FF0000"/>
                </a:solidFill>
                <a:ea typeface="楷体_GB2312" pitchFamily="49" charset="-122"/>
                <a:cs typeface="Times New Roman" panose="02020603050405020304" pitchFamily="18" charset="0"/>
              </a:rPr>
              <a:t>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 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mktable</a:t>
            </a:r>
            <a:r>
              <a:rPr lang="en-US" altLang="zh-CN" sz="1800" b="1" dirty="0">
                <a:solidFill>
                  <a:srgbClr val="0000FF"/>
                </a:solidFill>
                <a:ea typeface="楷体_GB2312" pitchFamily="49" charset="-122"/>
                <a:cs typeface="Times New Roman" panose="02020603050405020304" pitchFamily="18" charset="0"/>
              </a:rPr>
              <a:t>( </a:t>
            </a:r>
            <a:r>
              <a:rPr lang="en-US" altLang="zh-CN" sz="1800" b="1" i="1" dirty="0">
                <a:solidFill>
                  <a:srgbClr val="0000FF"/>
                </a:solidFill>
                <a:ea typeface="楷体_GB2312" pitchFamily="49" charset="-122"/>
                <a:cs typeface="Times New Roman" panose="02020603050405020304" pitchFamily="18" charset="0"/>
              </a:rPr>
              <a:t>top</a:t>
            </a:r>
            <a:r>
              <a:rPr lang="en-US" altLang="zh-CN" sz="1800" b="1" dirty="0">
                <a:solidFill>
                  <a:srgbClr val="0000FF"/>
                </a:solidFill>
                <a:ea typeface="楷体_GB2312" pitchFamily="49" charset="-122"/>
                <a:cs typeface="Times New Roman" panose="02020603050405020304" pitchFamily="18" charset="0"/>
              </a:rPr>
              <a:t>(</a:t>
            </a:r>
            <a:r>
              <a:rPr lang="en-US" altLang="zh-CN" sz="1800" b="1" i="1" dirty="0" err="1">
                <a:solidFill>
                  <a:srgbClr val="0000FF"/>
                </a:solidFill>
                <a:ea typeface="楷体_GB2312" pitchFamily="49" charset="-122"/>
                <a:cs typeface="Times New Roman" panose="02020603050405020304" pitchFamily="18" charset="0"/>
              </a:rPr>
              <a:t>tblptr</a:t>
            </a:r>
            <a:r>
              <a:rPr lang="en-US" altLang="zh-CN" sz="1800" b="1" dirty="0">
                <a:solidFill>
                  <a:srgbClr val="0000FF"/>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( 0,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 </a:t>
            </a:r>
            <a:endParaRPr lang="zh-CN" altLang="en-US" sz="1800" b="1" dirty="0">
              <a:solidFill>
                <a:schemeClr val="tx2">
                  <a:lumMod val="60000"/>
                  <a:lumOff val="40000"/>
                </a:schemeClr>
              </a:solidFill>
              <a:ea typeface="楷体_GB2312" pitchFamily="49" charset="-122"/>
              <a:cs typeface="Times New Roman" panose="02020603050405020304" pitchFamily="18" charset="0"/>
            </a:endParaRPr>
          </a:p>
        </p:txBody>
      </p:sp>
      <p:sp>
        <p:nvSpPr>
          <p:cNvPr id="132099" name="Rectangle 2"/>
          <p:cNvSpPr>
            <a:spLocks noGrp="1" noChangeArrowheads="1"/>
          </p:cNvSpPr>
          <p:nvPr>
            <p:ph type="title"/>
          </p:nvPr>
        </p:nvSpPr>
        <p:spPr>
          <a:xfrm>
            <a:off x="755650" y="268288"/>
            <a:ext cx="7931150" cy="358775"/>
          </a:xfrm>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嵌套过程声明语句的</a:t>
            </a:r>
            <a:r>
              <a:rPr lang="en-US" altLang="zh-CN" sz="3000" i="1" dirty="0">
                <a:solidFill>
                  <a:schemeClr val="tx1"/>
                </a:solidFill>
                <a:ea typeface="楷体_GB2312" pitchFamily="49" charset="-122"/>
                <a:cs typeface="Times New Roman" panose="02020603050405020304" pitchFamily="18" charset="0"/>
              </a:rPr>
              <a:t>SDT</a:t>
            </a:r>
            <a:endParaRPr lang="zh-CN" altLang="en-US" sz="3000" i="1" dirty="0">
              <a:solidFill>
                <a:schemeClr val="tx1"/>
              </a:solidFill>
              <a:ea typeface="楷体_GB2312" pitchFamily="49" charset="-122"/>
              <a:cs typeface="Times New Roman" panose="02020603050405020304" pitchFamily="18" charset="0"/>
            </a:endParaRPr>
          </a:p>
        </p:txBody>
      </p:sp>
      <p:sp>
        <p:nvSpPr>
          <p:cNvPr id="267268" name="AutoShape 4"/>
          <p:cNvSpPr>
            <a:spLocks noChangeArrowheads="1"/>
          </p:cNvSpPr>
          <p:nvPr/>
        </p:nvSpPr>
        <p:spPr bwMode="auto">
          <a:xfrm>
            <a:off x="3178174" y="1131888"/>
            <a:ext cx="5714305" cy="792162"/>
          </a:xfrm>
          <a:prstGeom prst="wedgeRectCallout">
            <a:avLst>
              <a:gd name="adj1" fmla="val -54824"/>
              <a:gd name="adj2" fmla="val 38471"/>
            </a:avLst>
          </a:prstGeom>
          <a:solidFill>
            <a:schemeClr val="accent5">
              <a:lumMod val="40000"/>
              <a:lumOff val="60000"/>
            </a:schemeClr>
          </a:solidFill>
          <a:ln w="9525" algn="ctr">
            <a:solidFill>
              <a:schemeClr val="tx1"/>
            </a:solidFill>
            <a:prstDash val="solid"/>
            <a:miter lim="800000"/>
            <a:headEnd/>
            <a:tailEnd/>
          </a:ln>
        </p:spPr>
        <p:txBody>
          <a:bodyPr lIns="68580" tIns="34290" rIns="68580" bIns="34290" anchor="ctr"/>
          <a:lstStyle/>
          <a:p>
            <a:pPr eaLnBrk="1" hangingPunct="1">
              <a:defRPr/>
            </a:pPr>
            <a:r>
              <a:rPr lang="en-US" altLang="zh-CN" sz="1600" i="1" dirty="0" err="1">
                <a:solidFill>
                  <a:srgbClr val="FF0000"/>
                </a:solidFill>
                <a:ea typeface="楷体_GB2312"/>
                <a:cs typeface="楷体_GB2312"/>
              </a:rPr>
              <a:t>mktable</a:t>
            </a:r>
            <a:r>
              <a:rPr lang="en-US" altLang="zh-CN" sz="1600" dirty="0">
                <a:solidFill>
                  <a:srgbClr val="0000FF"/>
                </a:solidFill>
                <a:ea typeface="楷体_GB2312"/>
                <a:cs typeface="楷体_GB2312"/>
              </a:rPr>
              <a:t>(</a:t>
            </a:r>
            <a:r>
              <a:rPr lang="en-US" altLang="zh-CN" sz="1600" i="1" dirty="0">
                <a:solidFill>
                  <a:srgbClr val="0000FF"/>
                </a:solidFill>
                <a:ea typeface="楷体_GB2312"/>
                <a:cs typeface="楷体_GB2312"/>
              </a:rPr>
              <a:t> previous</a:t>
            </a:r>
            <a:r>
              <a:rPr lang="en-US" altLang="zh-CN" sz="1600" dirty="0">
                <a:solidFill>
                  <a:srgbClr val="0000FF"/>
                </a:solidFill>
                <a:ea typeface="楷体_GB2312"/>
                <a:cs typeface="楷体_GB2312"/>
              </a:rPr>
              <a:t> )</a:t>
            </a:r>
          </a:p>
          <a:p>
            <a:pPr eaLnBrk="1" hangingPunct="1">
              <a:defRPr/>
            </a:pPr>
            <a:r>
              <a:rPr lang="zh-CN" altLang="en-US" sz="1600" dirty="0">
                <a:solidFill>
                  <a:prstClr val="black"/>
                </a:solidFill>
                <a:ea typeface="楷体" pitchFamily="49" charset="-122"/>
                <a:cs typeface="Times New Roman" pitchFamily="18" charset="0"/>
              </a:rPr>
              <a:t>创建一个</a:t>
            </a:r>
            <a:r>
              <a:rPr lang="zh-CN" altLang="en-US" sz="1600" dirty="0">
                <a:solidFill>
                  <a:srgbClr val="0070C0"/>
                </a:solidFill>
                <a:ea typeface="楷体" pitchFamily="49" charset="-122"/>
                <a:cs typeface="Times New Roman" pitchFamily="18" charset="0"/>
              </a:rPr>
              <a:t>新符号表</a:t>
            </a:r>
            <a:r>
              <a:rPr lang="zh-CN" altLang="en-US" sz="1600" dirty="0">
                <a:solidFill>
                  <a:prstClr val="black"/>
                </a:solidFill>
                <a:ea typeface="楷体" pitchFamily="49" charset="-122"/>
                <a:cs typeface="Times New Roman" pitchFamily="18" charset="0"/>
              </a:rPr>
              <a:t>，其</a:t>
            </a:r>
            <a:r>
              <a:rPr lang="zh-CN" altLang="en-US" sz="1600" dirty="0">
                <a:solidFill>
                  <a:srgbClr val="0070C0"/>
                </a:solidFill>
                <a:ea typeface="楷体" pitchFamily="49" charset="-122"/>
                <a:cs typeface="Times New Roman" pitchFamily="18" charset="0"/>
              </a:rPr>
              <a:t>父过程</a:t>
            </a:r>
            <a:r>
              <a:rPr lang="zh-CN" altLang="en-US" sz="1600" dirty="0">
                <a:solidFill>
                  <a:prstClr val="black"/>
                </a:solidFill>
                <a:ea typeface="楷体" pitchFamily="49" charset="-122"/>
                <a:cs typeface="Times New Roman" pitchFamily="18" charset="0"/>
              </a:rPr>
              <a:t>指针为</a:t>
            </a:r>
            <a:r>
              <a:rPr lang="en-US" altLang="zh-CN" sz="1600" i="1" dirty="0">
                <a:solidFill>
                  <a:srgbClr val="0070C0"/>
                </a:solidFill>
                <a:ea typeface="楷体" pitchFamily="49" charset="-122"/>
                <a:cs typeface="Times New Roman" pitchFamily="18" charset="0"/>
              </a:rPr>
              <a:t>previous</a:t>
            </a:r>
            <a:r>
              <a:rPr lang="zh-CN" altLang="en-US" sz="1600" dirty="0">
                <a:solidFill>
                  <a:prstClr val="black"/>
                </a:solidFill>
                <a:ea typeface="楷体" pitchFamily="49" charset="-122"/>
                <a:cs typeface="Times New Roman" pitchFamily="18" charset="0"/>
              </a:rPr>
              <a:t>，并返回指向新表的指针。</a:t>
            </a:r>
          </a:p>
        </p:txBody>
      </p:sp>
      <p:sp>
        <p:nvSpPr>
          <p:cNvPr id="267269" name="AutoShape 5"/>
          <p:cNvSpPr>
            <a:spLocks noChangeArrowheads="1"/>
          </p:cNvSpPr>
          <p:nvPr/>
        </p:nvSpPr>
        <p:spPr bwMode="auto">
          <a:xfrm>
            <a:off x="5148064" y="4299942"/>
            <a:ext cx="3945136" cy="785812"/>
          </a:xfrm>
          <a:prstGeom prst="wedgeRectCallout">
            <a:avLst>
              <a:gd name="adj1" fmla="val -40495"/>
              <a:gd name="adj2" fmla="val -67081"/>
            </a:avLst>
          </a:prstGeom>
          <a:solidFill>
            <a:schemeClr val="accent5">
              <a:lumMod val="40000"/>
              <a:lumOff val="60000"/>
            </a:schemeClr>
          </a:solidFill>
          <a:ln w="9525" algn="ctr">
            <a:solidFill>
              <a:schemeClr val="tx1"/>
            </a:solidFill>
            <a:prstDash val="solid"/>
            <a:miter lim="800000"/>
            <a:headEnd/>
            <a:tailEnd/>
          </a:ln>
        </p:spPr>
        <p:txBody>
          <a:bodyPr lIns="68580" tIns="34290" rIns="68580" bIns="34290" anchor="ctr"/>
          <a:lstStyle/>
          <a:p>
            <a:pPr eaLnBrk="1" hangingPunct="1">
              <a:defRPr/>
            </a:pPr>
            <a:r>
              <a:rPr lang="en-US" altLang="zh-CN" sz="1600" i="1" dirty="0">
                <a:solidFill>
                  <a:srgbClr val="FF0000"/>
                </a:solidFill>
                <a:ea typeface="楷体_GB2312"/>
                <a:cs typeface="楷体_GB2312"/>
              </a:rPr>
              <a:t>enter</a:t>
            </a:r>
            <a:r>
              <a:rPr lang="en-US" altLang="zh-CN" sz="1600" dirty="0">
                <a:solidFill>
                  <a:srgbClr val="0000FF"/>
                </a:solidFill>
                <a:ea typeface="楷体_GB2312"/>
                <a:cs typeface="楷体_GB2312"/>
              </a:rPr>
              <a:t>( </a:t>
            </a:r>
            <a:r>
              <a:rPr lang="en-US" altLang="zh-CN" sz="1600" i="1" dirty="0">
                <a:solidFill>
                  <a:srgbClr val="0000FF"/>
                </a:solidFill>
                <a:ea typeface="楷体_GB2312"/>
                <a:cs typeface="楷体_GB2312"/>
              </a:rPr>
              <a:t>table</a:t>
            </a:r>
            <a:r>
              <a:rPr lang="en-US" altLang="zh-CN" sz="1600" dirty="0">
                <a:solidFill>
                  <a:srgbClr val="0000FF"/>
                </a:solidFill>
                <a:ea typeface="楷体_GB2312"/>
                <a:cs typeface="楷体_GB2312"/>
              </a:rPr>
              <a:t>, </a:t>
            </a:r>
            <a:r>
              <a:rPr lang="en-US" altLang="zh-CN" sz="1600" i="1" dirty="0">
                <a:solidFill>
                  <a:srgbClr val="0000FF"/>
                </a:solidFill>
                <a:ea typeface="楷体_GB2312"/>
                <a:cs typeface="楷体_GB2312"/>
              </a:rPr>
              <a:t>name</a:t>
            </a:r>
            <a:r>
              <a:rPr lang="en-US" altLang="zh-CN" sz="1600" dirty="0">
                <a:solidFill>
                  <a:srgbClr val="0000FF"/>
                </a:solidFill>
                <a:ea typeface="楷体_GB2312"/>
                <a:cs typeface="楷体_GB2312"/>
              </a:rPr>
              <a:t>, </a:t>
            </a:r>
            <a:r>
              <a:rPr lang="en-US" altLang="zh-CN" sz="1600" i="1" dirty="0">
                <a:solidFill>
                  <a:srgbClr val="0000FF"/>
                </a:solidFill>
                <a:ea typeface="楷体_GB2312"/>
                <a:cs typeface="楷体_GB2312"/>
              </a:rPr>
              <a:t>type</a:t>
            </a:r>
            <a:r>
              <a:rPr lang="en-US" altLang="zh-CN" sz="1600" dirty="0">
                <a:solidFill>
                  <a:srgbClr val="0000FF"/>
                </a:solidFill>
                <a:ea typeface="楷体_GB2312"/>
                <a:cs typeface="楷体_GB2312"/>
              </a:rPr>
              <a:t>, </a:t>
            </a:r>
            <a:r>
              <a:rPr lang="en-US" altLang="zh-CN" sz="1600" i="1" dirty="0">
                <a:solidFill>
                  <a:srgbClr val="0000FF"/>
                </a:solidFill>
                <a:ea typeface="楷体_GB2312"/>
                <a:cs typeface="楷体_GB2312"/>
              </a:rPr>
              <a:t>offset</a:t>
            </a:r>
            <a:r>
              <a:rPr lang="en-US" altLang="zh-CN" sz="1600" dirty="0">
                <a:solidFill>
                  <a:srgbClr val="0000FF"/>
                </a:solidFill>
                <a:ea typeface="楷体_GB2312"/>
                <a:cs typeface="楷体_GB2312"/>
              </a:rPr>
              <a:t> )</a:t>
            </a:r>
          </a:p>
          <a:p>
            <a:pPr eaLnBrk="1" hangingPunct="1">
              <a:defRPr/>
            </a:pPr>
            <a:r>
              <a:rPr lang="zh-CN" altLang="en-US" sz="1600" dirty="0">
                <a:solidFill>
                  <a:prstClr val="black"/>
                </a:solidFill>
                <a:ea typeface="楷体" pitchFamily="49" charset="-122"/>
                <a:cs typeface="Times New Roman" pitchFamily="18" charset="0"/>
              </a:rPr>
              <a:t>在</a:t>
            </a:r>
            <a:r>
              <a:rPr lang="en-US" altLang="zh-CN" sz="1600" i="1" dirty="0">
                <a:solidFill>
                  <a:prstClr val="black"/>
                </a:solidFill>
                <a:ea typeface="楷体" pitchFamily="49" charset="-122"/>
                <a:cs typeface="Times New Roman" pitchFamily="18" charset="0"/>
              </a:rPr>
              <a:t>table</a:t>
            </a:r>
            <a:r>
              <a:rPr lang="zh-CN" altLang="en-US" sz="1600" dirty="0">
                <a:solidFill>
                  <a:prstClr val="black"/>
                </a:solidFill>
                <a:ea typeface="楷体" pitchFamily="49" charset="-122"/>
                <a:cs typeface="Times New Roman" pitchFamily="18" charset="0"/>
              </a:rPr>
              <a:t>指向的符号表中为名字</a:t>
            </a:r>
            <a:r>
              <a:rPr lang="en-US" altLang="zh-CN" sz="1600" i="1" dirty="0">
                <a:solidFill>
                  <a:prstClr val="black"/>
                </a:solidFill>
                <a:ea typeface="楷体" pitchFamily="49" charset="-122"/>
                <a:cs typeface="Times New Roman" pitchFamily="18" charset="0"/>
              </a:rPr>
              <a:t>name</a:t>
            </a:r>
            <a:r>
              <a:rPr lang="zh-CN" altLang="en-US" sz="1600" dirty="0">
                <a:solidFill>
                  <a:prstClr val="black"/>
                </a:solidFill>
                <a:ea typeface="楷体" pitchFamily="49" charset="-122"/>
                <a:cs typeface="Times New Roman" pitchFamily="18" charset="0"/>
              </a:rPr>
              <a:t>建立一个新表项，类型为</a:t>
            </a:r>
            <a:r>
              <a:rPr lang="en-US" altLang="zh-CN" sz="1600" i="1" dirty="0">
                <a:solidFill>
                  <a:prstClr val="black"/>
                </a:solidFill>
                <a:ea typeface="楷体" pitchFamily="49" charset="-122"/>
                <a:cs typeface="Times New Roman" pitchFamily="18" charset="0"/>
              </a:rPr>
              <a:t>type</a:t>
            </a:r>
            <a:r>
              <a:rPr lang="zh-CN" altLang="en-US" sz="1600" dirty="0">
                <a:solidFill>
                  <a:prstClr val="black"/>
                </a:solidFill>
                <a:ea typeface="楷体" pitchFamily="49" charset="-122"/>
                <a:cs typeface="Times New Roman" pitchFamily="18" charset="0"/>
              </a:rPr>
              <a:t>，相对地址为</a:t>
            </a:r>
            <a:r>
              <a:rPr lang="en-US" altLang="zh-CN" sz="1600" i="1" dirty="0">
                <a:solidFill>
                  <a:prstClr val="black"/>
                </a:solidFill>
                <a:ea typeface="楷体" pitchFamily="49" charset="-122"/>
                <a:cs typeface="Times New Roman" pitchFamily="18" charset="0"/>
              </a:rPr>
              <a:t>offset</a:t>
            </a:r>
            <a:endParaRPr lang="zh-CN" altLang="en-US" sz="1600" i="1" dirty="0">
              <a:solidFill>
                <a:prstClr val="black"/>
              </a:solidFill>
              <a:ea typeface="楷体" pitchFamily="49" charset="-122"/>
              <a:cs typeface="Times New Roman" pitchFamily="18" charset="0"/>
            </a:endParaRPr>
          </a:p>
        </p:txBody>
      </p:sp>
      <p:sp>
        <p:nvSpPr>
          <p:cNvPr id="12" name="AutoShape 16"/>
          <p:cNvSpPr>
            <a:spLocks noChangeArrowheads="1"/>
          </p:cNvSpPr>
          <p:nvPr/>
        </p:nvSpPr>
        <p:spPr bwMode="auto">
          <a:xfrm>
            <a:off x="3995737" y="1995686"/>
            <a:ext cx="4896741" cy="720527"/>
          </a:xfrm>
          <a:prstGeom prst="wedgeRectCallout">
            <a:avLst>
              <a:gd name="adj1" fmla="val -44256"/>
              <a:gd name="adj2" fmla="val 84948"/>
            </a:avLst>
          </a:prstGeom>
          <a:solidFill>
            <a:schemeClr val="accent5">
              <a:lumMod val="40000"/>
              <a:lumOff val="60000"/>
            </a:schemeClr>
          </a:solidFill>
          <a:ln w="9525" algn="ctr">
            <a:solidFill>
              <a:schemeClr val="tx1"/>
            </a:solidFill>
            <a:prstDash val="solid"/>
            <a:miter lim="800000"/>
            <a:headEnd/>
            <a:tailEnd/>
          </a:ln>
        </p:spPr>
        <p:txBody>
          <a:bodyPr lIns="68580" tIns="34290" rIns="68580" bIns="34290" anchor="ctr"/>
          <a:lstStyle/>
          <a:p>
            <a:pPr eaLnBrk="1" hangingPunct="1">
              <a:lnSpc>
                <a:spcPct val="90000"/>
              </a:lnSpc>
              <a:defRPr/>
            </a:pPr>
            <a:r>
              <a:rPr lang="en-US" altLang="zh-CN" sz="1600" i="1" dirty="0">
                <a:solidFill>
                  <a:srgbClr val="FF0000"/>
                </a:solidFill>
                <a:ea typeface="楷体_GB2312"/>
                <a:cs typeface="楷体_GB2312"/>
              </a:rPr>
              <a:t>addwidth</a:t>
            </a:r>
            <a:r>
              <a:rPr lang="en-US" altLang="zh-CN" sz="1600" dirty="0">
                <a:solidFill>
                  <a:srgbClr val="0000FF"/>
                </a:solidFill>
                <a:ea typeface="楷体_GB2312"/>
                <a:cs typeface="楷体_GB2312"/>
              </a:rPr>
              <a:t>( </a:t>
            </a:r>
            <a:r>
              <a:rPr lang="en-US" altLang="zh-CN" sz="1600" i="1" dirty="0">
                <a:solidFill>
                  <a:srgbClr val="0000FF"/>
                </a:solidFill>
                <a:ea typeface="楷体_GB2312"/>
                <a:cs typeface="楷体_GB2312"/>
              </a:rPr>
              <a:t>table</a:t>
            </a:r>
            <a:r>
              <a:rPr lang="en-US" altLang="zh-CN" sz="1600" dirty="0">
                <a:solidFill>
                  <a:srgbClr val="0000FF"/>
                </a:solidFill>
                <a:ea typeface="楷体_GB2312"/>
                <a:cs typeface="楷体_GB2312"/>
              </a:rPr>
              <a:t>, </a:t>
            </a:r>
            <a:r>
              <a:rPr lang="en-US" altLang="zh-CN" sz="1600" i="1" dirty="0">
                <a:solidFill>
                  <a:srgbClr val="0000FF"/>
                </a:solidFill>
                <a:ea typeface="楷体_GB2312"/>
                <a:cs typeface="楷体_GB2312"/>
              </a:rPr>
              <a:t>width</a:t>
            </a:r>
            <a:r>
              <a:rPr lang="en-US" altLang="zh-CN" sz="1600" dirty="0">
                <a:solidFill>
                  <a:srgbClr val="0000FF"/>
                </a:solidFill>
                <a:ea typeface="楷体_GB2312"/>
                <a:cs typeface="楷体_GB2312"/>
              </a:rPr>
              <a:t> )  </a:t>
            </a:r>
          </a:p>
          <a:p>
            <a:pPr eaLnBrk="1" hangingPunct="1">
              <a:lnSpc>
                <a:spcPct val="90000"/>
              </a:lnSpc>
              <a:defRPr/>
            </a:pPr>
            <a:r>
              <a:rPr lang="zh-CN" altLang="en-US" sz="1600" dirty="0">
                <a:solidFill>
                  <a:prstClr val="black"/>
                </a:solidFill>
                <a:ea typeface="楷体" pitchFamily="49" charset="-122"/>
                <a:cs typeface="Times New Roman" pitchFamily="18" charset="0"/>
              </a:rPr>
              <a:t>将符号表中所有局部数据宽度之和</a:t>
            </a:r>
            <a:r>
              <a:rPr lang="en-US" altLang="zh-CN" sz="1600" i="1" dirty="0">
                <a:solidFill>
                  <a:prstClr val="black"/>
                </a:solidFill>
                <a:ea typeface="楷体" pitchFamily="49" charset="-122"/>
                <a:cs typeface="Times New Roman" pitchFamily="18" charset="0"/>
              </a:rPr>
              <a:t>width</a:t>
            </a:r>
            <a:r>
              <a:rPr lang="zh-CN" altLang="en-US" sz="1600" dirty="0">
                <a:solidFill>
                  <a:prstClr val="black"/>
                </a:solidFill>
                <a:ea typeface="楷体" pitchFamily="49" charset="-122"/>
                <a:cs typeface="Times New Roman" pitchFamily="18" charset="0"/>
              </a:rPr>
              <a:t>记录在</a:t>
            </a:r>
            <a:r>
              <a:rPr lang="en-US" altLang="zh-CN" sz="1600" i="1" dirty="0">
                <a:solidFill>
                  <a:prstClr val="black"/>
                </a:solidFill>
                <a:ea typeface="楷体" pitchFamily="49" charset="-122"/>
                <a:cs typeface="Times New Roman" pitchFamily="18" charset="0"/>
              </a:rPr>
              <a:t>table</a:t>
            </a:r>
            <a:r>
              <a:rPr lang="zh-CN" altLang="en-US" sz="1600" dirty="0">
                <a:solidFill>
                  <a:prstClr val="black"/>
                </a:solidFill>
                <a:ea typeface="楷体" pitchFamily="49" charset="-122"/>
                <a:cs typeface="Times New Roman" pitchFamily="18" charset="0"/>
              </a:rPr>
              <a:t>指向的符号表表头中</a:t>
            </a:r>
          </a:p>
        </p:txBody>
      </p:sp>
      <p:sp>
        <p:nvSpPr>
          <p:cNvPr id="13" name="AutoShape 15"/>
          <p:cNvSpPr>
            <a:spLocks noChangeArrowheads="1"/>
          </p:cNvSpPr>
          <p:nvPr/>
        </p:nvSpPr>
        <p:spPr bwMode="auto">
          <a:xfrm>
            <a:off x="4932041" y="2932113"/>
            <a:ext cx="4161160" cy="704850"/>
          </a:xfrm>
          <a:prstGeom prst="wedgeRectCallout">
            <a:avLst>
              <a:gd name="adj1" fmla="val -36727"/>
              <a:gd name="adj2" fmla="val 65014"/>
            </a:avLst>
          </a:prstGeom>
          <a:solidFill>
            <a:schemeClr val="accent5">
              <a:lumMod val="40000"/>
              <a:lumOff val="60000"/>
            </a:schemeClr>
          </a:solidFill>
          <a:ln w="9525" algn="ctr">
            <a:solidFill>
              <a:schemeClr val="tx1"/>
            </a:solidFill>
            <a:prstDash val="solid"/>
            <a:miter lim="800000"/>
            <a:headEnd/>
            <a:tailEnd/>
          </a:ln>
        </p:spPr>
        <p:txBody>
          <a:bodyPr lIns="68580" tIns="34290" rIns="68580" bIns="34290" anchor="ctr"/>
          <a:lstStyle/>
          <a:p>
            <a:pPr eaLnBrk="1" hangingPunct="1">
              <a:lnSpc>
                <a:spcPct val="90000"/>
              </a:lnSpc>
              <a:defRPr/>
            </a:pPr>
            <a:r>
              <a:rPr lang="en-US" altLang="zh-CN" sz="1600" i="1" dirty="0" err="1">
                <a:solidFill>
                  <a:srgbClr val="FF0000"/>
                </a:solidFill>
                <a:ea typeface="楷体_GB2312"/>
                <a:cs typeface="楷体_GB2312"/>
              </a:rPr>
              <a:t>enterproc</a:t>
            </a:r>
            <a:r>
              <a:rPr lang="en-US" altLang="zh-CN" sz="1600" dirty="0">
                <a:solidFill>
                  <a:srgbClr val="0000FF"/>
                </a:solidFill>
                <a:ea typeface="楷体_GB2312"/>
                <a:cs typeface="楷体_GB2312"/>
              </a:rPr>
              <a:t>(</a:t>
            </a:r>
            <a:r>
              <a:rPr lang="en-US" altLang="zh-CN" sz="1600" i="1" dirty="0">
                <a:solidFill>
                  <a:srgbClr val="0000FF"/>
                </a:solidFill>
                <a:ea typeface="楷体_GB2312"/>
                <a:cs typeface="楷体_GB2312"/>
              </a:rPr>
              <a:t>table</a:t>
            </a:r>
            <a:r>
              <a:rPr lang="en-US" altLang="zh-CN" sz="1600" dirty="0">
                <a:solidFill>
                  <a:srgbClr val="0000FF"/>
                </a:solidFill>
                <a:ea typeface="楷体_GB2312"/>
                <a:cs typeface="楷体_GB2312"/>
              </a:rPr>
              <a:t>, </a:t>
            </a:r>
            <a:r>
              <a:rPr lang="en-US" altLang="zh-CN" sz="1600" i="1" dirty="0">
                <a:solidFill>
                  <a:srgbClr val="0000FF"/>
                </a:solidFill>
                <a:ea typeface="楷体_GB2312"/>
                <a:cs typeface="楷体_GB2312"/>
              </a:rPr>
              <a:t>name</a:t>
            </a:r>
            <a:r>
              <a:rPr lang="en-US" altLang="zh-CN" sz="1600" dirty="0">
                <a:solidFill>
                  <a:srgbClr val="0000FF"/>
                </a:solidFill>
                <a:ea typeface="楷体_GB2312"/>
                <a:cs typeface="楷体_GB2312"/>
              </a:rPr>
              <a:t>, </a:t>
            </a:r>
            <a:r>
              <a:rPr lang="en-US" altLang="zh-CN" sz="1600" i="1" dirty="0" err="1">
                <a:solidFill>
                  <a:srgbClr val="0000FF"/>
                </a:solidFill>
                <a:ea typeface="楷体_GB2312"/>
                <a:cs typeface="楷体_GB2312"/>
              </a:rPr>
              <a:t>newtable</a:t>
            </a:r>
            <a:r>
              <a:rPr lang="en-US" altLang="zh-CN" sz="1600" dirty="0">
                <a:solidFill>
                  <a:srgbClr val="0000FF"/>
                </a:solidFill>
                <a:ea typeface="楷体_GB2312"/>
                <a:cs typeface="楷体_GB2312"/>
              </a:rPr>
              <a:t> )</a:t>
            </a:r>
          </a:p>
          <a:p>
            <a:pPr eaLnBrk="1" hangingPunct="1">
              <a:defRPr/>
            </a:pPr>
            <a:r>
              <a:rPr lang="zh-CN" altLang="en-US" sz="1600" dirty="0">
                <a:solidFill>
                  <a:prstClr val="black"/>
                </a:solidFill>
                <a:ea typeface="楷体" pitchFamily="49" charset="-122"/>
                <a:cs typeface="Times New Roman" pitchFamily="18" charset="0"/>
              </a:rPr>
              <a:t>在</a:t>
            </a:r>
            <a:r>
              <a:rPr lang="en-US" altLang="zh-CN" sz="1600" i="1" dirty="0">
                <a:solidFill>
                  <a:prstClr val="black"/>
                </a:solidFill>
                <a:ea typeface="楷体" pitchFamily="49" charset="-122"/>
                <a:cs typeface="Times New Roman" pitchFamily="18" charset="0"/>
              </a:rPr>
              <a:t>table</a:t>
            </a:r>
            <a:r>
              <a:rPr lang="zh-CN" altLang="en-US" sz="1600" dirty="0">
                <a:solidFill>
                  <a:prstClr val="black"/>
                </a:solidFill>
                <a:ea typeface="楷体" pitchFamily="49" charset="-122"/>
                <a:cs typeface="Times New Roman" pitchFamily="18" charset="0"/>
              </a:rPr>
              <a:t>指向的符号表中为过程</a:t>
            </a:r>
            <a:r>
              <a:rPr lang="en-US" altLang="zh-CN" sz="1600" i="1" dirty="0">
                <a:solidFill>
                  <a:prstClr val="black"/>
                </a:solidFill>
                <a:ea typeface="楷体" pitchFamily="49" charset="-122"/>
                <a:cs typeface="Times New Roman" pitchFamily="18" charset="0"/>
              </a:rPr>
              <a:t>name</a:t>
            </a:r>
            <a:r>
              <a:rPr lang="zh-CN" altLang="en-US" sz="1600" dirty="0">
                <a:solidFill>
                  <a:prstClr val="black"/>
                </a:solidFill>
                <a:ea typeface="楷体" pitchFamily="49" charset="-122"/>
                <a:cs typeface="Times New Roman" pitchFamily="18" charset="0"/>
              </a:rPr>
              <a:t>创建一条过程记录，</a:t>
            </a:r>
            <a:r>
              <a:rPr lang="en-US" altLang="zh-CN" sz="1600" i="1" dirty="0" err="1">
                <a:solidFill>
                  <a:prstClr val="black"/>
                </a:solidFill>
                <a:ea typeface="楷体" pitchFamily="49" charset="-122"/>
                <a:cs typeface="Times New Roman" pitchFamily="18" charset="0"/>
              </a:rPr>
              <a:t>newtable</a:t>
            </a:r>
            <a:r>
              <a:rPr lang="zh-CN" altLang="en-US" sz="1600" dirty="0">
                <a:solidFill>
                  <a:prstClr val="black"/>
                </a:solidFill>
                <a:ea typeface="楷体" pitchFamily="49" charset="-122"/>
                <a:cs typeface="Times New Roman" pitchFamily="18" charset="0"/>
              </a:rPr>
              <a:t>指向过程</a:t>
            </a:r>
            <a:r>
              <a:rPr lang="en-US" altLang="zh-CN" sz="1600" i="1" dirty="0">
                <a:solidFill>
                  <a:prstClr val="black"/>
                </a:solidFill>
                <a:ea typeface="楷体" pitchFamily="49" charset="-122"/>
                <a:cs typeface="Times New Roman" pitchFamily="18" charset="0"/>
              </a:rPr>
              <a:t>name</a:t>
            </a:r>
            <a:r>
              <a:rPr lang="zh-CN" altLang="en-US" sz="1600" dirty="0">
                <a:solidFill>
                  <a:prstClr val="black"/>
                </a:solidFill>
                <a:ea typeface="楷体" pitchFamily="49" charset="-122"/>
                <a:cs typeface="Times New Roman" pitchFamily="18" charset="0"/>
              </a:rPr>
              <a:t>的符号表</a:t>
            </a:r>
          </a:p>
        </p:txBody>
      </p:sp>
      <p:sp>
        <p:nvSpPr>
          <p:cNvPr id="2" name="矩形 1">
            <a:extLst>
              <a:ext uri="{FF2B5EF4-FFF2-40B4-BE49-F238E27FC236}">
                <a16:creationId xmlns:a16="http://schemas.microsoft.com/office/drawing/2014/main" id="{458ABCDE-F88B-4ADA-8B47-7C67CD7CFFC8}"/>
              </a:ext>
            </a:extLst>
          </p:cNvPr>
          <p:cNvSpPr/>
          <p:nvPr/>
        </p:nvSpPr>
        <p:spPr>
          <a:xfrm>
            <a:off x="5076056" y="411510"/>
            <a:ext cx="3816422" cy="648742"/>
          </a:xfrm>
          <a:prstGeom prst="rect">
            <a:avLst/>
          </a:prstGeom>
          <a:solidFill>
            <a:schemeClr val="accent5">
              <a:lumMod val="40000"/>
              <a:lumOff val="6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CN" sz="1600" i="1" dirty="0" err="1">
                <a:solidFill>
                  <a:srgbClr val="0000FF"/>
                </a:solidFill>
                <a:latin typeface="Times New Roman" panose="02020603050405020304" pitchFamily="18" charset="0"/>
                <a:cs typeface="Times New Roman" panose="02020603050405020304" pitchFamily="18" charset="0"/>
              </a:rPr>
              <a:t>tblptr</a:t>
            </a:r>
            <a:r>
              <a:rPr lang="zh-CN" altLang="en-US" sz="1600" dirty="0">
                <a:solidFill>
                  <a:schemeClr val="tx1"/>
                </a:solidFill>
                <a:latin typeface="Times New Roman" panose="02020603050405020304" pitchFamily="18" charset="0"/>
                <a:cs typeface="Times New Roman" panose="02020603050405020304" pitchFamily="18" charset="0"/>
              </a:rPr>
              <a:t>栈</a:t>
            </a:r>
            <a:r>
              <a:rPr lang="en-US" altLang="zh-CN" sz="1600" dirty="0">
                <a:solidFill>
                  <a:schemeClr val="tx1"/>
                </a:solidFill>
                <a:latin typeface="Times New Roman" panose="02020603050405020304" pitchFamily="18" charset="0"/>
                <a:cs typeface="Times New Roman" panose="02020603050405020304" pitchFamily="18" charset="0"/>
              </a:rPr>
              <a:t>: </a:t>
            </a:r>
            <a:r>
              <a:rPr lang="zh-CN" altLang="en-US" sz="1600" dirty="0">
                <a:solidFill>
                  <a:schemeClr val="tx1"/>
                </a:solidFill>
                <a:latin typeface="Times New Roman" panose="02020603050405020304" pitchFamily="18" charset="0"/>
                <a:cs typeface="Times New Roman" panose="02020603050405020304" pitchFamily="18" charset="0"/>
              </a:rPr>
              <a:t>未处理完过程的符号表的指针</a:t>
            </a:r>
            <a:endParaRPr lang="en-US" altLang="zh-CN" sz="1600" dirty="0">
              <a:solidFill>
                <a:schemeClr val="tx1"/>
              </a:solidFill>
              <a:latin typeface="Times New Roman" panose="02020603050405020304" pitchFamily="18" charset="0"/>
              <a:cs typeface="Times New Roman" panose="02020603050405020304" pitchFamily="18" charset="0"/>
            </a:endParaRPr>
          </a:p>
          <a:p>
            <a:r>
              <a:rPr lang="en-US" altLang="zh-CN" sz="1600" i="1" dirty="0">
                <a:solidFill>
                  <a:srgbClr val="0000FF"/>
                </a:solidFill>
                <a:latin typeface="Times New Roman" panose="02020603050405020304" pitchFamily="18" charset="0"/>
                <a:cs typeface="Times New Roman" panose="02020603050405020304" pitchFamily="18" charset="0"/>
              </a:rPr>
              <a:t>offset</a:t>
            </a:r>
            <a:r>
              <a:rPr lang="zh-CN" altLang="en-US" sz="1600" dirty="0">
                <a:solidFill>
                  <a:schemeClr val="tx1"/>
                </a:solidFill>
                <a:latin typeface="Times New Roman" panose="02020603050405020304" pitchFamily="18" charset="0"/>
                <a:cs typeface="Times New Roman" panose="02020603050405020304" pitchFamily="18" charset="0"/>
              </a:rPr>
              <a:t>栈</a:t>
            </a:r>
            <a:r>
              <a:rPr lang="en-US" altLang="zh-CN" sz="1600" dirty="0">
                <a:solidFill>
                  <a:schemeClr val="tx1"/>
                </a:solidFill>
                <a:latin typeface="Times New Roman" panose="02020603050405020304" pitchFamily="18" charset="0"/>
                <a:cs typeface="Times New Roman" panose="02020603050405020304" pitchFamily="18" charset="0"/>
              </a:rPr>
              <a:t>: </a:t>
            </a:r>
            <a:r>
              <a:rPr lang="zh-CN" altLang="en-US" sz="1600" dirty="0">
                <a:solidFill>
                  <a:schemeClr val="tx1"/>
                </a:solidFill>
                <a:latin typeface="Times New Roman" panose="02020603050405020304" pitchFamily="18" charset="0"/>
                <a:cs typeface="Times New Roman" panose="02020603050405020304" pitchFamily="18" charset="0"/>
              </a:rPr>
              <a:t>未处理完过程的可用偏移地址</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0" fill="hold" grpId="0" nodeType="clickEffect">
                                  <p:stCondLst>
                                    <p:cond delay="0"/>
                                  </p:stCondLst>
                                  <p:childTnLst>
                                    <p:set>
                                      <p:cBhvr>
                                        <p:cTn id="11" dur="1" fill="hold">
                                          <p:stCondLst>
                                            <p:cond delay="0"/>
                                          </p:stCondLst>
                                        </p:cTn>
                                        <p:tgtEl>
                                          <p:spTgt spid="267268"/>
                                        </p:tgtEl>
                                        <p:attrNameLst>
                                          <p:attrName>style.visibility</p:attrName>
                                        </p:attrNameLst>
                                      </p:cBhvr>
                                      <p:to>
                                        <p:strVal val="visible"/>
                                      </p:to>
                                    </p:set>
                                    <p:anim calcmode="lin" valueType="num">
                                      <p:cBhvr>
                                        <p:cTn id="12" dur="500" fill="hold"/>
                                        <p:tgtEl>
                                          <p:spTgt spid="267268"/>
                                        </p:tgtEl>
                                        <p:attrNameLst>
                                          <p:attrName>ppt_w</p:attrName>
                                        </p:attrNameLst>
                                      </p:cBhvr>
                                      <p:tavLst>
                                        <p:tav tm="0">
                                          <p:val>
                                            <p:fltVal val="0"/>
                                          </p:val>
                                        </p:tav>
                                        <p:tav tm="100000">
                                          <p:val>
                                            <p:strVal val="#ppt_w"/>
                                          </p:val>
                                        </p:tav>
                                      </p:tavLst>
                                    </p:anim>
                                    <p:anim calcmode="lin" valueType="num">
                                      <p:cBhvr>
                                        <p:cTn id="13" dur="500" fill="hold"/>
                                        <p:tgtEl>
                                          <p:spTgt spid="267268"/>
                                        </p:tgtEl>
                                        <p:attrNameLst>
                                          <p:attrName>ppt_h</p:attrName>
                                        </p:attrNameLst>
                                      </p:cBhvr>
                                      <p:tavLst>
                                        <p:tav tm="0">
                                          <p:val>
                                            <p:fltVal val="0"/>
                                          </p:val>
                                        </p:tav>
                                        <p:tav tm="100000">
                                          <p:val>
                                            <p:strVal val="#ppt_h"/>
                                          </p:val>
                                        </p:tav>
                                      </p:tavLst>
                                    </p:anim>
                                    <p:animEffect transition="in" filter="fade">
                                      <p:cBhvr>
                                        <p:cTn id="14" dur="500"/>
                                        <p:tgtEl>
                                          <p:spTgt spid="267268"/>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53" presetClass="exit" presetSubtype="32" fill="hold" grpId="1" nodeType="clickEffect">
                                  <p:stCondLst>
                                    <p:cond delay="0"/>
                                  </p:stCondLst>
                                  <p:childTnLst>
                                    <p:anim calcmode="lin" valueType="num">
                                      <p:cBhvr>
                                        <p:cTn id="18" dur="500"/>
                                        <p:tgtEl>
                                          <p:spTgt spid="267268"/>
                                        </p:tgtEl>
                                        <p:attrNameLst>
                                          <p:attrName>ppt_w</p:attrName>
                                        </p:attrNameLst>
                                      </p:cBhvr>
                                      <p:tavLst>
                                        <p:tav tm="0">
                                          <p:val>
                                            <p:strVal val="ppt_w"/>
                                          </p:val>
                                        </p:tav>
                                        <p:tav tm="100000">
                                          <p:val>
                                            <p:fltVal val="0"/>
                                          </p:val>
                                        </p:tav>
                                      </p:tavLst>
                                    </p:anim>
                                    <p:anim calcmode="lin" valueType="num">
                                      <p:cBhvr>
                                        <p:cTn id="19" dur="500"/>
                                        <p:tgtEl>
                                          <p:spTgt spid="267268"/>
                                        </p:tgtEl>
                                        <p:attrNameLst>
                                          <p:attrName>ppt_h</p:attrName>
                                        </p:attrNameLst>
                                      </p:cBhvr>
                                      <p:tavLst>
                                        <p:tav tm="0">
                                          <p:val>
                                            <p:strVal val="ppt_h"/>
                                          </p:val>
                                        </p:tav>
                                        <p:tav tm="100000">
                                          <p:val>
                                            <p:fltVal val="0"/>
                                          </p:val>
                                        </p:tav>
                                      </p:tavLst>
                                    </p:anim>
                                    <p:animEffect transition="out" filter="fade">
                                      <p:cBhvr>
                                        <p:cTn id="20" dur="500"/>
                                        <p:tgtEl>
                                          <p:spTgt spid="267268"/>
                                        </p:tgtEl>
                                      </p:cBhvr>
                                    </p:animEffect>
                                    <p:set>
                                      <p:cBhvr>
                                        <p:cTn id="21" dur="1" fill="hold">
                                          <p:stCondLst>
                                            <p:cond delay="499"/>
                                          </p:stCondLst>
                                        </p:cTn>
                                        <p:tgtEl>
                                          <p:spTgt spid="267268"/>
                                        </p:tgtEl>
                                        <p:attrNameLst>
                                          <p:attrName>style.visibility</p:attrName>
                                        </p:attrNameLst>
                                      </p:cBhvr>
                                      <p:to>
                                        <p:strVal val="hidden"/>
                                      </p:to>
                                    </p:set>
                                  </p:childTnLst>
                                </p:cTn>
                              </p:par>
                            </p:childTnLst>
                          </p:cTn>
                        </p:par>
                      </p:childTnLst>
                    </p:cTn>
                  </p:par>
                  <p:par>
                    <p:cTn id="22" fill="hold" nodeType="clickPar">
                      <p:stCondLst>
                        <p:cond delay="indefinite"/>
                      </p:stCondLst>
                      <p:childTnLst>
                        <p:par>
                          <p:cTn id="23" fill="hold" nodeType="withGroup">
                            <p:stCondLst>
                              <p:cond delay="0"/>
                            </p:stCondLst>
                            <p:childTnLst>
                              <p:par>
                                <p:cTn id="24" presetID="53" presetClass="entr" presetSubtype="0" fill="hold" grpId="0" nodeType="clickEffect">
                                  <p:stCondLst>
                                    <p:cond delay="0"/>
                                  </p:stCondLst>
                                  <p:childTnLst>
                                    <p:set>
                                      <p:cBhvr>
                                        <p:cTn id="25" dur="1" fill="hold">
                                          <p:stCondLst>
                                            <p:cond delay="0"/>
                                          </p:stCondLst>
                                        </p:cTn>
                                        <p:tgtEl>
                                          <p:spTgt spid="267269"/>
                                        </p:tgtEl>
                                        <p:attrNameLst>
                                          <p:attrName>style.visibility</p:attrName>
                                        </p:attrNameLst>
                                      </p:cBhvr>
                                      <p:to>
                                        <p:strVal val="visible"/>
                                      </p:to>
                                    </p:set>
                                    <p:anim calcmode="lin" valueType="num">
                                      <p:cBhvr>
                                        <p:cTn id="26" dur="500" fill="hold"/>
                                        <p:tgtEl>
                                          <p:spTgt spid="267269"/>
                                        </p:tgtEl>
                                        <p:attrNameLst>
                                          <p:attrName>ppt_w</p:attrName>
                                        </p:attrNameLst>
                                      </p:cBhvr>
                                      <p:tavLst>
                                        <p:tav tm="0">
                                          <p:val>
                                            <p:fltVal val="0"/>
                                          </p:val>
                                        </p:tav>
                                        <p:tav tm="100000">
                                          <p:val>
                                            <p:strVal val="#ppt_w"/>
                                          </p:val>
                                        </p:tav>
                                      </p:tavLst>
                                    </p:anim>
                                    <p:anim calcmode="lin" valueType="num">
                                      <p:cBhvr>
                                        <p:cTn id="27" dur="500" fill="hold"/>
                                        <p:tgtEl>
                                          <p:spTgt spid="267269"/>
                                        </p:tgtEl>
                                        <p:attrNameLst>
                                          <p:attrName>ppt_h</p:attrName>
                                        </p:attrNameLst>
                                      </p:cBhvr>
                                      <p:tavLst>
                                        <p:tav tm="0">
                                          <p:val>
                                            <p:fltVal val="0"/>
                                          </p:val>
                                        </p:tav>
                                        <p:tav tm="100000">
                                          <p:val>
                                            <p:strVal val="#ppt_h"/>
                                          </p:val>
                                        </p:tav>
                                      </p:tavLst>
                                    </p:anim>
                                    <p:animEffect transition="in" filter="fade">
                                      <p:cBhvr>
                                        <p:cTn id="28" dur="500"/>
                                        <p:tgtEl>
                                          <p:spTgt spid="267269"/>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53" presetClass="exit" presetSubtype="32" fill="hold" grpId="1" nodeType="clickEffect">
                                  <p:stCondLst>
                                    <p:cond delay="0"/>
                                  </p:stCondLst>
                                  <p:childTnLst>
                                    <p:anim calcmode="lin" valueType="num">
                                      <p:cBhvr>
                                        <p:cTn id="32" dur="500"/>
                                        <p:tgtEl>
                                          <p:spTgt spid="267269"/>
                                        </p:tgtEl>
                                        <p:attrNameLst>
                                          <p:attrName>ppt_w</p:attrName>
                                        </p:attrNameLst>
                                      </p:cBhvr>
                                      <p:tavLst>
                                        <p:tav tm="0">
                                          <p:val>
                                            <p:strVal val="ppt_w"/>
                                          </p:val>
                                        </p:tav>
                                        <p:tav tm="100000">
                                          <p:val>
                                            <p:fltVal val="0"/>
                                          </p:val>
                                        </p:tav>
                                      </p:tavLst>
                                    </p:anim>
                                    <p:anim calcmode="lin" valueType="num">
                                      <p:cBhvr>
                                        <p:cTn id="33" dur="500"/>
                                        <p:tgtEl>
                                          <p:spTgt spid="267269"/>
                                        </p:tgtEl>
                                        <p:attrNameLst>
                                          <p:attrName>ppt_h</p:attrName>
                                        </p:attrNameLst>
                                      </p:cBhvr>
                                      <p:tavLst>
                                        <p:tav tm="0">
                                          <p:val>
                                            <p:strVal val="ppt_h"/>
                                          </p:val>
                                        </p:tav>
                                        <p:tav tm="100000">
                                          <p:val>
                                            <p:fltVal val="0"/>
                                          </p:val>
                                        </p:tav>
                                      </p:tavLst>
                                    </p:anim>
                                    <p:animEffect transition="out" filter="fade">
                                      <p:cBhvr>
                                        <p:cTn id="34" dur="500"/>
                                        <p:tgtEl>
                                          <p:spTgt spid="267269"/>
                                        </p:tgtEl>
                                      </p:cBhvr>
                                    </p:animEffect>
                                    <p:set>
                                      <p:cBhvr>
                                        <p:cTn id="35" dur="1" fill="hold">
                                          <p:stCondLst>
                                            <p:cond delay="499"/>
                                          </p:stCondLst>
                                        </p:cTn>
                                        <p:tgtEl>
                                          <p:spTgt spid="267269"/>
                                        </p:tgtEl>
                                        <p:attrNameLst>
                                          <p:attrName>style.visibility</p:attrName>
                                        </p:attrNameLst>
                                      </p:cBhvr>
                                      <p:to>
                                        <p:strVal val="hidden"/>
                                      </p:to>
                                    </p:set>
                                  </p:childTnLst>
                                </p:cTn>
                              </p:par>
                            </p:childTnLst>
                          </p:cTn>
                        </p:par>
                      </p:childTnLst>
                    </p:cTn>
                  </p:par>
                  <p:par>
                    <p:cTn id="36" fill="hold" nodeType="clickPar">
                      <p:stCondLst>
                        <p:cond delay="indefinite"/>
                      </p:stCondLst>
                      <p:childTnLst>
                        <p:par>
                          <p:cTn id="37" fill="hold" nodeType="withGroup">
                            <p:stCondLst>
                              <p:cond delay="0"/>
                            </p:stCondLst>
                            <p:childTnLst>
                              <p:par>
                                <p:cTn id="38" presetID="53" presetClass="entr" presetSubtype="0" fill="hold" grpId="0" nodeType="clickEffect">
                                  <p:stCondLst>
                                    <p:cond delay="0"/>
                                  </p:stCondLst>
                                  <p:childTnLst>
                                    <p:set>
                                      <p:cBhvr>
                                        <p:cTn id="39" dur="1" fill="hold">
                                          <p:stCondLst>
                                            <p:cond delay="0"/>
                                          </p:stCondLst>
                                        </p:cTn>
                                        <p:tgtEl>
                                          <p:spTgt spid="12"/>
                                        </p:tgtEl>
                                        <p:attrNameLst>
                                          <p:attrName>style.visibility</p:attrName>
                                        </p:attrNameLst>
                                      </p:cBhvr>
                                      <p:to>
                                        <p:strVal val="visible"/>
                                      </p:to>
                                    </p:set>
                                    <p:anim calcmode="lin" valueType="num">
                                      <p:cBhvr>
                                        <p:cTn id="40" dur="500" fill="hold"/>
                                        <p:tgtEl>
                                          <p:spTgt spid="12"/>
                                        </p:tgtEl>
                                        <p:attrNameLst>
                                          <p:attrName>ppt_w</p:attrName>
                                        </p:attrNameLst>
                                      </p:cBhvr>
                                      <p:tavLst>
                                        <p:tav tm="0">
                                          <p:val>
                                            <p:fltVal val="0"/>
                                          </p:val>
                                        </p:tav>
                                        <p:tav tm="100000">
                                          <p:val>
                                            <p:strVal val="#ppt_w"/>
                                          </p:val>
                                        </p:tav>
                                      </p:tavLst>
                                    </p:anim>
                                    <p:anim calcmode="lin" valueType="num">
                                      <p:cBhvr>
                                        <p:cTn id="41" dur="500" fill="hold"/>
                                        <p:tgtEl>
                                          <p:spTgt spid="12"/>
                                        </p:tgtEl>
                                        <p:attrNameLst>
                                          <p:attrName>ppt_h</p:attrName>
                                        </p:attrNameLst>
                                      </p:cBhvr>
                                      <p:tavLst>
                                        <p:tav tm="0">
                                          <p:val>
                                            <p:fltVal val="0"/>
                                          </p:val>
                                        </p:tav>
                                        <p:tav tm="100000">
                                          <p:val>
                                            <p:strVal val="#ppt_h"/>
                                          </p:val>
                                        </p:tav>
                                      </p:tavLst>
                                    </p:anim>
                                    <p:animEffect transition="in" filter="fade">
                                      <p:cBhvr>
                                        <p:cTn id="42" dur="500"/>
                                        <p:tgtEl>
                                          <p:spTgt spid="12"/>
                                        </p:tgtEl>
                                      </p:cBhvr>
                                    </p:animEffect>
                                  </p:childTnLst>
                                </p:cTn>
                              </p:par>
                            </p:childTnLst>
                          </p:cTn>
                        </p:par>
                      </p:childTnLst>
                    </p:cTn>
                  </p:par>
                  <p:par>
                    <p:cTn id="43" fill="hold" nodeType="clickPar">
                      <p:stCondLst>
                        <p:cond delay="indefinite"/>
                      </p:stCondLst>
                      <p:childTnLst>
                        <p:par>
                          <p:cTn id="44" fill="hold" nodeType="withGroup">
                            <p:stCondLst>
                              <p:cond delay="0"/>
                            </p:stCondLst>
                            <p:childTnLst>
                              <p:par>
                                <p:cTn id="45" presetID="53" presetClass="exit" presetSubtype="32" fill="hold" grpId="1" nodeType="clickEffect">
                                  <p:stCondLst>
                                    <p:cond delay="0"/>
                                  </p:stCondLst>
                                  <p:childTnLst>
                                    <p:anim calcmode="lin" valueType="num">
                                      <p:cBhvr>
                                        <p:cTn id="46" dur="500"/>
                                        <p:tgtEl>
                                          <p:spTgt spid="12"/>
                                        </p:tgtEl>
                                        <p:attrNameLst>
                                          <p:attrName>ppt_w</p:attrName>
                                        </p:attrNameLst>
                                      </p:cBhvr>
                                      <p:tavLst>
                                        <p:tav tm="0">
                                          <p:val>
                                            <p:strVal val="ppt_w"/>
                                          </p:val>
                                        </p:tav>
                                        <p:tav tm="100000">
                                          <p:val>
                                            <p:fltVal val="0"/>
                                          </p:val>
                                        </p:tav>
                                      </p:tavLst>
                                    </p:anim>
                                    <p:anim calcmode="lin" valueType="num">
                                      <p:cBhvr>
                                        <p:cTn id="47" dur="500"/>
                                        <p:tgtEl>
                                          <p:spTgt spid="12"/>
                                        </p:tgtEl>
                                        <p:attrNameLst>
                                          <p:attrName>ppt_h</p:attrName>
                                        </p:attrNameLst>
                                      </p:cBhvr>
                                      <p:tavLst>
                                        <p:tav tm="0">
                                          <p:val>
                                            <p:strVal val="ppt_h"/>
                                          </p:val>
                                        </p:tav>
                                        <p:tav tm="100000">
                                          <p:val>
                                            <p:fltVal val="0"/>
                                          </p:val>
                                        </p:tav>
                                      </p:tavLst>
                                    </p:anim>
                                    <p:animEffect transition="out" filter="fade">
                                      <p:cBhvr>
                                        <p:cTn id="48" dur="500"/>
                                        <p:tgtEl>
                                          <p:spTgt spid="12"/>
                                        </p:tgtEl>
                                      </p:cBhvr>
                                    </p:animEffect>
                                    <p:set>
                                      <p:cBhvr>
                                        <p:cTn id="49" dur="1" fill="hold">
                                          <p:stCondLst>
                                            <p:cond delay="499"/>
                                          </p:stCondLst>
                                        </p:cTn>
                                        <p:tgtEl>
                                          <p:spTgt spid="12"/>
                                        </p:tgtEl>
                                        <p:attrNameLst>
                                          <p:attrName>style.visibility</p:attrName>
                                        </p:attrNameLst>
                                      </p:cBhvr>
                                      <p:to>
                                        <p:strVal val="hidden"/>
                                      </p:to>
                                    </p:set>
                                  </p:childTnLst>
                                </p:cTn>
                              </p:par>
                            </p:childTnLst>
                          </p:cTn>
                        </p:par>
                      </p:childTnLst>
                    </p:cTn>
                  </p:par>
                  <p:par>
                    <p:cTn id="50" fill="hold" nodeType="clickPar">
                      <p:stCondLst>
                        <p:cond delay="indefinite"/>
                      </p:stCondLst>
                      <p:childTnLst>
                        <p:par>
                          <p:cTn id="51" fill="hold" nodeType="withGroup">
                            <p:stCondLst>
                              <p:cond delay="0"/>
                            </p:stCondLst>
                            <p:childTnLst>
                              <p:par>
                                <p:cTn id="52" presetID="53" presetClass="entr" presetSubtype="0" fill="hold" grpId="0" nodeType="clickEffect">
                                  <p:stCondLst>
                                    <p:cond delay="0"/>
                                  </p:stCondLst>
                                  <p:childTnLst>
                                    <p:set>
                                      <p:cBhvr>
                                        <p:cTn id="53" dur="1" fill="hold">
                                          <p:stCondLst>
                                            <p:cond delay="0"/>
                                          </p:stCondLst>
                                        </p:cTn>
                                        <p:tgtEl>
                                          <p:spTgt spid="13"/>
                                        </p:tgtEl>
                                        <p:attrNameLst>
                                          <p:attrName>style.visibility</p:attrName>
                                        </p:attrNameLst>
                                      </p:cBhvr>
                                      <p:to>
                                        <p:strVal val="visible"/>
                                      </p:to>
                                    </p:set>
                                    <p:anim calcmode="lin" valueType="num">
                                      <p:cBhvr>
                                        <p:cTn id="54" dur="500" fill="hold"/>
                                        <p:tgtEl>
                                          <p:spTgt spid="13"/>
                                        </p:tgtEl>
                                        <p:attrNameLst>
                                          <p:attrName>ppt_w</p:attrName>
                                        </p:attrNameLst>
                                      </p:cBhvr>
                                      <p:tavLst>
                                        <p:tav tm="0">
                                          <p:val>
                                            <p:fltVal val="0"/>
                                          </p:val>
                                        </p:tav>
                                        <p:tav tm="100000">
                                          <p:val>
                                            <p:strVal val="#ppt_w"/>
                                          </p:val>
                                        </p:tav>
                                      </p:tavLst>
                                    </p:anim>
                                    <p:anim calcmode="lin" valueType="num">
                                      <p:cBhvr>
                                        <p:cTn id="55" dur="500" fill="hold"/>
                                        <p:tgtEl>
                                          <p:spTgt spid="13"/>
                                        </p:tgtEl>
                                        <p:attrNameLst>
                                          <p:attrName>ppt_h</p:attrName>
                                        </p:attrNameLst>
                                      </p:cBhvr>
                                      <p:tavLst>
                                        <p:tav tm="0">
                                          <p:val>
                                            <p:fltVal val="0"/>
                                          </p:val>
                                        </p:tav>
                                        <p:tav tm="100000">
                                          <p:val>
                                            <p:strVal val="#ppt_h"/>
                                          </p:val>
                                        </p:tav>
                                      </p:tavLst>
                                    </p:anim>
                                    <p:animEffect transition="in" filter="fade">
                                      <p:cBhvr>
                                        <p:cTn id="56" dur="500"/>
                                        <p:tgtEl>
                                          <p:spTgt spid="13"/>
                                        </p:tgtEl>
                                      </p:cBhvr>
                                    </p:animEffect>
                                  </p:childTnLst>
                                </p:cTn>
                              </p:par>
                            </p:childTnLst>
                          </p:cTn>
                        </p:par>
                      </p:childTnLst>
                    </p:cTn>
                  </p:par>
                  <p:par>
                    <p:cTn id="57" fill="hold" nodeType="clickPar">
                      <p:stCondLst>
                        <p:cond delay="indefinite"/>
                      </p:stCondLst>
                      <p:childTnLst>
                        <p:par>
                          <p:cTn id="58" fill="hold" nodeType="withGroup">
                            <p:stCondLst>
                              <p:cond delay="0"/>
                            </p:stCondLst>
                            <p:childTnLst>
                              <p:par>
                                <p:cTn id="59" presetID="53" presetClass="exit" presetSubtype="32" fill="hold" grpId="1" nodeType="clickEffect">
                                  <p:stCondLst>
                                    <p:cond delay="0"/>
                                  </p:stCondLst>
                                  <p:childTnLst>
                                    <p:anim calcmode="lin" valueType="num">
                                      <p:cBhvr>
                                        <p:cTn id="60" dur="500"/>
                                        <p:tgtEl>
                                          <p:spTgt spid="13"/>
                                        </p:tgtEl>
                                        <p:attrNameLst>
                                          <p:attrName>ppt_w</p:attrName>
                                        </p:attrNameLst>
                                      </p:cBhvr>
                                      <p:tavLst>
                                        <p:tav tm="0">
                                          <p:val>
                                            <p:strVal val="ppt_w"/>
                                          </p:val>
                                        </p:tav>
                                        <p:tav tm="100000">
                                          <p:val>
                                            <p:fltVal val="0"/>
                                          </p:val>
                                        </p:tav>
                                      </p:tavLst>
                                    </p:anim>
                                    <p:anim calcmode="lin" valueType="num">
                                      <p:cBhvr>
                                        <p:cTn id="61" dur="500"/>
                                        <p:tgtEl>
                                          <p:spTgt spid="13"/>
                                        </p:tgtEl>
                                        <p:attrNameLst>
                                          <p:attrName>ppt_h</p:attrName>
                                        </p:attrNameLst>
                                      </p:cBhvr>
                                      <p:tavLst>
                                        <p:tav tm="0">
                                          <p:val>
                                            <p:strVal val="ppt_h"/>
                                          </p:val>
                                        </p:tav>
                                        <p:tav tm="100000">
                                          <p:val>
                                            <p:fltVal val="0"/>
                                          </p:val>
                                        </p:tav>
                                      </p:tavLst>
                                    </p:anim>
                                    <p:animEffect transition="out" filter="fade">
                                      <p:cBhvr>
                                        <p:cTn id="62" dur="500"/>
                                        <p:tgtEl>
                                          <p:spTgt spid="13"/>
                                        </p:tgtEl>
                                      </p:cBhvr>
                                    </p:animEffect>
                                    <p:set>
                                      <p:cBhvr>
                                        <p:cTn id="63" dur="1" fill="hold">
                                          <p:stCondLst>
                                            <p:cond delay="499"/>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7268" grpId="0" animBg="1"/>
      <p:bldP spid="267268" grpId="1" animBg="1"/>
      <p:bldP spid="267269" grpId="0" animBg="1"/>
      <p:bldP spid="267269" grpId="1" animBg="1"/>
      <p:bldP spid="12" grpId="0" animBg="1"/>
      <p:bldP spid="12" grpId="1" animBg="1"/>
      <p:bldP spid="13" grpId="0" animBg="1"/>
      <p:bldP spid="13" grpId="1" animBg="1"/>
      <p:bldP spid="2"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5" name="矩形 4"/>
          <p:cNvSpPr/>
          <p:nvPr/>
        </p:nvSpPr>
        <p:spPr>
          <a:xfrm>
            <a:off x="155575" y="828675"/>
            <a:ext cx="8177213" cy="4279900"/>
          </a:xfrm>
          <a:prstGeom prst="rect">
            <a:avLst/>
          </a:prstGeom>
          <a:noFill/>
          <a:ln>
            <a:noFill/>
          </a:ln>
        </p:spPr>
        <p:txBody>
          <a:bodyPr lIns="68580" tIns="34290" rIns="68580" bIns="34290">
            <a:spAutoFit/>
          </a:bodyPr>
          <a:lstStyle/>
          <a:p>
            <a:pPr marL="257175" indent="-257175" algn="just" eaLnBrk="1" hangingPunct="1">
              <a:lnSpc>
                <a:spcPct val="80000"/>
              </a:lnSpc>
              <a:spcBef>
                <a:spcPct val="12000"/>
              </a:spcBef>
              <a:buClr>
                <a:srgbClr val="3333CC"/>
              </a:buClr>
              <a:buSzPct val="60000"/>
              <a:defRPr/>
            </a:pPr>
            <a:r>
              <a:rPr lang="en-US" altLang="zh-CN" sz="2000" i="1" kern="0" dirty="0">
                <a:solidFill>
                  <a:srgbClr val="000000"/>
                </a:solidFill>
              </a:rPr>
              <a:t>program</a:t>
            </a:r>
            <a:r>
              <a:rPr lang="en-US" altLang="zh-CN" sz="2000" kern="0" dirty="0">
                <a:solidFill>
                  <a:srgbClr val="000000"/>
                </a:solidFill>
              </a:rPr>
              <a:t> </a:t>
            </a:r>
            <a:r>
              <a:rPr lang="en-US" altLang="zh-CN" sz="2000" i="1" kern="0" dirty="0">
                <a:solidFill>
                  <a:srgbClr val="FF0000"/>
                </a:solidFill>
              </a:rPr>
              <a:t>sort </a:t>
            </a:r>
            <a:r>
              <a:rPr lang="en-US" altLang="zh-CN" sz="2000" kern="0" dirty="0">
                <a:solidFill>
                  <a:srgbClr val="000000"/>
                </a:solidFill>
              </a:rPr>
              <a:t>( </a:t>
            </a:r>
            <a:r>
              <a:rPr lang="en-US" altLang="zh-CN" sz="2000" i="1" kern="0" dirty="0">
                <a:solidFill>
                  <a:srgbClr val="000000"/>
                </a:solidFill>
              </a:rPr>
              <a:t>input</a:t>
            </a:r>
            <a:r>
              <a:rPr lang="en-US" altLang="zh-CN" sz="2000" kern="0" dirty="0">
                <a:solidFill>
                  <a:srgbClr val="000000"/>
                </a:solidFill>
              </a:rPr>
              <a:t>, </a:t>
            </a:r>
            <a:r>
              <a:rPr lang="en-US" altLang="zh-CN" sz="2000" i="1" kern="0" dirty="0">
                <a:solidFill>
                  <a:srgbClr val="000000"/>
                </a:solidFill>
              </a:rPr>
              <a:t>output</a:t>
            </a:r>
            <a:r>
              <a:rPr lang="en-US" altLang="zh-CN" sz="2000" kern="0" dirty="0">
                <a:solidFill>
                  <a:srgbClr val="000000"/>
                </a:solidFill>
              </a:rPr>
              <a:t> );</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a:solidFill>
                  <a:srgbClr val="000000"/>
                </a:solidFill>
              </a:rPr>
              <a:t>a</a:t>
            </a:r>
            <a:r>
              <a:rPr lang="en-US" altLang="zh-CN" sz="2000" kern="0" dirty="0">
                <a:solidFill>
                  <a:srgbClr val="000000"/>
                </a:solidFill>
              </a:rPr>
              <a:t>: </a:t>
            </a:r>
            <a:r>
              <a:rPr lang="en-US" altLang="zh-CN" sz="2000" i="1" kern="0" dirty="0">
                <a:solidFill>
                  <a:srgbClr val="000000"/>
                </a:solidFill>
              </a:rPr>
              <a:t>array</a:t>
            </a:r>
            <a:r>
              <a:rPr lang="en-US" altLang="zh-CN" sz="2000" kern="0" dirty="0">
                <a:solidFill>
                  <a:srgbClr val="000000"/>
                </a:solidFill>
              </a:rPr>
              <a:t>[0..10] </a:t>
            </a:r>
            <a:r>
              <a:rPr lang="en-US" altLang="zh-CN" sz="2000" i="1" kern="0" dirty="0">
                <a:solidFill>
                  <a:srgbClr val="000000"/>
                </a:solidFill>
              </a:rPr>
              <a:t>of integer</a:t>
            </a:r>
            <a:r>
              <a:rPr lang="en-US" altLang="zh-CN" sz="2000" kern="0" dirty="0">
                <a:solidFill>
                  <a:srgbClr val="000000"/>
                </a:solidFill>
              </a:rPr>
              <a:t>; </a:t>
            </a:r>
          </a:p>
          <a:p>
            <a:pPr marL="257175" indent="-257175" algn="just" eaLnBrk="1" hangingPunct="1">
              <a:lnSpc>
                <a:spcPct val="80000"/>
              </a:lnSpc>
              <a:spcBef>
                <a:spcPct val="12000"/>
              </a:spcBef>
              <a:buClr>
                <a:srgbClr val="3333CC"/>
              </a:buClr>
              <a:buSzPct val="60000"/>
              <a:defRPr/>
            </a:pPr>
            <a:r>
              <a:rPr lang="en-US" altLang="zh-CN" sz="2000" i="1" kern="0" dirty="0">
                <a:solidFill>
                  <a:srgbClr val="000000"/>
                </a:solidFill>
              </a:rPr>
              <a:t>           x</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procedure</a:t>
            </a:r>
            <a:r>
              <a:rPr lang="en-US" altLang="zh-CN" sz="2000" kern="0" dirty="0">
                <a:solidFill>
                  <a:srgbClr val="000000"/>
                </a:solidFill>
              </a:rPr>
              <a:t> </a:t>
            </a:r>
            <a:r>
              <a:rPr lang="en-US" altLang="zh-CN" sz="2000" i="1" kern="0" dirty="0" err="1">
                <a:solidFill>
                  <a:srgbClr val="FF0000"/>
                </a:solidFill>
              </a:rPr>
              <a:t>readarray</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a:solidFill>
                  <a:srgbClr val="000000"/>
                </a:solidFill>
              </a:rPr>
              <a:t>i</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 </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FF"/>
                </a:solidFill>
              </a:rPr>
              <a:t>a</a:t>
            </a:r>
            <a:r>
              <a:rPr lang="en-US" altLang="zh-CN" sz="2000" kern="0" dirty="0">
                <a:solidFill>
                  <a:srgbClr val="000000"/>
                </a:solidFill>
              </a:rPr>
              <a:t> … </a:t>
            </a:r>
            <a:r>
              <a:rPr lang="en-US" altLang="zh-CN" sz="2000" i="1" kern="0" dirty="0">
                <a:solidFill>
                  <a:srgbClr val="000000"/>
                </a:solidFill>
              </a:rPr>
              <a:t>end</a:t>
            </a:r>
            <a:r>
              <a:rPr lang="en-US" altLang="zh-CN" sz="2000" kern="0" dirty="0">
                <a:solidFill>
                  <a:srgbClr val="000000"/>
                </a:solidFill>
              </a:rPr>
              <a:t> {</a:t>
            </a:r>
            <a:r>
              <a:rPr lang="en-US" altLang="zh-CN" sz="2000" i="1" kern="0" dirty="0" err="1">
                <a:solidFill>
                  <a:srgbClr val="0000FF"/>
                </a:solidFill>
              </a:rPr>
              <a:t>readarray</a:t>
            </a:r>
            <a:r>
              <a:rPr lang="en-US" altLang="zh-CN" sz="2000" kern="0" dirty="0">
                <a:solidFill>
                  <a:srgbClr val="000000"/>
                </a:solidFill>
              </a:rPr>
              <a:t>} </a:t>
            </a:r>
            <a:r>
              <a:rPr lang="zh-CN" altLang="en-US"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procedure</a:t>
            </a:r>
            <a:r>
              <a:rPr lang="en-US" altLang="zh-CN" sz="2000" kern="0" dirty="0">
                <a:solidFill>
                  <a:srgbClr val="000000"/>
                </a:solidFill>
              </a:rPr>
              <a:t> </a:t>
            </a:r>
            <a:r>
              <a:rPr lang="en-US" altLang="zh-CN" sz="2000" i="1" kern="0" dirty="0">
                <a:solidFill>
                  <a:srgbClr val="FF0000"/>
                </a:solidFill>
              </a:rPr>
              <a:t>exchang</a:t>
            </a:r>
            <a:r>
              <a:rPr lang="en-US" altLang="zh-CN" sz="2000" kern="0" dirty="0">
                <a:solidFill>
                  <a:srgbClr val="FF0000"/>
                </a:solidFill>
              </a:rPr>
              <a:t>e</a:t>
            </a:r>
            <a:r>
              <a:rPr lang="en-US" altLang="zh-CN" sz="2000" kern="0" dirty="0"/>
              <a:t>(</a:t>
            </a:r>
            <a:r>
              <a:rPr lang="en-US" altLang="zh-CN" sz="2000" i="1" kern="0" dirty="0" err="1"/>
              <a:t>i</a:t>
            </a:r>
            <a:r>
              <a:rPr lang="en-US" altLang="zh-CN" sz="2000" kern="0" dirty="0"/>
              <a:t>, </a:t>
            </a:r>
            <a:r>
              <a:rPr lang="en-US" altLang="zh-CN" sz="2000" i="1" kern="0" dirty="0">
                <a:solidFill>
                  <a:srgbClr val="000000"/>
                </a:solidFill>
              </a:rPr>
              <a:t>j</a:t>
            </a:r>
            <a:r>
              <a:rPr lang="en-US" altLang="zh-CN" sz="2000" kern="0" dirty="0">
                <a:solidFill>
                  <a:srgbClr val="000000"/>
                </a:solidFill>
              </a:rPr>
              <a:t>:</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a:t>
            </a:r>
            <a:r>
              <a:rPr lang="en-US" altLang="zh-CN" sz="2000" i="1" kern="0" dirty="0">
                <a:solidFill>
                  <a:srgbClr val="0000FF"/>
                </a:solidFill>
              </a:rPr>
              <a:t>x</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i</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i</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j</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j</a:t>
            </a:r>
            <a:r>
              <a:rPr lang="en-US" altLang="zh-CN" sz="2000" kern="0" dirty="0">
                <a:solidFill>
                  <a:srgbClr val="000000"/>
                </a:solidFill>
              </a:rPr>
              <a:t>]=</a:t>
            </a:r>
            <a:r>
              <a:rPr lang="en-US" altLang="zh-CN" sz="2000" i="1" kern="0" dirty="0">
                <a:solidFill>
                  <a:srgbClr val="000000"/>
                </a:solidFill>
              </a:rPr>
              <a:t>x</a:t>
            </a:r>
            <a:r>
              <a:rPr lang="en-US" altLang="zh-CN" sz="2000" kern="0" dirty="0">
                <a:solidFill>
                  <a:srgbClr val="000000"/>
                </a:solidFill>
              </a:rPr>
              <a:t>; </a:t>
            </a:r>
            <a:r>
              <a:rPr lang="en-US" altLang="zh-CN" sz="2000" i="1" kern="0" dirty="0">
                <a:solidFill>
                  <a:srgbClr val="000000"/>
                </a:solidFill>
              </a:rPr>
              <a:t>end</a:t>
            </a:r>
            <a:r>
              <a:rPr lang="en-US" altLang="zh-CN" sz="2000" kern="0" dirty="0">
                <a:solidFill>
                  <a:srgbClr val="000000"/>
                </a:solidFill>
              </a:rPr>
              <a:t> {</a:t>
            </a:r>
            <a:r>
              <a:rPr lang="en-US" altLang="zh-CN" sz="2000" i="1" kern="0" dirty="0">
                <a:solidFill>
                  <a:srgbClr val="0000FF"/>
                </a:solidFill>
              </a:rPr>
              <a:t>exchang</a:t>
            </a:r>
            <a:r>
              <a:rPr lang="en-US" altLang="zh-CN" sz="2000" kern="0" dirty="0">
                <a:solidFill>
                  <a:srgbClr val="0000FF"/>
                </a:solidFill>
              </a:rPr>
              <a:t>e</a:t>
            </a:r>
            <a:r>
              <a:rPr lang="en-US" altLang="zh-CN" sz="2000" kern="0" dirty="0">
                <a:solidFill>
                  <a:srgbClr val="000000"/>
                </a:solidFill>
              </a:rPr>
              <a:t>} </a:t>
            </a:r>
            <a:r>
              <a:rPr lang="zh-CN" altLang="en-US"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procedure</a:t>
            </a:r>
            <a:r>
              <a:rPr lang="en-US" altLang="zh-CN" sz="2000" kern="0" dirty="0">
                <a:solidFill>
                  <a:srgbClr val="000000"/>
                </a:solidFill>
              </a:rPr>
              <a:t> </a:t>
            </a:r>
            <a:r>
              <a:rPr lang="en-US" altLang="zh-CN" sz="2000" i="1" kern="0" dirty="0">
                <a:solidFill>
                  <a:srgbClr val="FF0000"/>
                </a:solidFill>
              </a:rPr>
              <a:t>quicksort</a:t>
            </a:r>
            <a:r>
              <a:rPr lang="en-US" altLang="zh-CN" sz="2000" kern="0" dirty="0"/>
              <a:t>(</a:t>
            </a:r>
            <a:r>
              <a:rPr lang="en-US" altLang="zh-CN" sz="2000" i="1" kern="0" dirty="0"/>
              <a:t>m</a:t>
            </a:r>
            <a:r>
              <a:rPr lang="en-US" altLang="zh-CN" sz="2000" kern="0" dirty="0">
                <a:solidFill>
                  <a:srgbClr val="000000"/>
                </a:solidFill>
              </a:rPr>
              <a:t>, </a:t>
            </a:r>
            <a:r>
              <a:rPr lang="en-US" altLang="zh-CN" sz="2000" i="1" kern="0" dirty="0">
                <a:solidFill>
                  <a:srgbClr val="000000"/>
                </a:solidFill>
              </a:rPr>
              <a:t>n</a:t>
            </a:r>
            <a:r>
              <a:rPr lang="en-US" altLang="zh-CN" sz="2000" kern="0" dirty="0">
                <a:solidFill>
                  <a:srgbClr val="000000"/>
                </a:solidFill>
              </a:rPr>
              <a:t>:</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a:solidFill>
                  <a:srgbClr val="000000"/>
                </a:solidFill>
              </a:rPr>
              <a:t>k</a:t>
            </a:r>
            <a:r>
              <a:rPr lang="en-US" altLang="zh-CN" sz="2000" kern="0" dirty="0">
                <a:solidFill>
                  <a:srgbClr val="000000"/>
                </a:solidFill>
              </a:rPr>
              <a:t>, </a:t>
            </a:r>
            <a:r>
              <a:rPr lang="en-US" altLang="zh-CN" sz="2000" i="1" kern="0" dirty="0">
                <a:solidFill>
                  <a:srgbClr val="000000"/>
                </a:solidFill>
              </a:rPr>
              <a:t>v </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function</a:t>
            </a:r>
            <a:r>
              <a:rPr lang="en-US" altLang="zh-CN" sz="2000" kern="0" dirty="0">
                <a:solidFill>
                  <a:srgbClr val="000000"/>
                </a:solidFill>
              </a:rPr>
              <a:t> </a:t>
            </a:r>
            <a:r>
              <a:rPr lang="en-US" altLang="zh-CN" sz="2000" i="1" kern="0" dirty="0">
                <a:solidFill>
                  <a:srgbClr val="FF0000"/>
                </a:solidFill>
              </a:rPr>
              <a:t>partition</a:t>
            </a:r>
            <a:r>
              <a:rPr lang="en-US" altLang="zh-CN" sz="2000" kern="0" dirty="0"/>
              <a:t>(</a:t>
            </a:r>
            <a:r>
              <a:rPr lang="en-US" altLang="zh-CN" sz="2000" i="1" kern="0" dirty="0"/>
              <a:t>y</a:t>
            </a:r>
            <a:r>
              <a:rPr lang="en-US" altLang="zh-CN" sz="2000" kern="0" dirty="0">
                <a:solidFill>
                  <a:srgbClr val="000000"/>
                </a:solidFill>
              </a:rPr>
              <a:t>, </a:t>
            </a:r>
            <a:r>
              <a:rPr lang="en-US" altLang="zh-CN" sz="2000" i="1" kern="0" dirty="0">
                <a:solidFill>
                  <a:srgbClr val="000000"/>
                </a:solidFill>
              </a:rPr>
              <a:t>z</a:t>
            </a:r>
            <a:r>
              <a:rPr lang="en-US" altLang="zh-CN" sz="2000" kern="0" dirty="0">
                <a:solidFill>
                  <a:srgbClr val="000000"/>
                </a:solidFill>
              </a:rPr>
              <a:t>:</a:t>
            </a:r>
            <a:r>
              <a:rPr lang="en-US" altLang="zh-CN" sz="2000" i="1" kern="0" dirty="0">
                <a:solidFill>
                  <a:srgbClr val="000000"/>
                </a:solidFill>
              </a:rPr>
              <a:t>integer</a:t>
            </a:r>
            <a:r>
              <a:rPr lang="en-US" altLang="zh-CN" sz="2000" kern="0" dirty="0">
                <a:solidFill>
                  <a:srgbClr val="000000"/>
                </a:solidFill>
              </a:rPr>
              <a:t>):</a:t>
            </a:r>
            <a:r>
              <a:rPr lang="en-US" altLang="zh-CN" sz="2000" i="1" kern="0" dirty="0">
                <a:solidFill>
                  <a:srgbClr val="000000"/>
                </a:solidFill>
              </a:rPr>
              <a:t>intege</a:t>
            </a:r>
            <a:r>
              <a:rPr lang="en-US" altLang="zh-CN" sz="2000" kern="0" dirty="0">
                <a:solidFill>
                  <a:srgbClr val="000000"/>
                </a:solidFill>
              </a:rPr>
              <a:t>r;</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err="1">
                <a:solidFill>
                  <a:srgbClr val="000000"/>
                </a:solidFill>
              </a:rPr>
              <a:t>i</a:t>
            </a:r>
            <a:r>
              <a:rPr lang="en-US" altLang="zh-CN" sz="2000" kern="0" dirty="0">
                <a:solidFill>
                  <a:srgbClr val="000000"/>
                </a:solidFill>
              </a:rPr>
              <a:t>, </a:t>
            </a:r>
            <a:r>
              <a:rPr lang="en-US" altLang="zh-CN" sz="2000" i="1" kern="0" dirty="0">
                <a:solidFill>
                  <a:srgbClr val="000000"/>
                </a:solidFill>
              </a:rPr>
              <a:t>j </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FF"/>
                </a:solidFill>
              </a:rPr>
              <a:t>a</a:t>
            </a:r>
            <a:r>
              <a:rPr lang="en-US" altLang="zh-CN" sz="2000" kern="0" dirty="0">
                <a:solidFill>
                  <a:srgbClr val="000000"/>
                </a:solidFill>
              </a:rPr>
              <a:t> … </a:t>
            </a:r>
            <a:r>
              <a:rPr lang="en-US" altLang="zh-CN" sz="2000" i="1" kern="0" dirty="0">
                <a:solidFill>
                  <a:srgbClr val="0000FF"/>
                </a:solidFill>
              </a:rPr>
              <a:t>v</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FF"/>
                </a:solidFill>
              </a:rPr>
              <a:t>exchange</a:t>
            </a:r>
            <a:r>
              <a:rPr lang="en-US" altLang="zh-CN" sz="2000" kern="0" dirty="0">
                <a:solidFill>
                  <a:srgbClr val="0000FF"/>
                </a:solidFill>
              </a:rPr>
              <a:t>(</a:t>
            </a:r>
            <a:r>
              <a:rPr lang="en-US" altLang="zh-CN" sz="2000" i="1" kern="0" dirty="0" err="1">
                <a:solidFill>
                  <a:srgbClr val="0000FF"/>
                </a:solidFill>
              </a:rPr>
              <a:t>i</a:t>
            </a:r>
            <a:r>
              <a:rPr lang="en-US" altLang="zh-CN" sz="2000" kern="0" dirty="0">
                <a:solidFill>
                  <a:srgbClr val="000000"/>
                </a:solidFill>
              </a:rPr>
              <a:t>, </a:t>
            </a:r>
            <a:r>
              <a:rPr lang="en-US" altLang="zh-CN" sz="2000" i="1" kern="0" dirty="0">
                <a:solidFill>
                  <a:srgbClr val="000000"/>
                </a:solidFill>
              </a:rPr>
              <a:t>j</a:t>
            </a:r>
            <a:r>
              <a:rPr lang="en-US" altLang="zh-CN" sz="2000" kern="0" dirty="0">
                <a:solidFill>
                  <a:srgbClr val="000000"/>
                </a:solidFill>
              </a:rPr>
              <a:t>) … </a:t>
            </a:r>
            <a:r>
              <a:rPr lang="en-US" altLang="zh-CN" sz="2000" i="1" kern="0" dirty="0">
                <a:solidFill>
                  <a:srgbClr val="000000"/>
                </a:solidFill>
              </a:rPr>
              <a:t>end </a:t>
            </a:r>
            <a:r>
              <a:rPr lang="en-US" altLang="zh-CN" sz="2000" kern="0" dirty="0">
                <a:solidFill>
                  <a:srgbClr val="000000"/>
                </a:solidFill>
              </a:rPr>
              <a:t>{</a:t>
            </a:r>
            <a:r>
              <a:rPr lang="en-US" altLang="zh-CN" sz="2000" i="1" kern="0" dirty="0">
                <a:solidFill>
                  <a:srgbClr val="0000FF"/>
                </a:solidFill>
              </a:rPr>
              <a:t>partition</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FF"/>
                </a:solidFill>
              </a:rPr>
              <a:t>a</a:t>
            </a:r>
            <a:r>
              <a:rPr lang="en-US" altLang="zh-CN" sz="2000" kern="0" dirty="0">
                <a:solidFill>
                  <a:srgbClr val="000000"/>
                </a:solidFill>
              </a:rPr>
              <a:t> … </a:t>
            </a:r>
            <a:r>
              <a:rPr lang="en-US" altLang="zh-CN" sz="2000" i="1" kern="0" dirty="0">
                <a:solidFill>
                  <a:srgbClr val="0000FF"/>
                </a:solidFill>
              </a:rPr>
              <a:t>v</a:t>
            </a:r>
            <a:r>
              <a:rPr lang="en-US" altLang="zh-CN" sz="2000" kern="0" dirty="0">
                <a:solidFill>
                  <a:srgbClr val="000000"/>
                </a:solidFill>
              </a:rPr>
              <a:t> … </a:t>
            </a:r>
            <a:r>
              <a:rPr lang="en-US" altLang="zh-CN" sz="2000" i="1" kern="0" dirty="0">
                <a:solidFill>
                  <a:srgbClr val="0000FF"/>
                </a:solidFill>
              </a:rPr>
              <a:t>partition</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FF"/>
                </a:solidFill>
              </a:rPr>
              <a:t>quicksort</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00"/>
                </a:solidFill>
              </a:rPr>
              <a:t>end</a:t>
            </a:r>
            <a:r>
              <a:rPr lang="en-US" altLang="zh-CN" sz="2000" kern="0" dirty="0">
                <a:solidFill>
                  <a:srgbClr val="000000"/>
                </a:solidFill>
              </a:rPr>
              <a:t> {</a:t>
            </a:r>
            <a:r>
              <a:rPr lang="en-US" altLang="zh-CN" sz="2000" i="1" kern="0" dirty="0">
                <a:solidFill>
                  <a:srgbClr val="0000FF"/>
                </a:solidFill>
              </a:rPr>
              <a:t>quicksort</a:t>
            </a:r>
            <a:r>
              <a:rPr lang="en-US" altLang="zh-CN" sz="2000" kern="0" dirty="0">
                <a:solidFill>
                  <a:srgbClr val="000000"/>
                </a:solidFill>
              </a:rPr>
              <a:t>} </a:t>
            </a:r>
            <a:r>
              <a:rPr lang="zh-CN" altLang="en-US"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00"/>
                </a:solidFill>
              </a:rPr>
              <a:t>a</a:t>
            </a:r>
            <a:r>
              <a:rPr lang="en-US" altLang="zh-CN" sz="2000" kern="0" dirty="0">
                <a:solidFill>
                  <a:srgbClr val="000000"/>
                </a:solidFill>
              </a:rPr>
              <a:t> … </a:t>
            </a:r>
            <a:r>
              <a:rPr lang="en-US" altLang="zh-CN" sz="2000" i="1" kern="0" dirty="0" err="1">
                <a:solidFill>
                  <a:srgbClr val="0000FF"/>
                </a:solidFill>
              </a:rPr>
              <a:t>readarray</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FF"/>
                </a:solidFill>
              </a:rPr>
              <a:t>quicksort</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00"/>
                </a:solidFill>
              </a:rPr>
              <a:t>end</a:t>
            </a:r>
            <a:r>
              <a:rPr lang="en-US" altLang="zh-CN" sz="2000" kern="0" dirty="0">
                <a:solidFill>
                  <a:srgbClr val="000000"/>
                </a:solidFill>
              </a:rPr>
              <a:t> {</a:t>
            </a:r>
            <a:r>
              <a:rPr lang="en-US" altLang="zh-CN" sz="2000" i="1" kern="0" dirty="0">
                <a:solidFill>
                  <a:srgbClr val="0000FF"/>
                </a:solidFill>
              </a:rPr>
              <a:t>sort</a:t>
            </a:r>
            <a:r>
              <a:rPr lang="en-US" altLang="zh-CN" sz="2000" kern="0" dirty="0">
                <a:solidFill>
                  <a:srgbClr val="000000"/>
                </a:solidFill>
              </a:rPr>
              <a:t>}</a:t>
            </a:r>
            <a:r>
              <a:rPr lang="zh-CN" altLang="en-US" sz="2000" kern="0" dirty="0">
                <a:solidFill>
                  <a:srgbClr val="000000"/>
                </a:solidFill>
              </a:rPr>
              <a:t>；</a:t>
            </a:r>
            <a:endParaRPr lang="en-US" altLang="zh-CN" sz="2000" kern="0" dirty="0">
              <a:solidFill>
                <a:srgbClr val="000000"/>
              </a:solidFill>
            </a:endParaRPr>
          </a:p>
        </p:txBody>
      </p:sp>
      <p:sp>
        <p:nvSpPr>
          <p:cNvPr id="4" name="Rectangle 3"/>
          <p:cNvSpPr txBox="1">
            <a:spLocks noChangeArrowheads="1"/>
          </p:cNvSpPr>
          <p:nvPr/>
        </p:nvSpPr>
        <p:spPr bwMode="auto">
          <a:xfrm>
            <a:off x="5286375" y="285750"/>
            <a:ext cx="2482850" cy="2390775"/>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just" eaLnBrk="1" hangingPunct="1">
              <a:lnSpc>
                <a:spcPts val="1400"/>
              </a:lnSpc>
              <a:spcBef>
                <a:spcPct val="12000"/>
              </a:spcBef>
              <a:buClr>
                <a:srgbClr val="3333CC"/>
              </a:buClr>
              <a:buFont typeface="Wingdings" panose="05000000000000000000" pitchFamily="2" charset="2"/>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prstClr val="black"/>
                </a:solidFill>
                <a:latin typeface="Times New Roman" panose="02020603050405020304" pitchFamily="18" charset="0"/>
              </a:rPr>
              <a:t>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80223"/>
          <p:cNvGrpSpPr>
            <a:grpSpLocks/>
          </p:cNvGrpSpPr>
          <p:nvPr/>
        </p:nvGrpSpPr>
        <p:grpSpPr bwMode="auto">
          <a:xfrm>
            <a:off x="4886325" y="842963"/>
            <a:ext cx="2362200" cy="2327275"/>
            <a:chOff x="4885681" y="843558"/>
            <a:chExt cx="2362199" cy="2326457"/>
          </a:xfrm>
        </p:grpSpPr>
        <p:sp>
          <p:nvSpPr>
            <p:cNvPr id="136265" name="Line 2"/>
            <p:cNvSpPr>
              <a:spLocks noChangeShapeType="1"/>
            </p:cNvSpPr>
            <p:nvPr/>
          </p:nvSpPr>
          <p:spPr bwMode="auto">
            <a:xfrm>
              <a:off x="4885681" y="1384077"/>
              <a:ext cx="1587" cy="17859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66" name="Line 3"/>
            <p:cNvSpPr>
              <a:spLocks noChangeShapeType="1"/>
            </p:cNvSpPr>
            <p:nvPr/>
          </p:nvSpPr>
          <p:spPr bwMode="auto">
            <a:xfrm>
              <a:off x="6536482" y="1384077"/>
              <a:ext cx="0" cy="17605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67" name="Line 9"/>
            <p:cNvSpPr>
              <a:spLocks noChangeShapeType="1"/>
            </p:cNvSpPr>
            <p:nvPr/>
          </p:nvSpPr>
          <p:spPr bwMode="auto">
            <a:xfrm flipV="1">
              <a:off x="4887268" y="1695227"/>
              <a:ext cx="200925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68" name="Rectangle 10"/>
            <p:cNvSpPr>
              <a:spLocks noChangeArrowheads="1"/>
            </p:cNvSpPr>
            <p:nvPr/>
          </p:nvSpPr>
          <p:spPr bwMode="auto">
            <a:xfrm>
              <a:off x="5312717" y="1333277"/>
              <a:ext cx="1935163"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1800">
                <a:solidFill>
                  <a:srgbClr val="000000"/>
                </a:solidFill>
                <a:ea typeface="宋体" panose="02010600030101010101" pitchFamily="2" charset="-122"/>
                <a:cs typeface="Times New Roman" panose="02020603050405020304" pitchFamily="18" charset="0"/>
              </a:endParaRPr>
            </a:p>
          </p:txBody>
        </p:sp>
        <p:sp>
          <p:nvSpPr>
            <p:cNvPr id="136269" name="Rectangle 11"/>
            <p:cNvSpPr>
              <a:spLocks noChangeArrowheads="1"/>
            </p:cNvSpPr>
            <p:nvPr/>
          </p:nvSpPr>
          <p:spPr bwMode="auto">
            <a:xfrm>
              <a:off x="5220072" y="1060227"/>
              <a:ext cx="1168400"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sort</a:t>
              </a:r>
            </a:p>
          </p:txBody>
        </p:sp>
        <p:sp>
          <p:nvSpPr>
            <p:cNvPr id="136270" name="Line 12"/>
            <p:cNvSpPr>
              <a:spLocks noChangeShapeType="1"/>
            </p:cNvSpPr>
            <p:nvPr/>
          </p:nvSpPr>
          <p:spPr bwMode="auto">
            <a:xfrm flipV="1">
              <a:off x="4898380" y="1382490"/>
              <a:ext cx="2020887"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71" name="Line 13"/>
            <p:cNvSpPr>
              <a:spLocks noChangeShapeType="1"/>
            </p:cNvSpPr>
            <p:nvPr/>
          </p:nvSpPr>
          <p:spPr bwMode="auto">
            <a:xfrm>
              <a:off x="5263506" y="1398365"/>
              <a:ext cx="0" cy="28416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72" name="Line 14"/>
            <p:cNvSpPr>
              <a:spLocks noChangeShapeType="1"/>
            </p:cNvSpPr>
            <p:nvPr/>
          </p:nvSpPr>
          <p:spPr bwMode="auto">
            <a:xfrm>
              <a:off x="5960418" y="1671092"/>
              <a:ext cx="0" cy="14636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73" name="Line 3"/>
            <p:cNvSpPr>
              <a:spLocks noChangeShapeType="1"/>
            </p:cNvSpPr>
            <p:nvPr/>
          </p:nvSpPr>
          <p:spPr bwMode="auto">
            <a:xfrm>
              <a:off x="6908696" y="1371028"/>
              <a:ext cx="0" cy="17605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74" name="Line 95"/>
            <p:cNvSpPr>
              <a:spLocks noChangeShapeType="1"/>
            </p:cNvSpPr>
            <p:nvPr/>
          </p:nvSpPr>
          <p:spPr bwMode="auto">
            <a:xfrm>
              <a:off x="4957428" y="847725"/>
              <a:ext cx="0" cy="66637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75" name="Line 43"/>
            <p:cNvSpPr>
              <a:spLocks noChangeShapeType="1"/>
            </p:cNvSpPr>
            <p:nvPr/>
          </p:nvSpPr>
          <p:spPr bwMode="auto">
            <a:xfrm>
              <a:off x="4966140" y="843558"/>
              <a:ext cx="181924" cy="0"/>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80226" name="Rectangle 3"/>
          <p:cNvSpPr>
            <a:spLocks noGrp="1" noChangeArrowheads="1"/>
          </p:cNvSpPr>
          <p:nvPr>
            <p:ph idx="1"/>
          </p:nvPr>
        </p:nvSpPr>
        <p:spPr>
          <a:xfrm>
            <a:off x="107949" y="2441575"/>
            <a:ext cx="9036051" cy="2651125"/>
          </a:xfrm>
        </p:spPr>
        <p:txBody>
          <a:bodyPr/>
          <a:lstStyle/>
          <a:p>
            <a:pPr>
              <a:lnSpc>
                <a:spcPts val="1800"/>
              </a:lnSpc>
              <a:buFont typeface="Wingdings" panose="05000000000000000000" pitchFamily="2" charset="2"/>
              <a:buNone/>
              <a:defRPr/>
            </a:pPr>
            <a:r>
              <a:rPr lang="en-US" altLang="zh-CN" sz="1800" b="1" i="1" dirty="0">
                <a:solidFill>
                  <a:schemeClr val="tx1"/>
                </a:solidFill>
                <a:ea typeface="楷体_GB2312" pitchFamily="49" charset="-122"/>
                <a:cs typeface="Times New Roman" panose="02020603050405020304" pitchFamily="18" charset="0"/>
              </a:rPr>
              <a:t>P</a:t>
            </a:r>
            <a:r>
              <a:rPr lang="en-US" altLang="zh-CN" sz="1800" b="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rgbClr val="FF0000"/>
                </a:solidFill>
                <a:ea typeface="楷体_GB2312" pitchFamily="49" charset="-122"/>
                <a:cs typeface="Times New Roman" panose="02020603050405020304" pitchFamily="18" charset="0"/>
              </a:rPr>
              <a:t>M</a:t>
            </a:r>
            <a:r>
              <a:rPr lang="en-US" altLang="zh-CN" sz="1800" b="1" i="1" dirty="0">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addwidth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i="1" dirty="0">
                <a:solidFill>
                  <a:srgbClr val="FF0000"/>
                </a:solidFill>
                <a:ea typeface="楷体_GB2312" pitchFamily="49" charset="-122"/>
                <a:cs typeface="Times New Roman" panose="02020603050405020304" pitchFamily="18" charset="0"/>
              </a:rPr>
              <a:t>M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rgbClr val="FF0000"/>
                </a:solidFill>
                <a:ea typeface="楷体_GB2312" pitchFamily="49" charset="-122"/>
                <a:cs typeface="Times New Roman" panose="02020603050405020304" pitchFamily="18" charset="0"/>
              </a:rPr>
              <a:t> </a:t>
            </a:r>
            <a:r>
              <a:rPr lang="en-US" altLang="zh-CN" sz="1800" b="1" i="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mktable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nil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( 0,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en-US" altLang="zh-CN" sz="1800" b="1" i="1" dirty="0">
                <a:solidFill>
                  <a:schemeClr val="tx1"/>
                </a:solidFill>
                <a:ea typeface="楷体_GB2312" pitchFamily="49" charset="-122"/>
                <a:cs typeface="Times New Roman" panose="02020603050405020304" pitchFamily="18" charset="0"/>
              </a:rPr>
              <a:t>D</a:t>
            </a:r>
            <a:r>
              <a:rPr lang="en-US" altLang="zh-CN" sz="1800" b="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1 </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2</a:t>
            </a:r>
            <a:endParaRPr lang="en-US" altLang="zh-CN" sz="1800" b="1" i="1" dirty="0">
              <a:solidFill>
                <a:schemeClr val="tx1"/>
              </a:solidFill>
              <a:ea typeface="楷体_GB2312" pitchFamily="49" charset="-122"/>
              <a:cs typeface="Times New Roman" panose="02020603050405020304" pitchFamily="18" charset="0"/>
            </a:endParaRPr>
          </a:p>
          <a:p>
            <a:pPr algn="just" eaLnBrk="1" hangingPunct="1">
              <a:lnSpc>
                <a:spcPts val="1800"/>
              </a:lnSpc>
              <a:spcBef>
                <a:spcPct val="12000"/>
              </a:spcBef>
              <a:buFont typeface="Wingdings" panose="05000000000000000000" pitchFamily="2" charset="2"/>
              <a:buNone/>
              <a:defRPr/>
            </a:pPr>
            <a:r>
              <a:rPr lang="en-US" altLang="zh-CN" sz="1800" b="1" i="1" dirty="0" err="1">
                <a:solidFill>
                  <a:schemeClr val="tx1"/>
                </a:solidFill>
                <a:ea typeface="楷体_GB2312" pitchFamily="49" charset="-122"/>
                <a:cs typeface="Times New Roman" panose="02020603050405020304" pitchFamily="18" charset="0"/>
              </a:rPr>
              <a:t>D</a:t>
            </a:r>
            <a:r>
              <a:rPr lang="en-US" altLang="zh-CN" sz="1800" b="1" i="1" baseline="-30000" dirty="0" err="1">
                <a:solidFill>
                  <a:schemeClr val="tx1"/>
                </a:solidFill>
                <a:ea typeface="楷体_GB2312" pitchFamily="49" charset="-122"/>
                <a:cs typeface="Times New Roman" panose="02020603050405020304" pitchFamily="18" charset="0"/>
              </a:rPr>
              <a:t>p</a:t>
            </a:r>
            <a:r>
              <a:rPr lang="en-US" altLang="zh-CN" sz="1800" b="1" i="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proc id ; </a:t>
            </a:r>
            <a:r>
              <a:rPr lang="en-US" altLang="zh-CN" sz="1800" b="1" i="1" dirty="0">
                <a:solidFill>
                  <a:srgbClr val="FF0000"/>
                </a:solidFill>
                <a:ea typeface="楷体_GB2312" pitchFamily="49" charset="-122"/>
                <a:cs typeface="Times New Roman" panose="02020603050405020304" pitchFamily="18" charset="0"/>
              </a:rPr>
              <a:t>N</a:t>
            </a:r>
            <a:r>
              <a:rPr lang="en-US" altLang="zh-CN" sz="1800" b="1" i="1" dirty="0">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1</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S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 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err="1">
                <a:solidFill>
                  <a:srgbClr val="0000FF"/>
                </a:solidFill>
                <a:ea typeface="楷体_GB2312" pitchFamily="49" charset="-122"/>
                <a:cs typeface="Times New Roman" panose="02020603050405020304" pitchFamily="18" charset="0"/>
              </a:rPr>
              <a:t>addwidth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err="1">
                <a:solidFill>
                  <a:srgbClr val="0000FF"/>
                </a:solidFill>
                <a:ea typeface="楷体_GB2312" pitchFamily="49" charset="-122"/>
                <a:cs typeface="Times New Roman" panose="02020603050405020304" pitchFamily="18" charset="0"/>
              </a:rPr>
              <a:t>enterproc</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i="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err="1">
                <a:solidFill>
                  <a:schemeClr val="tx2">
                    <a:lumMod val="60000"/>
                    <a:lumOff val="40000"/>
                  </a:schemeClr>
                </a:solidFill>
                <a:ea typeface="楷体_GB2312" pitchFamily="49" charset="-122"/>
                <a:cs typeface="Times New Roman" panose="02020603050405020304" pitchFamily="18" charset="0"/>
              </a:rPr>
              <a:t>id.</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lexeme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dirty="0">
                <a:solidFill>
                  <a:schemeClr val="accent3">
                    <a:lumMod val="50000"/>
                  </a:schemeClr>
                </a:solidFill>
                <a:latin typeface="楷体" panose="02010609060101010101" pitchFamily="49" charset="-122"/>
                <a:ea typeface="楷体" panose="02010609060101010101" pitchFamily="49" charset="-122"/>
                <a:cs typeface="Times New Roman" panose="02020603050405020304" pitchFamily="18" charset="0"/>
              </a:rPr>
              <a:t>//</a:t>
            </a:r>
            <a:r>
              <a:rPr lang="zh-CN" altLang="en-US" sz="1800" b="1" dirty="0">
                <a:solidFill>
                  <a:schemeClr val="accent3">
                    <a:lumMod val="50000"/>
                  </a:schemeClr>
                </a:solidFill>
                <a:latin typeface="楷体" panose="02010609060101010101" pitchFamily="49" charset="-122"/>
                <a:ea typeface="楷体" panose="02010609060101010101" pitchFamily="49" charset="-122"/>
                <a:cs typeface="Times New Roman" panose="02020603050405020304" pitchFamily="18" charset="0"/>
              </a:rPr>
              <a:t>将过程记入符号表</a:t>
            </a:r>
            <a:endParaRPr lang="en-US" altLang="zh-CN" sz="1800" b="1" dirty="0">
              <a:solidFill>
                <a:schemeClr val="accent3">
                  <a:lumMod val="50000"/>
                </a:schemeClr>
              </a:solidFill>
              <a:latin typeface="楷体" panose="02010609060101010101" pitchFamily="49" charset="-122"/>
              <a:ea typeface="楷体" panose="02010609060101010101" pitchFamily="49" charset="-122"/>
              <a:cs typeface="Times New Roman" panose="02020603050405020304" pitchFamily="18" charset="0"/>
            </a:endParaRPr>
          </a:p>
          <a:p>
            <a:pPr algn="just" eaLnBrk="1" hangingPunct="1">
              <a:lnSpc>
                <a:spcPts val="1800"/>
              </a:lnSpc>
              <a:spcBef>
                <a:spcPct val="12000"/>
              </a:spcBef>
              <a:buFont typeface="Wingdings" panose="05000000000000000000" pitchFamily="2" charset="2"/>
              <a:buNone/>
              <a:defRPr/>
            </a:pPr>
            <a:r>
              <a:rPr lang="en-US" altLang="zh-CN" sz="1800" b="1" i="1" dirty="0" err="1">
                <a:solidFill>
                  <a:schemeClr val="tx1"/>
                </a:solidFill>
                <a:ea typeface="楷体_GB2312" pitchFamily="49" charset="-122"/>
                <a:cs typeface="Times New Roman" panose="02020603050405020304" pitchFamily="18" charset="0"/>
              </a:rPr>
              <a:t>D</a:t>
            </a:r>
            <a:r>
              <a:rPr lang="en-US" altLang="zh-CN" sz="1800" b="1" i="1" baseline="-30000" dirty="0" err="1">
                <a:solidFill>
                  <a:schemeClr val="tx1"/>
                </a:solidFill>
                <a:ea typeface="楷体_GB2312" pitchFamily="49" charset="-122"/>
                <a:cs typeface="Times New Roman" panose="02020603050405020304" pitchFamily="18" charset="0"/>
              </a:rPr>
              <a:t>v</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1"/>
                </a:solidFill>
                <a:ea typeface="楷体_GB2312" pitchFamily="49" charset="-122"/>
                <a:cs typeface="Times New Roman" panose="02020603050405020304" pitchFamily="18" charset="0"/>
              </a:rPr>
              <a:t>id: </a:t>
            </a:r>
            <a:r>
              <a:rPr lang="en-US" altLang="zh-CN" sz="1800" b="1" i="1" dirty="0">
                <a:solidFill>
                  <a:schemeClr val="tx1"/>
                </a:solidFill>
                <a:ea typeface="楷体_GB2312" pitchFamily="49" charset="-122"/>
                <a:cs typeface="Times New Roman" panose="02020603050405020304" pitchFamily="18" charset="0"/>
              </a:rPr>
              <a:t>T</a:t>
            </a:r>
            <a:r>
              <a:rPr lang="en-US" altLang="zh-CN" sz="1800" b="1" dirty="0">
                <a:solidFill>
                  <a:schemeClr val="tx1"/>
                </a:solidFill>
                <a:ea typeface="楷体_GB2312" pitchFamily="49" charset="-122"/>
                <a:cs typeface="Times New Roman" panose="02020603050405020304" pitchFamily="18" charset="0"/>
              </a:rPr>
              <a:t> ;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rgbClr val="0000FF"/>
                </a:solidFill>
                <a:ea typeface="楷体_GB2312" pitchFamily="49" charset="-122"/>
                <a:cs typeface="Times New Roman" panose="02020603050405020304" pitchFamily="18" charset="0"/>
              </a:rPr>
              <a:t>enter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err="1">
                <a:solidFill>
                  <a:schemeClr val="tx2">
                    <a:lumMod val="60000"/>
                    <a:lumOff val="40000"/>
                  </a:schemeClr>
                </a:solidFill>
                <a:ea typeface="楷体_GB2312" pitchFamily="49" charset="-122"/>
                <a:cs typeface="Times New Roman" panose="02020603050405020304" pitchFamily="18" charset="0"/>
              </a:rPr>
              <a:t>id.</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lexeme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T.type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dirty="0">
                <a:solidFill>
                  <a:schemeClr val="accent3">
                    <a:lumMod val="50000"/>
                  </a:schemeClr>
                </a:solidFill>
                <a:latin typeface="+mn-ea"/>
                <a:cs typeface="Times New Roman" panose="02020603050405020304" pitchFamily="18" charset="0"/>
              </a:rPr>
              <a:t>//</a:t>
            </a:r>
            <a:r>
              <a:rPr lang="zh-CN" altLang="en-US" sz="1800" b="1" dirty="0">
                <a:solidFill>
                  <a:schemeClr val="accent3">
                    <a:lumMod val="50000"/>
                  </a:schemeClr>
                </a:solidFill>
                <a:latin typeface="+mn-ea"/>
                <a:cs typeface="Times New Roman" panose="02020603050405020304" pitchFamily="18" charset="0"/>
              </a:rPr>
              <a:t>向栈顶的符号表添加表项</a:t>
            </a:r>
            <a:endParaRPr lang="en-US" altLang="zh-CN" sz="1800" b="1" dirty="0">
              <a:solidFill>
                <a:schemeClr val="accent3">
                  <a:lumMod val="50000"/>
                </a:schemeClr>
              </a:solidFill>
              <a:latin typeface="+mn-ea"/>
              <a:cs typeface="Times New Roman" panose="02020603050405020304" pitchFamily="18" charset="0"/>
            </a:endParaRP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zh-CN" altLang="en-US"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i="1" dirty="0">
                <a:solidFill>
                  <a:srgbClr val="FF0000"/>
                </a:solidFill>
                <a:ea typeface="楷体_GB2312" pitchFamily="49" charset="-122"/>
                <a:cs typeface="Times New Roman" panose="02020603050405020304" pitchFamily="18" charset="0"/>
              </a:rPr>
              <a:t>N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rgbClr val="FF0000"/>
                </a:solidFill>
                <a:ea typeface="楷体_GB2312" pitchFamily="49" charset="-122"/>
                <a:cs typeface="Times New Roman" panose="02020603050405020304" pitchFamily="18" charset="0"/>
              </a:rPr>
              <a:t>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 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mktable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( 0,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  </a:t>
            </a:r>
            <a:r>
              <a:rPr lang="en-US" altLang="zh-CN" sz="1800" b="1" dirty="0">
                <a:solidFill>
                  <a:schemeClr val="accent3">
                    <a:lumMod val="50000"/>
                  </a:schemeClr>
                </a:solidFill>
                <a:latin typeface="楷体" panose="02010609060101010101" pitchFamily="49" charset="-122"/>
                <a:ea typeface="楷体" panose="02010609060101010101" pitchFamily="49" charset="-122"/>
                <a:cs typeface="Times New Roman" panose="02020603050405020304" pitchFamily="18" charset="0"/>
              </a:rPr>
              <a:t>//</a:t>
            </a:r>
            <a:r>
              <a:rPr lang="zh-CN" altLang="en-US" sz="1800" b="1" dirty="0">
                <a:solidFill>
                  <a:schemeClr val="accent3">
                    <a:lumMod val="50000"/>
                  </a:schemeClr>
                </a:solidFill>
                <a:latin typeface="楷体" panose="02010609060101010101" pitchFamily="49" charset="-122"/>
                <a:ea typeface="楷体" panose="02010609060101010101" pitchFamily="49" charset="-122"/>
                <a:cs typeface="Times New Roman" panose="02020603050405020304" pitchFamily="18" charset="0"/>
              </a:rPr>
              <a:t>新建符号表</a:t>
            </a:r>
          </a:p>
        </p:txBody>
      </p:sp>
      <p:sp>
        <p:nvSpPr>
          <p:cNvPr id="136196" name="Rectangle 2"/>
          <p:cNvSpPr>
            <a:spLocks noGrp="1" noChangeArrowheads="1"/>
          </p:cNvSpPr>
          <p:nvPr>
            <p:ph type="title"/>
          </p:nvPr>
        </p:nvSpPr>
        <p:spPr>
          <a:xfrm>
            <a:off x="755650" y="268288"/>
            <a:ext cx="7931150" cy="358775"/>
          </a:xfrm>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3000" i="1" dirty="0">
              <a:solidFill>
                <a:schemeClr val="tx1"/>
              </a:solidFill>
              <a:ea typeface="楷体_GB2312" pitchFamily="49" charset="-122"/>
              <a:cs typeface="Times New Roman" panose="02020603050405020304" pitchFamily="18" charset="0"/>
            </a:endParaRPr>
          </a:p>
        </p:txBody>
      </p:sp>
      <p:sp>
        <p:nvSpPr>
          <p:cNvPr id="63" name="Line 103"/>
          <p:cNvSpPr>
            <a:spLocks noChangeShapeType="1"/>
          </p:cNvSpPr>
          <p:nvPr/>
        </p:nvSpPr>
        <p:spPr bwMode="auto">
          <a:xfrm flipH="1" flipV="1">
            <a:off x="6761163" y="2449513"/>
            <a:ext cx="269875"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grpSp>
        <p:nvGrpSpPr>
          <p:cNvPr id="3" name="组合 180241"/>
          <p:cNvGrpSpPr>
            <a:grpSpLocks/>
          </p:cNvGrpSpPr>
          <p:nvPr/>
        </p:nvGrpSpPr>
        <p:grpSpPr bwMode="auto">
          <a:xfrm>
            <a:off x="6678613" y="-92075"/>
            <a:ext cx="2238375" cy="1449388"/>
            <a:chOff x="6678686" y="-92546"/>
            <a:chExt cx="2238896" cy="1449933"/>
          </a:xfrm>
        </p:grpSpPr>
        <p:sp>
          <p:nvSpPr>
            <p:cNvPr id="136255" name="Rectangle 15"/>
            <p:cNvSpPr>
              <a:spLocks noChangeArrowheads="1"/>
            </p:cNvSpPr>
            <p:nvPr/>
          </p:nvSpPr>
          <p:spPr bwMode="auto">
            <a:xfrm>
              <a:off x="7488832" y="-92546"/>
              <a:ext cx="1428750" cy="428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dirty="0" err="1">
                  <a:solidFill>
                    <a:srgbClr val="000000"/>
                  </a:solidFill>
                  <a:ea typeface="宋体" panose="02010600030101010101" pitchFamily="2" charset="-122"/>
                  <a:cs typeface="Times New Roman" panose="02020603050405020304" pitchFamily="18" charset="0"/>
                </a:rPr>
                <a:t>readarrary</a:t>
              </a:r>
              <a:endParaRPr lang="en-US" altLang="zh-CN" sz="2100" i="1" dirty="0">
                <a:solidFill>
                  <a:srgbClr val="000000"/>
                </a:solidFill>
                <a:ea typeface="宋体" panose="02010600030101010101" pitchFamily="2" charset="-122"/>
                <a:cs typeface="Times New Roman" panose="02020603050405020304" pitchFamily="18" charset="0"/>
              </a:endParaRPr>
            </a:p>
          </p:txBody>
        </p:sp>
        <p:sp>
          <p:nvSpPr>
            <p:cNvPr id="136256" name="Line 17"/>
            <p:cNvSpPr>
              <a:spLocks noChangeShapeType="1"/>
            </p:cNvSpPr>
            <p:nvPr/>
          </p:nvSpPr>
          <p:spPr bwMode="auto">
            <a:xfrm>
              <a:off x="7491461" y="283691"/>
              <a:ext cx="0" cy="5921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57" name="Line 18"/>
            <p:cNvSpPr>
              <a:spLocks noChangeShapeType="1"/>
            </p:cNvSpPr>
            <p:nvPr/>
          </p:nvSpPr>
          <p:spPr bwMode="auto">
            <a:xfrm>
              <a:off x="8783140" y="283691"/>
              <a:ext cx="1587" cy="62071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36258" name="Line 20"/>
            <p:cNvSpPr>
              <a:spLocks noChangeShapeType="1"/>
            </p:cNvSpPr>
            <p:nvPr/>
          </p:nvSpPr>
          <p:spPr bwMode="auto">
            <a:xfrm flipV="1">
              <a:off x="7493048" y="577380"/>
              <a:ext cx="128587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59" name="Rectangle 21"/>
            <p:cNvSpPr>
              <a:spLocks noChangeArrowheads="1"/>
            </p:cNvSpPr>
            <p:nvPr/>
          </p:nvSpPr>
          <p:spPr bwMode="auto">
            <a:xfrm>
              <a:off x="7735936" y="210840"/>
              <a:ext cx="1119212"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2100" i="1">
                <a:solidFill>
                  <a:srgbClr val="000000"/>
                </a:solidFill>
                <a:ea typeface="宋体" panose="02010600030101010101" pitchFamily="2" charset="-122"/>
                <a:cs typeface="Times New Roman" panose="02020603050405020304" pitchFamily="18" charset="0"/>
              </a:endParaRPr>
            </a:p>
          </p:txBody>
        </p:sp>
        <p:sp>
          <p:nvSpPr>
            <p:cNvPr id="136260" name="Line 22"/>
            <p:cNvSpPr>
              <a:spLocks noChangeShapeType="1"/>
            </p:cNvSpPr>
            <p:nvPr/>
          </p:nvSpPr>
          <p:spPr bwMode="auto">
            <a:xfrm>
              <a:off x="7483837" y="283691"/>
              <a:ext cx="129930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61" name="Line 24"/>
            <p:cNvSpPr>
              <a:spLocks noChangeShapeType="1"/>
            </p:cNvSpPr>
            <p:nvPr/>
          </p:nvSpPr>
          <p:spPr bwMode="auto">
            <a:xfrm flipH="1">
              <a:off x="7775028" y="286867"/>
              <a:ext cx="0" cy="60325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62" name="Line 18"/>
            <p:cNvSpPr>
              <a:spLocks noChangeShapeType="1"/>
            </p:cNvSpPr>
            <p:nvPr/>
          </p:nvSpPr>
          <p:spPr bwMode="auto">
            <a:xfrm>
              <a:off x="8495109" y="286345"/>
              <a:ext cx="0" cy="58684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63" name="Line 103"/>
            <p:cNvSpPr>
              <a:spLocks noChangeShapeType="1"/>
            </p:cNvSpPr>
            <p:nvPr/>
          </p:nvSpPr>
          <p:spPr bwMode="auto">
            <a:xfrm flipH="1" flipV="1">
              <a:off x="6678686" y="480117"/>
              <a:ext cx="96852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64" name="Line 51"/>
            <p:cNvSpPr>
              <a:spLocks noChangeShapeType="1"/>
            </p:cNvSpPr>
            <p:nvPr/>
          </p:nvSpPr>
          <p:spPr bwMode="auto">
            <a:xfrm>
              <a:off x="6684144" y="480116"/>
              <a:ext cx="12946" cy="877271"/>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94" name="Rectangle 3"/>
          <p:cNvSpPr txBox="1">
            <a:spLocks noChangeArrowheads="1"/>
          </p:cNvSpPr>
          <p:nvPr/>
        </p:nvSpPr>
        <p:spPr bwMode="auto">
          <a:xfrm>
            <a:off x="1296988" y="71438"/>
            <a:ext cx="2482850" cy="2390775"/>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just" eaLnBrk="1" hangingPunct="1">
              <a:lnSpc>
                <a:spcPts val="1400"/>
              </a:lnSpc>
              <a:spcBef>
                <a:spcPct val="12000"/>
              </a:spcBef>
              <a:buClr>
                <a:srgbClr val="3333CC"/>
              </a:buClr>
              <a:buFont typeface="Wingdings" panose="05000000000000000000" pitchFamily="2" charset="2"/>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prstClr val="black"/>
                </a:solidFill>
                <a:latin typeface="Times New Roman" panose="02020603050405020304" pitchFamily="18" charset="0"/>
              </a:rPr>
              <a:t>     {…}</a:t>
            </a:r>
          </a:p>
        </p:txBody>
      </p:sp>
      <p:grpSp>
        <p:nvGrpSpPr>
          <p:cNvPr id="4" name="组合 5"/>
          <p:cNvGrpSpPr>
            <a:grpSpLocks/>
          </p:cNvGrpSpPr>
          <p:nvPr/>
        </p:nvGrpSpPr>
        <p:grpSpPr bwMode="auto">
          <a:xfrm>
            <a:off x="5070475" y="79375"/>
            <a:ext cx="1517650" cy="969963"/>
            <a:chOff x="5069755" y="79300"/>
            <a:chExt cx="1518468" cy="970576"/>
          </a:xfrm>
        </p:grpSpPr>
        <p:sp>
          <p:nvSpPr>
            <p:cNvPr id="136246" name="Rectangle 78"/>
            <p:cNvSpPr>
              <a:spLocks noChangeArrowheads="1"/>
            </p:cNvSpPr>
            <p:nvPr/>
          </p:nvSpPr>
          <p:spPr bwMode="auto">
            <a:xfrm>
              <a:off x="5573811" y="79300"/>
              <a:ext cx="1014412"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r>
                <a:rPr lang="zh-CN" altLang="en-US" sz="2100" i="1">
                  <a:solidFill>
                    <a:srgbClr val="000000"/>
                  </a:solidFill>
                  <a:ea typeface="宋体" panose="02010600030101010101" pitchFamily="2" charset="-122"/>
                  <a:cs typeface="Times New Roman" panose="02020603050405020304" pitchFamily="18" charset="0"/>
                </a:rPr>
                <a:t> </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36247" name="Line 30"/>
            <p:cNvSpPr>
              <a:spLocks noChangeShapeType="1"/>
            </p:cNvSpPr>
            <p:nvPr/>
          </p:nvSpPr>
          <p:spPr bwMode="auto">
            <a:xfrm>
              <a:off x="5175270" y="149876"/>
              <a:ext cx="0" cy="9000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48" name="Line 37"/>
            <p:cNvSpPr>
              <a:spLocks noChangeShapeType="1"/>
            </p:cNvSpPr>
            <p:nvPr/>
          </p:nvSpPr>
          <p:spPr bwMode="auto">
            <a:xfrm flipV="1">
              <a:off x="5166098" y="452784"/>
              <a:ext cx="141582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49" name="Rectangle 39"/>
            <p:cNvSpPr>
              <a:spLocks noChangeArrowheads="1"/>
            </p:cNvSpPr>
            <p:nvPr/>
          </p:nvSpPr>
          <p:spPr bwMode="auto">
            <a:xfrm>
              <a:off x="5069755" y="112637"/>
              <a:ext cx="515938"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800" i="1">
                  <a:solidFill>
                    <a:srgbClr val="000000"/>
                  </a:solidFill>
                  <a:ea typeface="宋体" panose="02010600030101010101" pitchFamily="2" charset="-122"/>
                  <a:cs typeface="Times New Roman" panose="02020603050405020304" pitchFamily="18" charset="0"/>
                </a:rPr>
                <a:t>nil</a:t>
              </a:r>
              <a:endParaRPr lang="zh-CN" altLang="en-US" sz="1800" i="1">
                <a:solidFill>
                  <a:srgbClr val="000000"/>
                </a:solidFill>
                <a:ea typeface="宋体" panose="02010600030101010101" pitchFamily="2" charset="-122"/>
                <a:cs typeface="Times New Roman" panose="02020603050405020304" pitchFamily="18" charset="0"/>
              </a:endParaRPr>
            </a:p>
          </p:txBody>
        </p:sp>
        <p:sp>
          <p:nvSpPr>
            <p:cNvPr id="136250" name="Line 41"/>
            <p:cNvSpPr>
              <a:spLocks noChangeShapeType="1"/>
            </p:cNvSpPr>
            <p:nvPr/>
          </p:nvSpPr>
          <p:spPr bwMode="auto">
            <a:xfrm>
              <a:off x="5175622" y="165025"/>
              <a:ext cx="140000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51" name="Line 42"/>
            <p:cNvSpPr>
              <a:spLocks noChangeShapeType="1"/>
            </p:cNvSpPr>
            <p:nvPr/>
          </p:nvSpPr>
          <p:spPr bwMode="auto">
            <a:xfrm>
              <a:off x="5573811" y="180900"/>
              <a:ext cx="0" cy="2825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52" name="Line 43"/>
            <p:cNvSpPr>
              <a:spLocks noChangeShapeType="1"/>
            </p:cNvSpPr>
            <p:nvPr/>
          </p:nvSpPr>
          <p:spPr bwMode="auto">
            <a:xfrm>
              <a:off x="5573811" y="471412"/>
              <a:ext cx="0" cy="57626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53" name="Line 44"/>
            <p:cNvSpPr>
              <a:spLocks noChangeShapeType="1"/>
            </p:cNvSpPr>
            <p:nvPr/>
          </p:nvSpPr>
          <p:spPr bwMode="auto">
            <a:xfrm>
              <a:off x="6318882" y="161552"/>
              <a:ext cx="0" cy="8667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54" name="Line 44"/>
            <p:cNvSpPr>
              <a:spLocks noChangeShapeType="1"/>
            </p:cNvSpPr>
            <p:nvPr/>
          </p:nvSpPr>
          <p:spPr bwMode="auto">
            <a:xfrm>
              <a:off x="6581923" y="164231"/>
              <a:ext cx="0" cy="8667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grpSp>
        <p:nvGrpSpPr>
          <p:cNvPr id="5" name="组合 180235"/>
          <p:cNvGrpSpPr>
            <a:grpSpLocks/>
          </p:cNvGrpSpPr>
          <p:nvPr/>
        </p:nvGrpSpPr>
        <p:grpSpPr bwMode="auto">
          <a:xfrm>
            <a:off x="3816350" y="-14288"/>
            <a:ext cx="1331913" cy="1649413"/>
            <a:chOff x="3816350" y="-15044"/>
            <a:chExt cx="1331714" cy="1649918"/>
          </a:xfrm>
        </p:grpSpPr>
        <p:sp>
          <p:nvSpPr>
            <p:cNvPr id="136238" name="Line 16"/>
            <p:cNvSpPr>
              <a:spLocks noChangeShapeType="1"/>
            </p:cNvSpPr>
            <p:nvPr/>
          </p:nvSpPr>
          <p:spPr bwMode="auto">
            <a:xfrm>
              <a:off x="3908022" y="337887"/>
              <a:ext cx="0" cy="12969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39" name="Line 18"/>
            <p:cNvSpPr>
              <a:spLocks noChangeShapeType="1"/>
            </p:cNvSpPr>
            <p:nvPr/>
          </p:nvSpPr>
          <p:spPr bwMode="auto">
            <a:xfrm flipH="1" flipV="1">
              <a:off x="4355976" y="337887"/>
              <a:ext cx="0" cy="12969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40" name="Line 19"/>
            <p:cNvSpPr>
              <a:spLocks noChangeShapeType="1"/>
            </p:cNvSpPr>
            <p:nvPr/>
          </p:nvSpPr>
          <p:spPr bwMode="auto">
            <a:xfrm>
              <a:off x="4484086" y="337887"/>
              <a:ext cx="0" cy="12954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41" name="Line 20"/>
            <p:cNvSpPr>
              <a:spLocks noChangeShapeType="1"/>
            </p:cNvSpPr>
            <p:nvPr/>
          </p:nvSpPr>
          <p:spPr bwMode="auto">
            <a:xfrm>
              <a:off x="4491924" y="339502"/>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42" name="Line 21"/>
            <p:cNvSpPr>
              <a:spLocks noChangeShapeType="1"/>
            </p:cNvSpPr>
            <p:nvPr/>
          </p:nvSpPr>
          <p:spPr bwMode="auto">
            <a:xfrm flipH="1" flipV="1">
              <a:off x="4771399" y="337887"/>
              <a:ext cx="0" cy="12954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43" name="Text Box 22"/>
            <p:cNvSpPr txBox="1">
              <a:spLocks noChangeArrowheads="1"/>
            </p:cNvSpPr>
            <p:nvPr/>
          </p:nvSpPr>
          <p:spPr bwMode="auto">
            <a:xfrm>
              <a:off x="3816350" y="-15044"/>
              <a:ext cx="7556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eaLnBrk="1" hangingPunct="1">
                <a:spcBef>
                  <a:spcPct val="50000"/>
                </a:spcBef>
              </a:pPr>
              <a:r>
                <a:rPr lang="en-US" altLang="zh-CN" sz="1800" b="0" i="1">
                  <a:solidFill>
                    <a:srgbClr val="000000"/>
                  </a:solidFill>
                  <a:ea typeface="宋体" panose="02010600030101010101" pitchFamily="2" charset="-122"/>
                  <a:cs typeface="Times New Roman" panose="02020603050405020304" pitchFamily="18" charset="0"/>
                </a:rPr>
                <a:t>offset</a:t>
              </a:r>
            </a:p>
          </p:txBody>
        </p:sp>
        <p:sp>
          <p:nvSpPr>
            <p:cNvPr id="136244" name="Text Box 26"/>
            <p:cNvSpPr txBox="1">
              <a:spLocks noChangeArrowheads="1"/>
            </p:cNvSpPr>
            <p:nvPr/>
          </p:nvSpPr>
          <p:spPr bwMode="auto">
            <a:xfrm>
              <a:off x="4390827" y="-3398"/>
              <a:ext cx="757237"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eaLnBrk="1" hangingPunct="1">
                <a:spcBef>
                  <a:spcPct val="50000"/>
                </a:spcBef>
              </a:pPr>
              <a:r>
                <a:rPr lang="en-US" altLang="zh-CN" sz="1800" b="0" i="1">
                  <a:solidFill>
                    <a:srgbClr val="000000"/>
                  </a:solidFill>
                  <a:ea typeface="宋体" panose="02010600030101010101" pitchFamily="2" charset="-122"/>
                  <a:cs typeface="Times New Roman" panose="02020603050405020304" pitchFamily="18" charset="0"/>
                </a:rPr>
                <a:t>tblptr</a:t>
              </a:r>
            </a:p>
          </p:txBody>
        </p:sp>
        <p:sp>
          <p:nvSpPr>
            <p:cNvPr id="136245" name="Line 20"/>
            <p:cNvSpPr>
              <a:spLocks noChangeShapeType="1"/>
            </p:cNvSpPr>
            <p:nvPr/>
          </p:nvSpPr>
          <p:spPr bwMode="auto">
            <a:xfrm flipV="1">
              <a:off x="3908022" y="334865"/>
              <a:ext cx="434883" cy="46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27" name="Line 20"/>
          <p:cNvSpPr>
            <a:spLocks noChangeShapeType="1"/>
          </p:cNvSpPr>
          <p:nvPr/>
        </p:nvSpPr>
        <p:spPr bwMode="auto">
          <a:xfrm flipV="1">
            <a:off x="1296988" y="268288"/>
            <a:ext cx="142557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 name="Line 20"/>
          <p:cNvSpPr>
            <a:spLocks noChangeShapeType="1"/>
          </p:cNvSpPr>
          <p:nvPr/>
        </p:nvSpPr>
        <p:spPr bwMode="auto">
          <a:xfrm flipV="1">
            <a:off x="1633538" y="492702"/>
            <a:ext cx="1136650"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6" name="组合 180224"/>
          <p:cNvGrpSpPr>
            <a:grpSpLocks/>
          </p:cNvGrpSpPr>
          <p:nvPr/>
        </p:nvGrpSpPr>
        <p:grpSpPr bwMode="auto">
          <a:xfrm>
            <a:off x="4881563" y="1639888"/>
            <a:ext cx="2038350" cy="361950"/>
            <a:chOff x="4880918" y="1639665"/>
            <a:chExt cx="2038349" cy="361950"/>
          </a:xfrm>
        </p:grpSpPr>
        <p:sp>
          <p:nvSpPr>
            <p:cNvPr id="136236" name="Rectangle 25"/>
            <p:cNvSpPr>
              <a:spLocks noChangeArrowheads="1"/>
            </p:cNvSpPr>
            <p:nvPr/>
          </p:nvSpPr>
          <p:spPr bwMode="auto">
            <a:xfrm>
              <a:off x="4880918" y="1639665"/>
              <a:ext cx="2038349"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a                </a:t>
              </a:r>
              <a:r>
                <a:rPr lang="en-US" altLang="zh-CN" sz="1800">
                  <a:solidFill>
                    <a:srgbClr val="000000"/>
                  </a:solidFill>
                  <a:ea typeface="宋体" panose="02010600030101010101" pitchFamily="2" charset="-122"/>
                  <a:cs typeface="Times New Roman" panose="02020603050405020304" pitchFamily="18" charset="0"/>
                </a:rPr>
                <a:t>array  0</a:t>
              </a:r>
            </a:p>
          </p:txBody>
        </p:sp>
        <p:sp>
          <p:nvSpPr>
            <p:cNvPr id="136237" name="Line 8"/>
            <p:cNvSpPr>
              <a:spLocks noChangeShapeType="1"/>
            </p:cNvSpPr>
            <p:nvPr/>
          </p:nvSpPr>
          <p:spPr bwMode="auto">
            <a:xfrm>
              <a:off x="4898381" y="1990502"/>
              <a:ext cx="2020886" cy="158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2" name="Line 20"/>
          <p:cNvSpPr>
            <a:spLocks noChangeShapeType="1"/>
          </p:cNvSpPr>
          <p:nvPr/>
        </p:nvSpPr>
        <p:spPr bwMode="auto">
          <a:xfrm>
            <a:off x="2982913" y="503670"/>
            <a:ext cx="37782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7" name="组合 180236"/>
          <p:cNvGrpSpPr>
            <a:grpSpLocks/>
          </p:cNvGrpSpPr>
          <p:nvPr/>
        </p:nvGrpSpPr>
        <p:grpSpPr bwMode="auto">
          <a:xfrm>
            <a:off x="3913188" y="311150"/>
            <a:ext cx="1266825" cy="315913"/>
            <a:chOff x="3913756" y="310816"/>
            <a:chExt cx="1266106" cy="316804"/>
          </a:xfrm>
        </p:grpSpPr>
        <p:sp>
          <p:nvSpPr>
            <p:cNvPr id="136233" name="Line 20"/>
            <p:cNvSpPr>
              <a:spLocks noChangeShapeType="1"/>
            </p:cNvSpPr>
            <p:nvPr/>
          </p:nvSpPr>
          <p:spPr bwMode="auto">
            <a:xfrm>
              <a:off x="4499992" y="620241"/>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24" name="直接箭头连接符 123"/>
            <p:cNvCxnSpPr/>
            <p:nvPr/>
          </p:nvCxnSpPr>
          <p:spPr>
            <a:xfrm flipV="1">
              <a:off x="4616619" y="310816"/>
              <a:ext cx="563243" cy="165566"/>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51" name="矩形 150"/>
            <p:cNvSpPr/>
            <p:nvPr/>
          </p:nvSpPr>
          <p:spPr>
            <a:xfrm>
              <a:off x="3913756" y="334696"/>
              <a:ext cx="439487" cy="292924"/>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schemeClr val="tx1"/>
                  </a:solidFill>
                  <a:latin typeface="Times New Roman" panose="02020603050405020304" pitchFamily="18" charset="0"/>
                  <a:cs typeface="Times New Roman" panose="02020603050405020304" pitchFamily="18" charset="0"/>
                </a:rPr>
                <a:t>0</a:t>
              </a:r>
              <a:endParaRPr lang="zh-CN" altLang="en-US" sz="1800" dirty="0">
                <a:solidFill>
                  <a:schemeClr val="tx1"/>
                </a:solidFill>
                <a:latin typeface="Times New Roman" panose="02020603050405020304" pitchFamily="18" charset="0"/>
                <a:cs typeface="Times New Roman" panose="02020603050405020304" pitchFamily="18" charset="0"/>
              </a:endParaRPr>
            </a:p>
          </p:txBody>
        </p:sp>
      </p:grpSp>
      <p:grpSp>
        <p:nvGrpSpPr>
          <p:cNvPr id="8" name="组合 180238"/>
          <p:cNvGrpSpPr>
            <a:grpSpLocks/>
          </p:cNvGrpSpPr>
          <p:nvPr/>
        </p:nvGrpSpPr>
        <p:grpSpPr bwMode="auto">
          <a:xfrm>
            <a:off x="3908425" y="626428"/>
            <a:ext cx="990600" cy="780097"/>
            <a:chOff x="3907724" y="626940"/>
            <a:chExt cx="990625" cy="779635"/>
          </a:xfrm>
        </p:grpSpPr>
        <p:sp>
          <p:nvSpPr>
            <p:cNvPr id="136230" name="Line 20"/>
            <p:cNvSpPr>
              <a:spLocks noChangeShapeType="1"/>
            </p:cNvSpPr>
            <p:nvPr/>
          </p:nvSpPr>
          <p:spPr bwMode="auto">
            <a:xfrm>
              <a:off x="4499992" y="926397"/>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33" name="直接箭头连接符 132"/>
            <p:cNvCxnSpPr/>
            <p:nvPr/>
          </p:nvCxnSpPr>
          <p:spPr>
            <a:xfrm>
              <a:off x="4617355" y="771951"/>
              <a:ext cx="280994" cy="634624"/>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53" name="矩形 152"/>
            <p:cNvSpPr/>
            <p:nvPr/>
          </p:nvSpPr>
          <p:spPr>
            <a:xfrm>
              <a:off x="3907724" y="626940"/>
              <a:ext cx="446483" cy="29192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schemeClr val="tx1"/>
                  </a:solidFill>
                  <a:latin typeface="Times New Roman" panose="02020603050405020304" pitchFamily="18" charset="0"/>
                  <a:cs typeface="Times New Roman" panose="02020603050405020304" pitchFamily="18" charset="0"/>
                </a:rPr>
                <a:t>0</a:t>
              </a:r>
              <a:endParaRPr lang="zh-CN" altLang="en-US" sz="1800" dirty="0">
                <a:solidFill>
                  <a:schemeClr val="tx1"/>
                </a:solidFill>
                <a:latin typeface="Times New Roman" panose="02020603050405020304" pitchFamily="18" charset="0"/>
                <a:cs typeface="Times New Roman" panose="02020603050405020304" pitchFamily="18" charset="0"/>
              </a:endParaRPr>
            </a:p>
          </p:txBody>
        </p:sp>
      </p:grpSp>
      <p:sp>
        <p:nvSpPr>
          <p:cNvPr id="180232" name="矩形 180231"/>
          <p:cNvSpPr/>
          <p:nvPr/>
        </p:nvSpPr>
        <p:spPr>
          <a:xfrm>
            <a:off x="3911872" y="613092"/>
            <a:ext cx="439737" cy="309245"/>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schemeClr val="tx1"/>
                </a:solidFill>
                <a:latin typeface="Times New Roman" panose="02020603050405020304" pitchFamily="18" charset="0"/>
                <a:cs typeface="Times New Roman" panose="02020603050405020304" pitchFamily="18" charset="0"/>
              </a:rPr>
              <a:t>44</a:t>
            </a:r>
            <a:endParaRPr lang="zh-CN" altLang="en-US" sz="1800" dirty="0">
              <a:solidFill>
                <a:schemeClr val="tx1"/>
              </a:solidFill>
              <a:latin typeface="Times New Roman" panose="02020603050405020304" pitchFamily="18" charset="0"/>
              <a:cs typeface="Times New Roman" panose="02020603050405020304" pitchFamily="18" charset="0"/>
            </a:endParaRPr>
          </a:p>
        </p:txBody>
      </p:sp>
      <p:grpSp>
        <p:nvGrpSpPr>
          <p:cNvPr id="9" name="组合 180240"/>
          <p:cNvGrpSpPr>
            <a:grpSpLocks/>
          </p:cNvGrpSpPr>
          <p:nvPr/>
        </p:nvGrpSpPr>
        <p:grpSpPr bwMode="auto">
          <a:xfrm>
            <a:off x="4897438" y="1943100"/>
            <a:ext cx="2071687" cy="363538"/>
            <a:chOff x="4897836" y="1942382"/>
            <a:chExt cx="2070694" cy="363537"/>
          </a:xfrm>
        </p:grpSpPr>
        <p:sp>
          <p:nvSpPr>
            <p:cNvPr id="136228" name="Line 7"/>
            <p:cNvSpPr>
              <a:spLocks noChangeShapeType="1"/>
            </p:cNvSpPr>
            <p:nvPr/>
          </p:nvSpPr>
          <p:spPr bwMode="auto">
            <a:xfrm flipV="1">
              <a:off x="4899967" y="2282602"/>
              <a:ext cx="2018329"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36229" name="Rectangle 26"/>
            <p:cNvSpPr>
              <a:spLocks noChangeArrowheads="1"/>
            </p:cNvSpPr>
            <p:nvPr/>
          </p:nvSpPr>
          <p:spPr bwMode="auto">
            <a:xfrm>
              <a:off x="4897836" y="1942382"/>
              <a:ext cx="2070694"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x                 </a:t>
              </a:r>
              <a:r>
                <a:rPr lang="en-US" altLang="zh-CN" sz="1800">
                  <a:solidFill>
                    <a:srgbClr val="000000"/>
                  </a:solidFill>
                  <a:ea typeface="宋体" panose="02010600030101010101" pitchFamily="2" charset="-122"/>
                  <a:cs typeface="Times New Roman" panose="02020603050405020304" pitchFamily="18" charset="0"/>
                </a:rPr>
                <a:t>int     44</a:t>
              </a:r>
            </a:p>
          </p:txBody>
        </p:sp>
      </p:grpSp>
      <p:sp>
        <p:nvSpPr>
          <p:cNvPr id="164" name="矩形 163"/>
          <p:cNvSpPr/>
          <p:nvPr/>
        </p:nvSpPr>
        <p:spPr>
          <a:xfrm>
            <a:off x="3913725" y="606875"/>
            <a:ext cx="439738" cy="318483"/>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schemeClr val="tx1"/>
                </a:solidFill>
                <a:latin typeface="Times New Roman" panose="02020603050405020304" pitchFamily="18" charset="0"/>
                <a:cs typeface="Times New Roman" panose="02020603050405020304" pitchFamily="18" charset="0"/>
              </a:rPr>
              <a:t>48</a:t>
            </a:r>
            <a:endParaRPr lang="zh-CN" altLang="en-US" sz="1800" dirty="0">
              <a:solidFill>
                <a:schemeClr val="tx1"/>
              </a:solidFill>
              <a:latin typeface="Times New Roman" panose="02020603050405020304" pitchFamily="18" charset="0"/>
              <a:cs typeface="Times New Roman" panose="02020603050405020304" pitchFamily="18" charset="0"/>
            </a:endParaRPr>
          </a:p>
        </p:txBody>
      </p:sp>
      <p:sp>
        <p:nvSpPr>
          <p:cNvPr id="165" name="Line 20"/>
          <p:cNvSpPr>
            <a:spLocks noChangeShapeType="1"/>
          </p:cNvSpPr>
          <p:nvPr/>
        </p:nvSpPr>
        <p:spPr bwMode="auto">
          <a:xfrm>
            <a:off x="1633538" y="700088"/>
            <a:ext cx="14271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0" name="组合 166"/>
          <p:cNvGrpSpPr>
            <a:grpSpLocks/>
          </p:cNvGrpSpPr>
          <p:nvPr/>
        </p:nvGrpSpPr>
        <p:grpSpPr bwMode="auto">
          <a:xfrm>
            <a:off x="3913505" y="579565"/>
            <a:ext cx="3562350" cy="638175"/>
            <a:chOff x="3913756" y="-10450"/>
            <a:chExt cx="3562797" cy="638070"/>
          </a:xfrm>
        </p:grpSpPr>
        <p:sp>
          <p:nvSpPr>
            <p:cNvPr id="136225" name="Line 20"/>
            <p:cNvSpPr>
              <a:spLocks noChangeShapeType="1"/>
            </p:cNvSpPr>
            <p:nvPr/>
          </p:nvSpPr>
          <p:spPr bwMode="auto">
            <a:xfrm>
              <a:off x="4499992" y="620241"/>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69" name="直接箭头连接符 168"/>
            <p:cNvCxnSpPr/>
            <p:nvPr/>
          </p:nvCxnSpPr>
          <p:spPr>
            <a:xfrm flipV="1">
              <a:off x="4617107" y="-10450"/>
              <a:ext cx="2859446" cy="487282"/>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70" name="矩形 169"/>
            <p:cNvSpPr/>
            <p:nvPr/>
          </p:nvSpPr>
          <p:spPr>
            <a:xfrm>
              <a:off x="3913756" y="335568"/>
              <a:ext cx="439793" cy="292052"/>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schemeClr val="tx1"/>
                  </a:solidFill>
                  <a:latin typeface="Times New Roman" panose="02020603050405020304" pitchFamily="18" charset="0"/>
                  <a:cs typeface="Times New Roman" panose="02020603050405020304" pitchFamily="18" charset="0"/>
                </a:rPr>
                <a:t>0</a:t>
              </a:r>
              <a:endParaRPr lang="zh-CN" altLang="en-US" sz="1800" dirty="0">
                <a:solidFill>
                  <a:schemeClr val="tx1"/>
                </a:solidFill>
                <a:latin typeface="Times New Roman" panose="02020603050405020304" pitchFamily="18" charset="0"/>
                <a:cs typeface="Times New Roman" panose="02020603050405020304" pitchFamily="18" charset="0"/>
              </a:endParaRPr>
            </a:p>
          </p:txBody>
        </p:sp>
      </p:grpSp>
      <p:sp>
        <p:nvSpPr>
          <p:cNvPr id="172" name="Line 20"/>
          <p:cNvSpPr>
            <a:spLocks noChangeShapeType="1"/>
          </p:cNvSpPr>
          <p:nvPr/>
        </p:nvSpPr>
        <p:spPr bwMode="auto">
          <a:xfrm flipV="1">
            <a:off x="1785938" y="922338"/>
            <a:ext cx="842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1" name="组合 180243"/>
          <p:cNvGrpSpPr>
            <a:grpSpLocks/>
          </p:cNvGrpSpPr>
          <p:nvPr/>
        </p:nvGrpSpPr>
        <p:grpSpPr bwMode="auto">
          <a:xfrm>
            <a:off x="7478712" y="539750"/>
            <a:ext cx="1303866" cy="361950"/>
            <a:chOff x="7478764" y="539279"/>
            <a:chExt cx="1303503" cy="361950"/>
          </a:xfrm>
        </p:grpSpPr>
        <p:sp>
          <p:nvSpPr>
            <p:cNvPr id="136223" name="Line 19"/>
            <p:cNvSpPr>
              <a:spLocks noChangeShapeType="1"/>
            </p:cNvSpPr>
            <p:nvPr/>
          </p:nvSpPr>
          <p:spPr bwMode="auto">
            <a:xfrm flipV="1">
              <a:off x="7478764" y="875829"/>
              <a:ext cx="130350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6224" name="Rectangle 40"/>
            <p:cNvSpPr>
              <a:spLocks noChangeArrowheads="1"/>
            </p:cNvSpPr>
            <p:nvPr/>
          </p:nvSpPr>
          <p:spPr bwMode="auto">
            <a:xfrm>
              <a:off x="7523211" y="539279"/>
              <a:ext cx="1220442"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err="1">
                  <a:solidFill>
                    <a:srgbClr val="000000"/>
                  </a:solidFill>
                  <a:ea typeface="宋体" panose="02010600030101010101" pitchFamily="2" charset="-122"/>
                  <a:cs typeface="Times New Roman" panose="02020603050405020304" pitchFamily="18" charset="0"/>
                </a:rPr>
                <a:t>i</a:t>
              </a:r>
              <a:r>
                <a:rPr lang="en-US" altLang="zh-CN" sz="1800" i="1" dirty="0">
                  <a:solidFill>
                    <a:srgbClr val="000000"/>
                  </a:solidFill>
                  <a:ea typeface="宋体" panose="02010600030101010101" pitchFamily="2" charset="-122"/>
                  <a:cs typeface="Times New Roman" panose="02020603050405020304" pitchFamily="18" charset="0"/>
                </a:rPr>
                <a:t>      </a:t>
              </a:r>
              <a:r>
                <a:rPr lang="en-US" altLang="zh-CN" sz="1800" dirty="0">
                  <a:solidFill>
                    <a:srgbClr val="000000"/>
                  </a:solidFill>
                  <a:ea typeface="宋体" panose="02010600030101010101" pitchFamily="2" charset="-122"/>
                  <a:cs typeface="Times New Roman" panose="02020603050405020304" pitchFamily="18" charset="0"/>
                </a:rPr>
                <a:t>int     0</a:t>
              </a:r>
            </a:p>
          </p:txBody>
        </p:sp>
      </p:grpSp>
      <p:sp>
        <p:nvSpPr>
          <p:cNvPr id="176" name="矩形 175"/>
          <p:cNvSpPr/>
          <p:nvPr/>
        </p:nvSpPr>
        <p:spPr>
          <a:xfrm>
            <a:off x="3910662" y="922339"/>
            <a:ext cx="445195" cy="309244"/>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schemeClr val="tx1"/>
                </a:solidFill>
                <a:latin typeface="Times New Roman" panose="02020603050405020304" pitchFamily="18" charset="0"/>
                <a:cs typeface="Times New Roman" panose="02020603050405020304" pitchFamily="18" charset="0"/>
              </a:rPr>
              <a:t>4</a:t>
            </a:r>
            <a:endParaRPr lang="zh-CN" altLang="en-US" sz="1800" dirty="0">
              <a:solidFill>
                <a:schemeClr val="tx1"/>
              </a:solidFill>
              <a:latin typeface="Times New Roman" panose="02020603050405020304" pitchFamily="18" charset="0"/>
              <a:cs typeface="Times New Roman" panose="02020603050405020304" pitchFamily="18" charset="0"/>
            </a:endParaRPr>
          </a:p>
        </p:txBody>
      </p:sp>
      <p:sp>
        <p:nvSpPr>
          <p:cNvPr id="177" name="Line 20"/>
          <p:cNvSpPr>
            <a:spLocks noChangeShapeType="1"/>
          </p:cNvSpPr>
          <p:nvPr/>
        </p:nvSpPr>
        <p:spPr bwMode="auto">
          <a:xfrm flipV="1">
            <a:off x="2773363" y="9159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78" name="矩形 177"/>
          <p:cNvSpPr/>
          <p:nvPr/>
        </p:nvSpPr>
        <p:spPr>
          <a:xfrm>
            <a:off x="8503920" y="283210"/>
            <a:ext cx="271463" cy="292100"/>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schemeClr val="tx1"/>
                </a:solidFill>
                <a:latin typeface="Times New Roman" panose="02020603050405020304" pitchFamily="18" charset="0"/>
                <a:cs typeface="Times New Roman" panose="02020603050405020304" pitchFamily="18" charset="0"/>
              </a:rPr>
              <a:t>4</a:t>
            </a:r>
            <a:endParaRPr lang="zh-CN" altLang="en-US" sz="1800" dirty="0">
              <a:solidFill>
                <a:schemeClr val="tx1"/>
              </a:solidFill>
              <a:latin typeface="Times New Roman" panose="02020603050405020304" pitchFamily="18" charset="0"/>
              <a:cs typeface="Times New Roman" panose="02020603050405020304" pitchFamily="18" charset="0"/>
            </a:endParaRPr>
          </a:p>
        </p:txBody>
      </p:sp>
      <p:grpSp>
        <p:nvGrpSpPr>
          <p:cNvPr id="12" name="组合 180244"/>
          <p:cNvGrpSpPr>
            <a:grpSpLocks/>
          </p:cNvGrpSpPr>
          <p:nvPr/>
        </p:nvGrpSpPr>
        <p:grpSpPr bwMode="auto">
          <a:xfrm>
            <a:off x="4862513" y="739775"/>
            <a:ext cx="2640012" cy="1817688"/>
            <a:chOff x="4861992" y="739181"/>
            <a:chExt cx="2640954" cy="1818058"/>
          </a:xfrm>
        </p:grpSpPr>
        <p:sp>
          <p:nvSpPr>
            <p:cNvPr id="84" name="Line 95"/>
            <p:cNvSpPr>
              <a:spLocks noChangeShapeType="1"/>
            </p:cNvSpPr>
            <p:nvPr/>
          </p:nvSpPr>
          <p:spPr bwMode="auto">
            <a:xfrm>
              <a:off x="7018586" y="739181"/>
              <a:ext cx="3176" cy="1722789"/>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86" name="Line 43"/>
            <p:cNvSpPr>
              <a:spLocks noChangeShapeType="1"/>
            </p:cNvSpPr>
            <p:nvPr/>
          </p:nvSpPr>
          <p:spPr bwMode="auto">
            <a:xfrm>
              <a:off x="7031291" y="750296"/>
              <a:ext cx="471655"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136221" name="Line 6"/>
            <p:cNvSpPr>
              <a:spLocks noChangeShapeType="1"/>
            </p:cNvSpPr>
            <p:nvPr/>
          </p:nvSpPr>
          <p:spPr bwMode="auto">
            <a:xfrm flipV="1">
              <a:off x="4874568" y="2557239"/>
              <a:ext cx="2044511"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36222" name="Rectangle 28"/>
            <p:cNvSpPr>
              <a:spLocks noChangeArrowheads="1"/>
            </p:cNvSpPr>
            <p:nvPr/>
          </p:nvSpPr>
          <p:spPr bwMode="auto">
            <a:xfrm>
              <a:off x="4861992" y="2192115"/>
              <a:ext cx="1314450"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readarray</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27" presetClass="emph" presetSubtype="0" fill="remove" nodeType="clickEffect">
                                  <p:stCondLst>
                                    <p:cond delay="0"/>
                                  </p:stCondLst>
                                  <p:childTnLst>
                                    <p:animClr clrSpc="rgb" dir="cw">
                                      <p:cBhvr override="childStyle">
                                        <p:cTn id="13" dur="250" autoRev="1" fill="remove"/>
                                        <p:tgtEl>
                                          <p:spTgt spid="180226">
                                            <p:txEl>
                                              <p:pRg st="2" end="2"/>
                                            </p:txEl>
                                          </p:spTgt>
                                        </p:tgtEl>
                                        <p:attrNameLst>
                                          <p:attrName>style.color</p:attrName>
                                        </p:attrNameLst>
                                      </p:cBhvr>
                                      <p:to>
                                        <a:schemeClr val="bg1"/>
                                      </p:to>
                                    </p:animClr>
                                    <p:animClr clrSpc="rgb" dir="cw">
                                      <p:cBhvr>
                                        <p:cTn id="14" dur="250" autoRev="1" fill="remove"/>
                                        <p:tgtEl>
                                          <p:spTgt spid="180226">
                                            <p:txEl>
                                              <p:pRg st="2" end="2"/>
                                            </p:txEl>
                                          </p:spTgt>
                                        </p:tgtEl>
                                        <p:attrNameLst>
                                          <p:attrName>fillcolor</p:attrName>
                                        </p:attrNameLst>
                                      </p:cBhvr>
                                      <p:to>
                                        <a:schemeClr val="bg1"/>
                                      </p:to>
                                    </p:animClr>
                                    <p:set>
                                      <p:cBhvr>
                                        <p:cTn id="15" dur="250" autoRev="1" fill="remove"/>
                                        <p:tgtEl>
                                          <p:spTgt spid="180226">
                                            <p:txEl>
                                              <p:pRg st="2" end="2"/>
                                            </p:txEl>
                                          </p:spTgt>
                                        </p:tgtEl>
                                        <p:attrNameLst>
                                          <p:attrName>fill.type</p:attrName>
                                        </p:attrNameLst>
                                      </p:cBhvr>
                                      <p:to>
                                        <p:strVal val="solid"/>
                                      </p:to>
                                    </p:set>
                                    <p:set>
                                      <p:cBhvr>
                                        <p:cTn id="16" dur="250" autoRev="1" fill="remove"/>
                                        <p:tgtEl>
                                          <p:spTgt spid="180226">
                                            <p:txEl>
                                              <p:pRg st="2" end="2"/>
                                            </p:txEl>
                                          </p:spTgt>
                                        </p:tgtEl>
                                        <p:attrNameLst>
                                          <p:attrName>fill.on</p:attrName>
                                        </p:attrNameLst>
                                      </p:cBhvr>
                                      <p:to>
                                        <p:strVal val="true"/>
                                      </p:to>
                                    </p:set>
                                  </p:childTnLst>
                                </p:cTn>
                              </p:par>
                              <p:par>
                                <p:cTn id="17" presetID="27" presetClass="emph" presetSubtype="0" fill="remove" nodeType="withEffect">
                                  <p:stCondLst>
                                    <p:cond delay="0"/>
                                  </p:stCondLst>
                                  <p:childTnLst>
                                    <p:animClr clrSpc="rgb" dir="cw">
                                      <p:cBhvr override="childStyle">
                                        <p:cTn id="18" dur="250" autoRev="1" fill="remove"/>
                                        <p:tgtEl>
                                          <p:spTgt spid="180226">
                                            <p:txEl>
                                              <p:pRg st="3" end="3"/>
                                            </p:txEl>
                                          </p:spTgt>
                                        </p:tgtEl>
                                        <p:attrNameLst>
                                          <p:attrName>style.color</p:attrName>
                                        </p:attrNameLst>
                                      </p:cBhvr>
                                      <p:to>
                                        <a:schemeClr val="bg1"/>
                                      </p:to>
                                    </p:animClr>
                                    <p:animClr clrSpc="rgb" dir="cw">
                                      <p:cBhvr>
                                        <p:cTn id="19" dur="250" autoRev="1" fill="remove"/>
                                        <p:tgtEl>
                                          <p:spTgt spid="180226">
                                            <p:txEl>
                                              <p:pRg st="3" end="3"/>
                                            </p:txEl>
                                          </p:spTgt>
                                        </p:tgtEl>
                                        <p:attrNameLst>
                                          <p:attrName>fillcolor</p:attrName>
                                        </p:attrNameLst>
                                      </p:cBhvr>
                                      <p:to>
                                        <a:schemeClr val="bg1"/>
                                      </p:to>
                                    </p:animClr>
                                    <p:set>
                                      <p:cBhvr>
                                        <p:cTn id="20" dur="250" autoRev="1" fill="remove"/>
                                        <p:tgtEl>
                                          <p:spTgt spid="180226">
                                            <p:txEl>
                                              <p:pRg st="3" end="3"/>
                                            </p:txEl>
                                          </p:spTgt>
                                        </p:tgtEl>
                                        <p:attrNameLst>
                                          <p:attrName>fill.type</p:attrName>
                                        </p:attrNameLst>
                                      </p:cBhvr>
                                      <p:to>
                                        <p:strVal val="solid"/>
                                      </p:to>
                                    </p:set>
                                    <p:set>
                                      <p:cBhvr>
                                        <p:cTn id="21" dur="250" autoRev="1" fill="remove"/>
                                        <p:tgtEl>
                                          <p:spTgt spid="180226">
                                            <p:txEl>
                                              <p:pRg st="3" end="3"/>
                                            </p:txEl>
                                          </p:spTgt>
                                        </p:tgtEl>
                                        <p:attrNameLst>
                                          <p:attrName>fill.on</p:attrName>
                                        </p:attrNameLst>
                                      </p:cBhvr>
                                      <p:to>
                                        <p:strVal val="true"/>
                                      </p:to>
                                    </p:set>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nodeType="clickEffect">
                                  <p:stCondLst>
                                    <p:cond delay="0"/>
                                  </p:stCondLst>
                                  <p:childTnLst>
                                    <p:set>
                                      <p:cBhvr>
                                        <p:cTn id="25" dur="1" fill="hold">
                                          <p:stCondLst>
                                            <p:cond delay="0"/>
                                          </p:stCondLst>
                                        </p:cTn>
                                        <p:tgtEl>
                                          <p:spTgt spid="4"/>
                                        </p:tgtEl>
                                        <p:attrNameLst>
                                          <p:attrName>style.visibility</p:attrName>
                                        </p:attrNameLst>
                                      </p:cBhvr>
                                      <p:to>
                                        <p:strVal val="visible"/>
                                      </p:to>
                                    </p:set>
                                    <p:anim calcmode="lin" valueType="num">
                                      <p:cBhvr>
                                        <p:cTn id="26" dur="500" fill="hold"/>
                                        <p:tgtEl>
                                          <p:spTgt spid="4"/>
                                        </p:tgtEl>
                                        <p:attrNameLst>
                                          <p:attrName>ppt_w</p:attrName>
                                        </p:attrNameLst>
                                      </p:cBhvr>
                                      <p:tavLst>
                                        <p:tav tm="0">
                                          <p:val>
                                            <p:fltVal val="0"/>
                                          </p:val>
                                        </p:tav>
                                        <p:tav tm="100000">
                                          <p:val>
                                            <p:strVal val="#ppt_w"/>
                                          </p:val>
                                        </p:tav>
                                      </p:tavLst>
                                    </p:anim>
                                    <p:anim calcmode="lin" valueType="num">
                                      <p:cBhvr>
                                        <p:cTn id="27" dur="500" fill="hold"/>
                                        <p:tgtEl>
                                          <p:spTgt spid="4"/>
                                        </p:tgtEl>
                                        <p:attrNameLst>
                                          <p:attrName>ppt_h</p:attrName>
                                        </p:attrNameLst>
                                      </p:cBhvr>
                                      <p:tavLst>
                                        <p:tav tm="0">
                                          <p:val>
                                            <p:fltVal val="0"/>
                                          </p:val>
                                        </p:tav>
                                        <p:tav tm="100000">
                                          <p:val>
                                            <p:strVal val="#ppt_h"/>
                                          </p:val>
                                        </p:tav>
                                      </p:tavLst>
                                    </p:anim>
                                    <p:animEffect transition="in" filter="fade">
                                      <p:cBhvr>
                                        <p:cTn id="28" dur="500"/>
                                        <p:tgtEl>
                                          <p:spTgt spid="4"/>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53" presetClass="entr" presetSubtype="16" fill="hold" nodeType="clickEffect">
                                  <p:stCondLst>
                                    <p:cond delay="0"/>
                                  </p:stCondLst>
                                  <p:childTnLst>
                                    <p:set>
                                      <p:cBhvr>
                                        <p:cTn id="32" dur="1" fill="hold">
                                          <p:stCondLst>
                                            <p:cond delay="0"/>
                                          </p:stCondLst>
                                        </p:cTn>
                                        <p:tgtEl>
                                          <p:spTgt spid="7"/>
                                        </p:tgtEl>
                                        <p:attrNameLst>
                                          <p:attrName>style.visibility</p:attrName>
                                        </p:attrNameLst>
                                      </p:cBhvr>
                                      <p:to>
                                        <p:strVal val="visible"/>
                                      </p:to>
                                    </p:set>
                                    <p:anim calcmode="lin" valueType="num">
                                      <p:cBhvr>
                                        <p:cTn id="33" dur="500" fill="hold"/>
                                        <p:tgtEl>
                                          <p:spTgt spid="7"/>
                                        </p:tgtEl>
                                        <p:attrNameLst>
                                          <p:attrName>ppt_w</p:attrName>
                                        </p:attrNameLst>
                                      </p:cBhvr>
                                      <p:tavLst>
                                        <p:tav tm="0">
                                          <p:val>
                                            <p:fltVal val="0"/>
                                          </p:val>
                                        </p:tav>
                                        <p:tav tm="100000">
                                          <p:val>
                                            <p:strVal val="#ppt_w"/>
                                          </p:val>
                                        </p:tav>
                                      </p:tavLst>
                                    </p:anim>
                                    <p:anim calcmode="lin" valueType="num">
                                      <p:cBhvr>
                                        <p:cTn id="34" dur="500" fill="hold"/>
                                        <p:tgtEl>
                                          <p:spTgt spid="7"/>
                                        </p:tgtEl>
                                        <p:attrNameLst>
                                          <p:attrName>ppt_h</p:attrName>
                                        </p:attrNameLst>
                                      </p:cBhvr>
                                      <p:tavLst>
                                        <p:tav tm="0">
                                          <p:val>
                                            <p:fltVal val="0"/>
                                          </p:val>
                                        </p:tav>
                                        <p:tav tm="100000">
                                          <p:val>
                                            <p:strVal val="#ppt_h"/>
                                          </p:val>
                                        </p:tav>
                                      </p:tavLst>
                                    </p:anim>
                                    <p:animEffect transition="in" filter="fade">
                                      <p:cBhvr>
                                        <p:cTn id="35" dur="500"/>
                                        <p:tgtEl>
                                          <p:spTgt spid="7"/>
                                        </p:tgtEl>
                                      </p:cBhvr>
                                    </p:animEffect>
                                  </p:childTnLst>
                                </p:cTn>
                              </p:par>
                            </p:childTnLst>
                          </p:cTn>
                        </p:par>
                      </p:childTnLst>
                    </p:cTn>
                  </p:par>
                  <p:par>
                    <p:cTn id="36" fill="hold" nodeType="clickPar">
                      <p:stCondLst>
                        <p:cond delay="indefinite"/>
                      </p:stCondLst>
                      <p:childTnLst>
                        <p:par>
                          <p:cTn id="37" fill="hold" nodeType="withGroup">
                            <p:stCondLst>
                              <p:cond delay="0"/>
                            </p:stCondLst>
                            <p:childTnLst>
                              <p:par>
                                <p:cTn id="38" presetID="53" presetClass="entr" presetSubtype="16" fill="hold" grpId="0" nodeType="clickEffect">
                                  <p:stCondLst>
                                    <p:cond delay="0"/>
                                  </p:stCondLst>
                                  <p:childTnLst>
                                    <p:set>
                                      <p:cBhvr>
                                        <p:cTn id="39" dur="1" fill="hold">
                                          <p:stCondLst>
                                            <p:cond delay="0"/>
                                          </p:stCondLst>
                                        </p:cTn>
                                        <p:tgtEl>
                                          <p:spTgt spid="127"/>
                                        </p:tgtEl>
                                        <p:attrNameLst>
                                          <p:attrName>style.visibility</p:attrName>
                                        </p:attrNameLst>
                                      </p:cBhvr>
                                      <p:to>
                                        <p:strVal val="visible"/>
                                      </p:to>
                                    </p:set>
                                    <p:anim calcmode="lin" valueType="num">
                                      <p:cBhvr>
                                        <p:cTn id="40" dur="500" fill="hold"/>
                                        <p:tgtEl>
                                          <p:spTgt spid="127"/>
                                        </p:tgtEl>
                                        <p:attrNameLst>
                                          <p:attrName>ppt_w</p:attrName>
                                        </p:attrNameLst>
                                      </p:cBhvr>
                                      <p:tavLst>
                                        <p:tav tm="0">
                                          <p:val>
                                            <p:fltVal val="0"/>
                                          </p:val>
                                        </p:tav>
                                        <p:tav tm="100000">
                                          <p:val>
                                            <p:strVal val="#ppt_w"/>
                                          </p:val>
                                        </p:tav>
                                      </p:tavLst>
                                    </p:anim>
                                    <p:anim calcmode="lin" valueType="num">
                                      <p:cBhvr>
                                        <p:cTn id="41" dur="500" fill="hold"/>
                                        <p:tgtEl>
                                          <p:spTgt spid="127"/>
                                        </p:tgtEl>
                                        <p:attrNameLst>
                                          <p:attrName>ppt_h</p:attrName>
                                        </p:attrNameLst>
                                      </p:cBhvr>
                                      <p:tavLst>
                                        <p:tav tm="0">
                                          <p:val>
                                            <p:fltVal val="0"/>
                                          </p:val>
                                        </p:tav>
                                        <p:tav tm="100000">
                                          <p:val>
                                            <p:strVal val="#ppt_h"/>
                                          </p:val>
                                        </p:tav>
                                      </p:tavLst>
                                    </p:anim>
                                    <p:animEffect transition="in" filter="fade">
                                      <p:cBhvr>
                                        <p:cTn id="42" dur="5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7" presetClass="emph" presetSubtype="0" fill="remove" nodeType="clickEffect">
                                  <p:stCondLst>
                                    <p:cond delay="0"/>
                                  </p:stCondLst>
                                  <p:childTnLst>
                                    <p:animClr clrSpc="rgb" dir="cw">
                                      <p:cBhvr override="childStyle">
                                        <p:cTn id="46" dur="250" autoRev="1" fill="remove"/>
                                        <p:tgtEl>
                                          <p:spTgt spid="180226">
                                            <p:txEl>
                                              <p:pRg st="9" end="9"/>
                                            </p:txEl>
                                          </p:spTgt>
                                        </p:tgtEl>
                                        <p:attrNameLst>
                                          <p:attrName>style.color</p:attrName>
                                        </p:attrNameLst>
                                      </p:cBhvr>
                                      <p:to>
                                        <a:schemeClr val="bg1"/>
                                      </p:to>
                                    </p:animClr>
                                    <p:animClr clrSpc="rgb" dir="cw">
                                      <p:cBhvr>
                                        <p:cTn id="47" dur="250" autoRev="1" fill="remove"/>
                                        <p:tgtEl>
                                          <p:spTgt spid="180226">
                                            <p:txEl>
                                              <p:pRg st="9" end="9"/>
                                            </p:txEl>
                                          </p:spTgt>
                                        </p:tgtEl>
                                        <p:attrNameLst>
                                          <p:attrName>fillcolor</p:attrName>
                                        </p:attrNameLst>
                                      </p:cBhvr>
                                      <p:to>
                                        <a:schemeClr val="bg1"/>
                                      </p:to>
                                    </p:animClr>
                                    <p:set>
                                      <p:cBhvr>
                                        <p:cTn id="48" dur="250" autoRev="1" fill="remove"/>
                                        <p:tgtEl>
                                          <p:spTgt spid="180226">
                                            <p:txEl>
                                              <p:pRg st="9" end="9"/>
                                            </p:txEl>
                                          </p:spTgt>
                                        </p:tgtEl>
                                        <p:attrNameLst>
                                          <p:attrName>fill.type</p:attrName>
                                        </p:attrNameLst>
                                      </p:cBhvr>
                                      <p:to>
                                        <p:strVal val="solid"/>
                                      </p:to>
                                    </p:set>
                                    <p:set>
                                      <p:cBhvr>
                                        <p:cTn id="49" dur="250" autoRev="1" fill="remove"/>
                                        <p:tgtEl>
                                          <p:spTgt spid="180226">
                                            <p:txEl>
                                              <p:pRg st="9" end="9"/>
                                            </p:txEl>
                                          </p:spTgt>
                                        </p:tgtEl>
                                        <p:attrNameLst>
                                          <p:attrName>fill.on</p:attrName>
                                        </p:attrNameLst>
                                      </p:cBhvr>
                                      <p:to>
                                        <p:strVal val="true"/>
                                      </p:to>
                                    </p:set>
                                  </p:childTnLst>
                                </p:cTn>
                              </p:par>
                            </p:childTnLst>
                          </p:cTn>
                        </p:par>
                      </p:childTnLst>
                    </p:cTn>
                  </p:par>
                  <p:par>
                    <p:cTn id="50" fill="hold" nodeType="clickPar">
                      <p:stCondLst>
                        <p:cond delay="indefinite"/>
                      </p:stCondLst>
                      <p:childTnLst>
                        <p:par>
                          <p:cTn id="51" fill="hold" nodeType="withGroup">
                            <p:stCondLst>
                              <p:cond delay="0"/>
                            </p:stCondLst>
                            <p:childTnLst>
                              <p:par>
                                <p:cTn id="52" presetID="53" presetClass="entr" presetSubtype="16" fill="hold" nodeType="clickEffect">
                                  <p:stCondLst>
                                    <p:cond delay="0"/>
                                  </p:stCondLst>
                                  <p:childTnLst>
                                    <p:set>
                                      <p:cBhvr>
                                        <p:cTn id="53" dur="1" fill="hold">
                                          <p:stCondLst>
                                            <p:cond delay="0"/>
                                          </p:stCondLst>
                                        </p:cTn>
                                        <p:tgtEl>
                                          <p:spTgt spid="2"/>
                                        </p:tgtEl>
                                        <p:attrNameLst>
                                          <p:attrName>style.visibility</p:attrName>
                                        </p:attrNameLst>
                                      </p:cBhvr>
                                      <p:to>
                                        <p:strVal val="visible"/>
                                      </p:to>
                                    </p:set>
                                    <p:anim calcmode="lin" valueType="num">
                                      <p:cBhvr>
                                        <p:cTn id="54" dur="500" fill="hold"/>
                                        <p:tgtEl>
                                          <p:spTgt spid="2"/>
                                        </p:tgtEl>
                                        <p:attrNameLst>
                                          <p:attrName>ppt_w</p:attrName>
                                        </p:attrNameLst>
                                      </p:cBhvr>
                                      <p:tavLst>
                                        <p:tav tm="0">
                                          <p:val>
                                            <p:fltVal val="0"/>
                                          </p:val>
                                        </p:tav>
                                        <p:tav tm="100000">
                                          <p:val>
                                            <p:strVal val="#ppt_w"/>
                                          </p:val>
                                        </p:tav>
                                      </p:tavLst>
                                    </p:anim>
                                    <p:anim calcmode="lin" valueType="num">
                                      <p:cBhvr>
                                        <p:cTn id="55" dur="500" fill="hold"/>
                                        <p:tgtEl>
                                          <p:spTgt spid="2"/>
                                        </p:tgtEl>
                                        <p:attrNameLst>
                                          <p:attrName>ppt_h</p:attrName>
                                        </p:attrNameLst>
                                      </p:cBhvr>
                                      <p:tavLst>
                                        <p:tav tm="0">
                                          <p:val>
                                            <p:fltVal val="0"/>
                                          </p:val>
                                        </p:tav>
                                        <p:tav tm="100000">
                                          <p:val>
                                            <p:strVal val="#ppt_h"/>
                                          </p:val>
                                        </p:tav>
                                      </p:tavLst>
                                    </p:anim>
                                    <p:animEffect transition="in" filter="fade">
                                      <p:cBhvr>
                                        <p:cTn id="56" dur="500"/>
                                        <p:tgtEl>
                                          <p:spTgt spid="2"/>
                                        </p:tgtEl>
                                      </p:cBhvr>
                                    </p:animEffect>
                                  </p:childTnLst>
                                </p:cTn>
                              </p:par>
                            </p:childTnLst>
                          </p:cTn>
                        </p:par>
                      </p:childTnLst>
                    </p:cTn>
                  </p:par>
                  <p:par>
                    <p:cTn id="57" fill="hold" nodeType="clickPar">
                      <p:stCondLst>
                        <p:cond delay="indefinite"/>
                      </p:stCondLst>
                      <p:childTnLst>
                        <p:par>
                          <p:cTn id="58" fill="hold" nodeType="withGroup">
                            <p:stCondLst>
                              <p:cond delay="0"/>
                            </p:stCondLst>
                            <p:childTnLst>
                              <p:par>
                                <p:cTn id="59" presetID="53" presetClass="entr" presetSubtype="16" fill="hold" nodeType="clickEffect">
                                  <p:stCondLst>
                                    <p:cond delay="0"/>
                                  </p:stCondLst>
                                  <p:childTnLst>
                                    <p:set>
                                      <p:cBhvr>
                                        <p:cTn id="60" dur="1" fill="hold">
                                          <p:stCondLst>
                                            <p:cond delay="0"/>
                                          </p:stCondLst>
                                        </p:cTn>
                                        <p:tgtEl>
                                          <p:spTgt spid="8"/>
                                        </p:tgtEl>
                                        <p:attrNameLst>
                                          <p:attrName>style.visibility</p:attrName>
                                        </p:attrNameLst>
                                      </p:cBhvr>
                                      <p:to>
                                        <p:strVal val="visible"/>
                                      </p:to>
                                    </p:set>
                                    <p:anim calcmode="lin" valueType="num">
                                      <p:cBhvr>
                                        <p:cTn id="61" dur="500" fill="hold"/>
                                        <p:tgtEl>
                                          <p:spTgt spid="8"/>
                                        </p:tgtEl>
                                        <p:attrNameLst>
                                          <p:attrName>ppt_w</p:attrName>
                                        </p:attrNameLst>
                                      </p:cBhvr>
                                      <p:tavLst>
                                        <p:tav tm="0">
                                          <p:val>
                                            <p:fltVal val="0"/>
                                          </p:val>
                                        </p:tav>
                                        <p:tav tm="100000">
                                          <p:val>
                                            <p:strVal val="#ppt_w"/>
                                          </p:val>
                                        </p:tav>
                                      </p:tavLst>
                                    </p:anim>
                                    <p:anim calcmode="lin" valueType="num">
                                      <p:cBhvr>
                                        <p:cTn id="62" dur="500" fill="hold"/>
                                        <p:tgtEl>
                                          <p:spTgt spid="8"/>
                                        </p:tgtEl>
                                        <p:attrNameLst>
                                          <p:attrName>ppt_h</p:attrName>
                                        </p:attrNameLst>
                                      </p:cBhvr>
                                      <p:tavLst>
                                        <p:tav tm="0">
                                          <p:val>
                                            <p:fltVal val="0"/>
                                          </p:val>
                                        </p:tav>
                                        <p:tav tm="100000">
                                          <p:val>
                                            <p:strVal val="#ppt_h"/>
                                          </p:val>
                                        </p:tav>
                                      </p:tavLst>
                                    </p:anim>
                                    <p:animEffect transition="in" filter="fade">
                                      <p:cBhvr>
                                        <p:cTn id="63" dur="500"/>
                                        <p:tgtEl>
                                          <p:spTgt spid="8"/>
                                        </p:tgtEl>
                                      </p:cBhvr>
                                    </p:animEffect>
                                  </p:childTnLst>
                                </p:cTn>
                              </p:par>
                            </p:childTnLst>
                          </p:cTn>
                        </p:par>
                      </p:childTnLst>
                    </p:cTn>
                  </p:par>
                  <p:par>
                    <p:cTn id="64" fill="hold" nodeType="clickPar">
                      <p:stCondLst>
                        <p:cond delay="indefinite"/>
                      </p:stCondLst>
                      <p:childTnLst>
                        <p:par>
                          <p:cTn id="65" fill="hold" nodeType="withGroup">
                            <p:stCondLst>
                              <p:cond delay="0"/>
                            </p:stCondLst>
                            <p:childTnLst>
                              <p:par>
                                <p:cTn id="66" presetID="53" presetClass="entr" presetSubtype="16" fill="hold" grpId="0" nodeType="clickEffect">
                                  <p:stCondLst>
                                    <p:cond delay="0"/>
                                  </p:stCondLst>
                                  <p:childTnLst>
                                    <p:set>
                                      <p:cBhvr>
                                        <p:cTn id="67" dur="1" fill="hold">
                                          <p:stCondLst>
                                            <p:cond delay="0"/>
                                          </p:stCondLst>
                                        </p:cTn>
                                        <p:tgtEl>
                                          <p:spTgt spid="138"/>
                                        </p:tgtEl>
                                        <p:attrNameLst>
                                          <p:attrName>style.visibility</p:attrName>
                                        </p:attrNameLst>
                                      </p:cBhvr>
                                      <p:to>
                                        <p:strVal val="visible"/>
                                      </p:to>
                                    </p:set>
                                    <p:anim calcmode="lin" valueType="num">
                                      <p:cBhvr>
                                        <p:cTn id="68" dur="500" fill="hold"/>
                                        <p:tgtEl>
                                          <p:spTgt spid="138"/>
                                        </p:tgtEl>
                                        <p:attrNameLst>
                                          <p:attrName>ppt_w</p:attrName>
                                        </p:attrNameLst>
                                      </p:cBhvr>
                                      <p:tavLst>
                                        <p:tav tm="0">
                                          <p:val>
                                            <p:fltVal val="0"/>
                                          </p:val>
                                        </p:tav>
                                        <p:tav tm="100000">
                                          <p:val>
                                            <p:strVal val="#ppt_w"/>
                                          </p:val>
                                        </p:tav>
                                      </p:tavLst>
                                    </p:anim>
                                    <p:anim calcmode="lin" valueType="num">
                                      <p:cBhvr>
                                        <p:cTn id="69" dur="500" fill="hold"/>
                                        <p:tgtEl>
                                          <p:spTgt spid="138"/>
                                        </p:tgtEl>
                                        <p:attrNameLst>
                                          <p:attrName>ppt_h</p:attrName>
                                        </p:attrNameLst>
                                      </p:cBhvr>
                                      <p:tavLst>
                                        <p:tav tm="0">
                                          <p:val>
                                            <p:fltVal val="0"/>
                                          </p:val>
                                        </p:tav>
                                        <p:tav tm="100000">
                                          <p:val>
                                            <p:strVal val="#ppt_h"/>
                                          </p:val>
                                        </p:tav>
                                      </p:tavLst>
                                    </p:anim>
                                    <p:animEffect transition="in" filter="fade">
                                      <p:cBhvr>
                                        <p:cTn id="70" dur="500"/>
                                        <p:tgtEl>
                                          <p:spTgt spid="138"/>
                                        </p:tgtEl>
                                      </p:cBhvr>
                                    </p:animEffect>
                                  </p:childTnLst>
                                </p:cTn>
                              </p:par>
                            </p:childTnLst>
                          </p:cTn>
                        </p:par>
                      </p:childTnLst>
                    </p:cTn>
                  </p:par>
                  <p:par>
                    <p:cTn id="71" fill="hold" nodeType="clickPar">
                      <p:stCondLst>
                        <p:cond delay="indefinite"/>
                      </p:stCondLst>
                      <p:childTnLst>
                        <p:par>
                          <p:cTn id="72" fill="hold" nodeType="withGroup">
                            <p:stCondLst>
                              <p:cond delay="0"/>
                            </p:stCondLst>
                            <p:childTnLst>
                              <p:par>
                                <p:cTn id="73" presetID="27" presetClass="emph" presetSubtype="0" fill="remove" nodeType="clickEffect">
                                  <p:stCondLst>
                                    <p:cond delay="0"/>
                                  </p:stCondLst>
                                  <p:childTnLst>
                                    <p:animClr clrSpc="rgb" dir="cw">
                                      <p:cBhvr override="childStyle">
                                        <p:cTn id="74" dur="250" autoRev="1" fill="remove"/>
                                        <p:tgtEl>
                                          <p:spTgt spid="180226">
                                            <p:txEl>
                                              <p:pRg st="7" end="7"/>
                                            </p:txEl>
                                          </p:spTgt>
                                        </p:tgtEl>
                                        <p:attrNameLst>
                                          <p:attrName>style.color</p:attrName>
                                        </p:attrNameLst>
                                      </p:cBhvr>
                                      <p:to>
                                        <a:schemeClr val="bg1"/>
                                      </p:to>
                                    </p:animClr>
                                    <p:animClr clrSpc="rgb" dir="cw">
                                      <p:cBhvr>
                                        <p:cTn id="75" dur="250" autoRev="1" fill="remove"/>
                                        <p:tgtEl>
                                          <p:spTgt spid="180226">
                                            <p:txEl>
                                              <p:pRg st="7" end="7"/>
                                            </p:txEl>
                                          </p:spTgt>
                                        </p:tgtEl>
                                        <p:attrNameLst>
                                          <p:attrName>fillcolor</p:attrName>
                                        </p:attrNameLst>
                                      </p:cBhvr>
                                      <p:to>
                                        <a:schemeClr val="bg1"/>
                                      </p:to>
                                    </p:animClr>
                                    <p:set>
                                      <p:cBhvr>
                                        <p:cTn id="76" dur="250" autoRev="1" fill="remove"/>
                                        <p:tgtEl>
                                          <p:spTgt spid="180226">
                                            <p:txEl>
                                              <p:pRg st="7" end="7"/>
                                            </p:txEl>
                                          </p:spTgt>
                                        </p:tgtEl>
                                        <p:attrNameLst>
                                          <p:attrName>fill.type</p:attrName>
                                        </p:attrNameLst>
                                      </p:cBhvr>
                                      <p:to>
                                        <p:strVal val="solid"/>
                                      </p:to>
                                    </p:set>
                                    <p:set>
                                      <p:cBhvr>
                                        <p:cTn id="77" dur="250" autoRev="1" fill="remove"/>
                                        <p:tgtEl>
                                          <p:spTgt spid="180226">
                                            <p:txEl>
                                              <p:pRg st="7" end="7"/>
                                            </p:txEl>
                                          </p:spTgt>
                                        </p:tgtEl>
                                        <p:attrNameLst>
                                          <p:attrName>fill.on</p:attrName>
                                        </p:attrNameLst>
                                      </p:cBhvr>
                                      <p:to>
                                        <p:strVal val="true"/>
                                      </p:to>
                                    </p:set>
                                  </p:childTnLst>
                                </p:cTn>
                              </p:par>
                              <p:par>
                                <p:cTn id="78" presetID="27" presetClass="emph" presetSubtype="0" fill="remove" nodeType="withEffect">
                                  <p:stCondLst>
                                    <p:cond delay="0"/>
                                  </p:stCondLst>
                                  <p:childTnLst>
                                    <p:animClr clrSpc="rgb" dir="cw">
                                      <p:cBhvr override="childStyle">
                                        <p:cTn id="79" dur="250" autoRev="1" fill="remove"/>
                                        <p:tgtEl>
                                          <p:spTgt spid="180226">
                                            <p:txEl>
                                              <p:pRg st="8" end="8"/>
                                            </p:txEl>
                                          </p:spTgt>
                                        </p:tgtEl>
                                        <p:attrNameLst>
                                          <p:attrName>style.color</p:attrName>
                                        </p:attrNameLst>
                                      </p:cBhvr>
                                      <p:to>
                                        <a:schemeClr val="bg1"/>
                                      </p:to>
                                    </p:animClr>
                                    <p:animClr clrSpc="rgb" dir="cw">
                                      <p:cBhvr>
                                        <p:cTn id="80" dur="250" autoRev="1" fill="remove"/>
                                        <p:tgtEl>
                                          <p:spTgt spid="180226">
                                            <p:txEl>
                                              <p:pRg st="8" end="8"/>
                                            </p:txEl>
                                          </p:spTgt>
                                        </p:tgtEl>
                                        <p:attrNameLst>
                                          <p:attrName>fillcolor</p:attrName>
                                        </p:attrNameLst>
                                      </p:cBhvr>
                                      <p:to>
                                        <a:schemeClr val="bg1"/>
                                      </p:to>
                                    </p:animClr>
                                    <p:set>
                                      <p:cBhvr>
                                        <p:cTn id="81" dur="250" autoRev="1" fill="remove"/>
                                        <p:tgtEl>
                                          <p:spTgt spid="180226">
                                            <p:txEl>
                                              <p:pRg st="8" end="8"/>
                                            </p:txEl>
                                          </p:spTgt>
                                        </p:tgtEl>
                                        <p:attrNameLst>
                                          <p:attrName>fill.type</p:attrName>
                                        </p:attrNameLst>
                                      </p:cBhvr>
                                      <p:to>
                                        <p:strVal val="solid"/>
                                      </p:to>
                                    </p:set>
                                    <p:set>
                                      <p:cBhvr>
                                        <p:cTn id="82" dur="250" autoRev="1" fill="remove"/>
                                        <p:tgtEl>
                                          <p:spTgt spid="180226">
                                            <p:txEl>
                                              <p:pRg st="8" end="8"/>
                                            </p:txEl>
                                          </p:spTgt>
                                        </p:tgtEl>
                                        <p:attrNameLst>
                                          <p:attrName>fill.on</p:attrName>
                                        </p:attrNameLst>
                                      </p:cBhvr>
                                      <p:to>
                                        <p:strVal val="true"/>
                                      </p:to>
                                    </p:set>
                                  </p:childTnLst>
                                </p:cTn>
                              </p:par>
                            </p:childTnLst>
                          </p:cTn>
                        </p:par>
                      </p:childTnLst>
                    </p:cTn>
                  </p:par>
                  <p:par>
                    <p:cTn id="83" fill="hold">
                      <p:stCondLst>
                        <p:cond delay="indefinite"/>
                      </p:stCondLst>
                      <p:childTnLst>
                        <p:par>
                          <p:cTn id="84" fill="hold">
                            <p:stCondLst>
                              <p:cond delay="0"/>
                            </p:stCondLst>
                            <p:childTnLst>
                              <p:par>
                                <p:cTn id="85" presetID="53" presetClass="entr" presetSubtype="16" fill="hold" nodeType="clickEffect">
                                  <p:stCondLst>
                                    <p:cond delay="0"/>
                                  </p:stCondLst>
                                  <p:childTnLst>
                                    <p:set>
                                      <p:cBhvr>
                                        <p:cTn id="86" dur="1" fill="hold">
                                          <p:stCondLst>
                                            <p:cond delay="0"/>
                                          </p:stCondLst>
                                        </p:cTn>
                                        <p:tgtEl>
                                          <p:spTgt spid="6"/>
                                        </p:tgtEl>
                                        <p:attrNameLst>
                                          <p:attrName>style.visibility</p:attrName>
                                        </p:attrNameLst>
                                      </p:cBhvr>
                                      <p:to>
                                        <p:strVal val="visible"/>
                                      </p:to>
                                    </p:set>
                                    <p:anim calcmode="lin" valueType="num">
                                      <p:cBhvr>
                                        <p:cTn id="87" dur="500" fill="hold"/>
                                        <p:tgtEl>
                                          <p:spTgt spid="6"/>
                                        </p:tgtEl>
                                        <p:attrNameLst>
                                          <p:attrName>ppt_w</p:attrName>
                                        </p:attrNameLst>
                                      </p:cBhvr>
                                      <p:tavLst>
                                        <p:tav tm="0">
                                          <p:val>
                                            <p:fltVal val="0"/>
                                          </p:val>
                                        </p:tav>
                                        <p:tav tm="100000">
                                          <p:val>
                                            <p:strVal val="#ppt_w"/>
                                          </p:val>
                                        </p:tav>
                                      </p:tavLst>
                                    </p:anim>
                                    <p:anim calcmode="lin" valueType="num">
                                      <p:cBhvr>
                                        <p:cTn id="88" dur="500" fill="hold"/>
                                        <p:tgtEl>
                                          <p:spTgt spid="6"/>
                                        </p:tgtEl>
                                        <p:attrNameLst>
                                          <p:attrName>ppt_h</p:attrName>
                                        </p:attrNameLst>
                                      </p:cBhvr>
                                      <p:tavLst>
                                        <p:tav tm="0">
                                          <p:val>
                                            <p:fltVal val="0"/>
                                          </p:val>
                                        </p:tav>
                                        <p:tav tm="100000">
                                          <p:val>
                                            <p:strVal val="#ppt_h"/>
                                          </p:val>
                                        </p:tav>
                                      </p:tavLst>
                                    </p:anim>
                                    <p:animEffect transition="in" filter="fade">
                                      <p:cBhvr>
                                        <p:cTn id="89" dur="500"/>
                                        <p:tgtEl>
                                          <p:spTgt spid="6"/>
                                        </p:tgtEl>
                                      </p:cBhvr>
                                    </p:animEffect>
                                  </p:childTnLst>
                                </p:cTn>
                              </p:par>
                            </p:childTnLst>
                          </p:cTn>
                        </p:par>
                      </p:childTnLst>
                    </p:cTn>
                  </p:par>
                  <p:par>
                    <p:cTn id="90" fill="hold" nodeType="clickPar">
                      <p:stCondLst>
                        <p:cond delay="indefinite"/>
                      </p:stCondLst>
                      <p:childTnLst>
                        <p:par>
                          <p:cTn id="91" fill="hold" nodeType="withGroup">
                            <p:stCondLst>
                              <p:cond delay="0"/>
                            </p:stCondLst>
                            <p:childTnLst>
                              <p:par>
                                <p:cTn id="92" presetID="53" presetClass="entr" presetSubtype="16" fill="hold" grpId="0" nodeType="clickEffect">
                                  <p:stCondLst>
                                    <p:cond delay="0"/>
                                  </p:stCondLst>
                                  <p:childTnLst>
                                    <p:set>
                                      <p:cBhvr>
                                        <p:cTn id="93" dur="1" fill="hold">
                                          <p:stCondLst>
                                            <p:cond delay="0"/>
                                          </p:stCondLst>
                                        </p:cTn>
                                        <p:tgtEl>
                                          <p:spTgt spid="180232"/>
                                        </p:tgtEl>
                                        <p:attrNameLst>
                                          <p:attrName>style.visibility</p:attrName>
                                        </p:attrNameLst>
                                      </p:cBhvr>
                                      <p:to>
                                        <p:strVal val="visible"/>
                                      </p:to>
                                    </p:set>
                                    <p:anim calcmode="lin" valueType="num">
                                      <p:cBhvr>
                                        <p:cTn id="94" dur="500" fill="hold"/>
                                        <p:tgtEl>
                                          <p:spTgt spid="180232"/>
                                        </p:tgtEl>
                                        <p:attrNameLst>
                                          <p:attrName>ppt_w</p:attrName>
                                        </p:attrNameLst>
                                      </p:cBhvr>
                                      <p:tavLst>
                                        <p:tav tm="0">
                                          <p:val>
                                            <p:fltVal val="0"/>
                                          </p:val>
                                        </p:tav>
                                        <p:tav tm="100000">
                                          <p:val>
                                            <p:strVal val="#ppt_w"/>
                                          </p:val>
                                        </p:tav>
                                      </p:tavLst>
                                    </p:anim>
                                    <p:anim calcmode="lin" valueType="num">
                                      <p:cBhvr>
                                        <p:cTn id="95" dur="500" fill="hold"/>
                                        <p:tgtEl>
                                          <p:spTgt spid="180232"/>
                                        </p:tgtEl>
                                        <p:attrNameLst>
                                          <p:attrName>ppt_h</p:attrName>
                                        </p:attrNameLst>
                                      </p:cBhvr>
                                      <p:tavLst>
                                        <p:tav tm="0">
                                          <p:val>
                                            <p:fltVal val="0"/>
                                          </p:val>
                                        </p:tav>
                                        <p:tav tm="100000">
                                          <p:val>
                                            <p:strVal val="#ppt_h"/>
                                          </p:val>
                                        </p:tav>
                                      </p:tavLst>
                                    </p:anim>
                                    <p:animEffect transition="in" filter="fade">
                                      <p:cBhvr>
                                        <p:cTn id="96" dur="500"/>
                                        <p:tgtEl>
                                          <p:spTgt spid="180232"/>
                                        </p:tgtEl>
                                      </p:cBhvr>
                                    </p:animEffect>
                                  </p:childTnLst>
                                </p:cTn>
                              </p:par>
                            </p:childTnLst>
                          </p:cTn>
                        </p:par>
                      </p:childTnLst>
                    </p:cTn>
                  </p:par>
                  <p:par>
                    <p:cTn id="97" fill="hold" nodeType="clickPar">
                      <p:stCondLst>
                        <p:cond delay="indefinite"/>
                      </p:stCondLst>
                      <p:childTnLst>
                        <p:par>
                          <p:cTn id="98" fill="hold" nodeType="withGroup">
                            <p:stCondLst>
                              <p:cond delay="0"/>
                            </p:stCondLst>
                            <p:childTnLst>
                              <p:par>
                                <p:cTn id="99" presetID="53" presetClass="entr" presetSubtype="16" fill="hold" grpId="0" nodeType="clickEffect">
                                  <p:stCondLst>
                                    <p:cond delay="0"/>
                                  </p:stCondLst>
                                  <p:childTnLst>
                                    <p:set>
                                      <p:cBhvr>
                                        <p:cTn id="100" dur="1" fill="hold">
                                          <p:stCondLst>
                                            <p:cond delay="0"/>
                                          </p:stCondLst>
                                        </p:cTn>
                                        <p:tgtEl>
                                          <p:spTgt spid="142"/>
                                        </p:tgtEl>
                                        <p:attrNameLst>
                                          <p:attrName>style.visibility</p:attrName>
                                        </p:attrNameLst>
                                      </p:cBhvr>
                                      <p:to>
                                        <p:strVal val="visible"/>
                                      </p:to>
                                    </p:set>
                                    <p:anim calcmode="lin" valueType="num">
                                      <p:cBhvr>
                                        <p:cTn id="101" dur="500" fill="hold"/>
                                        <p:tgtEl>
                                          <p:spTgt spid="142"/>
                                        </p:tgtEl>
                                        <p:attrNameLst>
                                          <p:attrName>ppt_w</p:attrName>
                                        </p:attrNameLst>
                                      </p:cBhvr>
                                      <p:tavLst>
                                        <p:tav tm="0">
                                          <p:val>
                                            <p:fltVal val="0"/>
                                          </p:val>
                                        </p:tav>
                                        <p:tav tm="100000">
                                          <p:val>
                                            <p:strVal val="#ppt_w"/>
                                          </p:val>
                                        </p:tav>
                                      </p:tavLst>
                                    </p:anim>
                                    <p:anim calcmode="lin" valueType="num">
                                      <p:cBhvr>
                                        <p:cTn id="102" dur="500" fill="hold"/>
                                        <p:tgtEl>
                                          <p:spTgt spid="142"/>
                                        </p:tgtEl>
                                        <p:attrNameLst>
                                          <p:attrName>ppt_h</p:attrName>
                                        </p:attrNameLst>
                                      </p:cBhvr>
                                      <p:tavLst>
                                        <p:tav tm="0">
                                          <p:val>
                                            <p:fltVal val="0"/>
                                          </p:val>
                                        </p:tav>
                                        <p:tav tm="100000">
                                          <p:val>
                                            <p:strVal val="#ppt_h"/>
                                          </p:val>
                                        </p:tav>
                                      </p:tavLst>
                                    </p:anim>
                                    <p:animEffect transition="in" filter="fade">
                                      <p:cBhvr>
                                        <p:cTn id="103" dur="500"/>
                                        <p:tgtEl>
                                          <p:spTgt spid="142"/>
                                        </p:tgtEl>
                                      </p:cBhvr>
                                    </p:animEffect>
                                  </p:childTnLst>
                                </p:cTn>
                              </p:par>
                            </p:childTnLst>
                          </p:cTn>
                        </p:par>
                      </p:childTnLst>
                    </p:cTn>
                  </p:par>
                  <p:par>
                    <p:cTn id="104" fill="hold" nodeType="clickPar">
                      <p:stCondLst>
                        <p:cond delay="indefinite"/>
                      </p:stCondLst>
                      <p:childTnLst>
                        <p:par>
                          <p:cTn id="105" fill="hold" nodeType="withGroup">
                            <p:stCondLst>
                              <p:cond delay="0"/>
                            </p:stCondLst>
                            <p:childTnLst>
                              <p:par>
                                <p:cTn id="106" presetID="27" presetClass="emph" presetSubtype="0" fill="remove" nodeType="clickEffect">
                                  <p:stCondLst>
                                    <p:cond delay="0"/>
                                  </p:stCondLst>
                                  <p:childTnLst>
                                    <p:animClr clrSpc="rgb" dir="cw">
                                      <p:cBhvr override="childStyle">
                                        <p:cTn id="107" dur="250" autoRev="1" fill="remove"/>
                                        <p:tgtEl>
                                          <p:spTgt spid="180226">
                                            <p:txEl>
                                              <p:pRg st="7" end="7"/>
                                            </p:txEl>
                                          </p:spTgt>
                                        </p:tgtEl>
                                        <p:attrNameLst>
                                          <p:attrName>style.color</p:attrName>
                                        </p:attrNameLst>
                                      </p:cBhvr>
                                      <p:to>
                                        <a:schemeClr val="bg1"/>
                                      </p:to>
                                    </p:animClr>
                                    <p:animClr clrSpc="rgb" dir="cw">
                                      <p:cBhvr>
                                        <p:cTn id="108" dur="250" autoRev="1" fill="remove"/>
                                        <p:tgtEl>
                                          <p:spTgt spid="180226">
                                            <p:txEl>
                                              <p:pRg st="7" end="7"/>
                                            </p:txEl>
                                          </p:spTgt>
                                        </p:tgtEl>
                                        <p:attrNameLst>
                                          <p:attrName>fillcolor</p:attrName>
                                        </p:attrNameLst>
                                      </p:cBhvr>
                                      <p:to>
                                        <a:schemeClr val="bg1"/>
                                      </p:to>
                                    </p:animClr>
                                    <p:set>
                                      <p:cBhvr>
                                        <p:cTn id="109" dur="250" autoRev="1" fill="remove"/>
                                        <p:tgtEl>
                                          <p:spTgt spid="180226">
                                            <p:txEl>
                                              <p:pRg st="7" end="7"/>
                                            </p:txEl>
                                          </p:spTgt>
                                        </p:tgtEl>
                                        <p:attrNameLst>
                                          <p:attrName>fill.type</p:attrName>
                                        </p:attrNameLst>
                                      </p:cBhvr>
                                      <p:to>
                                        <p:strVal val="solid"/>
                                      </p:to>
                                    </p:set>
                                    <p:set>
                                      <p:cBhvr>
                                        <p:cTn id="110" dur="250" autoRev="1" fill="remove"/>
                                        <p:tgtEl>
                                          <p:spTgt spid="180226">
                                            <p:txEl>
                                              <p:pRg st="7" end="7"/>
                                            </p:txEl>
                                          </p:spTgt>
                                        </p:tgtEl>
                                        <p:attrNameLst>
                                          <p:attrName>fill.on</p:attrName>
                                        </p:attrNameLst>
                                      </p:cBhvr>
                                      <p:to>
                                        <p:strVal val="true"/>
                                      </p:to>
                                    </p:set>
                                  </p:childTnLst>
                                </p:cTn>
                              </p:par>
                              <p:par>
                                <p:cTn id="111" presetID="27" presetClass="emph" presetSubtype="0" fill="remove" nodeType="withEffect">
                                  <p:stCondLst>
                                    <p:cond delay="0"/>
                                  </p:stCondLst>
                                  <p:childTnLst>
                                    <p:animClr clrSpc="rgb" dir="cw">
                                      <p:cBhvr override="childStyle">
                                        <p:cTn id="112" dur="250" autoRev="1" fill="remove"/>
                                        <p:tgtEl>
                                          <p:spTgt spid="180226">
                                            <p:txEl>
                                              <p:pRg st="8" end="8"/>
                                            </p:txEl>
                                          </p:spTgt>
                                        </p:tgtEl>
                                        <p:attrNameLst>
                                          <p:attrName>style.color</p:attrName>
                                        </p:attrNameLst>
                                      </p:cBhvr>
                                      <p:to>
                                        <a:schemeClr val="bg1"/>
                                      </p:to>
                                    </p:animClr>
                                    <p:animClr clrSpc="rgb" dir="cw">
                                      <p:cBhvr>
                                        <p:cTn id="113" dur="250" autoRev="1" fill="remove"/>
                                        <p:tgtEl>
                                          <p:spTgt spid="180226">
                                            <p:txEl>
                                              <p:pRg st="8" end="8"/>
                                            </p:txEl>
                                          </p:spTgt>
                                        </p:tgtEl>
                                        <p:attrNameLst>
                                          <p:attrName>fillcolor</p:attrName>
                                        </p:attrNameLst>
                                      </p:cBhvr>
                                      <p:to>
                                        <a:schemeClr val="bg1"/>
                                      </p:to>
                                    </p:animClr>
                                    <p:set>
                                      <p:cBhvr>
                                        <p:cTn id="114" dur="250" autoRev="1" fill="remove"/>
                                        <p:tgtEl>
                                          <p:spTgt spid="180226">
                                            <p:txEl>
                                              <p:pRg st="8" end="8"/>
                                            </p:txEl>
                                          </p:spTgt>
                                        </p:tgtEl>
                                        <p:attrNameLst>
                                          <p:attrName>fill.type</p:attrName>
                                        </p:attrNameLst>
                                      </p:cBhvr>
                                      <p:to>
                                        <p:strVal val="solid"/>
                                      </p:to>
                                    </p:set>
                                    <p:set>
                                      <p:cBhvr>
                                        <p:cTn id="115" dur="250" autoRev="1" fill="remove"/>
                                        <p:tgtEl>
                                          <p:spTgt spid="180226">
                                            <p:txEl>
                                              <p:pRg st="8" end="8"/>
                                            </p:txEl>
                                          </p:spTgt>
                                        </p:tgtEl>
                                        <p:attrNameLst>
                                          <p:attrName>fill.on</p:attrName>
                                        </p:attrNameLst>
                                      </p:cBhvr>
                                      <p:to>
                                        <p:strVal val="true"/>
                                      </p:to>
                                    </p:set>
                                  </p:childTnLst>
                                </p:cTn>
                              </p:par>
                            </p:childTnLst>
                          </p:cTn>
                        </p:par>
                      </p:childTnLst>
                    </p:cTn>
                  </p:par>
                  <p:par>
                    <p:cTn id="116" fill="hold">
                      <p:stCondLst>
                        <p:cond delay="indefinite"/>
                      </p:stCondLst>
                      <p:childTnLst>
                        <p:par>
                          <p:cTn id="117" fill="hold">
                            <p:stCondLst>
                              <p:cond delay="0"/>
                            </p:stCondLst>
                            <p:childTnLst>
                              <p:par>
                                <p:cTn id="118" presetID="53" presetClass="entr" presetSubtype="16" fill="hold" nodeType="clickEffect">
                                  <p:stCondLst>
                                    <p:cond delay="0"/>
                                  </p:stCondLst>
                                  <p:childTnLst>
                                    <p:set>
                                      <p:cBhvr>
                                        <p:cTn id="119" dur="1" fill="hold">
                                          <p:stCondLst>
                                            <p:cond delay="0"/>
                                          </p:stCondLst>
                                        </p:cTn>
                                        <p:tgtEl>
                                          <p:spTgt spid="9"/>
                                        </p:tgtEl>
                                        <p:attrNameLst>
                                          <p:attrName>style.visibility</p:attrName>
                                        </p:attrNameLst>
                                      </p:cBhvr>
                                      <p:to>
                                        <p:strVal val="visible"/>
                                      </p:to>
                                    </p:set>
                                    <p:anim calcmode="lin" valueType="num">
                                      <p:cBhvr>
                                        <p:cTn id="120" dur="500" fill="hold"/>
                                        <p:tgtEl>
                                          <p:spTgt spid="9"/>
                                        </p:tgtEl>
                                        <p:attrNameLst>
                                          <p:attrName>ppt_w</p:attrName>
                                        </p:attrNameLst>
                                      </p:cBhvr>
                                      <p:tavLst>
                                        <p:tav tm="0">
                                          <p:val>
                                            <p:fltVal val="0"/>
                                          </p:val>
                                        </p:tav>
                                        <p:tav tm="100000">
                                          <p:val>
                                            <p:strVal val="#ppt_w"/>
                                          </p:val>
                                        </p:tav>
                                      </p:tavLst>
                                    </p:anim>
                                    <p:anim calcmode="lin" valueType="num">
                                      <p:cBhvr>
                                        <p:cTn id="121" dur="500" fill="hold"/>
                                        <p:tgtEl>
                                          <p:spTgt spid="9"/>
                                        </p:tgtEl>
                                        <p:attrNameLst>
                                          <p:attrName>ppt_h</p:attrName>
                                        </p:attrNameLst>
                                      </p:cBhvr>
                                      <p:tavLst>
                                        <p:tav tm="0">
                                          <p:val>
                                            <p:fltVal val="0"/>
                                          </p:val>
                                        </p:tav>
                                        <p:tav tm="100000">
                                          <p:val>
                                            <p:strVal val="#ppt_h"/>
                                          </p:val>
                                        </p:tav>
                                      </p:tavLst>
                                    </p:anim>
                                    <p:animEffect transition="in" filter="fade">
                                      <p:cBhvr>
                                        <p:cTn id="122" dur="500"/>
                                        <p:tgtEl>
                                          <p:spTgt spid="9"/>
                                        </p:tgtEl>
                                      </p:cBhvr>
                                    </p:animEffect>
                                  </p:childTnLst>
                                </p:cTn>
                              </p:par>
                            </p:childTnLst>
                          </p:cTn>
                        </p:par>
                      </p:childTnLst>
                    </p:cTn>
                  </p:par>
                  <p:par>
                    <p:cTn id="123" fill="hold" nodeType="clickPar">
                      <p:stCondLst>
                        <p:cond delay="indefinite"/>
                      </p:stCondLst>
                      <p:childTnLst>
                        <p:par>
                          <p:cTn id="124" fill="hold" nodeType="withGroup">
                            <p:stCondLst>
                              <p:cond delay="0"/>
                            </p:stCondLst>
                            <p:childTnLst>
                              <p:par>
                                <p:cTn id="125" presetID="53" presetClass="entr" presetSubtype="16" fill="hold" grpId="0" nodeType="clickEffect">
                                  <p:stCondLst>
                                    <p:cond delay="0"/>
                                  </p:stCondLst>
                                  <p:childTnLst>
                                    <p:set>
                                      <p:cBhvr>
                                        <p:cTn id="126" dur="1" fill="hold">
                                          <p:stCondLst>
                                            <p:cond delay="0"/>
                                          </p:stCondLst>
                                        </p:cTn>
                                        <p:tgtEl>
                                          <p:spTgt spid="164"/>
                                        </p:tgtEl>
                                        <p:attrNameLst>
                                          <p:attrName>style.visibility</p:attrName>
                                        </p:attrNameLst>
                                      </p:cBhvr>
                                      <p:to>
                                        <p:strVal val="visible"/>
                                      </p:to>
                                    </p:set>
                                    <p:anim calcmode="lin" valueType="num">
                                      <p:cBhvr>
                                        <p:cTn id="127" dur="500" fill="hold"/>
                                        <p:tgtEl>
                                          <p:spTgt spid="164"/>
                                        </p:tgtEl>
                                        <p:attrNameLst>
                                          <p:attrName>ppt_w</p:attrName>
                                        </p:attrNameLst>
                                      </p:cBhvr>
                                      <p:tavLst>
                                        <p:tav tm="0">
                                          <p:val>
                                            <p:fltVal val="0"/>
                                          </p:val>
                                        </p:tav>
                                        <p:tav tm="100000">
                                          <p:val>
                                            <p:strVal val="#ppt_w"/>
                                          </p:val>
                                        </p:tav>
                                      </p:tavLst>
                                    </p:anim>
                                    <p:anim calcmode="lin" valueType="num">
                                      <p:cBhvr>
                                        <p:cTn id="128" dur="500" fill="hold"/>
                                        <p:tgtEl>
                                          <p:spTgt spid="164"/>
                                        </p:tgtEl>
                                        <p:attrNameLst>
                                          <p:attrName>ppt_h</p:attrName>
                                        </p:attrNameLst>
                                      </p:cBhvr>
                                      <p:tavLst>
                                        <p:tav tm="0">
                                          <p:val>
                                            <p:fltVal val="0"/>
                                          </p:val>
                                        </p:tav>
                                        <p:tav tm="100000">
                                          <p:val>
                                            <p:strVal val="#ppt_h"/>
                                          </p:val>
                                        </p:tav>
                                      </p:tavLst>
                                    </p:anim>
                                    <p:animEffect transition="in" filter="fade">
                                      <p:cBhvr>
                                        <p:cTn id="129" dur="500"/>
                                        <p:tgtEl>
                                          <p:spTgt spid="164"/>
                                        </p:tgtEl>
                                      </p:cBhvr>
                                    </p:animEffect>
                                  </p:childTnLst>
                                </p:cTn>
                              </p:par>
                            </p:childTnLst>
                          </p:cTn>
                        </p:par>
                      </p:childTnLst>
                    </p:cTn>
                  </p:par>
                  <p:par>
                    <p:cTn id="130" fill="hold" nodeType="clickPar">
                      <p:stCondLst>
                        <p:cond delay="indefinite"/>
                      </p:stCondLst>
                      <p:childTnLst>
                        <p:par>
                          <p:cTn id="131" fill="hold" nodeType="withGroup">
                            <p:stCondLst>
                              <p:cond delay="0"/>
                            </p:stCondLst>
                            <p:childTnLst>
                              <p:par>
                                <p:cTn id="132" presetID="53" presetClass="entr" presetSubtype="16" fill="hold" grpId="0" nodeType="clickEffect">
                                  <p:stCondLst>
                                    <p:cond delay="0"/>
                                  </p:stCondLst>
                                  <p:childTnLst>
                                    <p:set>
                                      <p:cBhvr>
                                        <p:cTn id="133" dur="1" fill="hold">
                                          <p:stCondLst>
                                            <p:cond delay="0"/>
                                          </p:stCondLst>
                                        </p:cTn>
                                        <p:tgtEl>
                                          <p:spTgt spid="165"/>
                                        </p:tgtEl>
                                        <p:attrNameLst>
                                          <p:attrName>style.visibility</p:attrName>
                                        </p:attrNameLst>
                                      </p:cBhvr>
                                      <p:to>
                                        <p:strVal val="visible"/>
                                      </p:to>
                                    </p:set>
                                    <p:anim calcmode="lin" valueType="num">
                                      <p:cBhvr>
                                        <p:cTn id="134" dur="500" fill="hold"/>
                                        <p:tgtEl>
                                          <p:spTgt spid="165"/>
                                        </p:tgtEl>
                                        <p:attrNameLst>
                                          <p:attrName>ppt_w</p:attrName>
                                        </p:attrNameLst>
                                      </p:cBhvr>
                                      <p:tavLst>
                                        <p:tav tm="0">
                                          <p:val>
                                            <p:fltVal val="0"/>
                                          </p:val>
                                        </p:tav>
                                        <p:tav tm="100000">
                                          <p:val>
                                            <p:strVal val="#ppt_w"/>
                                          </p:val>
                                        </p:tav>
                                      </p:tavLst>
                                    </p:anim>
                                    <p:anim calcmode="lin" valueType="num">
                                      <p:cBhvr>
                                        <p:cTn id="135" dur="500" fill="hold"/>
                                        <p:tgtEl>
                                          <p:spTgt spid="165"/>
                                        </p:tgtEl>
                                        <p:attrNameLst>
                                          <p:attrName>ppt_h</p:attrName>
                                        </p:attrNameLst>
                                      </p:cBhvr>
                                      <p:tavLst>
                                        <p:tav tm="0">
                                          <p:val>
                                            <p:fltVal val="0"/>
                                          </p:val>
                                        </p:tav>
                                        <p:tav tm="100000">
                                          <p:val>
                                            <p:strVal val="#ppt_h"/>
                                          </p:val>
                                        </p:tav>
                                      </p:tavLst>
                                    </p:anim>
                                    <p:animEffect transition="in" filter="fade">
                                      <p:cBhvr>
                                        <p:cTn id="136" dur="500"/>
                                        <p:tgtEl>
                                          <p:spTgt spid="165"/>
                                        </p:tgtEl>
                                      </p:cBhvr>
                                    </p:animEffect>
                                  </p:childTnLst>
                                </p:cTn>
                              </p:par>
                            </p:childTnLst>
                          </p:cTn>
                        </p:par>
                      </p:childTnLst>
                    </p:cTn>
                  </p:par>
                  <p:par>
                    <p:cTn id="137" fill="hold" nodeType="clickPar">
                      <p:stCondLst>
                        <p:cond delay="indefinite"/>
                      </p:stCondLst>
                      <p:childTnLst>
                        <p:par>
                          <p:cTn id="138" fill="hold" nodeType="withGroup">
                            <p:stCondLst>
                              <p:cond delay="0"/>
                            </p:stCondLst>
                            <p:childTnLst>
                              <p:par>
                                <p:cTn id="139" presetID="27" presetClass="emph" presetSubtype="0" fill="remove" nodeType="clickEffect">
                                  <p:stCondLst>
                                    <p:cond delay="0"/>
                                  </p:stCondLst>
                                  <p:childTnLst>
                                    <p:animClr clrSpc="rgb" dir="cw">
                                      <p:cBhvr override="childStyle">
                                        <p:cTn id="140" dur="250" autoRev="1" fill="remove"/>
                                        <p:tgtEl>
                                          <p:spTgt spid="180226">
                                            <p:txEl>
                                              <p:pRg st="9" end="9"/>
                                            </p:txEl>
                                          </p:spTgt>
                                        </p:tgtEl>
                                        <p:attrNameLst>
                                          <p:attrName>style.color</p:attrName>
                                        </p:attrNameLst>
                                      </p:cBhvr>
                                      <p:to>
                                        <a:schemeClr val="bg1"/>
                                      </p:to>
                                    </p:animClr>
                                    <p:animClr clrSpc="rgb" dir="cw">
                                      <p:cBhvr>
                                        <p:cTn id="141" dur="250" autoRev="1" fill="remove"/>
                                        <p:tgtEl>
                                          <p:spTgt spid="180226">
                                            <p:txEl>
                                              <p:pRg st="9" end="9"/>
                                            </p:txEl>
                                          </p:spTgt>
                                        </p:tgtEl>
                                        <p:attrNameLst>
                                          <p:attrName>fillcolor</p:attrName>
                                        </p:attrNameLst>
                                      </p:cBhvr>
                                      <p:to>
                                        <a:schemeClr val="bg1"/>
                                      </p:to>
                                    </p:animClr>
                                    <p:set>
                                      <p:cBhvr>
                                        <p:cTn id="142" dur="250" autoRev="1" fill="remove"/>
                                        <p:tgtEl>
                                          <p:spTgt spid="180226">
                                            <p:txEl>
                                              <p:pRg st="9" end="9"/>
                                            </p:txEl>
                                          </p:spTgt>
                                        </p:tgtEl>
                                        <p:attrNameLst>
                                          <p:attrName>fill.type</p:attrName>
                                        </p:attrNameLst>
                                      </p:cBhvr>
                                      <p:to>
                                        <p:strVal val="solid"/>
                                      </p:to>
                                    </p:set>
                                    <p:set>
                                      <p:cBhvr>
                                        <p:cTn id="143" dur="250" autoRev="1" fill="remove"/>
                                        <p:tgtEl>
                                          <p:spTgt spid="180226">
                                            <p:txEl>
                                              <p:pRg st="9" end="9"/>
                                            </p:txEl>
                                          </p:spTgt>
                                        </p:tgtEl>
                                        <p:attrNameLst>
                                          <p:attrName>fill.on</p:attrName>
                                        </p:attrNameLst>
                                      </p:cBhvr>
                                      <p:to>
                                        <p:strVal val="true"/>
                                      </p:to>
                                    </p:set>
                                  </p:childTnLst>
                                </p:cTn>
                              </p:par>
                            </p:childTnLst>
                          </p:cTn>
                        </p:par>
                      </p:childTnLst>
                    </p:cTn>
                  </p:par>
                  <p:par>
                    <p:cTn id="144" fill="hold">
                      <p:stCondLst>
                        <p:cond delay="indefinite"/>
                      </p:stCondLst>
                      <p:childTnLst>
                        <p:par>
                          <p:cTn id="145" fill="hold">
                            <p:stCondLst>
                              <p:cond delay="0"/>
                            </p:stCondLst>
                            <p:childTnLst>
                              <p:par>
                                <p:cTn id="146" presetID="53" presetClass="entr" presetSubtype="16" fill="hold" nodeType="clickEffect">
                                  <p:stCondLst>
                                    <p:cond delay="0"/>
                                  </p:stCondLst>
                                  <p:childTnLst>
                                    <p:set>
                                      <p:cBhvr>
                                        <p:cTn id="147" dur="1" fill="hold">
                                          <p:stCondLst>
                                            <p:cond delay="0"/>
                                          </p:stCondLst>
                                        </p:cTn>
                                        <p:tgtEl>
                                          <p:spTgt spid="3"/>
                                        </p:tgtEl>
                                        <p:attrNameLst>
                                          <p:attrName>style.visibility</p:attrName>
                                        </p:attrNameLst>
                                      </p:cBhvr>
                                      <p:to>
                                        <p:strVal val="visible"/>
                                      </p:to>
                                    </p:set>
                                    <p:anim calcmode="lin" valueType="num">
                                      <p:cBhvr>
                                        <p:cTn id="148" dur="500" fill="hold"/>
                                        <p:tgtEl>
                                          <p:spTgt spid="3"/>
                                        </p:tgtEl>
                                        <p:attrNameLst>
                                          <p:attrName>ppt_w</p:attrName>
                                        </p:attrNameLst>
                                      </p:cBhvr>
                                      <p:tavLst>
                                        <p:tav tm="0">
                                          <p:val>
                                            <p:fltVal val="0"/>
                                          </p:val>
                                        </p:tav>
                                        <p:tav tm="100000">
                                          <p:val>
                                            <p:strVal val="#ppt_w"/>
                                          </p:val>
                                        </p:tav>
                                      </p:tavLst>
                                    </p:anim>
                                    <p:anim calcmode="lin" valueType="num">
                                      <p:cBhvr>
                                        <p:cTn id="149" dur="500" fill="hold"/>
                                        <p:tgtEl>
                                          <p:spTgt spid="3"/>
                                        </p:tgtEl>
                                        <p:attrNameLst>
                                          <p:attrName>ppt_h</p:attrName>
                                        </p:attrNameLst>
                                      </p:cBhvr>
                                      <p:tavLst>
                                        <p:tav tm="0">
                                          <p:val>
                                            <p:fltVal val="0"/>
                                          </p:val>
                                        </p:tav>
                                        <p:tav tm="100000">
                                          <p:val>
                                            <p:strVal val="#ppt_h"/>
                                          </p:val>
                                        </p:tav>
                                      </p:tavLst>
                                    </p:anim>
                                    <p:animEffect transition="in" filter="fade">
                                      <p:cBhvr>
                                        <p:cTn id="150" dur="500"/>
                                        <p:tgtEl>
                                          <p:spTgt spid="3"/>
                                        </p:tgtEl>
                                      </p:cBhvr>
                                    </p:animEffect>
                                  </p:childTnLst>
                                </p:cTn>
                              </p:par>
                            </p:childTnLst>
                          </p:cTn>
                        </p:par>
                      </p:childTnLst>
                    </p:cTn>
                  </p:par>
                  <p:par>
                    <p:cTn id="151" fill="hold" nodeType="clickPar">
                      <p:stCondLst>
                        <p:cond delay="indefinite"/>
                      </p:stCondLst>
                      <p:childTnLst>
                        <p:par>
                          <p:cTn id="152" fill="hold" nodeType="withGroup">
                            <p:stCondLst>
                              <p:cond delay="0"/>
                            </p:stCondLst>
                            <p:childTnLst>
                              <p:par>
                                <p:cTn id="153" presetID="53" presetClass="entr" presetSubtype="16" fill="hold" nodeType="clickEffect">
                                  <p:stCondLst>
                                    <p:cond delay="0"/>
                                  </p:stCondLst>
                                  <p:childTnLst>
                                    <p:set>
                                      <p:cBhvr>
                                        <p:cTn id="154" dur="1" fill="hold">
                                          <p:stCondLst>
                                            <p:cond delay="0"/>
                                          </p:stCondLst>
                                        </p:cTn>
                                        <p:tgtEl>
                                          <p:spTgt spid="10"/>
                                        </p:tgtEl>
                                        <p:attrNameLst>
                                          <p:attrName>style.visibility</p:attrName>
                                        </p:attrNameLst>
                                      </p:cBhvr>
                                      <p:to>
                                        <p:strVal val="visible"/>
                                      </p:to>
                                    </p:set>
                                    <p:anim calcmode="lin" valueType="num">
                                      <p:cBhvr>
                                        <p:cTn id="155" dur="500" fill="hold"/>
                                        <p:tgtEl>
                                          <p:spTgt spid="10"/>
                                        </p:tgtEl>
                                        <p:attrNameLst>
                                          <p:attrName>ppt_w</p:attrName>
                                        </p:attrNameLst>
                                      </p:cBhvr>
                                      <p:tavLst>
                                        <p:tav tm="0">
                                          <p:val>
                                            <p:fltVal val="0"/>
                                          </p:val>
                                        </p:tav>
                                        <p:tav tm="100000">
                                          <p:val>
                                            <p:strVal val="#ppt_w"/>
                                          </p:val>
                                        </p:tav>
                                      </p:tavLst>
                                    </p:anim>
                                    <p:anim calcmode="lin" valueType="num">
                                      <p:cBhvr>
                                        <p:cTn id="156" dur="500" fill="hold"/>
                                        <p:tgtEl>
                                          <p:spTgt spid="10"/>
                                        </p:tgtEl>
                                        <p:attrNameLst>
                                          <p:attrName>ppt_h</p:attrName>
                                        </p:attrNameLst>
                                      </p:cBhvr>
                                      <p:tavLst>
                                        <p:tav tm="0">
                                          <p:val>
                                            <p:fltVal val="0"/>
                                          </p:val>
                                        </p:tav>
                                        <p:tav tm="100000">
                                          <p:val>
                                            <p:strVal val="#ppt_h"/>
                                          </p:val>
                                        </p:tav>
                                      </p:tavLst>
                                    </p:anim>
                                    <p:animEffect transition="in" filter="fade">
                                      <p:cBhvr>
                                        <p:cTn id="157" dur="500"/>
                                        <p:tgtEl>
                                          <p:spTgt spid="10"/>
                                        </p:tgtEl>
                                      </p:cBhvr>
                                    </p:animEffect>
                                  </p:childTnLst>
                                </p:cTn>
                              </p:par>
                            </p:childTnLst>
                          </p:cTn>
                        </p:par>
                      </p:childTnLst>
                    </p:cTn>
                  </p:par>
                  <p:par>
                    <p:cTn id="158" fill="hold" nodeType="clickPar">
                      <p:stCondLst>
                        <p:cond delay="indefinite"/>
                      </p:stCondLst>
                      <p:childTnLst>
                        <p:par>
                          <p:cTn id="159" fill="hold" nodeType="withGroup">
                            <p:stCondLst>
                              <p:cond delay="0"/>
                            </p:stCondLst>
                            <p:childTnLst>
                              <p:par>
                                <p:cTn id="160" presetID="53" presetClass="entr" presetSubtype="16" fill="hold" grpId="0" nodeType="clickEffect">
                                  <p:stCondLst>
                                    <p:cond delay="0"/>
                                  </p:stCondLst>
                                  <p:childTnLst>
                                    <p:set>
                                      <p:cBhvr>
                                        <p:cTn id="161" dur="1" fill="hold">
                                          <p:stCondLst>
                                            <p:cond delay="0"/>
                                          </p:stCondLst>
                                        </p:cTn>
                                        <p:tgtEl>
                                          <p:spTgt spid="172"/>
                                        </p:tgtEl>
                                        <p:attrNameLst>
                                          <p:attrName>style.visibility</p:attrName>
                                        </p:attrNameLst>
                                      </p:cBhvr>
                                      <p:to>
                                        <p:strVal val="visible"/>
                                      </p:to>
                                    </p:set>
                                    <p:anim calcmode="lin" valueType="num">
                                      <p:cBhvr>
                                        <p:cTn id="162" dur="500" fill="hold"/>
                                        <p:tgtEl>
                                          <p:spTgt spid="172"/>
                                        </p:tgtEl>
                                        <p:attrNameLst>
                                          <p:attrName>ppt_w</p:attrName>
                                        </p:attrNameLst>
                                      </p:cBhvr>
                                      <p:tavLst>
                                        <p:tav tm="0">
                                          <p:val>
                                            <p:fltVal val="0"/>
                                          </p:val>
                                        </p:tav>
                                        <p:tav tm="100000">
                                          <p:val>
                                            <p:strVal val="#ppt_w"/>
                                          </p:val>
                                        </p:tav>
                                      </p:tavLst>
                                    </p:anim>
                                    <p:anim calcmode="lin" valueType="num">
                                      <p:cBhvr>
                                        <p:cTn id="163" dur="500" fill="hold"/>
                                        <p:tgtEl>
                                          <p:spTgt spid="172"/>
                                        </p:tgtEl>
                                        <p:attrNameLst>
                                          <p:attrName>ppt_h</p:attrName>
                                        </p:attrNameLst>
                                      </p:cBhvr>
                                      <p:tavLst>
                                        <p:tav tm="0">
                                          <p:val>
                                            <p:fltVal val="0"/>
                                          </p:val>
                                        </p:tav>
                                        <p:tav tm="100000">
                                          <p:val>
                                            <p:strVal val="#ppt_h"/>
                                          </p:val>
                                        </p:tav>
                                      </p:tavLst>
                                    </p:anim>
                                    <p:animEffect transition="in" filter="fade">
                                      <p:cBhvr>
                                        <p:cTn id="164" dur="500"/>
                                        <p:tgtEl>
                                          <p:spTgt spid="172"/>
                                        </p:tgtEl>
                                      </p:cBhvr>
                                    </p:animEffect>
                                  </p:childTnLst>
                                </p:cTn>
                              </p:par>
                            </p:childTnLst>
                          </p:cTn>
                        </p:par>
                      </p:childTnLst>
                    </p:cTn>
                  </p:par>
                  <p:par>
                    <p:cTn id="165" fill="hold" nodeType="clickPar">
                      <p:stCondLst>
                        <p:cond delay="indefinite"/>
                      </p:stCondLst>
                      <p:childTnLst>
                        <p:par>
                          <p:cTn id="166" fill="hold" nodeType="withGroup">
                            <p:stCondLst>
                              <p:cond delay="0"/>
                            </p:stCondLst>
                            <p:childTnLst>
                              <p:par>
                                <p:cTn id="167" presetID="27" presetClass="emph" presetSubtype="0" fill="remove" nodeType="clickEffect">
                                  <p:stCondLst>
                                    <p:cond delay="0"/>
                                  </p:stCondLst>
                                  <p:childTnLst>
                                    <p:animClr clrSpc="rgb" dir="cw">
                                      <p:cBhvr override="childStyle">
                                        <p:cTn id="168" dur="250" autoRev="1" fill="remove"/>
                                        <p:tgtEl>
                                          <p:spTgt spid="180226">
                                            <p:txEl>
                                              <p:pRg st="7" end="7"/>
                                            </p:txEl>
                                          </p:spTgt>
                                        </p:tgtEl>
                                        <p:attrNameLst>
                                          <p:attrName>style.color</p:attrName>
                                        </p:attrNameLst>
                                      </p:cBhvr>
                                      <p:to>
                                        <a:schemeClr val="bg1"/>
                                      </p:to>
                                    </p:animClr>
                                    <p:animClr clrSpc="rgb" dir="cw">
                                      <p:cBhvr>
                                        <p:cTn id="169" dur="250" autoRev="1" fill="remove"/>
                                        <p:tgtEl>
                                          <p:spTgt spid="180226">
                                            <p:txEl>
                                              <p:pRg st="7" end="7"/>
                                            </p:txEl>
                                          </p:spTgt>
                                        </p:tgtEl>
                                        <p:attrNameLst>
                                          <p:attrName>fillcolor</p:attrName>
                                        </p:attrNameLst>
                                      </p:cBhvr>
                                      <p:to>
                                        <a:schemeClr val="bg1"/>
                                      </p:to>
                                    </p:animClr>
                                    <p:set>
                                      <p:cBhvr>
                                        <p:cTn id="170" dur="250" autoRev="1" fill="remove"/>
                                        <p:tgtEl>
                                          <p:spTgt spid="180226">
                                            <p:txEl>
                                              <p:pRg st="7" end="7"/>
                                            </p:txEl>
                                          </p:spTgt>
                                        </p:tgtEl>
                                        <p:attrNameLst>
                                          <p:attrName>fill.type</p:attrName>
                                        </p:attrNameLst>
                                      </p:cBhvr>
                                      <p:to>
                                        <p:strVal val="solid"/>
                                      </p:to>
                                    </p:set>
                                    <p:set>
                                      <p:cBhvr>
                                        <p:cTn id="171" dur="250" autoRev="1" fill="remove"/>
                                        <p:tgtEl>
                                          <p:spTgt spid="180226">
                                            <p:txEl>
                                              <p:pRg st="7" end="7"/>
                                            </p:txEl>
                                          </p:spTgt>
                                        </p:tgtEl>
                                        <p:attrNameLst>
                                          <p:attrName>fill.on</p:attrName>
                                        </p:attrNameLst>
                                      </p:cBhvr>
                                      <p:to>
                                        <p:strVal val="true"/>
                                      </p:to>
                                    </p:set>
                                  </p:childTnLst>
                                </p:cTn>
                              </p:par>
                              <p:par>
                                <p:cTn id="172" presetID="27" presetClass="emph" presetSubtype="0" fill="remove" nodeType="withEffect">
                                  <p:stCondLst>
                                    <p:cond delay="0"/>
                                  </p:stCondLst>
                                  <p:childTnLst>
                                    <p:animClr clrSpc="rgb" dir="cw">
                                      <p:cBhvr override="childStyle">
                                        <p:cTn id="173" dur="250" autoRev="1" fill="remove"/>
                                        <p:tgtEl>
                                          <p:spTgt spid="180226">
                                            <p:txEl>
                                              <p:pRg st="8" end="8"/>
                                            </p:txEl>
                                          </p:spTgt>
                                        </p:tgtEl>
                                        <p:attrNameLst>
                                          <p:attrName>style.color</p:attrName>
                                        </p:attrNameLst>
                                      </p:cBhvr>
                                      <p:to>
                                        <a:schemeClr val="bg1"/>
                                      </p:to>
                                    </p:animClr>
                                    <p:animClr clrSpc="rgb" dir="cw">
                                      <p:cBhvr>
                                        <p:cTn id="174" dur="250" autoRev="1" fill="remove"/>
                                        <p:tgtEl>
                                          <p:spTgt spid="180226">
                                            <p:txEl>
                                              <p:pRg st="8" end="8"/>
                                            </p:txEl>
                                          </p:spTgt>
                                        </p:tgtEl>
                                        <p:attrNameLst>
                                          <p:attrName>fillcolor</p:attrName>
                                        </p:attrNameLst>
                                      </p:cBhvr>
                                      <p:to>
                                        <a:schemeClr val="bg1"/>
                                      </p:to>
                                    </p:animClr>
                                    <p:set>
                                      <p:cBhvr>
                                        <p:cTn id="175" dur="250" autoRev="1" fill="remove"/>
                                        <p:tgtEl>
                                          <p:spTgt spid="180226">
                                            <p:txEl>
                                              <p:pRg st="8" end="8"/>
                                            </p:txEl>
                                          </p:spTgt>
                                        </p:tgtEl>
                                        <p:attrNameLst>
                                          <p:attrName>fill.type</p:attrName>
                                        </p:attrNameLst>
                                      </p:cBhvr>
                                      <p:to>
                                        <p:strVal val="solid"/>
                                      </p:to>
                                    </p:set>
                                    <p:set>
                                      <p:cBhvr>
                                        <p:cTn id="176" dur="250" autoRev="1" fill="remove"/>
                                        <p:tgtEl>
                                          <p:spTgt spid="180226">
                                            <p:txEl>
                                              <p:pRg st="8" end="8"/>
                                            </p:txEl>
                                          </p:spTgt>
                                        </p:tgtEl>
                                        <p:attrNameLst>
                                          <p:attrName>fill.on</p:attrName>
                                        </p:attrNameLst>
                                      </p:cBhvr>
                                      <p:to>
                                        <p:strVal val="true"/>
                                      </p:to>
                                    </p:set>
                                  </p:childTnLst>
                                </p:cTn>
                              </p:par>
                            </p:childTnLst>
                          </p:cTn>
                        </p:par>
                      </p:childTnLst>
                    </p:cTn>
                  </p:par>
                  <p:par>
                    <p:cTn id="177" fill="hold">
                      <p:stCondLst>
                        <p:cond delay="indefinite"/>
                      </p:stCondLst>
                      <p:childTnLst>
                        <p:par>
                          <p:cTn id="178" fill="hold">
                            <p:stCondLst>
                              <p:cond delay="0"/>
                            </p:stCondLst>
                            <p:childTnLst>
                              <p:par>
                                <p:cTn id="179" presetID="53" presetClass="entr" presetSubtype="16" fill="hold" nodeType="clickEffect">
                                  <p:stCondLst>
                                    <p:cond delay="0"/>
                                  </p:stCondLst>
                                  <p:childTnLst>
                                    <p:set>
                                      <p:cBhvr>
                                        <p:cTn id="180" dur="1" fill="hold">
                                          <p:stCondLst>
                                            <p:cond delay="0"/>
                                          </p:stCondLst>
                                        </p:cTn>
                                        <p:tgtEl>
                                          <p:spTgt spid="11"/>
                                        </p:tgtEl>
                                        <p:attrNameLst>
                                          <p:attrName>style.visibility</p:attrName>
                                        </p:attrNameLst>
                                      </p:cBhvr>
                                      <p:to>
                                        <p:strVal val="visible"/>
                                      </p:to>
                                    </p:set>
                                    <p:anim calcmode="lin" valueType="num">
                                      <p:cBhvr>
                                        <p:cTn id="181" dur="500" fill="hold"/>
                                        <p:tgtEl>
                                          <p:spTgt spid="11"/>
                                        </p:tgtEl>
                                        <p:attrNameLst>
                                          <p:attrName>ppt_w</p:attrName>
                                        </p:attrNameLst>
                                      </p:cBhvr>
                                      <p:tavLst>
                                        <p:tav tm="0">
                                          <p:val>
                                            <p:fltVal val="0"/>
                                          </p:val>
                                        </p:tav>
                                        <p:tav tm="100000">
                                          <p:val>
                                            <p:strVal val="#ppt_w"/>
                                          </p:val>
                                        </p:tav>
                                      </p:tavLst>
                                    </p:anim>
                                    <p:anim calcmode="lin" valueType="num">
                                      <p:cBhvr>
                                        <p:cTn id="182" dur="500" fill="hold"/>
                                        <p:tgtEl>
                                          <p:spTgt spid="11"/>
                                        </p:tgtEl>
                                        <p:attrNameLst>
                                          <p:attrName>ppt_h</p:attrName>
                                        </p:attrNameLst>
                                      </p:cBhvr>
                                      <p:tavLst>
                                        <p:tav tm="0">
                                          <p:val>
                                            <p:fltVal val="0"/>
                                          </p:val>
                                        </p:tav>
                                        <p:tav tm="100000">
                                          <p:val>
                                            <p:strVal val="#ppt_h"/>
                                          </p:val>
                                        </p:tav>
                                      </p:tavLst>
                                    </p:anim>
                                    <p:animEffect transition="in" filter="fade">
                                      <p:cBhvr>
                                        <p:cTn id="183" dur="500"/>
                                        <p:tgtEl>
                                          <p:spTgt spid="11"/>
                                        </p:tgtEl>
                                      </p:cBhvr>
                                    </p:animEffect>
                                  </p:childTnLst>
                                </p:cTn>
                              </p:par>
                            </p:childTnLst>
                          </p:cTn>
                        </p:par>
                      </p:childTnLst>
                    </p:cTn>
                  </p:par>
                  <p:par>
                    <p:cTn id="184" fill="hold" nodeType="clickPar">
                      <p:stCondLst>
                        <p:cond delay="indefinite"/>
                      </p:stCondLst>
                      <p:childTnLst>
                        <p:par>
                          <p:cTn id="185" fill="hold" nodeType="withGroup">
                            <p:stCondLst>
                              <p:cond delay="0"/>
                            </p:stCondLst>
                            <p:childTnLst>
                              <p:par>
                                <p:cTn id="186" presetID="53" presetClass="entr" presetSubtype="16" fill="hold" grpId="0" nodeType="clickEffect">
                                  <p:stCondLst>
                                    <p:cond delay="0"/>
                                  </p:stCondLst>
                                  <p:childTnLst>
                                    <p:set>
                                      <p:cBhvr>
                                        <p:cTn id="187" dur="1" fill="hold">
                                          <p:stCondLst>
                                            <p:cond delay="0"/>
                                          </p:stCondLst>
                                        </p:cTn>
                                        <p:tgtEl>
                                          <p:spTgt spid="176"/>
                                        </p:tgtEl>
                                        <p:attrNameLst>
                                          <p:attrName>style.visibility</p:attrName>
                                        </p:attrNameLst>
                                      </p:cBhvr>
                                      <p:to>
                                        <p:strVal val="visible"/>
                                      </p:to>
                                    </p:set>
                                    <p:anim calcmode="lin" valueType="num">
                                      <p:cBhvr>
                                        <p:cTn id="188" dur="500" fill="hold"/>
                                        <p:tgtEl>
                                          <p:spTgt spid="176"/>
                                        </p:tgtEl>
                                        <p:attrNameLst>
                                          <p:attrName>ppt_w</p:attrName>
                                        </p:attrNameLst>
                                      </p:cBhvr>
                                      <p:tavLst>
                                        <p:tav tm="0">
                                          <p:val>
                                            <p:fltVal val="0"/>
                                          </p:val>
                                        </p:tav>
                                        <p:tav tm="100000">
                                          <p:val>
                                            <p:strVal val="#ppt_w"/>
                                          </p:val>
                                        </p:tav>
                                      </p:tavLst>
                                    </p:anim>
                                    <p:anim calcmode="lin" valueType="num">
                                      <p:cBhvr>
                                        <p:cTn id="189" dur="500" fill="hold"/>
                                        <p:tgtEl>
                                          <p:spTgt spid="176"/>
                                        </p:tgtEl>
                                        <p:attrNameLst>
                                          <p:attrName>ppt_h</p:attrName>
                                        </p:attrNameLst>
                                      </p:cBhvr>
                                      <p:tavLst>
                                        <p:tav tm="0">
                                          <p:val>
                                            <p:fltVal val="0"/>
                                          </p:val>
                                        </p:tav>
                                        <p:tav tm="100000">
                                          <p:val>
                                            <p:strVal val="#ppt_h"/>
                                          </p:val>
                                        </p:tav>
                                      </p:tavLst>
                                    </p:anim>
                                    <p:animEffect transition="in" filter="fade">
                                      <p:cBhvr>
                                        <p:cTn id="190" dur="500"/>
                                        <p:tgtEl>
                                          <p:spTgt spid="176"/>
                                        </p:tgtEl>
                                      </p:cBhvr>
                                    </p:animEffect>
                                  </p:childTnLst>
                                </p:cTn>
                              </p:par>
                            </p:childTnLst>
                          </p:cTn>
                        </p:par>
                      </p:childTnLst>
                    </p:cTn>
                  </p:par>
                  <p:par>
                    <p:cTn id="191" fill="hold" nodeType="clickPar">
                      <p:stCondLst>
                        <p:cond delay="indefinite"/>
                      </p:stCondLst>
                      <p:childTnLst>
                        <p:par>
                          <p:cTn id="192" fill="hold" nodeType="withGroup">
                            <p:stCondLst>
                              <p:cond delay="0"/>
                            </p:stCondLst>
                            <p:childTnLst>
                              <p:par>
                                <p:cTn id="193" presetID="53" presetClass="entr" presetSubtype="16" fill="hold" grpId="0" nodeType="clickEffect">
                                  <p:stCondLst>
                                    <p:cond delay="0"/>
                                  </p:stCondLst>
                                  <p:childTnLst>
                                    <p:set>
                                      <p:cBhvr>
                                        <p:cTn id="194" dur="1" fill="hold">
                                          <p:stCondLst>
                                            <p:cond delay="0"/>
                                          </p:stCondLst>
                                        </p:cTn>
                                        <p:tgtEl>
                                          <p:spTgt spid="177"/>
                                        </p:tgtEl>
                                        <p:attrNameLst>
                                          <p:attrName>style.visibility</p:attrName>
                                        </p:attrNameLst>
                                      </p:cBhvr>
                                      <p:to>
                                        <p:strVal val="visible"/>
                                      </p:to>
                                    </p:set>
                                    <p:anim calcmode="lin" valueType="num">
                                      <p:cBhvr>
                                        <p:cTn id="195" dur="500" fill="hold"/>
                                        <p:tgtEl>
                                          <p:spTgt spid="177"/>
                                        </p:tgtEl>
                                        <p:attrNameLst>
                                          <p:attrName>ppt_w</p:attrName>
                                        </p:attrNameLst>
                                      </p:cBhvr>
                                      <p:tavLst>
                                        <p:tav tm="0">
                                          <p:val>
                                            <p:fltVal val="0"/>
                                          </p:val>
                                        </p:tav>
                                        <p:tav tm="100000">
                                          <p:val>
                                            <p:strVal val="#ppt_w"/>
                                          </p:val>
                                        </p:tav>
                                      </p:tavLst>
                                    </p:anim>
                                    <p:anim calcmode="lin" valueType="num">
                                      <p:cBhvr>
                                        <p:cTn id="196" dur="500" fill="hold"/>
                                        <p:tgtEl>
                                          <p:spTgt spid="177"/>
                                        </p:tgtEl>
                                        <p:attrNameLst>
                                          <p:attrName>ppt_h</p:attrName>
                                        </p:attrNameLst>
                                      </p:cBhvr>
                                      <p:tavLst>
                                        <p:tav tm="0">
                                          <p:val>
                                            <p:fltVal val="0"/>
                                          </p:val>
                                        </p:tav>
                                        <p:tav tm="100000">
                                          <p:val>
                                            <p:strVal val="#ppt_h"/>
                                          </p:val>
                                        </p:tav>
                                      </p:tavLst>
                                    </p:anim>
                                    <p:animEffect transition="in" filter="fade">
                                      <p:cBhvr>
                                        <p:cTn id="197" dur="500"/>
                                        <p:tgtEl>
                                          <p:spTgt spid="177"/>
                                        </p:tgtEl>
                                      </p:cBhvr>
                                    </p:animEffect>
                                  </p:childTnLst>
                                </p:cTn>
                              </p:par>
                            </p:childTnLst>
                          </p:cTn>
                        </p:par>
                      </p:childTnLst>
                    </p:cTn>
                  </p:par>
                  <p:par>
                    <p:cTn id="198" fill="hold">
                      <p:stCondLst>
                        <p:cond delay="indefinite"/>
                      </p:stCondLst>
                      <p:childTnLst>
                        <p:par>
                          <p:cTn id="199" fill="hold">
                            <p:stCondLst>
                              <p:cond delay="0"/>
                            </p:stCondLst>
                            <p:childTnLst>
                              <p:par>
                                <p:cTn id="200" presetID="27" presetClass="emph" presetSubtype="0" fill="remove" nodeType="clickEffect">
                                  <p:stCondLst>
                                    <p:cond delay="0"/>
                                  </p:stCondLst>
                                  <p:childTnLst>
                                    <p:animClr clrSpc="rgb" dir="cw">
                                      <p:cBhvr override="childStyle">
                                        <p:cTn id="201" dur="250" autoRev="1" fill="remove"/>
                                        <p:tgtEl>
                                          <p:spTgt spid="180226">
                                            <p:txEl>
                                              <p:pRg st="5" end="5"/>
                                            </p:txEl>
                                          </p:spTgt>
                                        </p:tgtEl>
                                        <p:attrNameLst>
                                          <p:attrName>style.color</p:attrName>
                                        </p:attrNameLst>
                                      </p:cBhvr>
                                      <p:to>
                                        <a:schemeClr val="bg1"/>
                                      </p:to>
                                    </p:animClr>
                                    <p:animClr clrSpc="rgb" dir="cw">
                                      <p:cBhvr>
                                        <p:cTn id="202" dur="250" autoRev="1" fill="remove"/>
                                        <p:tgtEl>
                                          <p:spTgt spid="180226">
                                            <p:txEl>
                                              <p:pRg st="5" end="5"/>
                                            </p:txEl>
                                          </p:spTgt>
                                        </p:tgtEl>
                                        <p:attrNameLst>
                                          <p:attrName>fillcolor</p:attrName>
                                        </p:attrNameLst>
                                      </p:cBhvr>
                                      <p:to>
                                        <a:schemeClr val="bg1"/>
                                      </p:to>
                                    </p:animClr>
                                    <p:set>
                                      <p:cBhvr>
                                        <p:cTn id="203" dur="250" autoRev="1" fill="remove"/>
                                        <p:tgtEl>
                                          <p:spTgt spid="180226">
                                            <p:txEl>
                                              <p:pRg st="5" end="5"/>
                                            </p:txEl>
                                          </p:spTgt>
                                        </p:tgtEl>
                                        <p:attrNameLst>
                                          <p:attrName>fill.type</p:attrName>
                                        </p:attrNameLst>
                                      </p:cBhvr>
                                      <p:to>
                                        <p:strVal val="solid"/>
                                      </p:to>
                                    </p:set>
                                    <p:set>
                                      <p:cBhvr>
                                        <p:cTn id="204" dur="250" autoRev="1" fill="remove"/>
                                        <p:tgtEl>
                                          <p:spTgt spid="180226">
                                            <p:txEl>
                                              <p:pRg st="5" end="5"/>
                                            </p:txEl>
                                          </p:spTgt>
                                        </p:tgtEl>
                                        <p:attrNameLst>
                                          <p:attrName>fill.on</p:attrName>
                                        </p:attrNameLst>
                                      </p:cBhvr>
                                      <p:to>
                                        <p:strVal val="true"/>
                                      </p:to>
                                    </p:set>
                                  </p:childTnLst>
                                </p:cTn>
                              </p:par>
                              <p:par>
                                <p:cTn id="205" presetID="27" presetClass="emph" presetSubtype="0" fill="remove" nodeType="withEffect">
                                  <p:stCondLst>
                                    <p:cond delay="0"/>
                                  </p:stCondLst>
                                  <p:childTnLst>
                                    <p:animClr clrSpc="rgb" dir="cw">
                                      <p:cBhvr override="childStyle">
                                        <p:cTn id="206" dur="250" autoRev="1" fill="remove"/>
                                        <p:tgtEl>
                                          <p:spTgt spid="180226">
                                            <p:txEl>
                                              <p:pRg st="6" end="6"/>
                                            </p:txEl>
                                          </p:spTgt>
                                        </p:tgtEl>
                                        <p:attrNameLst>
                                          <p:attrName>style.color</p:attrName>
                                        </p:attrNameLst>
                                      </p:cBhvr>
                                      <p:to>
                                        <a:schemeClr val="bg1"/>
                                      </p:to>
                                    </p:animClr>
                                    <p:animClr clrSpc="rgb" dir="cw">
                                      <p:cBhvr>
                                        <p:cTn id="207" dur="250" autoRev="1" fill="remove"/>
                                        <p:tgtEl>
                                          <p:spTgt spid="180226">
                                            <p:txEl>
                                              <p:pRg st="6" end="6"/>
                                            </p:txEl>
                                          </p:spTgt>
                                        </p:tgtEl>
                                        <p:attrNameLst>
                                          <p:attrName>fillcolor</p:attrName>
                                        </p:attrNameLst>
                                      </p:cBhvr>
                                      <p:to>
                                        <a:schemeClr val="bg1"/>
                                      </p:to>
                                    </p:animClr>
                                    <p:set>
                                      <p:cBhvr>
                                        <p:cTn id="208" dur="250" autoRev="1" fill="remove"/>
                                        <p:tgtEl>
                                          <p:spTgt spid="180226">
                                            <p:txEl>
                                              <p:pRg st="6" end="6"/>
                                            </p:txEl>
                                          </p:spTgt>
                                        </p:tgtEl>
                                        <p:attrNameLst>
                                          <p:attrName>fill.type</p:attrName>
                                        </p:attrNameLst>
                                      </p:cBhvr>
                                      <p:to>
                                        <p:strVal val="solid"/>
                                      </p:to>
                                    </p:set>
                                    <p:set>
                                      <p:cBhvr>
                                        <p:cTn id="209" dur="250" autoRev="1" fill="remove"/>
                                        <p:tgtEl>
                                          <p:spTgt spid="180226">
                                            <p:txEl>
                                              <p:pRg st="6" end="6"/>
                                            </p:txEl>
                                          </p:spTgt>
                                        </p:tgtEl>
                                        <p:attrNameLst>
                                          <p:attrName>fill.on</p:attrName>
                                        </p:attrNameLst>
                                      </p:cBhvr>
                                      <p:to>
                                        <p:strVal val="true"/>
                                      </p:to>
                                    </p:set>
                                  </p:childTnLst>
                                </p:cTn>
                              </p:par>
                            </p:childTnLst>
                          </p:cTn>
                        </p:par>
                      </p:childTnLst>
                    </p:cTn>
                  </p:par>
                  <p:par>
                    <p:cTn id="210" fill="hold" nodeType="clickPar">
                      <p:stCondLst>
                        <p:cond delay="indefinite"/>
                      </p:stCondLst>
                      <p:childTnLst>
                        <p:par>
                          <p:cTn id="211" fill="hold" nodeType="withGroup">
                            <p:stCondLst>
                              <p:cond delay="0"/>
                            </p:stCondLst>
                            <p:childTnLst>
                              <p:par>
                                <p:cTn id="212" presetID="53" presetClass="entr" presetSubtype="16" fill="hold" grpId="0" nodeType="clickEffect">
                                  <p:stCondLst>
                                    <p:cond delay="0"/>
                                  </p:stCondLst>
                                  <p:childTnLst>
                                    <p:set>
                                      <p:cBhvr>
                                        <p:cTn id="213" dur="1" fill="hold">
                                          <p:stCondLst>
                                            <p:cond delay="0"/>
                                          </p:stCondLst>
                                        </p:cTn>
                                        <p:tgtEl>
                                          <p:spTgt spid="178"/>
                                        </p:tgtEl>
                                        <p:attrNameLst>
                                          <p:attrName>style.visibility</p:attrName>
                                        </p:attrNameLst>
                                      </p:cBhvr>
                                      <p:to>
                                        <p:strVal val="visible"/>
                                      </p:to>
                                    </p:set>
                                    <p:anim calcmode="lin" valueType="num">
                                      <p:cBhvr>
                                        <p:cTn id="214" dur="500" fill="hold"/>
                                        <p:tgtEl>
                                          <p:spTgt spid="178"/>
                                        </p:tgtEl>
                                        <p:attrNameLst>
                                          <p:attrName>ppt_w</p:attrName>
                                        </p:attrNameLst>
                                      </p:cBhvr>
                                      <p:tavLst>
                                        <p:tav tm="0">
                                          <p:val>
                                            <p:fltVal val="0"/>
                                          </p:val>
                                        </p:tav>
                                        <p:tav tm="100000">
                                          <p:val>
                                            <p:strVal val="#ppt_w"/>
                                          </p:val>
                                        </p:tav>
                                      </p:tavLst>
                                    </p:anim>
                                    <p:anim calcmode="lin" valueType="num">
                                      <p:cBhvr>
                                        <p:cTn id="215" dur="500" fill="hold"/>
                                        <p:tgtEl>
                                          <p:spTgt spid="178"/>
                                        </p:tgtEl>
                                        <p:attrNameLst>
                                          <p:attrName>ppt_h</p:attrName>
                                        </p:attrNameLst>
                                      </p:cBhvr>
                                      <p:tavLst>
                                        <p:tav tm="0">
                                          <p:val>
                                            <p:fltVal val="0"/>
                                          </p:val>
                                        </p:tav>
                                        <p:tav tm="100000">
                                          <p:val>
                                            <p:strVal val="#ppt_h"/>
                                          </p:val>
                                        </p:tav>
                                      </p:tavLst>
                                    </p:anim>
                                    <p:animEffect transition="in" filter="fade">
                                      <p:cBhvr>
                                        <p:cTn id="216" dur="500"/>
                                        <p:tgtEl>
                                          <p:spTgt spid="178"/>
                                        </p:tgtEl>
                                      </p:cBhvr>
                                    </p:animEffect>
                                  </p:childTnLst>
                                </p:cTn>
                              </p:par>
                            </p:childTnLst>
                          </p:cTn>
                        </p:par>
                      </p:childTnLst>
                    </p:cTn>
                  </p:par>
                  <p:par>
                    <p:cTn id="217" fill="hold" nodeType="clickPar">
                      <p:stCondLst>
                        <p:cond delay="indefinite"/>
                      </p:stCondLst>
                      <p:childTnLst>
                        <p:par>
                          <p:cTn id="218" fill="hold" nodeType="withGroup">
                            <p:stCondLst>
                              <p:cond delay="0"/>
                            </p:stCondLst>
                            <p:childTnLst>
                              <p:par>
                                <p:cTn id="219" presetID="53" presetClass="exit" presetSubtype="32" fill="hold" nodeType="clickEffect">
                                  <p:stCondLst>
                                    <p:cond delay="0"/>
                                  </p:stCondLst>
                                  <p:childTnLst>
                                    <p:anim calcmode="lin" valueType="num">
                                      <p:cBhvr>
                                        <p:cTn id="220" dur="500"/>
                                        <p:tgtEl>
                                          <p:spTgt spid="10"/>
                                        </p:tgtEl>
                                        <p:attrNameLst>
                                          <p:attrName>ppt_w</p:attrName>
                                        </p:attrNameLst>
                                      </p:cBhvr>
                                      <p:tavLst>
                                        <p:tav tm="0">
                                          <p:val>
                                            <p:strVal val="ppt_w"/>
                                          </p:val>
                                        </p:tav>
                                        <p:tav tm="100000">
                                          <p:val>
                                            <p:fltVal val="0"/>
                                          </p:val>
                                        </p:tav>
                                      </p:tavLst>
                                    </p:anim>
                                    <p:anim calcmode="lin" valueType="num">
                                      <p:cBhvr>
                                        <p:cTn id="221" dur="500"/>
                                        <p:tgtEl>
                                          <p:spTgt spid="10"/>
                                        </p:tgtEl>
                                        <p:attrNameLst>
                                          <p:attrName>ppt_h</p:attrName>
                                        </p:attrNameLst>
                                      </p:cBhvr>
                                      <p:tavLst>
                                        <p:tav tm="0">
                                          <p:val>
                                            <p:strVal val="ppt_h"/>
                                          </p:val>
                                        </p:tav>
                                        <p:tav tm="100000">
                                          <p:val>
                                            <p:fltVal val="0"/>
                                          </p:val>
                                        </p:tav>
                                      </p:tavLst>
                                    </p:anim>
                                    <p:animEffect transition="out" filter="fade">
                                      <p:cBhvr>
                                        <p:cTn id="222" dur="500"/>
                                        <p:tgtEl>
                                          <p:spTgt spid="10"/>
                                        </p:tgtEl>
                                      </p:cBhvr>
                                    </p:animEffect>
                                    <p:set>
                                      <p:cBhvr>
                                        <p:cTn id="223" dur="1" fill="hold">
                                          <p:stCondLst>
                                            <p:cond delay="499"/>
                                          </p:stCondLst>
                                        </p:cTn>
                                        <p:tgtEl>
                                          <p:spTgt spid="10"/>
                                        </p:tgtEl>
                                        <p:attrNameLst>
                                          <p:attrName>style.visibility</p:attrName>
                                        </p:attrNameLst>
                                      </p:cBhvr>
                                      <p:to>
                                        <p:strVal val="hidden"/>
                                      </p:to>
                                    </p:set>
                                  </p:childTnLst>
                                </p:cTn>
                              </p:par>
                              <p:par>
                                <p:cTn id="224" presetID="53" presetClass="exit" presetSubtype="32" fill="hold" grpId="1" nodeType="withEffect">
                                  <p:stCondLst>
                                    <p:cond delay="0"/>
                                  </p:stCondLst>
                                  <p:childTnLst>
                                    <p:anim calcmode="lin" valueType="num">
                                      <p:cBhvr>
                                        <p:cTn id="225" dur="500"/>
                                        <p:tgtEl>
                                          <p:spTgt spid="176"/>
                                        </p:tgtEl>
                                        <p:attrNameLst>
                                          <p:attrName>ppt_w</p:attrName>
                                        </p:attrNameLst>
                                      </p:cBhvr>
                                      <p:tavLst>
                                        <p:tav tm="0">
                                          <p:val>
                                            <p:strVal val="ppt_w"/>
                                          </p:val>
                                        </p:tav>
                                        <p:tav tm="100000">
                                          <p:val>
                                            <p:fltVal val="0"/>
                                          </p:val>
                                        </p:tav>
                                      </p:tavLst>
                                    </p:anim>
                                    <p:anim calcmode="lin" valueType="num">
                                      <p:cBhvr>
                                        <p:cTn id="226" dur="500"/>
                                        <p:tgtEl>
                                          <p:spTgt spid="176"/>
                                        </p:tgtEl>
                                        <p:attrNameLst>
                                          <p:attrName>ppt_h</p:attrName>
                                        </p:attrNameLst>
                                      </p:cBhvr>
                                      <p:tavLst>
                                        <p:tav tm="0">
                                          <p:val>
                                            <p:strVal val="ppt_h"/>
                                          </p:val>
                                        </p:tav>
                                        <p:tav tm="100000">
                                          <p:val>
                                            <p:fltVal val="0"/>
                                          </p:val>
                                        </p:tav>
                                      </p:tavLst>
                                    </p:anim>
                                    <p:animEffect transition="out" filter="fade">
                                      <p:cBhvr>
                                        <p:cTn id="227" dur="500"/>
                                        <p:tgtEl>
                                          <p:spTgt spid="176"/>
                                        </p:tgtEl>
                                      </p:cBhvr>
                                    </p:animEffect>
                                    <p:set>
                                      <p:cBhvr>
                                        <p:cTn id="228" dur="1" fill="hold">
                                          <p:stCondLst>
                                            <p:cond delay="499"/>
                                          </p:stCondLst>
                                        </p:cTn>
                                        <p:tgtEl>
                                          <p:spTgt spid="176"/>
                                        </p:tgtEl>
                                        <p:attrNameLst>
                                          <p:attrName>style.visibility</p:attrName>
                                        </p:attrNameLst>
                                      </p:cBhvr>
                                      <p:to>
                                        <p:strVal val="hidden"/>
                                      </p:to>
                                    </p:set>
                                  </p:childTnLst>
                                </p:cTn>
                              </p:par>
                            </p:childTnLst>
                          </p:cTn>
                        </p:par>
                      </p:childTnLst>
                    </p:cTn>
                  </p:par>
                  <p:par>
                    <p:cTn id="229" fill="hold" nodeType="clickPar">
                      <p:stCondLst>
                        <p:cond delay="indefinite"/>
                      </p:stCondLst>
                      <p:childTnLst>
                        <p:par>
                          <p:cTn id="230" fill="hold" nodeType="withGroup">
                            <p:stCondLst>
                              <p:cond delay="0"/>
                            </p:stCondLst>
                            <p:childTnLst>
                              <p:par>
                                <p:cTn id="231" presetID="53" presetClass="entr" presetSubtype="16" fill="hold" nodeType="clickEffect">
                                  <p:stCondLst>
                                    <p:cond delay="0"/>
                                  </p:stCondLst>
                                  <p:childTnLst>
                                    <p:set>
                                      <p:cBhvr>
                                        <p:cTn id="232" dur="1" fill="hold">
                                          <p:stCondLst>
                                            <p:cond delay="0"/>
                                          </p:stCondLst>
                                        </p:cTn>
                                        <p:tgtEl>
                                          <p:spTgt spid="12"/>
                                        </p:tgtEl>
                                        <p:attrNameLst>
                                          <p:attrName>style.visibility</p:attrName>
                                        </p:attrNameLst>
                                      </p:cBhvr>
                                      <p:to>
                                        <p:strVal val="visible"/>
                                      </p:to>
                                    </p:set>
                                    <p:anim calcmode="lin" valueType="num">
                                      <p:cBhvr>
                                        <p:cTn id="233" dur="500" fill="hold"/>
                                        <p:tgtEl>
                                          <p:spTgt spid="12"/>
                                        </p:tgtEl>
                                        <p:attrNameLst>
                                          <p:attrName>ppt_w</p:attrName>
                                        </p:attrNameLst>
                                      </p:cBhvr>
                                      <p:tavLst>
                                        <p:tav tm="0">
                                          <p:val>
                                            <p:fltVal val="0"/>
                                          </p:val>
                                        </p:tav>
                                        <p:tav tm="100000">
                                          <p:val>
                                            <p:strVal val="#ppt_w"/>
                                          </p:val>
                                        </p:tav>
                                      </p:tavLst>
                                    </p:anim>
                                    <p:anim calcmode="lin" valueType="num">
                                      <p:cBhvr>
                                        <p:cTn id="234" dur="500" fill="hold"/>
                                        <p:tgtEl>
                                          <p:spTgt spid="12"/>
                                        </p:tgtEl>
                                        <p:attrNameLst>
                                          <p:attrName>ppt_h</p:attrName>
                                        </p:attrNameLst>
                                      </p:cBhvr>
                                      <p:tavLst>
                                        <p:tav tm="0">
                                          <p:val>
                                            <p:fltVal val="0"/>
                                          </p:val>
                                        </p:tav>
                                        <p:tav tm="100000">
                                          <p:val>
                                            <p:strVal val="#ppt_h"/>
                                          </p:val>
                                        </p:tav>
                                      </p:tavLst>
                                    </p:anim>
                                    <p:animEffect transition="in" filter="fade">
                                      <p:cBhvr>
                                        <p:cTn id="235" dur="500"/>
                                        <p:tgtEl>
                                          <p:spTgt spid="12"/>
                                        </p:tgtEl>
                                      </p:cBhvr>
                                    </p:animEffect>
                                  </p:childTnLst>
                                </p:cTn>
                              </p:par>
                              <p:par>
                                <p:cTn id="236" presetID="53" presetClass="entr" presetSubtype="16" fill="hold" nodeType="withEffect">
                                  <p:stCondLst>
                                    <p:cond delay="0"/>
                                  </p:stCondLst>
                                  <p:childTnLst>
                                    <p:set>
                                      <p:cBhvr>
                                        <p:cTn id="237" dur="1" fill="hold">
                                          <p:stCondLst>
                                            <p:cond delay="0"/>
                                          </p:stCondLst>
                                        </p:cTn>
                                        <p:tgtEl>
                                          <p:spTgt spid="63"/>
                                        </p:tgtEl>
                                        <p:attrNameLst>
                                          <p:attrName>style.visibility</p:attrName>
                                        </p:attrNameLst>
                                      </p:cBhvr>
                                      <p:to>
                                        <p:strVal val="visible"/>
                                      </p:to>
                                    </p:set>
                                    <p:anim calcmode="lin" valueType="num">
                                      <p:cBhvr>
                                        <p:cTn id="238" dur="500" fill="hold"/>
                                        <p:tgtEl>
                                          <p:spTgt spid="63"/>
                                        </p:tgtEl>
                                        <p:attrNameLst>
                                          <p:attrName>ppt_w</p:attrName>
                                        </p:attrNameLst>
                                      </p:cBhvr>
                                      <p:tavLst>
                                        <p:tav tm="0">
                                          <p:val>
                                            <p:fltVal val="0"/>
                                          </p:val>
                                        </p:tav>
                                        <p:tav tm="100000">
                                          <p:val>
                                            <p:strVal val="#ppt_w"/>
                                          </p:val>
                                        </p:tav>
                                      </p:tavLst>
                                    </p:anim>
                                    <p:anim calcmode="lin" valueType="num">
                                      <p:cBhvr>
                                        <p:cTn id="239" dur="500" fill="hold"/>
                                        <p:tgtEl>
                                          <p:spTgt spid="63"/>
                                        </p:tgtEl>
                                        <p:attrNameLst>
                                          <p:attrName>ppt_h</p:attrName>
                                        </p:attrNameLst>
                                      </p:cBhvr>
                                      <p:tavLst>
                                        <p:tav tm="0">
                                          <p:val>
                                            <p:fltVal val="0"/>
                                          </p:val>
                                        </p:tav>
                                        <p:tav tm="100000">
                                          <p:val>
                                            <p:strVal val="#ppt_h"/>
                                          </p:val>
                                        </p:tav>
                                      </p:tavLst>
                                    </p:anim>
                                    <p:animEffect transition="in" filter="fade">
                                      <p:cBhvr>
                                        <p:cTn id="240"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7" grpId="0" animBg="1"/>
      <p:bldP spid="138" grpId="0" animBg="1"/>
      <p:bldP spid="142" grpId="0" animBg="1"/>
      <p:bldP spid="180232" grpId="0" animBg="1"/>
      <p:bldP spid="164" grpId="0" animBg="1"/>
      <p:bldP spid="165" grpId="0" animBg="1"/>
      <p:bldP spid="172" grpId="0" animBg="1"/>
      <p:bldP spid="176" grpId="0" animBg="1"/>
      <p:bldP spid="176" grpId="1" animBg="1"/>
      <p:bldP spid="177" grpId="0" animBg="1"/>
      <p:bldP spid="178"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8242" name="组合 180223"/>
          <p:cNvGrpSpPr>
            <a:grpSpLocks/>
          </p:cNvGrpSpPr>
          <p:nvPr/>
        </p:nvGrpSpPr>
        <p:grpSpPr bwMode="auto">
          <a:xfrm>
            <a:off x="4886325" y="842963"/>
            <a:ext cx="2362200" cy="2327275"/>
            <a:chOff x="4885681" y="843558"/>
            <a:chExt cx="2362199" cy="2326457"/>
          </a:xfrm>
        </p:grpSpPr>
        <p:sp>
          <p:nvSpPr>
            <p:cNvPr id="138331" name="Line 2"/>
            <p:cNvSpPr>
              <a:spLocks noChangeShapeType="1"/>
            </p:cNvSpPr>
            <p:nvPr/>
          </p:nvSpPr>
          <p:spPr bwMode="auto">
            <a:xfrm>
              <a:off x="4885681" y="1384077"/>
              <a:ext cx="1587" cy="17859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32" name="Line 3"/>
            <p:cNvSpPr>
              <a:spLocks noChangeShapeType="1"/>
            </p:cNvSpPr>
            <p:nvPr/>
          </p:nvSpPr>
          <p:spPr bwMode="auto">
            <a:xfrm>
              <a:off x="6536482" y="1384077"/>
              <a:ext cx="0" cy="17605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33" name="Line 9"/>
            <p:cNvSpPr>
              <a:spLocks noChangeShapeType="1"/>
            </p:cNvSpPr>
            <p:nvPr/>
          </p:nvSpPr>
          <p:spPr bwMode="auto">
            <a:xfrm flipV="1">
              <a:off x="4887268" y="1695227"/>
              <a:ext cx="200925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34" name="Rectangle 10"/>
            <p:cNvSpPr>
              <a:spLocks noChangeArrowheads="1"/>
            </p:cNvSpPr>
            <p:nvPr/>
          </p:nvSpPr>
          <p:spPr bwMode="auto">
            <a:xfrm>
              <a:off x="5312717" y="1333277"/>
              <a:ext cx="1935163"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1800">
                <a:solidFill>
                  <a:srgbClr val="000000"/>
                </a:solidFill>
                <a:ea typeface="宋体" panose="02010600030101010101" pitchFamily="2" charset="-122"/>
                <a:cs typeface="Times New Roman" panose="02020603050405020304" pitchFamily="18" charset="0"/>
              </a:endParaRPr>
            </a:p>
          </p:txBody>
        </p:sp>
        <p:sp>
          <p:nvSpPr>
            <p:cNvPr id="138335" name="Rectangle 11"/>
            <p:cNvSpPr>
              <a:spLocks noChangeArrowheads="1"/>
            </p:cNvSpPr>
            <p:nvPr/>
          </p:nvSpPr>
          <p:spPr bwMode="auto">
            <a:xfrm>
              <a:off x="5220072" y="1060227"/>
              <a:ext cx="1168400"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sort</a:t>
              </a:r>
            </a:p>
          </p:txBody>
        </p:sp>
        <p:sp>
          <p:nvSpPr>
            <p:cNvPr id="138336" name="Line 12"/>
            <p:cNvSpPr>
              <a:spLocks noChangeShapeType="1"/>
            </p:cNvSpPr>
            <p:nvPr/>
          </p:nvSpPr>
          <p:spPr bwMode="auto">
            <a:xfrm flipV="1">
              <a:off x="4898380" y="1382490"/>
              <a:ext cx="2020887"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37" name="Line 13"/>
            <p:cNvSpPr>
              <a:spLocks noChangeShapeType="1"/>
            </p:cNvSpPr>
            <p:nvPr/>
          </p:nvSpPr>
          <p:spPr bwMode="auto">
            <a:xfrm>
              <a:off x="5263506" y="1398365"/>
              <a:ext cx="0" cy="28416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38" name="Line 14"/>
            <p:cNvSpPr>
              <a:spLocks noChangeShapeType="1"/>
            </p:cNvSpPr>
            <p:nvPr/>
          </p:nvSpPr>
          <p:spPr bwMode="auto">
            <a:xfrm>
              <a:off x="5960418" y="1671092"/>
              <a:ext cx="0" cy="14636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39" name="Line 3"/>
            <p:cNvSpPr>
              <a:spLocks noChangeShapeType="1"/>
            </p:cNvSpPr>
            <p:nvPr/>
          </p:nvSpPr>
          <p:spPr bwMode="auto">
            <a:xfrm>
              <a:off x="6908696" y="1376106"/>
              <a:ext cx="0" cy="17605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40" name="Line 95"/>
            <p:cNvSpPr>
              <a:spLocks noChangeShapeType="1"/>
            </p:cNvSpPr>
            <p:nvPr/>
          </p:nvSpPr>
          <p:spPr bwMode="auto">
            <a:xfrm>
              <a:off x="4957428" y="847725"/>
              <a:ext cx="0" cy="66637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41" name="Line 43"/>
            <p:cNvSpPr>
              <a:spLocks noChangeShapeType="1"/>
            </p:cNvSpPr>
            <p:nvPr/>
          </p:nvSpPr>
          <p:spPr bwMode="auto">
            <a:xfrm>
              <a:off x="4966140" y="843558"/>
              <a:ext cx="181924" cy="0"/>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80226" name="Rectangle 3"/>
          <p:cNvSpPr>
            <a:spLocks noGrp="1" noChangeArrowheads="1"/>
          </p:cNvSpPr>
          <p:nvPr>
            <p:ph idx="1"/>
          </p:nvPr>
        </p:nvSpPr>
        <p:spPr>
          <a:xfrm>
            <a:off x="107949" y="2441575"/>
            <a:ext cx="9036050" cy="2651125"/>
          </a:xfrm>
        </p:spPr>
        <p:txBody>
          <a:bodyPr/>
          <a:lstStyle/>
          <a:p>
            <a:pPr>
              <a:lnSpc>
                <a:spcPts val="1800"/>
              </a:lnSpc>
              <a:buFont typeface="Wingdings" panose="05000000000000000000" pitchFamily="2" charset="2"/>
              <a:buNone/>
              <a:defRPr/>
            </a:pPr>
            <a:r>
              <a:rPr lang="en-US" altLang="zh-CN" sz="1800" b="1" i="1" dirty="0">
                <a:solidFill>
                  <a:schemeClr val="tx1"/>
                </a:solidFill>
                <a:ea typeface="楷体_GB2312" pitchFamily="49" charset="-122"/>
                <a:cs typeface="Times New Roman" panose="02020603050405020304" pitchFamily="18" charset="0"/>
              </a:rPr>
              <a:t>P</a:t>
            </a:r>
            <a:r>
              <a:rPr lang="en-US" altLang="zh-CN" sz="1800" b="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rgbClr val="FF0000"/>
                </a:solidFill>
                <a:ea typeface="楷体_GB2312" pitchFamily="49" charset="-122"/>
                <a:cs typeface="Times New Roman" panose="02020603050405020304" pitchFamily="18" charset="0"/>
              </a:rPr>
              <a:t>M</a:t>
            </a:r>
            <a:r>
              <a:rPr lang="en-US" altLang="zh-CN" sz="1800" b="1" i="1" dirty="0">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addwidth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a:t>
            </a:r>
            <a:r>
              <a:rPr lang="en-US" altLang="zh-CN" sz="1800" b="1" dirty="0" err="1">
                <a:solidFill>
                  <a:schemeClr val="tx2">
                    <a:lumMod val="60000"/>
                    <a:lumOff val="40000"/>
                  </a:schemeClr>
                </a:solidFill>
                <a:ea typeface="楷体_GB2312" pitchFamily="49" charset="-122"/>
                <a:cs typeface="Times New Roman" panose="02020603050405020304" pitchFamily="18" charset="0"/>
              </a:rPr>
              <a: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i="1" dirty="0">
                <a:solidFill>
                  <a:srgbClr val="FF0000"/>
                </a:solidFill>
                <a:ea typeface="楷体_GB2312" pitchFamily="49" charset="-122"/>
                <a:cs typeface="Times New Roman" panose="02020603050405020304" pitchFamily="18" charset="0"/>
              </a:rPr>
              <a:t>M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rgbClr val="FF0000"/>
                </a:solidFill>
                <a:ea typeface="楷体_GB2312" pitchFamily="49" charset="-122"/>
                <a:cs typeface="Times New Roman" panose="02020603050405020304" pitchFamily="18" charset="0"/>
              </a:rPr>
              <a:t> </a:t>
            </a:r>
            <a:r>
              <a:rPr lang="en-US" altLang="zh-CN" sz="1800" b="1" i="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mktable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nil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( 0,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en-US" altLang="zh-CN" sz="1800" b="1" i="1" dirty="0">
                <a:solidFill>
                  <a:schemeClr val="tx1"/>
                </a:solidFill>
                <a:ea typeface="楷体_GB2312" pitchFamily="49" charset="-122"/>
                <a:cs typeface="Times New Roman" panose="02020603050405020304" pitchFamily="18" charset="0"/>
              </a:rPr>
              <a:t>D</a:t>
            </a:r>
            <a:r>
              <a:rPr lang="en-US" altLang="zh-CN" sz="1800" b="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1 </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2</a:t>
            </a:r>
            <a:endParaRPr lang="en-US" altLang="zh-CN" sz="1800" b="1" i="1" dirty="0">
              <a:solidFill>
                <a:schemeClr val="tx1"/>
              </a:solidFill>
              <a:ea typeface="楷体_GB2312" pitchFamily="49" charset="-122"/>
              <a:cs typeface="Times New Roman" panose="02020603050405020304" pitchFamily="18" charset="0"/>
            </a:endParaRPr>
          </a:p>
          <a:p>
            <a:pPr algn="just" eaLnBrk="1" hangingPunct="1">
              <a:lnSpc>
                <a:spcPts val="1800"/>
              </a:lnSpc>
              <a:spcBef>
                <a:spcPct val="12000"/>
              </a:spcBef>
              <a:buFont typeface="Wingdings" panose="05000000000000000000" pitchFamily="2" charset="2"/>
              <a:buNone/>
              <a:defRPr/>
            </a:pPr>
            <a:r>
              <a:rPr lang="en-US" altLang="zh-CN" sz="1800" b="1" i="1" dirty="0" err="1">
                <a:solidFill>
                  <a:schemeClr val="tx1"/>
                </a:solidFill>
                <a:ea typeface="楷体_GB2312" pitchFamily="49" charset="-122"/>
                <a:cs typeface="Times New Roman" panose="02020603050405020304" pitchFamily="18" charset="0"/>
              </a:rPr>
              <a:t>D</a:t>
            </a:r>
            <a:r>
              <a:rPr lang="en-US" altLang="zh-CN" sz="1800" b="1" i="1" baseline="-30000" dirty="0" err="1">
                <a:solidFill>
                  <a:schemeClr val="tx1"/>
                </a:solidFill>
                <a:ea typeface="楷体_GB2312" pitchFamily="49" charset="-122"/>
                <a:cs typeface="Times New Roman" panose="02020603050405020304" pitchFamily="18" charset="0"/>
              </a:rPr>
              <a:t>p</a:t>
            </a:r>
            <a:r>
              <a:rPr lang="en-US" altLang="zh-CN" sz="1800" b="1" i="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proc id ; </a:t>
            </a:r>
            <a:r>
              <a:rPr lang="en-US" altLang="zh-CN" sz="1800" b="1" i="1" dirty="0">
                <a:solidFill>
                  <a:srgbClr val="FF0000"/>
                </a:solidFill>
                <a:ea typeface="楷体_GB2312" pitchFamily="49" charset="-122"/>
                <a:cs typeface="Times New Roman" panose="02020603050405020304" pitchFamily="18" charset="0"/>
              </a:rPr>
              <a:t>N</a:t>
            </a:r>
            <a:r>
              <a:rPr lang="en-US" altLang="zh-CN" sz="1800" b="1" i="1" dirty="0">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1</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S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 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err="1">
                <a:solidFill>
                  <a:srgbClr val="0000FF"/>
                </a:solidFill>
                <a:ea typeface="楷体_GB2312" pitchFamily="49" charset="-122"/>
                <a:cs typeface="Times New Roman" panose="02020603050405020304" pitchFamily="18" charset="0"/>
              </a:rPr>
              <a:t>addwidth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err="1">
                <a:solidFill>
                  <a:srgbClr val="0000FF"/>
                </a:solidFill>
                <a:ea typeface="楷体_GB2312" pitchFamily="49" charset="-122"/>
                <a:cs typeface="Times New Roman" panose="02020603050405020304" pitchFamily="18" charset="0"/>
              </a:rPr>
              <a:t>enterproc</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i="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err="1">
                <a:solidFill>
                  <a:schemeClr val="tx2">
                    <a:lumMod val="60000"/>
                    <a:lumOff val="40000"/>
                  </a:schemeClr>
                </a:solidFill>
                <a:ea typeface="楷体_GB2312" pitchFamily="49" charset="-122"/>
                <a:cs typeface="Times New Roman" panose="02020603050405020304" pitchFamily="18" charset="0"/>
              </a:rPr>
              <a:t>id.</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lexeme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dirty="0">
                <a:solidFill>
                  <a:schemeClr val="accent3">
                    <a:lumMod val="50000"/>
                  </a:schemeClr>
                </a:solidFill>
                <a:latin typeface="楷体" panose="02010609060101010101" pitchFamily="49" charset="-122"/>
                <a:ea typeface="楷体" panose="02010609060101010101" pitchFamily="49" charset="-122"/>
                <a:cs typeface="Times New Roman" panose="02020603050405020304" pitchFamily="18" charset="0"/>
              </a:rPr>
              <a:t>//</a:t>
            </a:r>
            <a:r>
              <a:rPr lang="zh-CN" altLang="en-US" sz="1800" b="1" dirty="0">
                <a:solidFill>
                  <a:schemeClr val="accent3">
                    <a:lumMod val="50000"/>
                  </a:schemeClr>
                </a:solidFill>
                <a:latin typeface="楷体" panose="02010609060101010101" pitchFamily="49" charset="-122"/>
                <a:ea typeface="楷体" panose="02010609060101010101" pitchFamily="49" charset="-122"/>
                <a:cs typeface="Times New Roman" panose="02020603050405020304" pitchFamily="18" charset="0"/>
              </a:rPr>
              <a:t>将过程记入符号表</a:t>
            </a:r>
            <a:endParaRPr lang="en-US" altLang="zh-CN" sz="1800" b="1" dirty="0">
              <a:solidFill>
                <a:schemeClr val="tx2">
                  <a:lumMod val="60000"/>
                  <a:lumOff val="40000"/>
                </a:schemeClr>
              </a:solidFill>
              <a:ea typeface="楷体_GB2312" pitchFamily="49" charset="-122"/>
              <a:cs typeface="Times New Roman" panose="02020603050405020304" pitchFamily="18" charset="0"/>
            </a:endParaRPr>
          </a:p>
          <a:p>
            <a:pPr algn="just" eaLnBrk="1" hangingPunct="1">
              <a:lnSpc>
                <a:spcPts val="1800"/>
              </a:lnSpc>
              <a:spcBef>
                <a:spcPct val="12000"/>
              </a:spcBef>
              <a:buNone/>
              <a:defRPr/>
            </a:pPr>
            <a:r>
              <a:rPr lang="en-US" altLang="zh-CN" sz="1800" b="1" i="1" dirty="0" err="1">
                <a:solidFill>
                  <a:schemeClr val="tx1"/>
                </a:solidFill>
                <a:ea typeface="楷体_GB2312" pitchFamily="49" charset="-122"/>
                <a:cs typeface="Times New Roman" panose="02020603050405020304" pitchFamily="18" charset="0"/>
              </a:rPr>
              <a:t>D</a:t>
            </a:r>
            <a:r>
              <a:rPr lang="en-US" altLang="zh-CN" sz="1800" b="1" i="1" baseline="-30000" dirty="0" err="1">
                <a:solidFill>
                  <a:schemeClr val="tx1"/>
                </a:solidFill>
                <a:ea typeface="楷体_GB2312" pitchFamily="49" charset="-122"/>
                <a:cs typeface="Times New Roman" panose="02020603050405020304" pitchFamily="18" charset="0"/>
              </a:rPr>
              <a:t>v</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1"/>
                </a:solidFill>
                <a:ea typeface="楷体_GB2312" pitchFamily="49" charset="-122"/>
                <a:cs typeface="Times New Roman" panose="02020603050405020304" pitchFamily="18" charset="0"/>
              </a:rPr>
              <a:t>id: </a:t>
            </a:r>
            <a:r>
              <a:rPr lang="en-US" altLang="zh-CN" sz="1800" b="1" i="1" dirty="0">
                <a:solidFill>
                  <a:schemeClr val="tx1"/>
                </a:solidFill>
                <a:ea typeface="楷体_GB2312" pitchFamily="49" charset="-122"/>
                <a:cs typeface="Times New Roman" panose="02020603050405020304" pitchFamily="18" charset="0"/>
              </a:rPr>
              <a:t>T</a:t>
            </a:r>
            <a:r>
              <a:rPr lang="en-US" altLang="zh-CN" sz="1800" b="1" dirty="0">
                <a:solidFill>
                  <a:schemeClr val="tx1"/>
                </a:solidFill>
                <a:ea typeface="楷体_GB2312" pitchFamily="49" charset="-122"/>
                <a:cs typeface="Times New Roman" panose="02020603050405020304" pitchFamily="18" charset="0"/>
              </a:rPr>
              <a:t> ;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rgbClr val="0000FF"/>
                </a:solidFill>
                <a:ea typeface="楷体_GB2312" pitchFamily="49" charset="-122"/>
                <a:cs typeface="Times New Roman" panose="02020603050405020304" pitchFamily="18" charset="0"/>
              </a:rPr>
              <a:t>enter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err="1">
                <a:solidFill>
                  <a:schemeClr val="tx2">
                    <a:lumMod val="60000"/>
                    <a:lumOff val="40000"/>
                  </a:schemeClr>
                </a:solidFill>
                <a:ea typeface="楷体_GB2312" pitchFamily="49" charset="-122"/>
                <a:cs typeface="Times New Roman" panose="02020603050405020304" pitchFamily="18" charset="0"/>
              </a:rPr>
              <a:t>id.</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lexeme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T.type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dirty="0">
                <a:solidFill>
                  <a:schemeClr val="accent3">
                    <a:lumMod val="50000"/>
                  </a:schemeClr>
                </a:solidFill>
                <a:latin typeface="+mn-ea"/>
                <a:cs typeface="Times New Roman" panose="02020603050405020304" pitchFamily="18" charset="0"/>
              </a:rPr>
              <a:t>//</a:t>
            </a:r>
            <a:r>
              <a:rPr lang="zh-CN" altLang="en-US" sz="1800" b="1" dirty="0">
                <a:solidFill>
                  <a:schemeClr val="accent3">
                    <a:lumMod val="50000"/>
                  </a:schemeClr>
                </a:solidFill>
                <a:latin typeface="+mn-ea"/>
                <a:cs typeface="Times New Roman" panose="02020603050405020304" pitchFamily="18" charset="0"/>
              </a:rPr>
              <a:t>向栈顶的符号表添加表项</a:t>
            </a:r>
            <a:endParaRPr lang="en-US" altLang="zh-CN" sz="1800" b="1" dirty="0">
              <a:solidFill>
                <a:schemeClr val="tx2">
                  <a:lumMod val="60000"/>
                  <a:lumOff val="40000"/>
                </a:schemeClr>
              </a:solidFill>
              <a:ea typeface="楷体_GB2312" pitchFamily="49" charset="-122"/>
              <a:cs typeface="Times New Roman" panose="02020603050405020304" pitchFamily="18" charset="0"/>
            </a:endParaRP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zh-CN" altLang="en-US"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i="1" dirty="0">
                <a:solidFill>
                  <a:srgbClr val="FF0000"/>
                </a:solidFill>
                <a:ea typeface="楷体_GB2312" pitchFamily="49" charset="-122"/>
                <a:cs typeface="Times New Roman" panose="02020603050405020304" pitchFamily="18" charset="0"/>
              </a:rPr>
              <a:t>N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rgbClr val="FF0000"/>
                </a:solidFill>
                <a:ea typeface="楷体_GB2312" pitchFamily="49" charset="-122"/>
                <a:cs typeface="Times New Roman" panose="02020603050405020304" pitchFamily="18" charset="0"/>
              </a:rPr>
              <a:t>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 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mktable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( 0,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 </a:t>
            </a:r>
            <a:r>
              <a:rPr lang="en-US" altLang="zh-CN" sz="1800" b="1" dirty="0">
                <a:solidFill>
                  <a:schemeClr val="accent3">
                    <a:lumMod val="50000"/>
                  </a:schemeClr>
                </a:solidFill>
                <a:latin typeface="楷体" panose="02010609060101010101" pitchFamily="49" charset="-122"/>
                <a:ea typeface="楷体" panose="02010609060101010101" pitchFamily="49" charset="-122"/>
                <a:cs typeface="Times New Roman" panose="02020603050405020304" pitchFamily="18" charset="0"/>
              </a:rPr>
              <a:t>//</a:t>
            </a:r>
            <a:r>
              <a:rPr lang="zh-CN" altLang="en-US" sz="1800" b="1" dirty="0">
                <a:solidFill>
                  <a:schemeClr val="accent3">
                    <a:lumMod val="50000"/>
                  </a:schemeClr>
                </a:solidFill>
                <a:latin typeface="楷体" panose="02010609060101010101" pitchFamily="49" charset="-122"/>
                <a:ea typeface="楷体" panose="02010609060101010101" pitchFamily="49" charset="-122"/>
                <a:cs typeface="Times New Roman" panose="02020603050405020304" pitchFamily="18" charset="0"/>
              </a:rPr>
              <a:t>新建符号表</a:t>
            </a:r>
            <a:endParaRPr lang="zh-CN" altLang="en-US" sz="1800" b="1" dirty="0">
              <a:solidFill>
                <a:schemeClr val="tx2">
                  <a:lumMod val="60000"/>
                  <a:lumOff val="40000"/>
                </a:schemeClr>
              </a:solidFill>
              <a:ea typeface="楷体_GB2312" pitchFamily="49" charset="-122"/>
              <a:cs typeface="Times New Roman" panose="02020603050405020304" pitchFamily="18" charset="0"/>
            </a:endParaRPr>
          </a:p>
        </p:txBody>
      </p:sp>
      <p:sp>
        <p:nvSpPr>
          <p:cNvPr id="138244" name="Rectangle 2"/>
          <p:cNvSpPr>
            <a:spLocks noGrp="1" noChangeArrowheads="1"/>
          </p:cNvSpPr>
          <p:nvPr>
            <p:ph type="title"/>
          </p:nvPr>
        </p:nvSpPr>
        <p:spPr>
          <a:xfrm>
            <a:off x="755650" y="268288"/>
            <a:ext cx="7931150" cy="358775"/>
          </a:xfrm>
        </p:spPr>
        <p:txBody>
          <a:bodyPr/>
          <a:lstStyle/>
          <a:p>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3000" i="1">
              <a:solidFill>
                <a:schemeClr val="tx1"/>
              </a:solidFill>
              <a:ea typeface="楷体_GB2312" pitchFamily="49" charset="-122"/>
              <a:cs typeface="Times New Roman" panose="02020603050405020304" pitchFamily="18" charset="0"/>
            </a:endParaRPr>
          </a:p>
        </p:txBody>
      </p:sp>
      <p:sp>
        <p:nvSpPr>
          <p:cNvPr id="63" name="Line 103"/>
          <p:cNvSpPr>
            <a:spLocks noChangeShapeType="1"/>
          </p:cNvSpPr>
          <p:nvPr/>
        </p:nvSpPr>
        <p:spPr bwMode="auto">
          <a:xfrm flipH="1" flipV="1">
            <a:off x="6761163" y="2449513"/>
            <a:ext cx="269875"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grpSp>
        <p:nvGrpSpPr>
          <p:cNvPr id="138246" name="组合 180241"/>
          <p:cNvGrpSpPr>
            <a:grpSpLocks/>
          </p:cNvGrpSpPr>
          <p:nvPr/>
        </p:nvGrpSpPr>
        <p:grpSpPr bwMode="auto">
          <a:xfrm>
            <a:off x="6678613" y="-92075"/>
            <a:ext cx="2238375" cy="1449388"/>
            <a:chOff x="6678686" y="-92546"/>
            <a:chExt cx="2238896" cy="1449933"/>
          </a:xfrm>
        </p:grpSpPr>
        <p:sp>
          <p:nvSpPr>
            <p:cNvPr id="138321" name="Rectangle 15"/>
            <p:cNvSpPr>
              <a:spLocks noChangeArrowheads="1"/>
            </p:cNvSpPr>
            <p:nvPr/>
          </p:nvSpPr>
          <p:spPr bwMode="auto">
            <a:xfrm>
              <a:off x="7488832" y="-92546"/>
              <a:ext cx="1428750" cy="428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readarrary</a:t>
              </a:r>
            </a:p>
          </p:txBody>
        </p:sp>
        <p:sp>
          <p:nvSpPr>
            <p:cNvPr id="138322" name="Line 17"/>
            <p:cNvSpPr>
              <a:spLocks noChangeShapeType="1"/>
            </p:cNvSpPr>
            <p:nvPr/>
          </p:nvSpPr>
          <p:spPr bwMode="auto">
            <a:xfrm>
              <a:off x="7491461" y="283691"/>
              <a:ext cx="0" cy="5921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23" name="Line 18"/>
            <p:cNvSpPr>
              <a:spLocks noChangeShapeType="1"/>
            </p:cNvSpPr>
            <p:nvPr/>
          </p:nvSpPr>
          <p:spPr bwMode="auto">
            <a:xfrm>
              <a:off x="8783141" y="283691"/>
              <a:ext cx="0" cy="6033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24" name="Line 20"/>
            <p:cNvSpPr>
              <a:spLocks noChangeShapeType="1"/>
            </p:cNvSpPr>
            <p:nvPr/>
          </p:nvSpPr>
          <p:spPr bwMode="auto">
            <a:xfrm flipV="1">
              <a:off x="7493048" y="577380"/>
              <a:ext cx="128587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25" name="Rectangle 21"/>
            <p:cNvSpPr>
              <a:spLocks noChangeArrowheads="1"/>
            </p:cNvSpPr>
            <p:nvPr/>
          </p:nvSpPr>
          <p:spPr bwMode="auto">
            <a:xfrm>
              <a:off x="7735936" y="210840"/>
              <a:ext cx="1119212"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2100" i="1">
                <a:solidFill>
                  <a:srgbClr val="000000"/>
                </a:solidFill>
                <a:ea typeface="宋体" panose="02010600030101010101" pitchFamily="2" charset="-122"/>
                <a:cs typeface="Times New Roman" panose="02020603050405020304" pitchFamily="18" charset="0"/>
              </a:endParaRPr>
            </a:p>
          </p:txBody>
        </p:sp>
        <p:sp>
          <p:nvSpPr>
            <p:cNvPr id="138326" name="Line 22"/>
            <p:cNvSpPr>
              <a:spLocks noChangeShapeType="1"/>
            </p:cNvSpPr>
            <p:nvPr/>
          </p:nvSpPr>
          <p:spPr bwMode="auto">
            <a:xfrm>
              <a:off x="7504162" y="283691"/>
              <a:ext cx="127897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27" name="Line 24"/>
            <p:cNvSpPr>
              <a:spLocks noChangeShapeType="1"/>
            </p:cNvSpPr>
            <p:nvPr/>
          </p:nvSpPr>
          <p:spPr bwMode="auto">
            <a:xfrm flipH="1">
              <a:off x="7775028" y="286867"/>
              <a:ext cx="0" cy="60325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28" name="Line 18"/>
            <p:cNvSpPr>
              <a:spLocks noChangeShapeType="1"/>
            </p:cNvSpPr>
            <p:nvPr/>
          </p:nvSpPr>
          <p:spPr bwMode="auto">
            <a:xfrm>
              <a:off x="8495109" y="286345"/>
              <a:ext cx="0" cy="58948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38329" name="Line 103"/>
            <p:cNvSpPr>
              <a:spLocks noChangeShapeType="1"/>
            </p:cNvSpPr>
            <p:nvPr/>
          </p:nvSpPr>
          <p:spPr bwMode="auto">
            <a:xfrm flipH="1" flipV="1">
              <a:off x="6678686" y="480117"/>
              <a:ext cx="96852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30" name="Line 51"/>
            <p:cNvSpPr>
              <a:spLocks noChangeShapeType="1"/>
            </p:cNvSpPr>
            <p:nvPr/>
          </p:nvSpPr>
          <p:spPr bwMode="auto">
            <a:xfrm>
              <a:off x="6684144" y="480116"/>
              <a:ext cx="12946" cy="877271"/>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94" name="Rectangle 3"/>
          <p:cNvSpPr txBox="1">
            <a:spLocks noChangeArrowheads="1"/>
          </p:cNvSpPr>
          <p:nvPr/>
        </p:nvSpPr>
        <p:spPr bwMode="auto">
          <a:xfrm>
            <a:off x="1296988" y="71438"/>
            <a:ext cx="2482850" cy="2390775"/>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just" eaLnBrk="1" hangingPunct="1">
              <a:lnSpc>
                <a:spcPts val="1400"/>
              </a:lnSpc>
              <a:spcBef>
                <a:spcPct val="12000"/>
              </a:spcBef>
              <a:buClr>
                <a:srgbClr val="3333CC"/>
              </a:buClr>
              <a:buFont typeface="Wingdings" panose="05000000000000000000" pitchFamily="2" charset="2"/>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prstClr val="black"/>
                </a:solidFill>
                <a:latin typeface="Times New Roman" panose="02020603050405020304" pitchFamily="18" charset="0"/>
              </a:rPr>
              <a:t>     {…}</a:t>
            </a:r>
          </a:p>
        </p:txBody>
      </p:sp>
      <p:grpSp>
        <p:nvGrpSpPr>
          <p:cNvPr id="138248" name="组合 5"/>
          <p:cNvGrpSpPr>
            <a:grpSpLocks/>
          </p:cNvGrpSpPr>
          <p:nvPr/>
        </p:nvGrpSpPr>
        <p:grpSpPr bwMode="auto">
          <a:xfrm>
            <a:off x="5070475" y="79375"/>
            <a:ext cx="1517650" cy="969963"/>
            <a:chOff x="5069755" y="79300"/>
            <a:chExt cx="1518468" cy="970576"/>
          </a:xfrm>
        </p:grpSpPr>
        <p:sp>
          <p:nvSpPr>
            <p:cNvPr id="138312" name="Rectangle 78"/>
            <p:cNvSpPr>
              <a:spLocks noChangeArrowheads="1"/>
            </p:cNvSpPr>
            <p:nvPr/>
          </p:nvSpPr>
          <p:spPr bwMode="auto">
            <a:xfrm>
              <a:off x="5573811" y="79300"/>
              <a:ext cx="1014412"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r>
                <a:rPr lang="zh-CN" altLang="en-US" sz="2100" i="1">
                  <a:solidFill>
                    <a:srgbClr val="000000"/>
                  </a:solidFill>
                  <a:ea typeface="宋体" panose="02010600030101010101" pitchFamily="2" charset="-122"/>
                  <a:cs typeface="Times New Roman" panose="02020603050405020304" pitchFamily="18" charset="0"/>
                </a:rPr>
                <a:t> </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38313" name="Line 30"/>
            <p:cNvSpPr>
              <a:spLocks noChangeShapeType="1"/>
            </p:cNvSpPr>
            <p:nvPr/>
          </p:nvSpPr>
          <p:spPr bwMode="auto">
            <a:xfrm>
              <a:off x="5175270" y="149876"/>
              <a:ext cx="0" cy="9000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14" name="Line 37"/>
            <p:cNvSpPr>
              <a:spLocks noChangeShapeType="1"/>
            </p:cNvSpPr>
            <p:nvPr/>
          </p:nvSpPr>
          <p:spPr bwMode="auto">
            <a:xfrm flipV="1">
              <a:off x="5166098" y="452784"/>
              <a:ext cx="141582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15" name="Rectangle 39"/>
            <p:cNvSpPr>
              <a:spLocks noChangeArrowheads="1"/>
            </p:cNvSpPr>
            <p:nvPr/>
          </p:nvSpPr>
          <p:spPr bwMode="auto">
            <a:xfrm>
              <a:off x="5069755" y="112637"/>
              <a:ext cx="515938"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800" i="1">
                  <a:solidFill>
                    <a:srgbClr val="000000"/>
                  </a:solidFill>
                  <a:ea typeface="宋体" panose="02010600030101010101" pitchFamily="2" charset="-122"/>
                  <a:cs typeface="Times New Roman" panose="02020603050405020304" pitchFamily="18" charset="0"/>
                </a:rPr>
                <a:t>nil</a:t>
              </a:r>
              <a:endParaRPr lang="zh-CN" altLang="en-US" sz="1800" i="1">
                <a:solidFill>
                  <a:srgbClr val="000000"/>
                </a:solidFill>
                <a:ea typeface="宋体" panose="02010600030101010101" pitchFamily="2" charset="-122"/>
                <a:cs typeface="Times New Roman" panose="02020603050405020304" pitchFamily="18" charset="0"/>
              </a:endParaRPr>
            </a:p>
          </p:txBody>
        </p:sp>
        <p:sp>
          <p:nvSpPr>
            <p:cNvPr id="138316" name="Line 41"/>
            <p:cNvSpPr>
              <a:spLocks noChangeShapeType="1"/>
            </p:cNvSpPr>
            <p:nvPr/>
          </p:nvSpPr>
          <p:spPr bwMode="auto">
            <a:xfrm>
              <a:off x="5175621" y="165025"/>
              <a:ext cx="1406301"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38317" name="Line 42"/>
            <p:cNvSpPr>
              <a:spLocks noChangeShapeType="1"/>
            </p:cNvSpPr>
            <p:nvPr/>
          </p:nvSpPr>
          <p:spPr bwMode="auto">
            <a:xfrm>
              <a:off x="5573811" y="180900"/>
              <a:ext cx="0" cy="2825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18" name="Line 43"/>
            <p:cNvSpPr>
              <a:spLocks noChangeShapeType="1"/>
            </p:cNvSpPr>
            <p:nvPr/>
          </p:nvSpPr>
          <p:spPr bwMode="auto">
            <a:xfrm>
              <a:off x="5573811" y="370538"/>
              <a:ext cx="0" cy="67713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19" name="Line 44"/>
            <p:cNvSpPr>
              <a:spLocks noChangeShapeType="1"/>
            </p:cNvSpPr>
            <p:nvPr/>
          </p:nvSpPr>
          <p:spPr bwMode="auto">
            <a:xfrm>
              <a:off x="6318882" y="161552"/>
              <a:ext cx="0" cy="8667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20" name="Line 44"/>
            <p:cNvSpPr>
              <a:spLocks noChangeShapeType="1"/>
            </p:cNvSpPr>
            <p:nvPr/>
          </p:nvSpPr>
          <p:spPr bwMode="auto">
            <a:xfrm>
              <a:off x="6581923" y="164231"/>
              <a:ext cx="0" cy="8667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grpSp>
        <p:nvGrpSpPr>
          <p:cNvPr id="138249" name="组合 180235"/>
          <p:cNvGrpSpPr>
            <a:grpSpLocks/>
          </p:cNvGrpSpPr>
          <p:nvPr/>
        </p:nvGrpSpPr>
        <p:grpSpPr bwMode="auto">
          <a:xfrm>
            <a:off x="3816350" y="-14288"/>
            <a:ext cx="1331913" cy="1649413"/>
            <a:chOff x="3816350" y="-15044"/>
            <a:chExt cx="1331714" cy="1649918"/>
          </a:xfrm>
        </p:grpSpPr>
        <p:sp>
          <p:nvSpPr>
            <p:cNvPr id="138304" name="Line 16"/>
            <p:cNvSpPr>
              <a:spLocks noChangeShapeType="1"/>
            </p:cNvSpPr>
            <p:nvPr/>
          </p:nvSpPr>
          <p:spPr bwMode="auto">
            <a:xfrm>
              <a:off x="3908022" y="337887"/>
              <a:ext cx="0" cy="12969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05" name="Line 18"/>
            <p:cNvSpPr>
              <a:spLocks noChangeShapeType="1"/>
            </p:cNvSpPr>
            <p:nvPr/>
          </p:nvSpPr>
          <p:spPr bwMode="auto">
            <a:xfrm flipH="1" flipV="1">
              <a:off x="4355976" y="337887"/>
              <a:ext cx="0" cy="12969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06" name="Line 19"/>
            <p:cNvSpPr>
              <a:spLocks noChangeShapeType="1"/>
            </p:cNvSpPr>
            <p:nvPr/>
          </p:nvSpPr>
          <p:spPr bwMode="auto">
            <a:xfrm>
              <a:off x="4484086" y="337887"/>
              <a:ext cx="0" cy="12954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07" name="Line 20"/>
            <p:cNvSpPr>
              <a:spLocks noChangeShapeType="1"/>
            </p:cNvSpPr>
            <p:nvPr/>
          </p:nvSpPr>
          <p:spPr bwMode="auto">
            <a:xfrm>
              <a:off x="4491924" y="339502"/>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08" name="Line 21"/>
            <p:cNvSpPr>
              <a:spLocks noChangeShapeType="1"/>
            </p:cNvSpPr>
            <p:nvPr/>
          </p:nvSpPr>
          <p:spPr bwMode="auto">
            <a:xfrm flipH="1" flipV="1">
              <a:off x="4771399" y="337887"/>
              <a:ext cx="0" cy="12954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309" name="Text Box 22"/>
            <p:cNvSpPr txBox="1">
              <a:spLocks noChangeArrowheads="1"/>
            </p:cNvSpPr>
            <p:nvPr/>
          </p:nvSpPr>
          <p:spPr bwMode="auto">
            <a:xfrm>
              <a:off x="3816350" y="-15044"/>
              <a:ext cx="7556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eaLnBrk="1" hangingPunct="1">
                <a:spcBef>
                  <a:spcPct val="50000"/>
                </a:spcBef>
              </a:pPr>
              <a:r>
                <a:rPr lang="en-US" altLang="zh-CN" sz="1800" b="0" i="1">
                  <a:solidFill>
                    <a:srgbClr val="000000"/>
                  </a:solidFill>
                  <a:ea typeface="宋体" panose="02010600030101010101" pitchFamily="2" charset="-122"/>
                  <a:cs typeface="Times New Roman" panose="02020603050405020304" pitchFamily="18" charset="0"/>
                </a:rPr>
                <a:t>offset</a:t>
              </a:r>
            </a:p>
          </p:txBody>
        </p:sp>
        <p:sp>
          <p:nvSpPr>
            <p:cNvPr id="138310" name="Text Box 26"/>
            <p:cNvSpPr txBox="1">
              <a:spLocks noChangeArrowheads="1"/>
            </p:cNvSpPr>
            <p:nvPr/>
          </p:nvSpPr>
          <p:spPr bwMode="auto">
            <a:xfrm>
              <a:off x="4390827" y="-3398"/>
              <a:ext cx="757237"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eaLnBrk="1" hangingPunct="1">
                <a:spcBef>
                  <a:spcPct val="50000"/>
                </a:spcBef>
              </a:pPr>
              <a:r>
                <a:rPr lang="en-US" altLang="zh-CN" sz="1800" b="0" i="1">
                  <a:solidFill>
                    <a:srgbClr val="000000"/>
                  </a:solidFill>
                  <a:ea typeface="宋体" panose="02010600030101010101" pitchFamily="2" charset="-122"/>
                  <a:cs typeface="Times New Roman" panose="02020603050405020304" pitchFamily="18" charset="0"/>
                </a:rPr>
                <a:t>tblptr</a:t>
              </a:r>
            </a:p>
          </p:txBody>
        </p:sp>
        <p:sp>
          <p:nvSpPr>
            <p:cNvPr id="138311" name="Line 20"/>
            <p:cNvSpPr>
              <a:spLocks noChangeShapeType="1"/>
            </p:cNvSpPr>
            <p:nvPr/>
          </p:nvSpPr>
          <p:spPr bwMode="auto">
            <a:xfrm flipV="1">
              <a:off x="3908022" y="334865"/>
              <a:ext cx="434883" cy="46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38250" name="Line 20"/>
          <p:cNvSpPr>
            <a:spLocks noChangeShapeType="1"/>
          </p:cNvSpPr>
          <p:nvPr/>
        </p:nvSpPr>
        <p:spPr bwMode="auto">
          <a:xfrm flipV="1">
            <a:off x="1296988" y="268288"/>
            <a:ext cx="142557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251" name="Line 20"/>
          <p:cNvSpPr>
            <a:spLocks noChangeShapeType="1"/>
          </p:cNvSpPr>
          <p:nvPr/>
        </p:nvSpPr>
        <p:spPr bwMode="auto">
          <a:xfrm flipV="1">
            <a:off x="1633538" y="523875"/>
            <a:ext cx="1136650"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38252" name="组合 180224"/>
          <p:cNvGrpSpPr>
            <a:grpSpLocks/>
          </p:cNvGrpSpPr>
          <p:nvPr/>
        </p:nvGrpSpPr>
        <p:grpSpPr bwMode="auto">
          <a:xfrm>
            <a:off x="4881563" y="1639888"/>
            <a:ext cx="2038350" cy="361950"/>
            <a:chOff x="4880918" y="1639665"/>
            <a:chExt cx="2038349" cy="361950"/>
          </a:xfrm>
        </p:grpSpPr>
        <p:sp>
          <p:nvSpPr>
            <p:cNvPr id="138302" name="Rectangle 25"/>
            <p:cNvSpPr>
              <a:spLocks noChangeArrowheads="1"/>
            </p:cNvSpPr>
            <p:nvPr/>
          </p:nvSpPr>
          <p:spPr bwMode="auto">
            <a:xfrm>
              <a:off x="4880918" y="1639665"/>
              <a:ext cx="2038349"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a                </a:t>
              </a:r>
              <a:r>
                <a:rPr lang="en-US" altLang="zh-CN" sz="1800">
                  <a:solidFill>
                    <a:srgbClr val="000000"/>
                  </a:solidFill>
                  <a:ea typeface="宋体" panose="02010600030101010101" pitchFamily="2" charset="-122"/>
                  <a:cs typeface="Times New Roman" panose="02020603050405020304" pitchFamily="18" charset="0"/>
                </a:rPr>
                <a:t>array  0</a:t>
              </a:r>
            </a:p>
          </p:txBody>
        </p:sp>
        <p:sp>
          <p:nvSpPr>
            <p:cNvPr id="138303" name="Line 8"/>
            <p:cNvSpPr>
              <a:spLocks noChangeShapeType="1"/>
            </p:cNvSpPr>
            <p:nvPr/>
          </p:nvSpPr>
          <p:spPr bwMode="auto">
            <a:xfrm>
              <a:off x="4898381" y="1990502"/>
              <a:ext cx="2020886" cy="158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38253" name="Line 20"/>
          <p:cNvSpPr>
            <a:spLocks noChangeShapeType="1"/>
          </p:cNvSpPr>
          <p:nvPr/>
        </p:nvSpPr>
        <p:spPr bwMode="auto">
          <a:xfrm>
            <a:off x="2982913" y="555625"/>
            <a:ext cx="37782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38254" name="组合 180236"/>
          <p:cNvGrpSpPr>
            <a:grpSpLocks/>
          </p:cNvGrpSpPr>
          <p:nvPr/>
        </p:nvGrpSpPr>
        <p:grpSpPr bwMode="auto">
          <a:xfrm>
            <a:off x="3913188" y="311150"/>
            <a:ext cx="1266825" cy="315913"/>
            <a:chOff x="3913756" y="310816"/>
            <a:chExt cx="1266106" cy="316804"/>
          </a:xfrm>
        </p:grpSpPr>
        <p:sp>
          <p:nvSpPr>
            <p:cNvPr id="138299" name="Line 20"/>
            <p:cNvSpPr>
              <a:spLocks noChangeShapeType="1"/>
            </p:cNvSpPr>
            <p:nvPr/>
          </p:nvSpPr>
          <p:spPr bwMode="auto">
            <a:xfrm>
              <a:off x="4499992" y="620241"/>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24" name="直接箭头连接符 123"/>
            <p:cNvCxnSpPr/>
            <p:nvPr/>
          </p:nvCxnSpPr>
          <p:spPr>
            <a:xfrm flipV="1">
              <a:off x="4616619" y="310816"/>
              <a:ext cx="563243" cy="165566"/>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51" name="矩形 150"/>
            <p:cNvSpPr/>
            <p:nvPr/>
          </p:nvSpPr>
          <p:spPr>
            <a:xfrm>
              <a:off x="3913756" y="334696"/>
              <a:ext cx="439487" cy="292924"/>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grpSp>
        <p:nvGrpSpPr>
          <p:cNvPr id="138255" name="组合 180238"/>
          <p:cNvGrpSpPr>
            <a:grpSpLocks/>
          </p:cNvGrpSpPr>
          <p:nvPr/>
        </p:nvGrpSpPr>
        <p:grpSpPr bwMode="auto">
          <a:xfrm>
            <a:off x="3908425" y="636588"/>
            <a:ext cx="990600" cy="769937"/>
            <a:chOff x="3907724" y="637094"/>
            <a:chExt cx="990625" cy="769481"/>
          </a:xfrm>
        </p:grpSpPr>
        <p:sp>
          <p:nvSpPr>
            <p:cNvPr id="138296" name="Line 20"/>
            <p:cNvSpPr>
              <a:spLocks noChangeShapeType="1"/>
            </p:cNvSpPr>
            <p:nvPr/>
          </p:nvSpPr>
          <p:spPr bwMode="auto">
            <a:xfrm>
              <a:off x="4499992" y="926397"/>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33" name="直接箭头连接符 132"/>
            <p:cNvCxnSpPr/>
            <p:nvPr/>
          </p:nvCxnSpPr>
          <p:spPr>
            <a:xfrm>
              <a:off x="4617355" y="771951"/>
              <a:ext cx="280994" cy="634624"/>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53" name="矩形 152"/>
            <p:cNvSpPr/>
            <p:nvPr/>
          </p:nvSpPr>
          <p:spPr>
            <a:xfrm>
              <a:off x="3907724" y="637094"/>
              <a:ext cx="439749" cy="29192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sp>
        <p:nvSpPr>
          <p:cNvPr id="180232" name="矩形 180231"/>
          <p:cNvSpPr/>
          <p:nvPr/>
        </p:nvSpPr>
        <p:spPr>
          <a:xfrm>
            <a:off x="3906203" y="622300"/>
            <a:ext cx="446722" cy="293688"/>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40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38257" name="组合 180240"/>
          <p:cNvGrpSpPr>
            <a:grpSpLocks/>
          </p:cNvGrpSpPr>
          <p:nvPr/>
        </p:nvGrpSpPr>
        <p:grpSpPr bwMode="auto">
          <a:xfrm>
            <a:off x="4881564" y="1943100"/>
            <a:ext cx="2087562" cy="363538"/>
            <a:chOff x="4881969" y="1942382"/>
            <a:chExt cx="2086561" cy="363537"/>
          </a:xfrm>
        </p:grpSpPr>
        <p:sp>
          <p:nvSpPr>
            <p:cNvPr id="138294" name="Line 7"/>
            <p:cNvSpPr>
              <a:spLocks noChangeShapeType="1"/>
            </p:cNvSpPr>
            <p:nvPr/>
          </p:nvSpPr>
          <p:spPr bwMode="auto">
            <a:xfrm flipV="1">
              <a:off x="4881969" y="2282602"/>
              <a:ext cx="202680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295" name="Rectangle 26"/>
            <p:cNvSpPr>
              <a:spLocks noChangeArrowheads="1"/>
            </p:cNvSpPr>
            <p:nvPr/>
          </p:nvSpPr>
          <p:spPr bwMode="auto">
            <a:xfrm>
              <a:off x="4897836" y="1942382"/>
              <a:ext cx="2070694"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x                 </a:t>
              </a:r>
              <a:r>
                <a:rPr lang="en-US" altLang="zh-CN" sz="1800">
                  <a:solidFill>
                    <a:srgbClr val="000000"/>
                  </a:solidFill>
                  <a:ea typeface="宋体" panose="02010600030101010101" pitchFamily="2" charset="-122"/>
                  <a:cs typeface="Times New Roman" panose="02020603050405020304" pitchFamily="18" charset="0"/>
                </a:rPr>
                <a:t>int     44</a:t>
              </a:r>
            </a:p>
          </p:txBody>
        </p:sp>
      </p:grpSp>
      <p:sp>
        <p:nvSpPr>
          <p:cNvPr id="138258" name="Line 20"/>
          <p:cNvSpPr>
            <a:spLocks noChangeShapeType="1"/>
          </p:cNvSpPr>
          <p:nvPr/>
        </p:nvSpPr>
        <p:spPr bwMode="auto">
          <a:xfrm>
            <a:off x="1633538" y="700088"/>
            <a:ext cx="14271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259" name="Line 20"/>
          <p:cNvSpPr>
            <a:spLocks noChangeShapeType="1"/>
          </p:cNvSpPr>
          <p:nvPr/>
        </p:nvSpPr>
        <p:spPr bwMode="auto">
          <a:xfrm flipV="1">
            <a:off x="1785938" y="922338"/>
            <a:ext cx="842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38260" name="组合 180243"/>
          <p:cNvGrpSpPr>
            <a:grpSpLocks/>
          </p:cNvGrpSpPr>
          <p:nvPr/>
        </p:nvGrpSpPr>
        <p:grpSpPr bwMode="auto">
          <a:xfrm>
            <a:off x="7483792" y="539750"/>
            <a:ext cx="1304660" cy="361950"/>
            <a:chOff x="7483844" y="539279"/>
            <a:chExt cx="1304297" cy="361950"/>
          </a:xfrm>
        </p:grpSpPr>
        <p:sp>
          <p:nvSpPr>
            <p:cNvPr id="138292" name="Line 19"/>
            <p:cNvSpPr>
              <a:spLocks noChangeShapeType="1"/>
            </p:cNvSpPr>
            <p:nvPr/>
          </p:nvSpPr>
          <p:spPr bwMode="auto">
            <a:xfrm flipV="1">
              <a:off x="7483844" y="880909"/>
              <a:ext cx="130429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38293" name="Rectangle 40"/>
            <p:cNvSpPr>
              <a:spLocks noChangeArrowheads="1"/>
            </p:cNvSpPr>
            <p:nvPr/>
          </p:nvSpPr>
          <p:spPr bwMode="auto">
            <a:xfrm>
              <a:off x="7523211" y="539279"/>
              <a:ext cx="1220442"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err="1">
                  <a:solidFill>
                    <a:srgbClr val="000000"/>
                  </a:solidFill>
                  <a:ea typeface="宋体" panose="02010600030101010101" pitchFamily="2" charset="-122"/>
                  <a:cs typeface="Times New Roman" panose="02020603050405020304" pitchFamily="18" charset="0"/>
                </a:rPr>
                <a:t>i</a:t>
              </a:r>
              <a:r>
                <a:rPr lang="en-US" altLang="zh-CN" sz="1800" i="1" dirty="0">
                  <a:solidFill>
                    <a:srgbClr val="000000"/>
                  </a:solidFill>
                  <a:ea typeface="宋体" panose="02010600030101010101" pitchFamily="2" charset="-122"/>
                  <a:cs typeface="Times New Roman" panose="02020603050405020304" pitchFamily="18" charset="0"/>
                </a:rPr>
                <a:t>      </a:t>
              </a:r>
              <a:r>
                <a:rPr lang="en-US" altLang="zh-CN" sz="1800" dirty="0">
                  <a:solidFill>
                    <a:srgbClr val="000000"/>
                  </a:solidFill>
                  <a:ea typeface="宋体" panose="02010600030101010101" pitchFamily="2" charset="-122"/>
                  <a:cs typeface="Times New Roman" panose="02020603050405020304" pitchFamily="18" charset="0"/>
                </a:rPr>
                <a:t>int     0</a:t>
              </a:r>
            </a:p>
          </p:txBody>
        </p:sp>
      </p:grpSp>
      <p:sp>
        <p:nvSpPr>
          <p:cNvPr id="138261" name="Line 20"/>
          <p:cNvSpPr>
            <a:spLocks noChangeShapeType="1"/>
          </p:cNvSpPr>
          <p:nvPr/>
        </p:nvSpPr>
        <p:spPr bwMode="auto">
          <a:xfrm flipV="1">
            <a:off x="2773363" y="9159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78" name="矩形 177"/>
          <p:cNvSpPr/>
          <p:nvPr/>
        </p:nvSpPr>
        <p:spPr>
          <a:xfrm>
            <a:off x="8503920" y="288290"/>
            <a:ext cx="271463" cy="292100"/>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4</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38263" name="组合 180244"/>
          <p:cNvGrpSpPr>
            <a:grpSpLocks/>
          </p:cNvGrpSpPr>
          <p:nvPr/>
        </p:nvGrpSpPr>
        <p:grpSpPr bwMode="auto">
          <a:xfrm>
            <a:off x="4862513" y="739775"/>
            <a:ext cx="2640012" cy="1817688"/>
            <a:chOff x="4861992" y="739181"/>
            <a:chExt cx="2640954" cy="1818058"/>
          </a:xfrm>
        </p:grpSpPr>
        <p:sp>
          <p:nvSpPr>
            <p:cNvPr id="84" name="Line 95"/>
            <p:cNvSpPr>
              <a:spLocks noChangeShapeType="1"/>
            </p:cNvSpPr>
            <p:nvPr/>
          </p:nvSpPr>
          <p:spPr bwMode="auto">
            <a:xfrm>
              <a:off x="7018586" y="739181"/>
              <a:ext cx="3176" cy="1722789"/>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86" name="Line 43"/>
            <p:cNvSpPr>
              <a:spLocks noChangeShapeType="1"/>
            </p:cNvSpPr>
            <p:nvPr/>
          </p:nvSpPr>
          <p:spPr bwMode="auto">
            <a:xfrm>
              <a:off x="7031291" y="750296"/>
              <a:ext cx="471655"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138290" name="Line 6"/>
            <p:cNvSpPr>
              <a:spLocks noChangeShapeType="1"/>
            </p:cNvSpPr>
            <p:nvPr/>
          </p:nvSpPr>
          <p:spPr bwMode="auto">
            <a:xfrm flipV="1">
              <a:off x="4874567" y="2557239"/>
              <a:ext cx="204555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38291" name="Rectangle 28"/>
            <p:cNvSpPr>
              <a:spLocks noChangeArrowheads="1"/>
            </p:cNvSpPr>
            <p:nvPr/>
          </p:nvSpPr>
          <p:spPr bwMode="auto">
            <a:xfrm>
              <a:off x="4861992" y="2192115"/>
              <a:ext cx="1314450"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readarray</a:t>
              </a:r>
            </a:p>
          </p:txBody>
        </p:sp>
      </p:grpSp>
      <p:sp>
        <p:nvSpPr>
          <p:cNvPr id="87" name="Line 20"/>
          <p:cNvSpPr>
            <a:spLocks noChangeShapeType="1"/>
          </p:cNvSpPr>
          <p:nvPr/>
        </p:nvSpPr>
        <p:spPr bwMode="auto">
          <a:xfrm>
            <a:off x="1619250" y="1131888"/>
            <a:ext cx="1427163"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2" name="组合 1"/>
          <p:cNvGrpSpPr>
            <a:grpSpLocks/>
          </p:cNvGrpSpPr>
          <p:nvPr/>
        </p:nvGrpSpPr>
        <p:grpSpPr bwMode="auto">
          <a:xfrm>
            <a:off x="6861175" y="893763"/>
            <a:ext cx="1976438" cy="727075"/>
            <a:chOff x="6861077" y="893664"/>
            <a:chExt cx="1976561" cy="727596"/>
          </a:xfrm>
        </p:grpSpPr>
        <p:sp>
          <p:nvSpPr>
            <p:cNvPr id="138279" name="Rectangle 31"/>
            <p:cNvSpPr>
              <a:spLocks noChangeArrowheads="1"/>
            </p:cNvSpPr>
            <p:nvPr/>
          </p:nvSpPr>
          <p:spPr bwMode="auto">
            <a:xfrm>
              <a:off x="7566050" y="893664"/>
              <a:ext cx="1271588"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exchange</a:t>
              </a:r>
            </a:p>
          </p:txBody>
        </p:sp>
        <p:sp>
          <p:nvSpPr>
            <p:cNvPr id="138280" name="Line 32"/>
            <p:cNvSpPr>
              <a:spLocks noChangeShapeType="1"/>
            </p:cNvSpPr>
            <p:nvPr/>
          </p:nvSpPr>
          <p:spPr bwMode="auto">
            <a:xfrm>
              <a:off x="7486725" y="1298998"/>
              <a:ext cx="0" cy="31749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281" name="Line 33"/>
            <p:cNvSpPr>
              <a:spLocks noChangeShapeType="1"/>
            </p:cNvSpPr>
            <p:nvPr/>
          </p:nvSpPr>
          <p:spPr bwMode="auto">
            <a:xfrm>
              <a:off x="8738499" y="1298998"/>
              <a:ext cx="0" cy="32226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282" name="Line 34"/>
            <p:cNvSpPr>
              <a:spLocks noChangeShapeType="1"/>
            </p:cNvSpPr>
            <p:nvPr/>
          </p:nvSpPr>
          <p:spPr bwMode="auto">
            <a:xfrm>
              <a:off x="7488312" y="1608559"/>
              <a:ext cx="126042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283" name="Rectangle 35"/>
            <p:cNvSpPr>
              <a:spLocks noChangeArrowheads="1"/>
            </p:cNvSpPr>
            <p:nvPr/>
          </p:nvSpPr>
          <p:spPr bwMode="auto">
            <a:xfrm>
              <a:off x="7710066" y="1246610"/>
              <a:ext cx="1078408"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38284" name="Line 36"/>
            <p:cNvSpPr>
              <a:spLocks noChangeShapeType="1"/>
            </p:cNvSpPr>
            <p:nvPr/>
          </p:nvSpPr>
          <p:spPr bwMode="auto">
            <a:xfrm flipV="1">
              <a:off x="7483040" y="1297409"/>
              <a:ext cx="126569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285" name="Line 37"/>
            <p:cNvSpPr>
              <a:spLocks noChangeShapeType="1"/>
            </p:cNvSpPr>
            <p:nvPr/>
          </p:nvSpPr>
          <p:spPr bwMode="auto">
            <a:xfrm>
              <a:off x="7710066" y="1313285"/>
              <a:ext cx="0" cy="28416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286" name="Line 33"/>
            <p:cNvSpPr>
              <a:spLocks noChangeShapeType="1"/>
            </p:cNvSpPr>
            <p:nvPr/>
          </p:nvSpPr>
          <p:spPr bwMode="auto">
            <a:xfrm>
              <a:off x="8502154" y="1294235"/>
              <a:ext cx="0" cy="32226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38287" name="Line 51"/>
            <p:cNvSpPr>
              <a:spLocks noChangeShapeType="1"/>
            </p:cNvSpPr>
            <p:nvPr/>
          </p:nvSpPr>
          <p:spPr bwMode="auto">
            <a:xfrm flipH="1">
              <a:off x="6861077" y="1533301"/>
              <a:ext cx="736822" cy="0"/>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grpSp>
        <p:nvGrpSpPr>
          <p:cNvPr id="13" name="组合 114"/>
          <p:cNvGrpSpPr>
            <a:grpSpLocks/>
          </p:cNvGrpSpPr>
          <p:nvPr/>
        </p:nvGrpSpPr>
        <p:grpSpPr bwMode="auto">
          <a:xfrm>
            <a:off x="3914138" y="916305"/>
            <a:ext cx="3572510" cy="329883"/>
            <a:chOff x="3903594" y="340114"/>
            <a:chExt cx="3572959" cy="330518"/>
          </a:xfrm>
        </p:grpSpPr>
        <p:sp>
          <p:nvSpPr>
            <p:cNvPr id="138276" name="Line 20"/>
            <p:cNvSpPr>
              <a:spLocks noChangeShapeType="1"/>
            </p:cNvSpPr>
            <p:nvPr/>
          </p:nvSpPr>
          <p:spPr bwMode="auto">
            <a:xfrm>
              <a:off x="4479669" y="620241"/>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18" name="直接箭头连接符 117"/>
            <p:cNvCxnSpPr/>
            <p:nvPr/>
          </p:nvCxnSpPr>
          <p:spPr>
            <a:xfrm>
              <a:off x="4617107" y="476584"/>
              <a:ext cx="2859446" cy="194048"/>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19" name="矩形 118"/>
            <p:cNvSpPr/>
            <p:nvPr/>
          </p:nvSpPr>
          <p:spPr>
            <a:xfrm>
              <a:off x="3903594" y="340114"/>
              <a:ext cx="439793" cy="292662"/>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sp>
        <p:nvSpPr>
          <p:cNvPr id="120" name="Line 20"/>
          <p:cNvSpPr>
            <a:spLocks noChangeShapeType="1"/>
          </p:cNvSpPr>
          <p:nvPr/>
        </p:nvSpPr>
        <p:spPr bwMode="auto">
          <a:xfrm flipV="1">
            <a:off x="3157538" y="11318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 name="矩形 121"/>
          <p:cNvSpPr/>
          <p:nvPr/>
        </p:nvSpPr>
        <p:spPr>
          <a:xfrm>
            <a:off x="8510515" y="1310404"/>
            <a:ext cx="238125" cy="292100"/>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 name="组合 3"/>
          <p:cNvGrpSpPr>
            <a:grpSpLocks/>
          </p:cNvGrpSpPr>
          <p:nvPr/>
        </p:nvGrpSpPr>
        <p:grpSpPr bwMode="auto">
          <a:xfrm>
            <a:off x="4862513" y="1423988"/>
            <a:ext cx="2551112" cy="1428750"/>
            <a:chOff x="4861992" y="1423765"/>
            <a:chExt cx="2551631" cy="1428750"/>
          </a:xfrm>
        </p:grpSpPr>
        <p:sp>
          <p:nvSpPr>
            <p:cNvPr id="138271" name="Line 5"/>
            <p:cNvSpPr>
              <a:spLocks noChangeShapeType="1"/>
            </p:cNvSpPr>
            <p:nvPr/>
          </p:nvSpPr>
          <p:spPr bwMode="auto">
            <a:xfrm>
              <a:off x="4887267" y="2846735"/>
              <a:ext cx="202196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38272" name="Rectangle 39"/>
            <p:cNvSpPr>
              <a:spLocks noChangeArrowheads="1"/>
            </p:cNvSpPr>
            <p:nvPr/>
          </p:nvSpPr>
          <p:spPr bwMode="auto">
            <a:xfrm>
              <a:off x="4861992" y="2488977"/>
              <a:ext cx="1260475"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exchange</a:t>
              </a:r>
            </a:p>
          </p:txBody>
        </p:sp>
        <p:sp>
          <p:nvSpPr>
            <p:cNvPr id="130" name="Line 103"/>
            <p:cNvSpPr>
              <a:spLocks noChangeShapeType="1"/>
            </p:cNvSpPr>
            <p:nvPr/>
          </p:nvSpPr>
          <p:spPr bwMode="auto">
            <a:xfrm flipH="1">
              <a:off x="6753088" y="2738215"/>
              <a:ext cx="396956"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31" name="Line 95"/>
            <p:cNvSpPr>
              <a:spLocks noChangeShapeType="1"/>
            </p:cNvSpPr>
            <p:nvPr/>
          </p:nvSpPr>
          <p:spPr bwMode="auto">
            <a:xfrm flipH="1">
              <a:off x="7150044" y="1423765"/>
              <a:ext cx="0" cy="13303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32" name="Line 43"/>
            <p:cNvSpPr>
              <a:spLocks noChangeShapeType="1"/>
            </p:cNvSpPr>
            <p:nvPr/>
          </p:nvSpPr>
          <p:spPr bwMode="auto">
            <a:xfrm flipV="1">
              <a:off x="7129403" y="1436465"/>
              <a:ext cx="284220"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grpSp>
      <p:sp>
        <p:nvSpPr>
          <p:cNvPr id="102" name="矩形 101"/>
          <p:cNvSpPr/>
          <p:nvPr/>
        </p:nvSpPr>
        <p:spPr>
          <a:xfrm>
            <a:off x="3912344" y="625634"/>
            <a:ext cx="439738" cy="29368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schemeClr val="tx1"/>
                </a:solidFill>
                <a:latin typeface="Times New Roman" panose="02020603050405020304" pitchFamily="18" charset="0"/>
                <a:cs typeface="Times New Roman" panose="02020603050405020304" pitchFamily="18" charset="0"/>
              </a:rPr>
              <a:t>48</a:t>
            </a:r>
            <a:endParaRPr lang="zh-CN" altLang="en-US" sz="1800" dirty="0">
              <a:solidFill>
                <a:schemeClr val="tx1"/>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87"/>
                                        </p:tgtEl>
                                        <p:attrNameLst>
                                          <p:attrName>style.visibility</p:attrName>
                                        </p:attrNameLst>
                                      </p:cBhvr>
                                      <p:to>
                                        <p:strVal val="visible"/>
                                      </p:to>
                                    </p:set>
                                    <p:anim calcmode="lin" valueType="num">
                                      <p:cBhvr>
                                        <p:cTn id="7" dur="500" fill="hold"/>
                                        <p:tgtEl>
                                          <p:spTgt spid="87"/>
                                        </p:tgtEl>
                                        <p:attrNameLst>
                                          <p:attrName>ppt_w</p:attrName>
                                        </p:attrNameLst>
                                      </p:cBhvr>
                                      <p:tavLst>
                                        <p:tav tm="0">
                                          <p:val>
                                            <p:fltVal val="0"/>
                                          </p:val>
                                        </p:tav>
                                        <p:tav tm="100000">
                                          <p:val>
                                            <p:strVal val="#ppt_w"/>
                                          </p:val>
                                        </p:tav>
                                      </p:tavLst>
                                    </p:anim>
                                    <p:anim calcmode="lin" valueType="num">
                                      <p:cBhvr>
                                        <p:cTn id="8" dur="500" fill="hold"/>
                                        <p:tgtEl>
                                          <p:spTgt spid="87"/>
                                        </p:tgtEl>
                                        <p:attrNameLst>
                                          <p:attrName>ppt_h</p:attrName>
                                        </p:attrNameLst>
                                      </p:cBhvr>
                                      <p:tavLst>
                                        <p:tav tm="0">
                                          <p:val>
                                            <p:fltVal val="0"/>
                                          </p:val>
                                        </p:tav>
                                        <p:tav tm="100000">
                                          <p:val>
                                            <p:strVal val="#ppt_h"/>
                                          </p:val>
                                        </p:tav>
                                      </p:tavLst>
                                    </p:anim>
                                    <p:animEffect transition="in" filter="fade">
                                      <p:cBhvr>
                                        <p:cTn id="9" dur="500"/>
                                        <p:tgtEl>
                                          <p:spTgt spid="87"/>
                                        </p:tgtEl>
                                      </p:cBhvr>
                                    </p:animEffect>
                                  </p:childTnLst>
                                </p:cTn>
                              </p:par>
                            </p:childTnLst>
                          </p:cTn>
                        </p:par>
                      </p:childTnLst>
                    </p:cTn>
                  </p:par>
                  <p:par>
                    <p:cTn id="10" fill="hold">
                      <p:stCondLst>
                        <p:cond delay="indefinite"/>
                      </p:stCondLst>
                      <p:childTnLst>
                        <p:par>
                          <p:cTn id="11" fill="hold">
                            <p:stCondLst>
                              <p:cond delay="0"/>
                            </p:stCondLst>
                            <p:childTnLst>
                              <p:par>
                                <p:cTn id="12" presetID="27" presetClass="emph" presetSubtype="0" fill="remove" nodeType="clickEffect">
                                  <p:stCondLst>
                                    <p:cond delay="0"/>
                                  </p:stCondLst>
                                  <p:childTnLst>
                                    <p:animClr clrSpc="rgb" dir="cw">
                                      <p:cBhvr override="childStyle">
                                        <p:cTn id="13" dur="250" autoRev="1" fill="remove"/>
                                        <p:tgtEl>
                                          <p:spTgt spid="180226">
                                            <p:txEl>
                                              <p:pRg st="9" end="9"/>
                                            </p:txEl>
                                          </p:spTgt>
                                        </p:tgtEl>
                                        <p:attrNameLst>
                                          <p:attrName>style.color</p:attrName>
                                        </p:attrNameLst>
                                      </p:cBhvr>
                                      <p:to>
                                        <a:schemeClr val="bg1"/>
                                      </p:to>
                                    </p:animClr>
                                    <p:animClr clrSpc="rgb" dir="cw">
                                      <p:cBhvr>
                                        <p:cTn id="14" dur="250" autoRev="1" fill="remove"/>
                                        <p:tgtEl>
                                          <p:spTgt spid="180226">
                                            <p:txEl>
                                              <p:pRg st="9" end="9"/>
                                            </p:txEl>
                                          </p:spTgt>
                                        </p:tgtEl>
                                        <p:attrNameLst>
                                          <p:attrName>fillcolor</p:attrName>
                                        </p:attrNameLst>
                                      </p:cBhvr>
                                      <p:to>
                                        <a:schemeClr val="bg1"/>
                                      </p:to>
                                    </p:animClr>
                                    <p:set>
                                      <p:cBhvr>
                                        <p:cTn id="15" dur="250" autoRev="1" fill="remove"/>
                                        <p:tgtEl>
                                          <p:spTgt spid="180226">
                                            <p:txEl>
                                              <p:pRg st="9" end="9"/>
                                            </p:txEl>
                                          </p:spTgt>
                                        </p:tgtEl>
                                        <p:attrNameLst>
                                          <p:attrName>fill.type</p:attrName>
                                        </p:attrNameLst>
                                      </p:cBhvr>
                                      <p:to>
                                        <p:strVal val="solid"/>
                                      </p:to>
                                    </p:set>
                                    <p:set>
                                      <p:cBhvr>
                                        <p:cTn id="16" dur="250" autoRev="1" fill="remove"/>
                                        <p:tgtEl>
                                          <p:spTgt spid="180226">
                                            <p:txEl>
                                              <p:pRg st="9" end="9"/>
                                            </p:txEl>
                                          </p:spTgt>
                                        </p:tgtEl>
                                        <p:attrNameLst>
                                          <p:attrName>fill.on</p:attrName>
                                        </p:attrNameLst>
                                      </p:cBhvr>
                                      <p:to>
                                        <p:strVal val="tru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53" presetClass="entr" presetSubtype="16"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p:cTn id="21" dur="500" fill="hold"/>
                                        <p:tgtEl>
                                          <p:spTgt spid="12"/>
                                        </p:tgtEl>
                                        <p:attrNameLst>
                                          <p:attrName>ppt_w</p:attrName>
                                        </p:attrNameLst>
                                      </p:cBhvr>
                                      <p:tavLst>
                                        <p:tav tm="0">
                                          <p:val>
                                            <p:fltVal val="0"/>
                                          </p:val>
                                        </p:tav>
                                        <p:tav tm="100000">
                                          <p:val>
                                            <p:strVal val="#ppt_w"/>
                                          </p:val>
                                        </p:tav>
                                      </p:tavLst>
                                    </p:anim>
                                    <p:anim calcmode="lin" valueType="num">
                                      <p:cBhvr>
                                        <p:cTn id="22" dur="500" fill="hold"/>
                                        <p:tgtEl>
                                          <p:spTgt spid="12"/>
                                        </p:tgtEl>
                                        <p:attrNameLst>
                                          <p:attrName>ppt_h</p:attrName>
                                        </p:attrNameLst>
                                      </p:cBhvr>
                                      <p:tavLst>
                                        <p:tav tm="0">
                                          <p:val>
                                            <p:fltVal val="0"/>
                                          </p:val>
                                        </p:tav>
                                        <p:tav tm="100000">
                                          <p:val>
                                            <p:strVal val="#ppt_h"/>
                                          </p:val>
                                        </p:tav>
                                      </p:tavLst>
                                    </p:anim>
                                    <p:animEffect transition="in" filter="fade">
                                      <p:cBhvr>
                                        <p:cTn id="23" dur="500"/>
                                        <p:tgtEl>
                                          <p:spTgt spid="12"/>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53" presetClass="entr" presetSubtype="16" fill="hold" nodeType="clickEffect">
                                  <p:stCondLst>
                                    <p:cond delay="0"/>
                                  </p:stCondLst>
                                  <p:childTnLst>
                                    <p:set>
                                      <p:cBhvr>
                                        <p:cTn id="27" dur="1" fill="hold">
                                          <p:stCondLst>
                                            <p:cond delay="0"/>
                                          </p:stCondLst>
                                        </p:cTn>
                                        <p:tgtEl>
                                          <p:spTgt spid="13"/>
                                        </p:tgtEl>
                                        <p:attrNameLst>
                                          <p:attrName>style.visibility</p:attrName>
                                        </p:attrNameLst>
                                      </p:cBhvr>
                                      <p:to>
                                        <p:strVal val="visible"/>
                                      </p:to>
                                    </p:set>
                                    <p:anim calcmode="lin" valueType="num">
                                      <p:cBhvr>
                                        <p:cTn id="28" dur="500" fill="hold"/>
                                        <p:tgtEl>
                                          <p:spTgt spid="13"/>
                                        </p:tgtEl>
                                        <p:attrNameLst>
                                          <p:attrName>ppt_w</p:attrName>
                                        </p:attrNameLst>
                                      </p:cBhvr>
                                      <p:tavLst>
                                        <p:tav tm="0">
                                          <p:val>
                                            <p:fltVal val="0"/>
                                          </p:val>
                                        </p:tav>
                                        <p:tav tm="100000">
                                          <p:val>
                                            <p:strVal val="#ppt_w"/>
                                          </p:val>
                                        </p:tav>
                                      </p:tavLst>
                                    </p:anim>
                                    <p:anim calcmode="lin" valueType="num">
                                      <p:cBhvr>
                                        <p:cTn id="29" dur="500" fill="hold"/>
                                        <p:tgtEl>
                                          <p:spTgt spid="13"/>
                                        </p:tgtEl>
                                        <p:attrNameLst>
                                          <p:attrName>ppt_h</p:attrName>
                                        </p:attrNameLst>
                                      </p:cBhvr>
                                      <p:tavLst>
                                        <p:tav tm="0">
                                          <p:val>
                                            <p:fltVal val="0"/>
                                          </p:val>
                                        </p:tav>
                                        <p:tav tm="100000">
                                          <p:val>
                                            <p:strVal val="#ppt_h"/>
                                          </p:val>
                                        </p:tav>
                                      </p:tavLst>
                                    </p:anim>
                                    <p:animEffect transition="in" filter="fade">
                                      <p:cBhvr>
                                        <p:cTn id="30" dur="500"/>
                                        <p:tgtEl>
                                          <p:spTgt spid="13"/>
                                        </p:tgtEl>
                                      </p:cBhvr>
                                    </p:animEffect>
                                  </p:childTnLst>
                                </p:cTn>
                              </p:par>
                            </p:childTnLst>
                          </p:cTn>
                        </p:par>
                      </p:childTnLst>
                    </p:cTn>
                  </p:par>
                  <p:par>
                    <p:cTn id="31" fill="hold" nodeType="clickPar">
                      <p:stCondLst>
                        <p:cond delay="indefinite"/>
                      </p:stCondLst>
                      <p:childTnLst>
                        <p:par>
                          <p:cTn id="32" fill="hold" nodeType="withGroup">
                            <p:stCondLst>
                              <p:cond delay="0"/>
                            </p:stCondLst>
                            <p:childTnLst>
                              <p:par>
                                <p:cTn id="33" presetID="53" presetClass="entr" presetSubtype="16" fill="hold" grpId="0" nodeType="clickEffect">
                                  <p:stCondLst>
                                    <p:cond delay="0"/>
                                  </p:stCondLst>
                                  <p:childTnLst>
                                    <p:set>
                                      <p:cBhvr>
                                        <p:cTn id="34" dur="1" fill="hold">
                                          <p:stCondLst>
                                            <p:cond delay="0"/>
                                          </p:stCondLst>
                                        </p:cTn>
                                        <p:tgtEl>
                                          <p:spTgt spid="120"/>
                                        </p:tgtEl>
                                        <p:attrNameLst>
                                          <p:attrName>style.visibility</p:attrName>
                                        </p:attrNameLst>
                                      </p:cBhvr>
                                      <p:to>
                                        <p:strVal val="visible"/>
                                      </p:to>
                                    </p:set>
                                    <p:anim calcmode="lin" valueType="num">
                                      <p:cBhvr>
                                        <p:cTn id="35" dur="500" fill="hold"/>
                                        <p:tgtEl>
                                          <p:spTgt spid="120"/>
                                        </p:tgtEl>
                                        <p:attrNameLst>
                                          <p:attrName>ppt_w</p:attrName>
                                        </p:attrNameLst>
                                      </p:cBhvr>
                                      <p:tavLst>
                                        <p:tav tm="0">
                                          <p:val>
                                            <p:fltVal val="0"/>
                                          </p:val>
                                        </p:tav>
                                        <p:tav tm="100000">
                                          <p:val>
                                            <p:strVal val="#ppt_w"/>
                                          </p:val>
                                        </p:tav>
                                      </p:tavLst>
                                    </p:anim>
                                    <p:anim calcmode="lin" valueType="num">
                                      <p:cBhvr>
                                        <p:cTn id="36" dur="500" fill="hold"/>
                                        <p:tgtEl>
                                          <p:spTgt spid="120"/>
                                        </p:tgtEl>
                                        <p:attrNameLst>
                                          <p:attrName>ppt_h</p:attrName>
                                        </p:attrNameLst>
                                      </p:cBhvr>
                                      <p:tavLst>
                                        <p:tav tm="0">
                                          <p:val>
                                            <p:fltVal val="0"/>
                                          </p:val>
                                        </p:tav>
                                        <p:tav tm="100000">
                                          <p:val>
                                            <p:strVal val="#ppt_h"/>
                                          </p:val>
                                        </p:tav>
                                      </p:tavLst>
                                    </p:anim>
                                    <p:animEffect transition="in" filter="fade">
                                      <p:cBhvr>
                                        <p:cTn id="37" dur="500"/>
                                        <p:tgtEl>
                                          <p:spTgt spid="120"/>
                                        </p:tgtEl>
                                      </p:cBhvr>
                                    </p:animEffect>
                                  </p:childTnLst>
                                </p:cTn>
                              </p:par>
                            </p:childTnLst>
                          </p:cTn>
                        </p:par>
                      </p:childTnLst>
                    </p:cTn>
                  </p:par>
                  <p:par>
                    <p:cTn id="38" fill="hold">
                      <p:stCondLst>
                        <p:cond delay="indefinite"/>
                      </p:stCondLst>
                      <p:childTnLst>
                        <p:par>
                          <p:cTn id="39" fill="hold">
                            <p:stCondLst>
                              <p:cond delay="0"/>
                            </p:stCondLst>
                            <p:childTnLst>
                              <p:par>
                                <p:cTn id="40" presetID="27" presetClass="emph" presetSubtype="0" fill="remove" nodeType="clickEffect">
                                  <p:stCondLst>
                                    <p:cond delay="0"/>
                                  </p:stCondLst>
                                  <p:childTnLst>
                                    <p:animClr clrSpc="rgb" dir="cw">
                                      <p:cBhvr override="childStyle">
                                        <p:cTn id="41" dur="250" autoRev="1" fill="remove"/>
                                        <p:tgtEl>
                                          <p:spTgt spid="180226">
                                            <p:txEl>
                                              <p:pRg st="5" end="5"/>
                                            </p:txEl>
                                          </p:spTgt>
                                        </p:tgtEl>
                                        <p:attrNameLst>
                                          <p:attrName>style.color</p:attrName>
                                        </p:attrNameLst>
                                      </p:cBhvr>
                                      <p:to>
                                        <a:schemeClr val="bg1"/>
                                      </p:to>
                                    </p:animClr>
                                    <p:animClr clrSpc="rgb" dir="cw">
                                      <p:cBhvr>
                                        <p:cTn id="42" dur="250" autoRev="1" fill="remove"/>
                                        <p:tgtEl>
                                          <p:spTgt spid="180226">
                                            <p:txEl>
                                              <p:pRg st="5" end="5"/>
                                            </p:txEl>
                                          </p:spTgt>
                                        </p:tgtEl>
                                        <p:attrNameLst>
                                          <p:attrName>fillcolor</p:attrName>
                                        </p:attrNameLst>
                                      </p:cBhvr>
                                      <p:to>
                                        <a:schemeClr val="bg1"/>
                                      </p:to>
                                    </p:animClr>
                                    <p:set>
                                      <p:cBhvr>
                                        <p:cTn id="43" dur="250" autoRev="1" fill="remove"/>
                                        <p:tgtEl>
                                          <p:spTgt spid="180226">
                                            <p:txEl>
                                              <p:pRg st="5" end="5"/>
                                            </p:txEl>
                                          </p:spTgt>
                                        </p:tgtEl>
                                        <p:attrNameLst>
                                          <p:attrName>fill.type</p:attrName>
                                        </p:attrNameLst>
                                      </p:cBhvr>
                                      <p:to>
                                        <p:strVal val="solid"/>
                                      </p:to>
                                    </p:set>
                                    <p:set>
                                      <p:cBhvr>
                                        <p:cTn id="44" dur="250" autoRev="1" fill="remove"/>
                                        <p:tgtEl>
                                          <p:spTgt spid="180226">
                                            <p:txEl>
                                              <p:pRg st="5" end="5"/>
                                            </p:txEl>
                                          </p:spTgt>
                                        </p:tgtEl>
                                        <p:attrNameLst>
                                          <p:attrName>fill.on</p:attrName>
                                        </p:attrNameLst>
                                      </p:cBhvr>
                                      <p:to>
                                        <p:strVal val="true"/>
                                      </p:to>
                                    </p:set>
                                  </p:childTnLst>
                                </p:cTn>
                              </p:par>
                              <p:par>
                                <p:cTn id="45" presetID="27" presetClass="emph" presetSubtype="0" fill="remove" nodeType="withEffect">
                                  <p:stCondLst>
                                    <p:cond delay="0"/>
                                  </p:stCondLst>
                                  <p:childTnLst>
                                    <p:animClr clrSpc="rgb" dir="cw">
                                      <p:cBhvr override="childStyle">
                                        <p:cTn id="46" dur="250" autoRev="1" fill="remove"/>
                                        <p:tgtEl>
                                          <p:spTgt spid="180226">
                                            <p:txEl>
                                              <p:pRg st="6" end="6"/>
                                            </p:txEl>
                                          </p:spTgt>
                                        </p:tgtEl>
                                        <p:attrNameLst>
                                          <p:attrName>style.color</p:attrName>
                                        </p:attrNameLst>
                                      </p:cBhvr>
                                      <p:to>
                                        <a:schemeClr val="bg1"/>
                                      </p:to>
                                    </p:animClr>
                                    <p:animClr clrSpc="rgb" dir="cw">
                                      <p:cBhvr>
                                        <p:cTn id="47" dur="250" autoRev="1" fill="remove"/>
                                        <p:tgtEl>
                                          <p:spTgt spid="180226">
                                            <p:txEl>
                                              <p:pRg st="6" end="6"/>
                                            </p:txEl>
                                          </p:spTgt>
                                        </p:tgtEl>
                                        <p:attrNameLst>
                                          <p:attrName>fillcolor</p:attrName>
                                        </p:attrNameLst>
                                      </p:cBhvr>
                                      <p:to>
                                        <a:schemeClr val="bg1"/>
                                      </p:to>
                                    </p:animClr>
                                    <p:set>
                                      <p:cBhvr>
                                        <p:cTn id="48" dur="250" autoRev="1" fill="remove"/>
                                        <p:tgtEl>
                                          <p:spTgt spid="180226">
                                            <p:txEl>
                                              <p:pRg st="6" end="6"/>
                                            </p:txEl>
                                          </p:spTgt>
                                        </p:tgtEl>
                                        <p:attrNameLst>
                                          <p:attrName>fill.type</p:attrName>
                                        </p:attrNameLst>
                                      </p:cBhvr>
                                      <p:to>
                                        <p:strVal val="solid"/>
                                      </p:to>
                                    </p:set>
                                    <p:set>
                                      <p:cBhvr>
                                        <p:cTn id="49" dur="250" autoRev="1" fill="remove"/>
                                        <p:tgtEl>
                                          <p:spTgt spid="180226">
                                            <p:txEl>
                                              <p:pRg st="6" end="6"/>
                                            </p:txEl>
                                          </p:spTgt>
                                        </p:tgtEl>
                                        <p:attrNameLst>
                                          <p:attrName>fill.on</p:attrName>
                                        </p:attrNameLst>
                                      </p:cBhvr>
                                      <p:to>
                                        <p:strVal val="true"/>
                                      </p:to>
                                    </p:set>
                                  </p:childTnLst>
                                </p:cTn>
                              </p:par>
                            </p:childTnLst>
                          </p:cTn>
                        </p:par>
                      </p:childTnLst>
                    </p:cTn>
                  </p:par>
                  <p:par>
                    <p:cTn id="50" fill="hold" nodeType="clickPar">
                      <p:stCondLst>
                        <p:cond delay="indefinite"/>
                      </p:stCondLst>
                      <p:childTnLst>
                        <p:par>
                          <p:cTn id="51" fill="hold" nodeType="withGroup">
                            <p:stCondLst>
                              <p:cond delay="0"/>
                            </p:stCondLst>
                            <p:childTnLst>
                              <p:par>
                                <p:cTn id="52" presetID="53" presetClass="entr" presetSubtype="16" fill="hold" grpId="0" nodeType="clickEffect">
                                  <p:stCondLst>
                                    <p:cond delay="0"/>
                                  </p:stCondLst>
                                  <p:childTnLst>
                                    <p:set>
                                      <p:cBhvr>
                                        <p:cTn id="53" dur="1" fill="hold">
                                          <p:stCondLst>
                                            <p:cond delay="0"/>
                                          </p:stCondLst>
                                        </p:cTn>
                                        <p:tgtEl>
                                          <p:spTgt spid="122"/>
                                        </p:tgtEl>
                                        <p:attrNameLst>
                                          <p:attrName>style.visibility</p:attrName>
                                        </p:attrNameLst>
                                      </p:cBhvr>
                                      <p:to>
                                        <p:strVal val="visible"/>
                                      </p:to>
                                    </p:set>
                                    <p:anim calcmode="lin" valueType="num">
                                      <p:cBhvr>
                                        <p:cTn id="54" dur="500" fill="hold"/>
                                        <p:tgtEl>
                                          <p:spTgt spid="122"/>
                                        </p:tgtEl>
                                        <p:attrNameLst>
                                          <p:attrName>ppt_w</p:attrName>
                                        </p:attrNameLst>
                                      </p:cBhvr>
                                      <p:tavLst>
                                        <p:tav tm="0">
                                          <p:val>
                                            <p:fltVal val="0"/>
                                          </p:val>
                                        </p:tav>
                                        <p:tav tm="100000">
                                          <p:val>
                                            <p:strVal val="#ppt_w"/>
                                          </p:val>
                                        </p:tav>
                                      </p:tavLst>
                                    </p:anim>
                                    <p:anim calcmode="lin" valueType="num">
                                      <p:cBhvr>
                                        <p:cTn id="55" dur="500" fill="hold"/>
                                        <p:tgtEl>
                                          <p:spTgt spid="122"/>
                                        </p:tgtEl>
                                        <p:attrNameLst>
                                          <p:attrName>ppt_h</p:attrName>
                                        </p:attrNameLst>
                                      </p:cBhvr>
                                      <p:tavLst>
                                        <p:tav tm="0">
                                          <p:val>
                                            <p:fltVal val="0"/>
                                          </p:val>
                                        </p:tav>
                                        <p:tav tm="100000">
                                          <p:val>
                                            <p:strVal val="#ppt_h"/>
                                          </p:val>
                                        </p:tav>
                                      </p:tavLst>
                                    </p:anim>
                                    <p:animEffect transition="in" filter="fade">
                                      <p:cBhvr>
                                        <p:cTn id="56" dur="500"/>
                                        <p:tgtEl>
                                          <p:spTgt spid="122"/>
                                        </p:tgtEl>
                                      </p:cBhvr>
                                    </p:animEffect>
                                  </p:childTnLst>
                                </p:cTn>
                              </p:par>
                            </p:childTnLst>
                          </p:cTn>
                        </p:par>
                      </p:childTnLst>
                    </p:cTn>
                  </p:par>
                  <p:par>
                    <p:cTn id="57" fill="hold" nodeType="clickPar">
                      <p:stCondLst>
                        <p:cond delay="indefinite"/>
                      </p:stCondLst>
                      <p:childTnLst>
                        <p:par>
                          <p:cTn id="58" fill="hold" nodeType="withGroup">
                            <p:stCondLst>
                              <p:cond delay="0"/>
                            </p:stCondLst>
                            <p:childTnLst>
                              <p:par>
                                <p:cTn id="59" presetID="53" presetClass="exit" presetSubtype="32" fill="hold" nodeType="clickEffect">
                                  <p:stCondLst>
                                    <p:cond delay="0"/>
                                  </p:stCondLst>
                                  <p:childTnLst>
                                    <p:anim calcmode="lin" valueType="num">
                                      <p:cBhvr>
                                        <p:cTn id="60" dur="500"/>
                                        <p:tgtEl>
                                          <p:spTgt spid="13"/>
                                        </p:tgtEl>
                                        <p:attrNameLst>
                                          <p:attrName>ppt_w</p:attrName>
                                        </p:attrNameLst>
                                      </p:cBhvr>
                                      <p:tavLst>
                                        <p:tav tm="0">
                                          <p:val>
                                            <p:strVal val="ppt_w"/>
                                          </p:val>
                                        </p:tav>
                                        <p:tav tm="100000">
                                          <p:val>
                                            <p:fltVal val="0"/>
                                          </p:val>
                                        </p:tav>
                                      </p:tavLst>
                                    </p:anim>
                                    <p:anim calcmode="lin" valueType="num">
                                      <p:cBhvr>
                                        <p:cTn id="61" dur="500"/>
                                        <p:tgtEl>
                                          <p:spTgt spid="13"/>
                                        </p:tgtEl>
                                        <p:attrNameLst>
                                          <p:attrName>ppt_h</p:attrName>
                                        </p:attrNameLst>
                                      </p:cBhvr>
                                      <p:tavLst>
                                        <p:tav tm="0">
                                          <p:val>
                                            <p:strVal val="ppt_h"/>
                                          </p:val>
                                        </p:tav>
                                        <p:tav tm="100000">
                                          <p:val>
                                            <p:fltVal val="0"/>
                                          </p:val>
                                        </p:tav>
                                      </p:tavLst>
                                    </p:anim>
                                    <p:animEffect transition="out" filter="fade">
                                      <p:cBhvr>
                                        <p:cTn id="62" dur="500"/>
                                        <p:tgtEl>
                                          <p:spTgt spid="13"/>
                                        </p:tgtEl>
                                      </p:cBhvr>
                                    </p:animEffect>
                                    <p:set>
                                      <p:cBhvr>
                                        <p:cTn id="63" dur="1" fill="hold">
                                          <p:stCondLst>
                                            <p:cond delay="499"/>
                                          </p:stCondLst>
                                        </p:cTn>
                                        <p:tgtEl>
                                          <p:spTgt spid="13"/>
                                        </p:tgtEl>
                                        <p:attrNameLst>
                                          <p:attrName>style.visibility</p:attrName>
                                        </p:attrNameLst>
                                      </p:cBhvr>
                                      <p:to>
                                        <p:strVal val="hidden"/>
                                      </p:to>
                                    </p:set>
                                  </p:childTnLst>
                                </p:cTn>
                              </p:par>
                            </p:childTnLst>
                          </p:cTn>
                        </p:par>
                      </p:childTnLst>
                    </p:cTn>
                  </p:par>
                  <p:par>
                    <p:cTn id="64" fill="hold" nodeType="clickPar">
                      <p:stCondLst>
                        <p:cond delay="indefinite"/>
                      </p:stCondLst>
                      <p:childTnLst>
                        <p:par>
                          <p:cTn id="65" fill="hold" nodeType="withGroup">
                            <p:stCondLst>
                              <p:cond delay="0"/>
                            </p:stCondLst>
                            <p:childTnLst>
                              <p:par>
                                <p:cTn id="66" presetID="53" presetClass="entr" presetSubtype="16" fill="hold" nodeType="clickEffect">
                                  <p:stCondLst>
                                    <p:cond delay="0"/>
                                  </p:stCondLst>
                                  <p:childTnLst>
                                    <p:set>
                                      <p:cBhvr>
                                        <p:cTn id="67" dur="1" fill="hold">
                                          <p:stCondLst>
                                            <p:cond delay="0"/>
                                          </p:stCondLst>
                                        </p:cTn>
                                        <p:tgtEl>
                                          <p:spTgt spid="14"/>
                                        </p:tgtEl>
                                        <p:attrNameLst>
                                          <p:attrName>style.visibility</p:attrName>
                                        </p:attrNameLst>
                                      </p:cBhvr>
                                      <p:to>
                                        <p:strVal val="visible"/>
                                      </p:to>
                                    </p:set>
                                    <p:anim calcmode="lin" valueType="num">
                                      <p:cBhvr>
                                        <p:cTn id="68" dur="500" fill="hold"/>
                                        <p:tgtEl>
                                          <p:spTgt spid="14"/>
                                        </p:tgtEl>
                                        <p:attrNameLst>
                                          <p:attrName>ppt_w</p:attrName>
                                        </p:attrNameLst>
                                      </p:cBhvr>
                                      <p:tavLst>
                                        <p:tav tm="0">
                                          <p:val>
                                            <p:fltVal val="0"/>
                                          </p:val>
                                        </p:tav>
                                        <p:tav tm="100000">
                                          <p:val>
                                            <p:strVal val="#ppt_w"/>
                                          </p:val>
                                        </p:tav>
                                      </p:tavLst>
                                    </p:anim>
                                    <p:anim calcmode="lin" valueType="num">
                                      <p:cBhvr>
                                        <p:cTn id="69" dur="500" fill="hold"/>
                                        <p:tgtEl>
                                          <p:spTgt spid="14"/>
                                        </p:tgtEl>
                                        <p:attrNameLst>
                                          <p:attrName>ppt_h</p:attrName>
                                        </p:attrNameLst>
                                      </p:cBhvr>
                                      <p:tavLst>
                                        <p:tav tm="0">
                                          <p:val>
                                            <p:fltVal val="0"/>
                                          </p:val>
                                        </p:tav>
                                        <p:tav tm="100000">
                                          <p:val>
                                            <p:strVal val="#ppt_h"/>
                                          </p:val>
                                        </p:tav>
                                      </p:tavLst>
                                    </p:anim>
                                    <p:animEffect transition="in" filter="fade">
                                      <p:cBhvr>
                                        <p:cTn id="7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P spid="120" grpId="0" animBg="1"/>
      <p:bldP spid="12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0290" name="组合 180223"/>
          <p:cNvGrpSpPr>
            <a:grpSpLocks/>
          </p:cNvGrpSpPr>
          <p:nvPr/>
        </p:nvGrpSpPr>
        <p:grpSpPr bwMode="auto">
          <a:xfrm>
            <a:off x="4886325" y="842963"/>
            <a:ext cx="2362200" cy="2327275"/>
            <a:chOff x="4885681" y="843558"/>
            <a:chExt cx="2362199" cy="2326457"/>
          </a:xfrm>
        </p:grpSpPr>
        <p:sp>
          <p:nvSpPr>
            <p:cNvPr id="140433" name="Line 2"/>
            <p:cNvSpPr>
              <a:spLocks noChangeShapeType="1"/>
            </p:cNvSpPr>
            <p:nvPr/>
          </p:nvSpPr>
          <p:spPr bwMode="auto">
            <a:xfrm>
              <a:off x="4885681" y="1384077"/>
              <a:ext cx="1587" cy="17859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34" name="Line 3"/>
            <p:cNvSpPr>
              <a:spLocks noChangeShapeType="1"/>
            </p:cNvSpPr>
            <p:nvPr/>
          </p:nvSpPr>
          <p:spPr bwMode="auto">
            <a:xfrm>
              <a:off x="6536482" y="1384077"/>
              <a:ext cx="0" cy="17605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35" name="Line 9"/>
            <p:cNvSpPr>
              <a:spLocks noChangeShapeType="1"/>
            </p:cNvSpPr>
            <p:nvPr/>
          </p:nvSpPr>
          <p:spPr bwMode="auto">
            <a:xfrm flipV="1">
              <a:off x="4887268" y="1695227"/>
              <a:ext cx="200925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36" name="Rectangle 10"/>
            <p:cNvSpPr>
              <a:spLocks noChangeArrowheads="1"/>
            </p:cNvSpPr>
            <p:nvPr/>
          </p:nvSpPr>
          <p:spPr bwMode="auto">
            <a:xfrm>
              <a:off x="5312717" y="1333277"/>
              <a:ext cx="1935163"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1800">
                <a:solidFill>
                  <a:srgbClr val="000000"/>
                </a:solidFill>
                <a:ea typeface="宋体" panose="02010600030101010101" pitchFamily="2" charset="-122"/>
                <a:cs typeface="Times New Roman" panose="02020603050405020304" pitchFamily="18" charset="0"/>
              </a:endParaRPr>
            </a:p>
          </p:txBody>
        </p:sp>
        <p:sp>
          <p:nvSpPr>
            <p:cNvPr id="140437" name="Rectangle 11"/>
            <p:cNvSpPr>
              <a:spLocks noChangeArrowheads="1"/>
            </p:cNvSpPr>
            <p:nvPr/>
          </p:nvSpPr>
          <p:spPr bwMode="auto">
            <a:xfrm>
              <a:off x="5220072" y="1060227"/>
              <a:ext cx="1168400"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sort</a:t>
              </a:r>
            </a:p>
          </p:txBody>
        </p:sp>
        <p:sp>
          <p:nvSpPr>
            <p:cNvPr id="140438" name="Line 12"/>
            <p:cNvSpPr>
              <a:spLocks noChangeShapeType="1"/>
            </p:cNvSpPr>
            <p:nvPr/>
          </p:nvSpPr>
          <p:spPr bwMode="auto">
            <a:xfrm flipV="1">
              <a:off x="4898380" y="1382490"/>
              <a:ext cx="2020887"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39" name="Line 13"/>
            <p:cNvSpPr>
              <a:spLocks noChangeShapeType="1"/>
            </p:cNvSpPr>
            <p:nvPr/>
          </p:nvSpPr>
          <p:spPr bwMode="auto">
            <a:xfrm>
              <a:off x="5263506" y="1398365"/>
              <a:ext cx="0" cy="28416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40" name="Line 14"/>
            <p:cNvSpPr>
              <a:spLocks noChangeShapeType="1"/>
            </p:cNvSpPr>
            <p:nvPr/>
          </p:nvSpPr>
          <p:spPr bwMode="auto">
            <a:xfrm>
              <a:off x="5960418" y="1671092"/>
              <a:ext cx="0" cy="14636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41" name="Line 3"/>
            <p:cNvSpPr>
              <a:spLocks noChangeShapeType="1"/>
            </p:cNvSpPr>
            <p:nvPr/>
          </p:nvSpPr>
          <p:spPr bwMode="auto">
            <a:xfrm>
              <a:off x="6901076" y="1383723"/>
              <a:ext cx="0" cy="17605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42" name="Line 95"/>
            <p:cNvSpPr>
              <a:spLocks noChangeShapeType="1"/>
            </p:cNvSpPr>
            <p:nvPr/>
          </p:nvSpPr>
          <p:spPr bwMode="auto">
            <a:xfrm>
              <a:off x="4957428" y="847725"/>
              <a:ext cx="0" cy="66637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43" name="Line 43"/>
            <p:cNvSpPr>
              <a:spLocks noChangeShapeType="1"/>
            </p:cNvSpPr>
            <p:nvPr/>
          </p:nvSpPr>
          <p:spPr bwMode="auto">
            <a:xfrm>
              <a:off x="4966140" y="843558"/>
              <a:ext cx="181924" cy="0"/>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80226" name="Rectangle 3"/>
          <p:cNvSpPr>
            <a:spLocks noGrp="1" noChangeArrowheads="1"/>
          </p:cNvSpPr>
          <p:nvPr>
            <p:ph idx="1"/>
          </p:nvPr>
        </p:nvSpPr>
        <p:spPr>
          <a:xfrm>
            <a:off x="107949" y="2441575"/>
            <a:ext cx="7103785" cy="2651125"/>
          </a:xfrm>
        </p:spPr>
        <p:txBody>
          <a:bodyPr/>
          <a:lstStyle/>
          <a:p>
            <a:pPr>
              <a:lnSpc>
                <a:spcPts val="1800"/>
              </a:lnSpc>
              <a:buFont typeface="Wingdings" panose="05000000000000000000" pitchFamily="2" charset="2"/>
              <a:buNone/>
              <a:defRPr/>
            </a:pPr>
            <a:r>
              <a:rPr lang="en-US" altLang="zh-CN" sz="1800" b="1" i="1" dirty="0">
                <a:solidFill>
                  <a:schemeClr val="tx1"/>
                </a:solidFill>
                <a:ea typeface="楷体_GB2312" pitchFamily="49" charset="-122"/>
                <a:cs typeface="Times New Roman" panose="02020603050405020304" pitchFamily="18" charset="0"/>
              </a:rPr>
              <a:t>P</a:t>
            </a:r>
            <a:r>
              <a:rPr lang="en-US" altLang="zh-CN" sz="1800" b="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rgbClr val="FF0000"/>
                </a:solidFill>
                <a:ea typeface="楷体_GB2312" pitchFamily="49" charset="-122"/>
                <a:cs typeface="Times New Roman" panose="02020603050405020304" pitchFamily="18" charset="0"/>
              </a:rPr>
              <a:t>M</a:t>
            </a:r>
            <a:r>
              <a:rPr lang="en-US" altLang="zh-CN" sz="1800" b="1" i="1" dirty="0">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addwidth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a:t>
            </a:r>
            <a:r>
              <a:rPr lang="en-US" altLang="zh-CN" sz="1800" b="1" dirty="0" err="1">
                <a:solidFill>
                  <a:schemeClr val="tx2">
                    <a:lumMod val="60000"/>
                    <a:lumOff val="40000"/>
                  </a:schemeClr>
                </a:solidFill>
                <a:ea typeface="楷体_GB2312" pitchFamily="49" charset="-122"/>
                <a:cs typeface="Times New Roman" panose="02020603050405020304" pitchFamily="18" charset="0"/>
              </a:rPr>
              <a: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i="1" dirty="0">
                <a:solidFill>
                  <a:srgbClr val="FF0000"/>
                </a:solidFill>
                <a:ea typeface="楷体_GB2312" pitchFamily="49" charset="-122"/>
                <a:cs typeface="Times New Roman" panose="02020603050405020304" pitchFamily="18" charset="0"/>
              </a:rPr>
              <a:t>M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rgbClr val="FF0000"/>
                </a:solidFill>
                <a:ea typeface="楷体_GB2312" pitchFamily="49" charset="-122"/>
                <a:cs typeface="Times New Roman" panose="02020603050405020304" pitchFamily="18" charset="0"/>
              </a:rPr>
              <a:t> </a:t>
            </a:r>
            <a:r>
              <a:rPr lang="en-US" altLang="zh-CN" sz="1800" b="1" i="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mktable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nil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( 0,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en-US" altLang="zh-CN" sz="1800" b="1" i="1" dirty="0">
                <a:solidFill>
                  <a:schemeClr val="tx1"/>
                </a:solidFill>
                <a:ea typeface="楷体_GB2312" pitchFamily="49" charset="-122"/>
                <a:cs typeface="Times New Roman" panose="02020603050405020304" pitchFamily="18" charset="0"/>
              </a:rPr>
              <a:t>D</a:t>
            </a:r>
            <a:r>
              <a:rPr lang="en-US" altLang="zh-CN" sz="1800" b="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1 </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2</a:t>
            </a:r>
            <a:endParaRPr lang="en-US" altLang="zh-CN" sz="1800" b="1" i="1" dirty="0">
              <a:solidFill>
                <a:schemeClr val="tx1"/>
              </a:solidFill>
              <a:ea typeface="楷体_GB2312" pitchFamily="49" charset="-122"/>
              <a:cs typeface="Times New Roman" panose="02020603050405020304" pitchFamily="18" charset="0"/>
            </a:endParaRPr>
          </a:p>
          <a:p>
            <a:pPr algn="just" eaLnBrk="1" hangingPunct="1">
              <a:lnSpc>
                <a:spcPts val="1800"/>
              </a:lnSpc>
              <a:spcBef>
                <a:spcPct val="12000"/>
              </a:spcBef>
              <a:buFont typeface="Wingdings" panose="05000000000000000000" pitchFamily="2" charset="2"/>
              <a:buNone/>
              <a:defRPr/>
            </a:pPr>
            <a:r>
              <a:rPr lang="en-US" altLang="zh-CN" sz="1800" b="1" i="1" dirty="0" err="1">
                <a:solidFill>
                  <a:schemeClr val="tx1"/>
                </a:solidFill>
                <a:ea typeface="楷体_GB2312" pitchFamily="49" charset="-122"/>
                <a:cs typeface="Times New Roman" panose="02020603050405020304" pitchFamily="18" charset="0"/>
              </a:rPr>
              <a:t>D</a:t>
            </a:r>
            <a:r>
              <a:rPr lang="en-US" altLang="zh-CN" sz="1800" b="1" i="1" baseline="-30000" dirty="0" err="1">
                <a:solidFill>
                  <a:schemeClr val="tx1"/>
                </a:solidFill>
                <a:ea typeface="楷体_GB2312" pitchFamily="49" charset="-122"/>
                <a:cs typeface="Times New Roman" panose="02020603050405020304" pitchFamily="18" charset="0"/>
              </a:rPr>
              <a:t>p</a:t>
            </a:r>
            <a:r>
              <a:rPr lang="en-US" altLang="zh-CN" sz="1800" b="1" i="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proc id ; </a:t>
            </a:r>
            <a:r>
              <a:rPr lang="en-US" altLang="zh-CN" sz="1800" b="1" i="1" dirty="0">
                <a:solidFill>
                  <a:srgbClr val="FF0000"/>
                </a:solidFill>
                <a:ea typeface="楷体_GB2312" pitchFamily="49" charset="-122"/>
                <a:cs typeface="Times New Roman" panose="02020603050405020304" pitchFamily="18" charset="0"/>
              </a:rPr>
              <a:t>N</a:t>
            </a:r>
            <a:r>
              <a:rPr lang="en-US" altLang="zh-CN" sz="1800" b="1" i="1" dirty="0">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1</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S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 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err="1">
                <a:solidFill>
                  <a:srgbClr val="0000FF"/>
                </a:solidFill>
                <a:ea typeface="楷体_GB2312" pitchFamily="49" charset="-122"/>
                <a:cs typeface="Times New Roman" panose="02020603050405020304" pitchFamily="18" charset="0"/>
              </a:rPr>
              <a:t>addwidth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err="1">
                <a:solidFill>
                  <a:srgbClr val="0000FF"/>
                </a:solidFill>
                <a:ea typeface="楷体_GB2312" pitchFamily="49" charset="-122"/>
                <a:cs typeface="Times New Roman" panose="02020603050405020304" pitchFamily="18" charset="0"/>
              </a:rPr>
              <a:t>enterproc</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i="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err="1">
                <a:solidFill>
                  <a:schemeClr val="tx2">
                    <a:lumMod val="60000"/>
                    <a:lumOff val="40000"/>
                  </a:schemeClr>
                </a:solidFill>
                <a:ea typeface="楷体_GB2312" pitchFamily="49" charset="-122"/>
                <a:cs typeface="Times New Roman" panose="02020603050405020304" pitchFamily="18" charset="0"/>
              </a:rPr>
              <a:t>id.</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lexeme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en-US" altLang="zh-CN" sz="1800" b="1" i="1" dirty="0" err="1">
                <a:solidFill>
                  <a:schemeClr val="tx1"/>
                </a:solidFill>
                <a:ea typeface="楷体_GB2312" pitchFamily="49" charset="-122"/>
                <a:cs typeface="Times New Roman" panose="02020603050405020304" pitchFamily="18" charset="0"/>
              </a:rPr>
              <a:t>D</a:t>
            </a:r>
            <a:r>
              <a:rPr lang="en-US" altLang="zh-CN" sz="1800" b="1" i="1" baseline="-30000" dirty="0" err="1">
                <a:solidFill>
                  <a:schemeClr val="tx1"/>
                </a:solidFill>
                <a:ea typeface="楷体_GB2312" pitchFamily="49" charset="-122"/>
                <a:cs typeface="Times New Roman" panose="02020603050405020304" pitchFamily="18" charset="0"/>
              </a:rPr>
              <a:t>v</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1"/>
                </a:solidFill>
                <a:ea typeface="楷体_GB2312" pitchFamily="49" charset="-122"/>
                <a:cs typeface="Times New Roman" panose="02020603050405020304" pitchFamily="18" charset="0"/>
              </a:rPr>
              <a:t>id: </a:t>
            </a:r>
            <a:r>
              <a:rPr lang="en-US" altLang="zh-CN" sz="1800" b="1" i="1" dirty="0">
                <a:solidFill>
                  <a:schemeClr val="tx1"/>
                </a:solidFill>
                <a:ea typeface="楷体_GB2312" pitchFamily="49" charset="-122"/>
                <a:cs typeface="Times New Roman" panose="02020603050405020304" pitchFamily="18" charset="0"/>
              </a:rPr>
              <a:t>T</a:t>
            </a:r>
            <a:r>
              <a:rPr lang="en-US" altLang="zh-CN" sz="1800" b="1" dirty="0">
                <a:solidFill>
                  <a:schemeClr val="tx1"/>
                </a:solidFill>
                <a:ea typeface="楷体_GB2312" pitchFamily="49" charset="-122"/>
                <a:cs typeface="Times New Roman" panose="02020603050405020304" pitchFamily="18" charset="0"/>
              </a:rPr>
              <a:t> ;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rgbClr val="0000FF"/>
                </a:solidFill>
                <a:ea typeface="楷体_GB2312" pitchFamily="49" charset="-122"/>
                <a:cs typeface="Times New Roman" panose="02020603050405020304" pitchFamily="18" charset="0"/>
              </a:rPr>
              <a:t>enter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err="1">
                <a:solidFill>
                  <a:schemeClr val="tx2">
                    <a:lumMod val="60000"/>
                    <a:lumOff val="40000"/>
                  </a:schemeClr>
                </a:solidFill>
                <a:ea typeface="楷体_GB2312" pitchFamily="49" charset="-122"/>
                <a:cs typeface="Times New Roman" panose="02020603050405020304" pitchFamily="18" charset="0"/>
              </a:rPr>
              <a:t>id.</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lexeme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T.type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zh-CN" altLang="en-US"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i="1" dirty="0">
                <a:solidFill>
                  <a:srgbClr val="FF0000"/>
                </a:solidFill>
                <a:ea typeface="楷体_GB2312" pitchFamily="49" charset="-122"/>
                <a:cs typeface="Times New Roman" panose="02020603050405020304" pitchFamily="18" charset="0"/>
              </a:rPr>
              <a:t>N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rgbClr val="FF0000"/>
                </a:solidFill>
                <a:ea typeface="楷体_GB2312" pitchFamily="49" charset="-122"/>
                <a:cs typeface="Times New Roman" panose="02020603050405020304" pitchFamily="18" charset="0"/>
              </a:rPr>
              <a:t>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 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mktable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( 0,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 </a:t>
            </a:r>
            <a:endParaRPr lang="zh-CN" altLang="en-US" sz="1800" b="1" dirty="0">
              <a:solidFill>
                <a:schemeClr val="tx2">
                  <a:lumMod val="60000"/>
                  <a:lumOff val="40000"/>
                </a:schemeClr>
              </a:solidFill>
              <a:ea typeface="楷体_GB2312" pitchFamily="49" charset="-122"/>
              <a:cs typeface="Times New Roman" panose="02020603050405020304" pitchFamily="18" charset="0"/>
            </a:endParaRPr>
          </a:p>
        </p:txBody>
      </p:sp>
      <p:sp>
        <p:nvSpPr>
          <p:cNvPr id="140292" name="Rectangle 2"/>
          <p:cNvSpPr>
            <a:spLocks noGrp="1" noChangeArrowheads="1"/>
          </p:cNvSpPr>
          <p:nvPr>
            <p:ph type="title"/>
          </p:nvPr>
        </p:nvSpPr>
        <p:spPr>
          <a:xfrm>
            <a:off x="755650" y="268288"/>
            <a:ext cx="7931150" cy="358775"/>
          </a:xfrm>
        </p:spPr>
        <p:txBody>
          <a:bodyPr/>
          <a:lstStyle/>
          <a:p>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3000" i="1">
              <a:solidFill>
                <a:schemeClr val="tx1"/>
              </a:solidFill>
              <a:ea typeface="楷体_GB2312" pitchFamily="49" charset="-122"/>
              <a:cs typeface="Times New Roman" panose="02020603050405020304" pitchFamily="18" charset="0"/>
            </a:endParaRPr>
          </a:p>
        </p:txBody>
      </p:sp>
      <p:sp>
        <p:nvSpPr>
          <p:cNvPr id="63" name="Line 103"/>
          <p:cNvSpPr>
            <a:spLocks noChangeShapeType="1"/>
          </p:cNvSpPr>
          <p:nvPr/>
        </p:nvSpPr>
        <p:spPr bwMode="auto">
          <a:xfrm flipH="1" flipV="1">
            <a:off x="6761163" y="2449513"/>
            <a:ext cx="269875"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grpSp>
        <p:nvGrpSpPr>
          <p:cNvPr id="140294" name="组合 180241"/>
          <p:cNvGrpSpPr>
            <a:grpSpLocks/>
          </p:cNvGrpSpPr>
          <p:nvPr/>
        </p:nvGrpSpPr>
        <p:grpSpPr bwMode="auto">
          <a:xfrm>
            <a:off x="6678613" y="-92075"/>
            <a:ext cx="2238375" cy="1449388"/>
            <a:chOff x="6678686" y="-92546"/>
            <a:chExt cx="2238896" cy="1449933"/>
          </a:xfrm>
        </p:grpSpPr>
        <p:sp>
          <p:nvSpPr>
            <p:cNvPr id="140423" name="Rectangle 15"/>
            <p:cNvSpPr>
              <a:spLocks noChangeArrowheads="1"/>
            </p:cNvSpPr>
            <p:nvPr/>
          </p:nvSpPr>
          <p:spPr bwMode="auto">
            <a:xfrm>
              <a:off x="7488832" y="-92546"/>
              <a:ext cx="1428750" cy="428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readarrary</a:t>
              </a:r>
            </a:p>
          </p:txBody>
        </p:sp>
        <p:sp>
          <p:nvSpPr>
            <p:cNvPr id="140424" name="Line 17"/>
            <p:cNvSpPr>
              <a:spLocks noChangeShapeType="1"/>
            </p:cNvSpPr>
            <p:nvPr/>
          </p:nvSpPr>
          <p:spPr bwMode="auto">
            <a:xfrm>
              <a:off x="7491461" y="283691"/>
              <a:ext cx="0" cy="5921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25" name="Line 18"/>
            <p:cNvSpPr>
              <a:spLocks noChangeShapeType="1"/>
            </p:cNvSpPr>
            <p:nvPr/>
          </p:nvSpPr>
          <p:spPr bwMode="auto">
            <a:xfrm>
              <a:off x="8783141" y="283691"/>
              <a:ext cx="0" cy="59452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26" name="Line 20"/>
            <p:cNvSpPr>
              <a:spLocks noChangeShapeType="1"/>
            </p:cNvSpPr>
            <p:nvPr/>
          </p:nvSpPr>
          <p:spPr bwMode="auto">
            <a:xfrm flipV="1">
              <a:off x="7493048" y="577380"/>
              <a:ext cx="128587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27" name="Rectangle 21"/>
            <p:cNvSpPr>
              <a:spLocks noChangeArrowheads="1"/>
            </p:cNvSpPr>
            <p:nvPr/>
          </p:nvSpPr>
          <p:spPr bwMode="auto">
            <a:xfrm>
              <a:off x="7735936" y="210840"/>
              <a:ext cx="1119212"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2100" i="1">
                <a:solidFill>
                  <a:srgbClr val="000000"/>
                </a:solidFill>
                <a:ea typeface="宋体" panose="02010600030101010101" pitchFamily="2" charset="-122"/>
                <a:cs typeface="Times New Roman" panose="02020603050405020304" pitchFamily="18" charset="0"/>
              </a:endParaRPr>
            </a:p>
          </p:txBody>
        </p:sp>
        <p:sp>
          <p:nvSpPr>
            <p:cNvPr id="140428" name="Line 22"/>
            <p:cNvSpPr>
              <a:spLocks noChangeShapeType="1"/>
            </p:cNvSpPr>
            <p:nvPr/>
          </p:nvSpPr>
          <p:spPr bwMode="auto">
            <a:xfrm>
              <a:off x="7477485" y="283691"/>
              <a:ext cx="131153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29" name="Line 24"/>
            <p:cNvSpPr>
              <a:spLocks noChangeShapeType="1"/>
            </p:cNvSpPr>
            <p:nvPr/>
          </p:nvSpPr>
          <p:spPr bwMode="auto">
            <a:xfrm flipH="1">
              <a:off x="7775028" y="286867"/>
              <a:ext cx="0" cy="60325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30" name="Line 18"/>
            <p:cNvSpPr>
              <a:spLocks noChangeShapeType="1"/>
            </p:cNvSpPr>
            <p:nvPr/>
          </p:nvSpPr>
          <p:spPr bwMode="auto">
            <a:xfrm>
              <a:off x="8495109" y="286345"/>
              <a:ext cx="0" cy="594961"/>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31" name="Line 103"/>
            <p:cNvSpPr>
              <a:spLocks noChangeShapeType="1"/>
            </p:cNvSpPr>
            <p:nvPr/>
          </p:nvSpPr>
          <p:spPr bwMode="auto">
            <a:xfrm flipH="1" flipV="1">
              <a:off x="6678686" y="480117"/>
              <a:ext cx="96852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32" name="Line 51"/>
            <p:cNvSpPr>
              <a:spLocks noChangeShapeType="1"/>
            </p:cNvSpPr>
            <p:nvPr/>
          </p:nvSpPr>
          <p:spPr bwMode="auto">
            <a:xfrm>
              <a:off x="6684144" y="480116"/>
              <a:ext cx="12946" cy="877271"/>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94" name="Rectangle 3"/>
          <p:cNvSpPr txBox="1">
            <a:spLocks noChangeArrowheads="1"/>
          </p:cNvSpPr>
          <p:nvPr/>
        </p:nvSpPr>
        <p:spPr bwMode="auto">
          <a:xfrm>
            <a:off x="1296988" y="71438"/>
            <a:ext cx="2482850" cy="2390775"/>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just" eaLnBrk="1" hangingPunct="1">
              <a:lnSpc>
                <a:spcPts val="1400"/>
              </a:lnSpc>
              <a:spcBef>
                <a:spcPct val="12000"/>
              </a:spcBef>
              <a:buClr>
                <a:srgbClr val="3333CC"/>
              </a:buClr>
              <a:buFont typeface="Wingdings" panose="05000000000000000000" pitchFamily="2" charset="2"/>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prstClr val="black"/>
                </a:solidFill>
                <a:latin typeface="Times New Roman" panose="02020603050405020304" pitchFamily="18" charset="0"/>
              </a:rPr>
              <a:t>     {…}</a:t>
            </a:r>
          </a:p>
        </p:txBody>
      </p:sp>
      <p:grpSp>
        <p:nvGrpSpPr>
          <p:cNvPr id="140296" name="组合 5"/>
          <p:cNvGrpSpPr>
            <a:grpSpLocks/>
          </p:cNvGrpSpPr>
          <p:nvPr/>
        </p:nvGrpSpPr>
        <p:grpSpPr bwMode="auto">
          <a:xfrm>
            <a:off x="5070475" y="79375"/>
            <a:ext cx="1517650" cy="969963"/>
            <a:chOff x="5069755" y="79300"/>
            <a:chExt cx="1518468" cy="970576"/>
          </a:xfrm>
        </p:grpSpPr>
        <p:sp>
          <p:nvSpPr>
            <p:cNvPr id="140414" name="Rectangle 78"/>
            <p:cNvSpPr>
              <a:spLocks noChangeArrowheads="1"/>
            </p:cNvSpPr>
            <p:nvPr/>
          </p:nvSpPr>
          <p:spPr bwMode="auto">
            <a:xfrm>
              <a:off x="5573811" y="79300"/>
              <a:ext cx="1014412"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r>
                <a:rPr lang="zh-CN" altLang="en-US" sz="2100" i="1">
                  <a:solidFill>
                    <a:srgbClr val="000000"/>
                  </a:solidFill>
                  <a:ea typeface="宋体" panose="02010600030101010101" pitchFamily="2" charset="-122"/>
                  <a:cs typeface="Times New Roman" panose="02020603050405020304" pitchFamily="18" charset="0"/>
                </a:rPr>
                <a:t> </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40415" name="Line 30"/>
            <p:cNvSpPr>
              <a:spLocks noChangeShapeType="1"/>
            </p:cNvSpPr>
            <p:nvPr/>
          </p:nvSpPr>
          <p:spPr bwMode="auto">
            <a:xfrm>
              <a:off x="5175270" y="149876"/>
              <a:ext cx="0" cy="9000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16" name="Line 37"/>
            <p:cNvSpPr>
              <a:spLocks noChangeShapeType="1"/>
            </p:cNvSpPr>
            <p:nvPr/>
          </p:nvSpPr>
          <p:spPr bwMode="auto">
            <a:xfrm flipV="1">
              <a:off x="5166098" y="452784"/>
              <a:ext cx="141582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17" name="Rectangle 39"/>
            <p:cNvSpPr>
              <a:spLocks noChangeArrowheads="1"/>
            </p:cNvSpPr>
            <p:nvPr/>
          </p:nvSpPr>
          <p:spPr bwMode="auto">
            <a:xfrm>
              <a:off x="5069755" y="112637"/>
              <a:ext cx="515938"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800" i="1">
                  <a:solidFill>
                    <a:srgbClr val="000000"/>
                  </a:solidFill>
                  <a:ea typeface="宋体" panose="02010600030101010101" pitchFamily="2" charset="-122"/>
                  <a:cs typeface="Times New Roman" panose="02020603050405020304" pitchFamily="18" charset="0"/>
                </a:rPr>
                <a:t>nil</a:t>
              </a:r>
              <a:endParaRPr lang="zh-CN" altLang="en-US" sz="1800" i="1">
                <a:solidFill>
                  <a:srgbClr val="000000"/>
                </a:solidFill>
                <a:ea typeface="宋体" panose="02010600030101010101" pitchFamily="2" charset="-122"/>
                <a:cs typeface="Times New Roman" panose="02020603050405020304" pitchFamily="18" charset="0"/>
              </a:endParaRPr>
            </a:p>
          </p:txBody>
        </p:sp>
        <p:sp>
          <p:nvSpPr>
            <p:cNvPr id="140418" name="Line 41"/>
            <p:cNvSpPr>
              <a:spLocks noChangeShapeType="1"/>
            </p:cNvSpPr>
            <p:nvPr/>
          </p:nvSpPr>
          <p:spPr bwMode="auto">
            <a:xfrm>
              <a:off x="5175621" y="165025"/>
              <a:ext cx="1406301"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0419" name="Line 42"/>
            <p:cNvSpPr>
              <a:spLocks noChangeShapeType="1"/>
            </p:cNvSpPr>
            <p:nvPr/>
          </p:nvSpPr>
          <p:spPr bwMode="auto">
            <a:xfrm>
              <a:off x="5573811" y="180900"/>
              <a:ext cx="0" cy="2825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20" name="Line 43"/>
            <p:cNvSpPr>
              <a:spLocks noChangeShapeType="1"/>
            </p:cNvSpPr>
            <p:nvPr/>
          </p:nvSpPr>
          <p:spPr bwMode="auto">
            <a:xfrm>
              <a:off x="5573811" y="471412"/>
              <a:ext cx="0" cy="57626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21" name="Line 44"/>
            <p:cNvSpPr>
              <a:spLocks noChangeShapeType="1"/>
            </p:cNvSpPr>
            <p:nvPr/>
          </p:nvSpPr>
          <p:spPr bwMode="auto">
            <a:xfrm>
              <a:off x="6318882" y="161552"/>
              <a:ext cx="0" cy="8667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22" name="Line 44"/>
            <p:cNvSpPr>
              <a:spLocks noChangeShapeType="1"/>
            </p:cNvSpPr>
            <p:nvPr/>
          </p:nvSpPr>
          <p:spPr bwMode="auto">
            <a:xfrm>
              <a:off x="6581923" y="164231"/>
              <a:ext cx="0" cy="8667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grpSp>
        <p:nvGrpSpPr>
          <p:cNvPr id="140297" name="组合 180235"/>
          <p:cNvGrpSpPr>
            <a:grpSpLocks/>
          </p:cNvGrpSpPr>
          <p:nvPr/>
        </p:nvGrpSpPr>
        <p:grpSpPr bwMode="auto">
          <a:xfrm>
            <a:off x="3816350" y="-14288"/>
            <a:ext cx="1331913" cy="1649413"/>
            <a:chOff x="3816350" y="-15044"/>
            <a:chExt cx="1331714" cy="1649918"/>
          </a:xfrm>
        </p:grpSpPr>
        <p:sp>
          <p:nvSpPr>
            <p:cNvPr id="140406" name="Line 16"/>
            <p:cNvSpPr>
              <a:spLocks noChangeShapeType="1"/>
            </p:cNvSpPr>
            <p:nvPr/>
          </p:nvSpPr>
          <p:spPr bwMode="auto">
            <a:xfrm>
              <a:off x="3908022" y="337887"/>
              <a:ext cx="0" cy="12969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07" name="Line 18"/>
            <p:cNvSpPr>
              <a:spLocks noChangeShapeType="1"/>
            </p:cNvSpPr>
            <p:nvPr/>
          </p:nvSpPr>
          <p:spPr bwMode="auto">
            <a:xfrm flipH="1" flipV="1">
              <a:off x="4355976" y="337887"/>
              <a:ext cx="0" cy="12969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08" name="Line 19"/>
            <p:cNvSpPr>
              <a:spLocks noChangeShapeType="1"/>
            </p:cNvSpPr>
            <p:nvPr/>
          </p:nvSpPr>
          <p:spPr bwMode="auto">
            <a:xfrm>
              <a:off x="4484086" y="337887"/>
              <a:ext cx="0" cy="12954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09" name="Line 20"/>
            <p:cNvSpPr>
              <a:spLocks noChangeShapeType="1"/>
            </p:cNvSpPr>
            <p:nvPr/>
          </p:nvSpPr>
          <p:spPr bwMode="auto">
            <a:xfrm>
              <a:off x="4491924" y="339502"/>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10" name="Line 21"/>
            <p:cNvSpPr>
              <a:spLocks noChangeShapeType="1"/>
            </p:cNvSpPr>
            <p:nvPr/>
          </p:nvSpPr>
          <p:spPr bwMode="auto">
            <a:xfrm flipH="1" flipV="1">
              <a:off x="4771399" y="337887"/>
              <a:ext cx="0" cy="12954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411" name="Text Box 22"/>
            <p:cNvSpPr txBox="1">
              <a:spLocks noChangeArrowheads="1"/>
            </p:cNvSpPr>
            <p:nvPr/>
          </p:nvSpPr>
          <p:spPr bwMode="auto">
            <a:xfrm>
              <a:off x="3816350" y="-15044"/>
              <a:ext cx="7556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eaLnBrk="1" hangingPunct="1">
                <a:spcBef>
                  <a:spcPct val="50000"/>
                </a:spcBef>
              </a:pPr>
              <a:r>
                <a:rPr lang="en-US" altLang="zh-CN" sz="1800" b="0" i="1">
                  <a:solidFill>
                    <a:srgbClr val="000000"/>
                  </a:solidFill>
                  <a:ea typeface="宋体" panose="02010600030101010101" pitchFamily="2" charset="-122"/>
                  <a:cs typeface="Times New Roman" panose="02020603050405020304" pitchFamily="18" charset="0"/>
                </a:rPr>
                <a:t>offset</a:t>
              </a:r>
            </a:p>
          </p:txBody>
        </p:sp>
        <p:sp>
          <p:nvSpPr>
            <p:cNvPr id="140412" name="Text Box 26"/>
            <p:cNvSpPr txBox="1">
              <a:spLocks noChangeArrowheads="1"/>
            </p:cNvSpPr>
            <p:nvPr/>
          </p:nvSpPr>
          <p:spPr bwMode="auto">
            <a:xfrm>
              <a:off x="4390827" y="-3398"/>
              <a:ext cx="757237"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eaLnBrk="1" hangingPunct="1">
                <a:spcBef>
                  <a:spcPct val="50000"/>
                </a:spcBef>
              </a:pPr>
              <a:r>
                <a:rPr lang="en-US" altLang="zh-CN" sz="1800" b="0" i="1">
                  <a:solidFill>
                    <a:srgbClr val="000000"/>
                  </a:solidFill>
                  <a:ea typeface="宋体" panose="02010600030101010101" pitchFamily="2" charset="-122"/>
                  <a:cs typeface="Times New Roman" panose="02020603050405020304" pitchFamily="18" charset="0"/>
                </a:rPr>
                <a:t>tblptr</a:t>
              </a:r>
            </a:p>
          </p:txBody>
        </p:sp>
        <p:sp>
          <p:nvSpPr>
            <p:cNvPr id="140413" name="Line 20"/>
            <p:cNvSpPr>
              <a:spLocks noChangeShapeType="1"/>
            </p:cNvSpPr>
            <p:nvPr/>
          </p:nvSpPr>
          <p:spPr bwMode="auto">
            <a:xfrm flipV="1">
              <a:off x="3908022" y="334865"/>
              <a:ext cx="434883" cy="46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0298" name="Line 20"/>
          <p:cNvSpPr>
            <a:spLocks noChangeShapeType="1"/>
          </p:cNvSpPr>
          <p:nvPr/>
        </p:nvSpPr>
        <p:spPr bwMode="auto">
          <a:xfrm flipV="1">
            <a:off x="1296988" y="268288"/>
            <a:ext cx="142557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299" name="Line 20"/>
          <p:cNvSpPr>
            <a:spLocks noChangeShapeType="1"/>
          </p:cNvSpPr>
          <p:nvPr/>
        </p:nvSpPr>
        <p:spPr bwMode="auto">
          <a:xfrm flipV="1">
            <a:off x="1633538" y="523875"/>
            <a:ext cx="1136650"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0300" name="组合 180224"/>
          <p:cNvGrpSpPr>
            <a:grpSpLocks/>
          </p:cNvGrpSpPr>
          <p:nvPr/>
        </p:nvGrpSpPr>
        <p:grpSpPr bwMode="auto">
          <a:xfrm>
            <a:off x="4881563" y="1639888"/>
            <a:ext cx="2038350" cy="361950"/>
            <a:chOff x="4880918" y="1639665"/>
            <a:chExt cx="2038349" cy="361950"/>
          </a:xfrm>
        </p:grpSpPr>
        <p:sp>
          <p:nvSpPr>
            <p:cNvPr id="140404" name="Rectangle 25"/>
            <p:cNvSpPr>
              <a:spLocks noChangeArrowheads="1"/>
            </p:cNvSpPr>
            <p:nvPr/>
          </p:nvSpPr>
          <p:spPr bwMode="auto">
            <a:xfrm>
              <a:off x="4880918" y="1639665"/>
              <a:ext cx="2038349"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a                </a:t>
              </a:r>
              <a:r>
                <a:rPr lang="en-US" altLang="zh-CN" sz="1800">
                  <a:solidFill>
                    <a:srgbClr val="000000"/>
                  </a:solidFill>
                  <a:ea typeface="宋体" panose="02010600030101010101" pitchFamily="2" charset="-122"/>
                  <a:cs typeface="Times New Roman" panose="02020603050405020304" pitchFamily="18" charset="0"/>
                </a:rPr>
                <a:t>array  0</a:t>
              </a:r>
            </a:p>
          </p:txBody>
        </p:sp>
        <p:sp>
          <p:nvSpPr>
            <p:cNvPr id="140405" name="Line 8"/>
            <p:cNvSpPr>
              <a:spLocks noChangeShapeType="1"/>
            </p:cNvSpPr>
            <p:nvPr/>
          </p:nvSpPr>
          <p:spPr bwMode="auto">
            <a:xfrm>
              <a:off x="4898381" y="1990502"/>
              <a:ext cx="2020886" cy="158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0301" name="Line 20"/>
          <p:cNvSpPr>
            <a:spLocks noChangeShapeType="1"/>
          </p:cNvSpPr>
          <p:nvPr/>
        </p:nvSpPr>
        <p:spPr bwMode="auto">
          <a:xfrm>
            <a:off x="2982913" y="555625"/>
            <a:ext cx="37782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0302" name="组合 180236"/>
          <p:cNvGrpSpPr>
            <a:grpSpLocks/>
          </p:cNvGrpSpPr>
          <p:nvPr/>
        </p:nvGrpSpPr>
        <p:grpSpPr bwMode="auto">
          <a:xfrm>
            <a:off x="3913188" y="311150"/>
            <a:ext cx="1266825" cy="315913"/>
            <a:chOff x="3913756" y="310816"/>
            <a:chExt cx="1266106" cy="316804"/>
          </a:xfrm>
        </p:grpSpPr>
        <p:sp>
          <p:nvSpPr>
            <p:cNvPr id="140401" name="Line 20"/>
            <p:cNvSpPr>
              <a:spLocks noChangeShapeType="1"/>
            </p:cNvSpPr>
            <p:nvPr/>
          </p:nvSpPr>
          <p:spPr bwMode="auto">
            <a:xfrm>
              <a:off x="4499992" y="620241"/>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24" name="直接箭头连接符 123"/>
            <p:cNvCxnSpPr/>
            <p:nvPr/>
          </p:nvCxnSpPr>
          <p:spPr>
            <a:xfrm flipV="1">
              <a:off x="4616619" y="310816"/>
              <a:ext cx="563243" cy="165566"/>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51" name="矩形 150"/>
            <p:cNvSpPr/>
            <p:nvPr/>
          </p:nvSpPr>
          <p:spPr>
            <a:xfrm>
              <a:off x="3913756" y="334696"/>
              <a:ext cx="439487" cy="292924"/>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grpSp>
        <p:nvGrpSpPr>
          <p:cNvPr id="140303" name="组合 180238"/>
          <p:cNvGrpSpPr>
            <a:grpSpLocks/>
          </p:cNvGrpSpPr>
          <p:nvPr/>
        </p:nvGrpSpPr>
        <p:grpSpPr bwMode="auto">
          <a:xfrm>
            <a:off x="3908425" y="636588"/>
            <a:ext cx="990600" cy="769937"/>
            <a:chOff x="3907724" y="637094"/>
            <a:chExt cx="990625" cy="769481"/>
          </a:xfrm>
        </p:grpSpPr>
        <p:sp>
          <p:nvSpPr>
            <p:cNvPr id="140398" name="Line 20"/>
            <p:cNvSpPr>
              <a:spLocks noChangeShapeType="1"/>
            </p:cNvSpPr>
            <p:nvPr/>
          </p:nvSpPr>
          <p:spPr bwMode="auto">
            <a:xfrm>
              <a:off x="4499992" y="926397"/>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33" name="直接箭头连接符 132"/>
            <p:cNvCxnSpPr/>
            <p:nvPr/>
          </p:nvCxnSpPr>
          <p:spPr>
            <a:xfrm>
              <a:off x="4617355" y="771951"/>
              <a:ext cx="280994" cy="634624"/>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53" name="矩形 152"/>
            <p:cNvSpPr/>
            <p:nvPr/>
          </p:nvSpPr>
          <p:spPr>
            <a:xfrm>
              <a:off x="3907724" y="637094"/>
              <a:ext cx="439749" cy="29192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sp>
        <p:nvSpPr>
          <p:cNvPr id="180232" name="矩形 180231"/>
          <p:cNvSpPr/>
          <p:nvPr/>
        </p:nvSpPr>
        <p:spPr>
          <a:xfrm>
            <a:off x="3913505" y="621808"/>
            <a:ext cx="439737" cy="293688"/>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40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0305" name="组合 180240"/>
          <p:cNvGrpSpPr>
            <a:grpSpLocks/>
          </p:cNvGrpSpPr>
          <p:nvPr/>
        </p:nvGrpSpPr>
        <p:grpSpPr bwMode="auto">
          <a:xfrm>
            <a:off x="4891952" y="1943100"/>
            <a:ext cx="2077175" cy="363538"/>
            <a:chOff x="4892351" y="1942382"/>
            <a:chExt cx="2076179" cy="363537"/>
          </a:xfrm>
        </p:grpSpPr>
        <p:sp>
          <p:nvSpPr>
            <p:cNvPr id="140396" name="Line 7"/>
            <p:cNvSpPr>
              <a:spLocks noChangeShapeType="1"/>
            </p:cNvSpPr>
            <p:nvPr/>
          </p:nvSpPr>
          <p:spPr bwMode="auto">
            <a:xfrm flipV="1">
              <a:off x="4892351" y="2282602"/>
              <a:ext cx="200310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0397" name="Rectangle 26"/>
            <p:cNvSpPr>
              <a:spLocks noChangeArrowheads="1"/>
            </p:cNvSpPr>
            <p:nvPr/>
          </p:nvSpPr>
          <p:spPr bwMode="auto">
            <a:xfrm>
              <a:off x="4897836" y="1942382"/>
              <a:ext cx="2070694"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x                 </a:t>
              </a:r>
              <a:r>
                <a:rPr lang="en-US" altLang="zh-CN" sz="1800">
                  <a:solidFill>
                    <a:srgbClr val="000000"/>
                  </a:solidFill>
                  <a:ea typeface="宋体" panose="02010600030101010101" pitchFamily="2" charset="-122"/>
                  <a:cs typeface="Times New Roman" panose="02020603050405020304" pitchFamily="18" charset="0"/>
                </a:rPr>
                <a:t>int     44</a:t>
              </a:r>
            </a:p>
          </p:txBody>
        </p:sp>
      </p:grpSp>
      <p:sp>
        <p:nvSpPr>
          <p:cNvPr id="140306" name="Line 20"/>
          <p:cNvSpPr>
            <a:spLocks noChangeShapeType="1"/>
          </p:cNvSpPr>
          <p:nvPr/>
        </p:nvSpPr>
        <p:spPr bwMode="auto">
          <a:xfrm>
            <a:off x="1633538" y="700088"/>
            <a:ext cx="14271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07" name="Line 20"/>
          <p:cNvSpPr>
            <a:spLocks noChangeShapeType="1"/>
          </p:cNvSpPr>
          <p:nvPr/>
        </p:nvSpPr>
        <p:spPr bwMode="auto">
          <a:xfrm flipV="1">
            <a:off x="1785938" y="922338"/>
            <a:ext cx="842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0308" name="组合 180243"/>
          <p:cNvGrpSpPr>
            <a:grpSpLocks/>
          </p:cNvGrpSpPr>
          <p:nvPr/>
        </p:nvGrpSpPr>
        <p:grpSpPr bwMode="auto">
          <a:xfrm>
            <a:off x="7477834" y="539750"/>
            <a:ext cx="1310615" cy="361950"/>
            <a:chOff x="7477890" y="539279"/>
            <a:chExt cx="1310251" cy="361950"/>
          </a:xfrm>
        </p:grpSpPr>
        <p:sp>
          <p:nvSpPr>
            <p:cNvPr id="140394" name="Line 19"/>
            <p:cNvSpPr>
              <a:spLocks noChangeShapeType="1"/>
            </p:cNvSpPr>
            <p:nvPr/>
          </p:nvSpPr>
          <p:spPr bwMode="auto">
            <a:xfrm flipV="1">
              <a:off x="7477890" y="875829"/>
              <a:ext cx="1310251"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0395" name="Rectangle 40"/>
            <p:cNvSpPr>
              <a:spLocks noChangeArrowheads="1"/>
            </p:cNvSpPr>
            <p:nvPr/>
          </p:nvSpPr>
          <p:spPr bwMode="auto">
            <a:xfrm>
              <a:off x="7523211" y="539279"/>
              <a:ext cx="1220442"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i      </a:t>
              </a:r>
              <a:r>
                <a:rPr lang="en-US" altLang="zh-CN" sz="1800">
                  <a:solidFill>
                    <a:srgbClr val="000000"/>
                  </a:solidFill>
                  <a:ea typeface="宋体" panose="02010600030101010101" pitchFamily="2" charset="-122"/>
                  <a:cs typeface="Times New Roman" panose="02020603050405020304" pitchFamily="18" charset="0"/>
                </a:rPr>
                <a:t>int     0</a:t>
              </a:r>
            </a:p>
          </p:txBody>
        </p:sp>
      </p:grpSp>
      <p:sp>
        <p:nvSpPr>
          <p:cNvPr id="140309" name="Line 20"/>
          <p:cNvSpPr>
            <a:spLocks noChangeShapeType="1"/>
          </p:cNvSpPr>
          <p:nvPr/>
        </p:nvSpPr>
        <p:spPr bwMode="auto">
          <a:xfrm flipV="1">
            <a:off x="2773363" y="9159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78" name="矩形 177"/>
          <p:cNvSpPr/>
          <p:nvPr/>
        </p:nvSpPr>
        <p:spPr>
          <a:xfrm>
            <a:off x="8505391" y="286652"/>
            <a:ext cx="271463" cy="292100"/>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4</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0311" name="组合 180244"/>
          <p:cNvGrpSpPr>
            <a:grpSpLocks/>
          </p:cNvGrpSpPr>
          <p:nvPr/>
        </p:nvGrpSpPr>
        <p:grpSpPr bwMode="auto">
          <a:xfrm>
            <a:off x="4862513" y="739775"/>
            <a:ext cx="2640012" cy="1817688"/>
            <a:chOff x="4861992" y="739181"/>
            <a:chExt cx="2640954" cy="1818058"/>
          </a:xfrm>
        </p:grpSpPr>
        <p:sp>
          <p:nvSpPr>
            <p:cNvPr id="84" name="Line 95"/>
            <p:cNvSpPr>
              <a:spLocks noChangeShapeType="1"/>
            </p:cNvSpPr>
            <p:nvPr/>
          </p:nvSpPr>
          <p:spPr bwMode="auto">
            <a:xfrm>
              <a:off x="7018586" y="739181"/>
              <a:ext cx="3176" cy="1722789"/>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86" name="Line 43"/>
            <p:cNvSpPr>
              <a:spLocks noChangeShapeType="1"/>
            </p:cNvSpPr>
            <p:nvPr/>
          </p:nvSpPr>
          <p:spPr bwMode="auto">
            <a:xfrm>
              <a:off x="7031291" y="750296"/>
              <a:ext cx="471655"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140392" name="Line 6"/>
            <p:cNvSpPr>
              <a:spLocks noChangeShapeType="1"/>
            </p:cNvSpPr>
            <p:nvPr/>
          </p:nvSpPr>
          <p:spPr bwMode="auto">
            <a:xfrm flipV="1">
              <a:off x="4874568" y="2557239"/>
              <a:ext cx="202165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93" name="Rectangle 28"/>
            <p:cNvSpPr>
              <a:spLocks noChangeArrowheads="1"/>
            </p:cNvSpPr>
            <p:nvPr/>
          </p:nvSpPr>
          <p:spPr bwMode="auto">
            <a:xfrm>
              <a:off x="4861992" y="2192115"/>
              <a:ext cx="1314450"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readarray</a:t>
              </a:r>
            </a:p>
          </p:txBody>
        </p:sp>
      </p:grpSp>
      <p:sp>
        <p:nvSpPr>
          <p:cNvPr id="140312" name="Line 20"/>
          <p:cNvSpPr>
            <a:spLocks noChangeShapeType="1"/>
          </p:cNvSpPr>
          <p:nvPr/>
        </p:nvSpPr>
        <p:spPr bwMode="auto">
          <a:xfrm>
            <a:off x="1619250" y="1131888"/>
            <a:ext cx="1427163"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0313" name="组合 1"/>
          <p:cNvGrpSpPr>
            <a:grpSpLocks/>
          </p:cNvGrpSpPr>
          <p:nvPr/>
        </p:nvGrpSpPr>
        <p:grpSpPr bwMode="auto">
          <a:xfrm>
            <a:off x="6861175" y="893763"/>
            <a:ext cx="1976438" cy="728229"/>
            <a:chOff x="6861077" y="893664"/>
            <a:chExt cx="1976561" cy="728751"/>
          </a:xfrm>
        </p:grpSpPr>
        <p:sp>
          <p:nvSpPr>
            <p:cNvPr id="140381" name="Rectangle 31"/>
            <p:cNvSpPr>
              <a:spLocks noChangeArrowheads="1"/>
            </p:cNvSpPr>
            <p:nvPr/>
          </p:nvSpPr>
          <p:spPr bwMode="auto">
            <a:xfrm>
              <a:off x="7566050" y="893664"/>
              <a:ext cx="1271588"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exchange</a:t>
              </a:r>
            </a:p>
          </p:txBody>
        </p:sp>
        <p:sp>
          <p:nvSpPr>
            <p:cNvPr id="140382" name="Line 32"/>
            <p:cNvSpPr>
              <a:spLocks noChangeShapeType="1"/>
            </p:cNvSpPr>
            <p:nvPr/>
          </p:nvSpPr>
          <p:spPr bwMode="auto">
            <a:xfrm>
              <a:off x="7486725" y="1298998"/>
              <a:ext cx="0" cy="32341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83" name="Line 33"/>
            <p:cNvSpPr>
              <a:spLocks noChangeShapeType="1"/>
            </p:cNvSpPr>
            <p:nvPr/>
          </p:nvSpPr>
          <p:spPr bwMode="auto">
            <a:xfrm>
              <a:off x="8733419" y="1298998"/>
              <a:ext cx="0" cy="32226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84" name="Line 34"/>
            <p:cNvSpPr>
              <a:spLocks noChangeShapeType="1"/>
            </p:cNvSpPr>
            <p:nvPr/>
          </p:nvSpPr>
          <p:spPr bwMode="auto">
            <a:xfrm>
              <a:off x="7480692" y="1608559"/>
              <a:ext cx="125819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85" name="Rectangle 35"/>
            <p:cNvSpPr>
              <a:spLocks noChangeArrowheads="1"/>
            </p:cNvSpPr>
            <p:nvPr/>
          </p:nvSpPr>
          <p:spPr bwMode="auto">
            <a:xfrm>
              <a:off x="7710066" y="1246610"/>
              <a:ext cx="1078408"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40386" name="Line 36"/>
            <p:cNvSpPr>
              <a:spLocks noChangeShapeType="1"/>
            </p:cNvSpPr>
            <p:nvPr/>
          </p:nvSpPr>
          <p:spPr bwMode="auto">
            <a:xfrm flipV="1">
              <a:off x="7474340" y="1298998"/>
              <a:ext cx="125819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0387" name="Line 37"/>
            <p:cNvSpPr>
              <a:spLocks noChangeShapeType="1"/>
            </p:cNvSpPr>
            <p:nvPr/>
          </p:nvSpPr>
          <p:spPr bwMode="auto">
            <a:xfrm>
              <a:off x="7710066" y="1313285"/>
              <a:ext cx="0" cy="28416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88" name="Line 33"/>
            <p:cNvSpPr>
              <a:spLocks noChangeShapeType="1"/>
            </p:cNvSpPr>
            <p:nvPr/>
          </p:nvSpPr>
          <p:spPr bwMode="auto">
            <a:xfrm>
              <a:off x="8502154" y="1294235"/>
              <a:ext cx="0" cy="32226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89" name="Line 51"/>
            <p:cNvSpPr>
              <a:spLocks noChangeShapeType="1"/>
            </p:cNvSpPr>
            <p:nvPr/>
          </p:nvSpPr>
          <p:spPr bwMode="auto">
            <a:xfrm flipH="1">
              <a:off x="6861077" y="1533301"/>
              <a:ext cx="736822" cy="0"/>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0314" name="Line 20"/>
          <p:cNvSpPr>
            <a:spLocks noChangeShapeType="1"/>
          </p:cNvSpPr>
          <p:nvPr/>
        </p:nvSpPr>
        <p:spPr bwMode="auto">
          <a:xfrm flipV="1">
            <a:off x="3157538" y="11318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 name="矩形 121"/>
          <p:cNvSpPr/>
          <p:nvPr/>
        </p:nvSpPr>
        <p:spPr>
          <a:xfrm>
            <a:off x="8499474" y="1308188"/>
            <a:ext cx="238125" cy="292100"/>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0316" name="组合 3"/>
          <p:cNvGrpSpPr>
            <a:grpSpLocks/>
          </p:cNvGrpSpPr>
          <p:nvPr/>
        </p:nvGrpSpPr>
        <p:grpSpPr bwMode="auto">
          <a:xfrm>
            <a:off x="4862513" y="1423988"/>
            <a:ext cx="2551112" cy="1428750"/>
            <a:chOff x="4861992" y="1423765"/>
            <a:chExt cx="2551631" cy="1428750"/>
          </a:xfrm>
        </p:grpSpPr>
        <p:sp>
          <p:nvSpPr>
            <p:cNvPr id="140376" name="Line 5"/>
            <p:cNvSpPr>
              <a:spLocks noChangeShapeType="1"/>
            </p:cNvSpPr>
            <p:nvPr/>
          </p:nvSpPr>
          <p:spPr bwMode="auto">
            <a:xfrm>
              <a:off x="4887267" y="2846735"/>
              <a:ext cx="20086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77" name="Rectangle 39"/>
            <p:cNvSpPr>
              <a:spLocks noChangeArrowheads="1"/>
            </p:cNvSpPr>
            <p:nvPr/>
          </p:nvSpPr>
          <p:spPr bwMode="auto">
            <a:xfrm>
              <a:off x="4861992" y="2488977"/>
              <a:ext cx="1260475"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exchange</a:t>
              </a:r>
            </a:p>
          </p:txBody>
        </p:sp>
        <p:sp>
          <p:nvSpPr>
            <p:cNvPr id="130" name="Line 103"/>
            <p:cNvSpPr>
              <a:spLocks noChangeShapeType="1"/>
            </p:cNvSpPr>
            <p:nvPr/>
          </p:nvSpPr>
          <p:spPr bwMode="auto">
            <a:xfrm flipH="1">
              <a:off x="6753088" y="2738215"/>
              <a:ext cx="396956"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31" name="Line 95"/>
            <p:cNvSpPr>
              <a:spLocks noChangeShapeType="1"/>
            </p:cNvSpPr>
            <p:nvPr/>
          </p:nvSpPr>
          <p:spPr bwMode="auto">
            <a:xfrm flipH="1">
              <a:off x="7150044" y="1423765"/>
              <a:ext cx="0" cy="13303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32" name="Line 43"/>
            <p:cNvSpPr>
              <a:spLocks noChangeShapeType="1"/>
            </p:cNvSpPr>
            <p:nvPr/>
          </p:nvSpPr>
          <p:spPr bwMode="auto">
            <a:xfrm flipV="1">
              <a:off x="7129403" y="1436465"/>
              <a:ext cx="284220"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grpSp>
      <p:sp>
        <p:nvSpPr>
          <p:cNvPr id="135" name="Line 20"/>
          <p:cNvSpPr>
            <a:spLocks noChangeShapeType="1"/>
          </p:cNvSpPr>
          <p:nvPr/>
        </p:nvSpPr>
        <p:spPr bwMode="auto">
          <a:xfrm>
            <a:off x="1619250" y="1347788"/>
            <a:ext cx="1427163"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 name="组合 2"/>
          <p:cNvGrpSpPr>
            <a:grpSpLocks/>
          </p:cNvGrpSpPr>
          <p:nvPr/>
        </p:nvGrpSpPr>
        <p:grpSpPr bwMode="auto">
          <a:xfrm>
            <a:off x="6896100" y="1582738"/>
            <a:ext cx="2354263" cy="1533525"/>
            <a:chOff x="6895356" y="1582537"/>
            <a:chExt cx="2355402" cy="1533525"/>
          </a:xfrm>
        </p:grpSpPr>
        <p:sp>
          <p:nvSpPr>
            <p:cNvPr id="140366" name="Line 42"/>
            <p:cNvSpPr>
              <a:spLocks noChangeShapeType="1"/>
            </p:cNvSpPr>
            <p:nvPr/>
          </p:nvSpPr>
          <p:spPr bwMode="auto">
            <a:xfrm>
              <a:off x="7454577" y="1920674"/>
              <a:ext cx="1587" cy="117951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67" name="Line 43"/>
            <p:cNvSpPr>
              <a:spLocks noChangeShapeType="1"/>
            </p:cNvSpPr>
            <p:nvPr/>
          </p:nvSpPr>
          <p:spPr bwMode="auto">
            <a:xfrm flipH="1">
              <a:off x="9091289" y="1919087"/>
              <a:ext cx="4763" cy="11969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68" name="Line 47"/>
            <p:cNvSpPr>
              <a:spLocks noChangeShapeType="1"/>
            </p:cNvSpPr>
            <p:nvPr/>
          </p:nvSpPr>
          <p:spPr bwMode="auto">
            <a:xfrm flipV="1">
              <a:off x="7456164" y="2230237"/>
              <a:ext cx="163988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69" name="Rectangle 48"/>
            <p:cNvSpPr>
              <a:spLocks noChangeArrowheads="1"/>
            </p:cNvSpPr>
            <p:nvPr/>
          </p:nvSpPr>
          <p:spPr bwMode="auto">
            <a:xfrm>
              <a:off x="7946702" y="1868287"/>
              <a:ext cx="1304056"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40370" name="Rectangle 49"/>
            <p:cNvSpPr>
              <a:spLocks noChangeArrowheads="1"/>
            </p:cNvSpPr>
            <p:nvPr/>
          </p:nvSpPr>
          <p:spPr bwMode="auto">
            <a:xfrm>
              <a:off x="7666582" y="1582537"/>
              <a:ext cx="1350963" cy="387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quicksort</a:t>
              </a:r>
            </a:p>
          </p:txBody>
        </p:sp>
        <p:sp>
          <p:nvSpPr>
            <p:cNvPr id="140371" name="Line 50"/>
            <p:cNvSpPr>
              <a:spLocks noChangeShapeType="1"/>
            </p:cNvSpPr>
            <p:nvPr/>
          </p:nvSpPr>
          <p:spPr bwMode="auto">
            <a:xfrm flipV="1">
              <a:off x="7467277" y="1919087"/>
              <a:ext cx="1639887"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72" name="Line 51"/>
            <p:cNvSpPr>
              <a:spLocks noChangeShapeType="1"/>
            </p:cNvSpPr>
            <p:nvPr/>
          </p:nvSpPr>
          <p:spPr bwMode="auto">
            <a:xfrm>
              <a:off x="7832402" y="1934962"/>
              <a:ext cx="1587" cy="2825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73" name="Line 52"/>
            <p:cNvSpPr>
              <a:spLocks noChangeShapeType="1"/>
            </p:cNvSpPr>
            <p:nvPr/>
          </p:nvSpPr>
          <p:spPr bwMode="auto">
            <a:xfrm>
              <a:off x="8386662" y="2254049"/>
              <a:ext cx="0" cy="86042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74" name="Line 51"/>
            <p:cNvSpPr>
              <a:spLocks noChangeShapeType="1"/>
            </p:cNvSpPr>
            <p:nvPr/>
          </p:nvSpPr>
          <p:spPr bwMode="auto">
            <a:xfrm flipH="1" flipV="1">
              <a:off x="6895356" y="2122287"/>
              <a:ext cx="821434" cy="438"/>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75" name="Line 43"/>
            <p:cNvSpPr>
              <a:spLocks noChangeShapeType="1"/>
            </p:cNvSpPr>
            <p:nvPr/>
          </p:nvSpPr>
          <p:spPr bwMode="auto">
            <a:xfrm flipH="1">
              <a:off x="8746702" y="1903881"/>
              <a:ext cx="4763" cy="11969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grpSp>
        <p:nvGrpSpPr>
          <p:cNvPr id="15" name="组合 154"/>
          <p:cNvGrpSpPr>
            <a:grpSpLocks/>
          </p:cNvGrpSpPr>
          <p:nvPr/>
        </p:nvGrpSpPr>
        <p:grpSpPr bwMode="auto">
          <a:xfrm>
            <a:off x="3913012" y="922813"/>
            <a:ext cx="3530600" cy="997268"/>
            <a:chOff x="3913756" y="329940"/>
            <a:chExt cx="3530649" cy="997963"/>
          </a:xfrm>
        </p:grpSpPr>
        <p:sp>
          <p:nvSpPr>
            <p:cNvPr id="140363" name="Line 20"/>
            <p:cNvSpPr>
              <a:spLocks noChangeShapeType="1"/>
            </p:cNvSpPr>
            <p:nvPr/>
          </p:nvSpPr>
          <p:spPr bwMode="auto">
            <a:xfrm>
              <a:off x="4479672" y="620241"/>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57" name="直接箭头连接符 156"/>
            <p:cNvCxnSpPr/>
            <p:nvPr/>
          </p:nvCxnSpPr>
          <p:spPr>
            <a:xfrm>
              <a:off x="4617029" y="476410"/>
              <a:ext cx="2827376" cy="851493"/>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58" name="矩形 157"/>
            <p:cNvSpPr/>
            <p:nvPr/>
          </p:nvSpPr>
          <p:spPr>
            <a:xfrm>
              <a:off x="3913756" y="329940"/>
              <a:ext cx="439744" cy="301676"/>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sp>
        <p:nvSpPr>
          <p:cNvPr id="160" name="Line 20"/>
          <p:cNvSpPr>
            <a:spLocks noChangeShapeType="1"/>
          </p:cNvSpPr>
          <p:nvPr/>
        </p:nvSpPr>
        <p:spPr bwMode="auto">
          <a:xfrm flipV="1">
            <a:off x="1785938" y="1563688"/>
            <a:ext cx="1136650"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6" name="组合 6"/>
          <p:cNvGrpSpPr>
            <a:grpSpLocks/>
          </p:cNvGrpSpPr>
          <p:nvPr/>
        </p:nvGrpSpPr>
        <p:grpSpPr bwMode="auto">
          <a:xfrm>
            <a:off x="7467600" y="2201863"/>
            <a:ext cx="1676400" cy="361950"/>
            <a:chOff x="7467277" y="2201662"/>
            <a:chExt cx="1676723" cy="361950"/>
          </a:xfrm>
        </p:grpSpPr>
        <p:sp>
          <p:nvSpPr>
            <p:cNvPr id="140361" name="Rectangle 54"/>
            <p:cNvSpPr>
              <a:spLocks noChangeArrowheads="1"/>
            </p:cNvSpPr>
            <p:nvPr/>
          </p:nvSpPr>
          <p:spPr bwMode="auto">
            <a:xfrm>
              <a:off x="7505377" y="2201662"/>
              <a:ext cx="1638623"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a:solidFill>
                    <a:srgbClr val="000000"/>
                  </a:solidFill>
                  <a:ea typeface="宋体" panose="02010600030101010101" pitchFamily="2" charset="-122"/>
                  <a:cs typeface="Times New Roman" panose="02020603050405020304" pitchFamily="18" charset="0"/>
                </a:rPr>
                <a:t>k             </a:t>
              </a:r>
              <a:r>
                <a:rPr lang="en-US" altLang="zh-CN" sz="1800" dirty="0">
                  <a:solidFill>
                    <a:srgbClr val="000000"/>
                  </a:solidFill>
                  <a:ea typeface="宋体" panose="02010600030101010101" pitchFamily="2" charset="-122"/>
                  <a:cs typeface="Times New Roman" panose="02020603050405020304" pitchFamily="18" charset="0"/>
                </a:rPr>
                <a:t>int  0</a:t>
              </a:r>
            </a:p>
          </p:txBody>
        </p:sp>
        <p:sp>
          <p:nvSpPr>
            <p:cNvPr id="140362" name="Line 46"/>
            <p:cNvSpPr>
              <a:spLocks noChangeShapeType="1"/>
            </p:cNvSpPr>
            <p:nvPr/>
          </p:nvSpPr>
          <p:spPr bwMode="auto">
            <a:xfrm flipV="1">
              <a:off x="7467277" y="2525512"/>
              <a:ext cx="1639887"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67" name="矩形 166"/>
          <p:cNvSpPr/>
          <p:nvPr/>
        </p:nvSpPr>
        <p:spPr>
          <a:xfrm>
            <a:off x="3908036" y="915988"/>
            <a:ext cx="445847" cy="311625"/>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4</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7" name="组合 7"/>
          <p:cNvGrpSpPr>
            <a:grpSpLocks/>
          </p:cNvGrpSpPr>
          <p:nvPr/>
        </p:nvGrpSpPr>
        <p:grpSpPr bwMode="auto">
          <a:xfrm>
            <a:off x="7467600" y="2486025"/>
            <a:ext cx="1643063" cy="390525"/>
            <a:chOff x="7467277" y="2485824"/>
            <a:chExt cx="1643062" cy="390526"/>
          </a:xfrm>
        </p:grpSpPr>
        <p:sp>
          <p:nvSpPr>
            <p:cNvPr id="140359" name="Rectangle 55"/>
            <p:cNvSpPr>
              <a:spLocks noChangeArrowheads="1"/>
            </p:cNvSpPr>
            <p:nvPr/>
          </p:nvSpPr>
          <p:spPr bwMode="auto">
            <a:xfrm>
              <a:off x="7505376" y="2485824"/>
              <a:ext cx="1585913" cy="3905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v             </a:t>
              </a:r>
              <a:r>
                <a:rPr lang="en-US" altLang="zh-CN" sz="1800">
                  <a:solidFill>
                    <a:srgbClr val="000000"/>
                  </a:solidFill>
                  <a:ea typeface="宋体" panose="02010600030101010101" pitchFamily="2" charset="-122"/>
                  <a:cs typeface="Times New Roman" panose="02020603050405020304" pitchFamily="18" charset="0"/>
                </a:rPr>
                <a:t>int  4</a:t>
              </a:r>
            </a:p>
          </p:txBody>
        </p:sp>
        <p:sp>
          <p:nvSpPr>
            <p:cNvPr id="140360" name="Line 45"/>
            <p:cNvSpPr>
              <a:spLocks noChangeShapeType="1"/>
            </p:cNvSpPr>
            <p:nvPr/>
          </p:nvSpPr>
          <p:spPr bwMode="auto">
            <a:xfrm flipV="1">
              <a:off x="7467277" y="2819199"/>
              <a:ext cx="1643062" cy="15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70" name="矩形 169"/>
          <p:cNvSpPr/>
          <p:nvPr/>
        </p:nvSpPr>
        <p:spPr>
          <a:xfrm>
            <a:off x="3910188" y="907547"/>
            <a:ext cx="441250" cy="316095"/>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8</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sp>
        <p:nvSpPr>
          <p:cNvPr id="171" name="Line 20"/>
          <p:cNvSpPr>
            <a:spLocks noChangeShapeType="1"/>
          </p:cNvSpPr>
          <p:nvPr/>
        </p:nvSpPr>
        <p:spPr bwMode="auto">
          <a:xfrm flipV="1">
            <a:off x="1938338" y="1779588"/>
            <a:ext cx="1136650"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8" name="组合 8"/>
          <p:cNvGrpSpPr>
            <a:grpSpLocks/>
          </p:cNvGrpSpPr>
          <p:nvPr/>
        </p:nvGrpSpPr>
        <p:grpSpPr bwMode="auto">
          <a:xfrm>
            <a:off x="7603557" y="3176589"/>
            <a:ext cx="1524568" cy="1239437"/>
            <a:chOff x="7603357" y="3176042"/>
            <a:chExt cx="1524470" cy="1240631"/>
          </a:xfrm>
        </p:grpSpPr>
        <p:sp>
          <p:nvSpPr>
            <p:cNvPr id="140349" name="Line 56"/>
            <p:cNvSpPr>
              <a:spLocks noChangeShapeType="1"/>
            </p:cNvSpPr>
            <p:nvPr/>
          </p:nvSpPr>
          <p:spPr bwMode="auto">
            <a:xfrm flipH="1">
              <a:off x="7603925" y="3513385"/>
              <a:ext cx="0" cy="9032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50" name="Line 57"/>
            <p:cNvSpPr>
              <a:spLocks noChangeShapeType="1"/>
            </p:cNvSpPr>
            <p:nvPr/>
          </p:nvSpPr>
          <p:spPr bwMode="auto">
            <a:xfrm flipH="1">
              <a:off x="8936022" y="3513385"/>
              <a:ext cx="0" cy="9032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51" name="Line 60"/>
            <p:cNvSpPr>
              <a:spLocks noChangeShapeType="1"/>
            </p:cNvSpPr>
            <p:nvPr/>
          </p:nvSpPr>
          <p:spPr bwMode="auto">
            <a:xfrm flipV="1">
              <a:off x="7616626" y="3807495"/>
              <a:ext cx="133134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52" name="Rectangle 61"/>
            <p:cNvSpPr>
              <a:spLocks noChangeArrowheads="1"/>
            </p:cNvSpPr>
            <p:nvPr/>
          </p:nvSpPr>
          <p:spPr bwMode="auto">
            <a:xfrm>
              <a:off x="7891337" y="3460998"/>
              <a:ext cx="1188964"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40353" name="Rectangle 62"/>
            <p:cNvSpPr>
              <a:spLocks noChangeArrowheads="1"/>
            </p:cNvSpPr>
            <p:nvPr/>
          </p:nvSpPr>
          <p:spPr bwMode="auto">
            <a:xfrm>
              <a:off x="7776864" y="3176042"/>
              <a:ext cx="1350963" cy="387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partition</a:t>
              </a:r>
            </a:p>
          </p:txBody>
        </p:sp>
        <p:sp>
          <p:nvSpPr>
            <p:cNvPr id="140354" name="Line 63"/>
            <p:cNvSpPr>
              <a:spLocks noChangeShapeType="1"/>
            </p:cNvSpPr>
            <p:nvPr/>
          </p:nvSpPr>
          <p:spPr bwMode="auto">
            <a:xfrm flipV="1">
              <a:off x="7603357" y="3505687"/>
              <a:ext cx="1347789" cy="928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55" name="Line 64"/>
            <p:cNvSpPr>
              <a:spLocks noChangeShapeType="1"/>
            </p:cNvSpPr>
            <p:nvPr/>
          </p:nvSpPr>
          <p:spPr bwMode="auto">
            <a:xfrm>
              <a:off x="7891337" y="3527673"/>
              <a:ext cx="1587" cy="2825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56" name="Line 65"/>
            <p:cNvSpPr>
              <a:spLocks noChangeShapeType="1"/>
            </p:cNvSpPr>
            <p:nvPr/>
          </p:nvSpPr>
          <p:spPr bwMode="auto">
            <a:xfrm flipH="1">
              <a:off x="7897687" y="3826123"/>
              <a:ext cx="0" cy="57785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57" name="Line 57"/>
            <p:cNvSpPr>
              <a:spLocks noChangeShapeType="1"/>
            </p:cNvSpPr>
            <p:nvPr/>
          </p:nvSpPr>
          <p:spPr bwMode="auto">
            <a:xfrm flipH="1">
              <a:off x="8683425" y="3497834"/>
              <a:ext cx="0" cy="9032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58" name="Line 51"/>
            <p:cNvSpPr>
              <a:spLocks noChangeShapeType="1"/>
            </p:cNvSpPr>
            <p:nvPr/>
          </p:nvSpPr>
          <p:spPr bwMode="auto">
            <a:xfrm flipV="1">
              <a:off x="7666581" y="3201492"/>
              <a:ext cx="1" cy="384689"/>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93" name="Line 20"/>
          <p:cNvSpPr>
            <a:spLocks noChangeShapeType="1"/>
          </p:cNvSpPr>
          <p:nvPr/>
        </p:nvSpPr>
        <p:spPr bwMode="auto">
          <a:xfrm flipV="1">
            <a:off x="2138363" y="1995488"/>
            <a:ext cx="1138237"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9" name="组合 9"/>
          <p:cNvGrpSpPr>
            <a:grpSpLocks/>
          </p:cNvGrpSpPr>
          <p:nvPr/>
        </p:nvGrpSpPr>
        <p:grpSpPr bwMode="auto">
          <a:xfrm>
            <a:off x="7627938" y="3783013"/>
            <a:ext cx="1303337" cy="363537"/>
            <a:chOff x="7627739" y="3783260"/>
            <a:chExt cx="1303462" cy="363538"/>
          </a:xfrm>
        </p:grpSpPr>
        <p:sp>
          <p:nvSpPr>
            <p:cNvPr id="140347" name="Rectangle 67"/>
            <p:cNvSpPr>
              <a:spLocks noChangeArrowheads="1"/>
            </p:cNvSpPr>
            <p:nvPr/>
          </p:nvSpPr>
          <p:spPr bwMode="auto">
            <a:xfrm>
              <a:off x="7656313" y="3783260"/>
              <a:ext cx="1274888"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err="1">
                  <a:solidFill>
                    <a:srgbClr val="000000"/>
                  </a:solidFill>
                  <a:ea typeface="宋体" panose="02010600030101010101" pitchFamily="2" charset="-122"/>
                  <a:cs typeface="Times New Roman" panose="02020603050405020304" pitchFamily="18" charset="0"/>
                </a:rPr>
                <a:t>i</a:t>
              </a:r>
              <a:r>
                <a:rPr lang="en-US" altLang="zh-CN" sz="1800" i="1" dirty="0">
                  <a:solidFill>
                    <a:srgbClr val="000000"/>
                  </a:solidFill>
                  <a:ea typeface="宋体" panose="02010600030101010101" pitchFamily="2" charset="-122"/>
                  <a:cs typeface="Times New Roman" panose="02020603050405020304" pitchFamily="18" charset="0"/>
                </a:rPr>
                <a:t>      </a:t>
              </a:r>
              <a:r>
                <a:rPr lang="en-US" altLang="zh-CN" sz="1800" dirty="0">
                  <a:solidFill>
                    <a:srgbClr val="000000"/>
                  </a:solidFill>
                  <a:ea typeface="宋体" panose="02010600030101010101" pitchFamily="2" charset="-122"/>
                  <a:cs typeface="Times New Roman" panose="02020603050405020304" pitchFamily="18" charset="0"/>
                </a:rPr>
                <a:t>int      0</a:t>
              </a:r>
            </a:p>
          </p:txBody>
        </p:sp>
        <p:sp>
          <p:nvSpPr>
            <p:cNvPr id="140348" name="Line 59"/>
            <p:cNvSpPr>
              <a:spLocks noChangeShapeType="1"/>
            </p:cNvSpPr>
            <p:nvPr/>
          </p:nvSpPr>
          <p:spPr bwMode="auto">
            <a:xfrm flipV="1">
              <a:off x="7627739" y="4099596"/>
              <a:ext cx="127965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grpSp>
        <p:nvGrpSpPr>
          <p:cNvPr id="20" name="组合 11"/>
          <p:cNvGrpSpPr>
            <a:grpSpLocks/>
          </p:cNvGrpSpPr>
          <p:nvPr/>
        </p:nvGrpSpPr>
        <p:grpSpPr bwMode="auto">
          <a:xfrm>
            <a:off x="7580732" y="4092575"/>
            <a:ext cx="1379094" cy="363538"/>
            <a:chOff x="7580548" y="4092823"/>
            <a:chExt cx="1379228" cy="363537"/>
          </a:xfrm>
        </p:grpSpPr>
        <p:sp>
          <p:nvSpPr>
            <p:cNvPr id="140345" name="Rectangle 68"/>
            <p:cNvSpPr>
              <a:spLocks noChangeArrowheads="1"/>
            </p:cNvSpPr>
            <p:nvPr/>
          </p:nvSpPr>
          <p:spPr bwMode="auto">
            <a:xfrm>
              <a:off x="7656314" y="4092823"/>
              <a:ext cx="1303462"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j      </a:t>
              </a:r>
              <a:r>
                <a:rPr lang="en-US" altLang="zh-CN" sz="1800">
                  <a:solidFill>
                    <a:srgbClr val="000000"/>
                  </a:solidFill>
                  <a:ea typeface="宋体" panose="02010600030101010101" pitchFamily="2" charset="-122"/>
                  <a:cs typeface="Times New Roman" panose="02020603050405020304" pitchFamily="18" charset="0"/>
                </a:rPr>
                <a:t>int      4</a:t>
              </a:r>
            </a:p>
          </p:txBody>
        </p:sp>
        <p:sp>
          <p:nvSpPr>
            <p:cNvPr id="140346" name="Line 58"/>
            <p:cNvSpPr>
              <a:spLocks noChangeShapeType="1"/>
            </p:cNvSpPr>
            <p:nvPr/>
          </p:nvSpPr>
          <p:spPr bwMode="auto">
            <a:xfrm>
              <a:off x="7580548" y="4413498"/>
              <a:ext cx="1373131"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grpSp>
      <p:sp>
        <p:nvSpPr>
          <p:cNvPr id="199" name="Line 20"/>
          <p:cNvSpPr>
            <a:spLocks noChangeShapeType="1"/>
          </p:cNvSpPr>
          <p:nvPr/>
        </p:nvSpPr>
        <p:spPr bwMode="auto">
          <a:xfrm flipV="1">
            <a:off x="3309938" y="19954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21" name="组合 199"/>
          <p:cNvGrpSpPr>
            <a:grpSpLocks/>
          </p:cNvGrpSpPr>
          <p:nvPr/>
        </p:nvGrpSpPr>
        <p:grpSpPr bwMode="auto">
          <a:xfrm>
            <a:off x="3909552" y="1225550"/>
            <a:ext cx="3679825" cy="2314575"/>
            <a:chOff x="3913756" y="335024"/>
            <a:chExt cx="3679997" cy="2314351"/>
          </a:xfrm>
        </p:grpSpPr>
        <p:sp>
          <p:nvSpPr>
            <p:cNvPr id="140342" name="Line 20"/>
            <p:cNvSpPr>
              <a:spLocks noChangeShapeType="1"/>
            </p:cNvSpPr>
            <p:nvPr/>
          </p:nvSpPr>
          <p:spPr bwMode="auto">
            <a:xfrm>
              <a:off x="4499992" y="620241"/>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202" name="直接箭头连接符 201"/>
            <p:cNvCxnSpPr>
              <a:endCxn id="140349" idx="0"/>
            </p:cNvCxnSpPr>
            <p:nvPr/>
          </p:nvCxnSpPr>
          <p:spPr>
            <a:xfrm>
              <a:off x="4617052" y="476297"/>
              <a:ext cx="2976701" cy="2173078"/>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203" name="矩形 202"/>
            <p:cNvSpPr/>
            <p:nvPr/>
          </p:nvSpPr>
          <p:spPr>
            <a:xfrm>
              <a:off x="3913756" y="335024"/>
              <a:ext cx="439759" cy="292072"/>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sp>
        <p:nvSpPr>
          <p:cNvPr id="204" name="矩形 203"/>
          <p:cNvSpPr/>
          <p:nvPr/>
        </p:nvSpPr>
        <p:spPr>
          <a:xfrm>
            <a:off x="3909131" y="1223918"/>
            <a:ext cx="439738" cy="29368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4</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sp>
        <p:nvSpPr>
          <p:cNvPr id="205" name="矩形 204"/>
          <p:cNvSpPr/>
          <p:nvPr/>
        </p:nvSpPr>
        <p:spPr>
          <a:xfrm>
            <a:off x="3907667" y="1229519"/>
            <a:ext cx="447361" cy="29368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8</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sp>
        <p:nvSpPr>
          <p:cNvPr id="206" name="矩形 205"/>
          <p:cNvSpPr/>
          <p:nvPr/>
        </p:nvSpPr>
        <p:spPr>
          <a:xfrm>
            <a:off x="8695937" y="3509882"/>
            <a:ext cx="230188" cy="292100"/>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8</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22" name="组合 208"/>
          <p:cNvGrpSpPr>
            <a:grpSpLocks/>
          </p:cNvGrpSpPr>
          <p:nvPr/>
        </p:nvGrpSpPr>
        <p:grpSpPr bwMode="auto">
          <a:xfrm>
            <a:off x="7443788" y="2741613"/>
            <a:ext cx="1639887" cy="725487"/>
            <a:chOff x="7443464" y="2741412"/>
            <a:chExt cx="1639888" cy="726359"/>
          </a:xfrm>
        </p:grpSpPr>
        <p:sp>
          <p:nvSpPr>
            <p:cNvPr id="140337" name="Line 44"/>
            <p:cNvSpPr>
              <a:spLocks noChangeShapeType="1"/>
            </p:cNvSpPr>
            <p:nvPr/>
          </p:nvSpPr>
          <p:spPr bwMode="auto">
            <a:xfrm flipV="1">
              <a:off x="7443464" y="3101774"/>
              <a:ext cx="1639888" cy="15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0338" name="Rectangle 69"/>
            <p:cNvSpPr>
              <a:spLocks noChangeArrowheads="1"/>
            </p:cNvSpPr>
            <p:nvPr/>
          </p:nvSpPr>
          <p:spPr bwMode="auto">
            <a:xfrm>
              <a:off x="7451402" y="2741412"/>
              <a:ext cx="1166812" cy="417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partition</a:t>
              </a:r>
            </a:p>
          </p:txBody>
        </p:sp>
        <p:sp>
          <p:nvSpPr>
            <p:cNvPr id="212" name="Line 95"/>
            <p:cNvSpPr>
              <a:spLocks noChangeShapeType="1"/>
            </p:cNvSpPr>
            <p:nvPr/>
          </p:nvSpPr>
          <p:spPr bwMode="auto">
            <a:xfrm flipH="1">
              <a:off x="8837290" y="2954393"/>
              <a:ext cx="0" cy="21616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13" name="Line 43"/>
            <p:cNvSpPr>
              <a:spLocks noChangeShapeType="1"/>
            </p:cNvSpPr>
            <p:nvPr/>
          </p:nvSpPr>
          <p:spPr bwMode="auto">
            <a:xfrm>
              <a:off x="7886376" y="3186446"/>
              <a:ext cx="0" cy="281325"/>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214" name="Line 103"/>
            <p:cNvSpPr>
              <a:spLocks noChangeShapeType="1"/>
            </p:cNvSpPr>
            <p:nvPr/>
          </p:nvSpPr>
          <p:spPr bwMode="auto">
            <a:xfrm flipH="1" flipV="1">
              <a:off x="7897489" y="3170552"/>
              <a:ext cx="936626"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grpSp>
      <p:sp>
        <p:nvSpPr>
          <p:cNvPr id="156" name="矩形 155"/>
          <p:cNvSpPr/>
          <p:nvPr/>
        </p:nvSpPr>
        <p:spPr>
          <a:xfrm>
            <a:off x="3911401" y="614172"/>
            <a:ext cx="439738" cy="29368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schemeClr val="tx1"/>
                </a:solidFill>
                <a:latin typeface="Times New Roman" panose="02020603050405020304" pitchFamily="18" charset="0"/>
                <a:cs typeface="Times New Roman" panose="02020603050405020304" pitchFamily="18" charset="0"/>
              </a:rPr>
              <a:t>48</a:t>
            </a:r>
            <a:endParaRPr lang="zh-CN" altLang="en-US" sz="1800" dirty="0">
              <a:solidFill>
                <a:schemeClr val="tx1"/>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35"/>
                                        </p:tgtEl>
                                        <p:attrNameLst>
                                          <p:attrName>style.visibility</p:attrName>
                                        </p:attrNameLst>
                                      </p:cBhvr>
                                      <p:to>
                                        <p:strVal val="visible"/>
                                      </p:to>
                                    </p:set>
                                    <p:anim calcmode="lin" valueType="num">
                                      <p:cBhvr>
                                        <p:cTn id="7" dur="500" fill="hold"/>
                                        <p:tgtEl>
                                          <p:spTgt spid="135"/>
                                        </p:tgtEl>
                                        <p:attrNameLst>
                                          <p:attrName>ppt_w</p:attrName>
                                        </p:attrNameLst>
                                      </p:cBhvr>
                                      <p:tavLst>
                                        <p:tav tm="0">
                                          <p:val>
                                            <p:fltVal val="0"/>
                                          </p:val>
                                        </p:tav>
                                        <p:tav tm="100000">
                                          <p:val>
                                            <p:strVal val="#ppt_w"/>
                                          </p:val>
                                        </p:tav>
                                      </p:tavLst>
                                    </p:anim>
                                    <p:anim calcmode="lin" valueType="num">
                                      <p:cBhvr>
                                        <p:cTn id="8" dur="500" fill="hold"/>
                                        <p:tgtEl>
                                          <p:spTgt spid="135"/>
                                        </p:tgtEl>
                                        <p:attrNameLst>
                                          <p:attrName>ppt_h</p:attrName>
                                        </p:attrNameLst>
                                      </p:cBhvr>
                                      <p:tavLst>
                                        <p:tav tm="0">
                                          <p:val>
                                            <p:fltVal val="0"/>
                                          </p:val>
                                        </p:tav>
                                        <p:tav tm="100000">
                                          <p:val>
                                            <p:strVal val="#ppt_h"/>
                                          </p:val>
                                        </p:tav>
                                      </p:tavLst>
                                    </p:anim>
                                    <p:animEffect transition="in" filter="fade">
                                      <p:cBhvr>
                                        <p:cTn id="9" dur="500"/>
                                        <p:tgtEl>
                                          <p:spTgt spid="135"/>
                                        </p:tgtEl>
                                      </p:cBhvr>
                                    </p:animEffect>
                                  </p:childTnLst>
                                </p:cTn>
                              </p:par>
                            </p:childTnLst>
                          </p:cTn>
                        </p:par>
                      </p:childTnLst>
                    </p:cTn>
                  </p:par>
                  <p:par>
                    <p:cTn id="10" fill="hold">
                      <p:stCondLst>
                        <p:cond delay="indefinite"/>
                      </p:stCondLst>
                      <p:childTnLst>
                        <p:par>
                          <p:cTn id="11" fill="hold">
                            <p:stCondLst>
                              <p:cond delay="0"/>
                            </p:stCondLst>
                            <p:childTnLst>
                              <p:par>
                                <p:cTn id="12" presetID="27" presetClass="emph" presetSubtype="0" fill="remove" nodeType="clickEffect">
                                  <p:stCondLst>
                                    <p:cond delay="0"/>
                                  </p:stCondLst>
                                  <p:childTnLst>
                                    <p:animClr clrSpc="rgb" dir="cw">
                                      <p:cBhvr override="childStyle">
                                        <p:cTn id="13" dur="250" autoRev="1" fill="remove"/>
                                        <p:tgtEl>
                                          <p:spTgt spid="180226">
                                            <p:txEl>
                                              <p:pRg st="9" end="9"/>
                                            </p:txEl>
                                          </p:spTgt>
                                        </p:tgtEl>
                                        <p:attrNameLst>
                                          <p:attrName>style.color</p:attrName>
                                        </p:attrNameLst>
                                      </p:cBhvr>
                                      <p:to>
                                        <a:schemeClr val="bg1"/>
                                      </p:to>
                                    </p:animClr>
                                    <p:animClr clrSpc="rgb" dir="cw">
                                      <p:cBhvr>
                                        <p:cTn id="14" dur="250" autoRev="1" fill="remove"/>
                                        <p:tgtEl>
                                          <p:spTgt spid="180226">
                                            <p:txEl>
                                              <p:pRg st="9" end="9"/>
                                            </p:txEl>
                                          </p:spTgt>
                                        </p:tgtEl>
                                        <p:attrNameLst>
                                          <p:attrName>fillcolor</p:attrName>
                                        </p:attrNameLst>
                                      </p:cBhvr>
                                      <p:to>
                                        <a:schemeClr val="bg1"/>
                                      </p:to>
                                    </p:animClr>
                                    <p:set>
                                      <p:cBhvr>
                                        <p:cTn id="15" dur="250" autoRev="1" fill="remove"/>
                                        <p:tgtEl>
                                          <p:spTgt spid="180226">
                                            <p:txEl>
                                              <p:pRg st="9" end="9"/>
                                            </p:txEl>
                                          </p:spTgt>
                                        </p:tgtEl>
                                        <p:attrNameLst>
                                          <p:attrName>fill.type</p:attrName>
                                        </p:attrNameLst>
                                      </p:cBhvr>
                                      <p:to>
                                        <p:strVal val="solid"/>
                                      </p:to>
                                    </p:set>
                                    <p:set>
                                      <p:cBhvr>
                                        <p:cTn id="16" dur="250" autoRev="1" fill="remove"/>
                                        <p:tgtEl>
                                          <p:spTgt spid="180226">
                                            <p:txEl>
                                              <p:pRg st="9" end="9"/>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nodeType="clickEffect">
                                  <p:stCondLst>
                                    <p:cond delay="0"/>
                                  </p:stCondLst>
                                  <p:childTnLst>
                                    <p:set>
                                      <p:cBhvr>
                                        <p:cTn id="20" dur="1" fill="hold">
                                          <p:stCondLst>
                                            <p:cond delay="0"/>
                                          </p:stCondLst>
                                        </p:cTn>
                                        <p:tgtEl>
                                          <p:spTgt spid="14"/>
                                        </p:tgtEl>
                                        <p:attrNameLst>
                                          <p:attrName>style.visibility</p:attrName>
                                        </p:attrNameLst>
                                      </p:cBhvr>
                                      <p:to>
                                        <p:strVal val="visible"/>
                                      </p:to>
                                    </p:set>
                                    <p:anim calcmode="lin" valueType="num">
                                      <p:cBhvr>
                                        <p:cTn id="21" dur="500" fill="hold"/>
                                        <p:tgtEl>
                                          <p:spTgt spid="14"/>
                                        </p:tgtEl>
                                        <p:attrNameLst>
                                          <p:attrName>ppt_w</p:attrName>
                                        </p:attrNameLst>
                                      </p:cBhvr>
                                      <p:tavLst>
                                        <p:tav tm="0">
                                          <p:val>
                                            <p:fltVal val="0"/>
                                          </p:val>
                                        </p:tav>
                                        <p:tav tm="100000">
                                          <p:val>
                                            <p:strVal val="#ppt_w"/>
                                          </p:val>
                                        </p:tav>
                                      </p:tavLst>
                                    </p:anim>
                                    <p:anim calcmode="lin" valueType="num">
                                      <p:cBhvr>
                                        <p:cTn id="22" dur="500" fill="hold"/>
                                        <p:tgtEl>
                                          <p:spTgt spid="14"/>
                                        </p:tgtEl>
                                        <p:attrNameLst>
                                          <p:attrName>ppt_h</p:attrName>
                                        </p:attrNameLst>
                                      </p:cBhvr>
                                      <p:tavLst>
                                        <p:tav tm="0">
                                          <p:val>
                                            <p:fltVal val="0"/>
                                          </p:val>
                                        </p:tav>
                                        <p:tav tm="100000">
                                          <p:val>
                                            <p:strVal val="#ppt_h"/>
                                          </p:val>
                                        </p:tav>
                                      </p:tavLst>
                                    </p:anim>
                                    <p:animEffect transition="in" filter="fade">
                                      <p:cBhvr>
                                        <p:cTn id="23" dur="500"/>
                                        <p:tgtEl>
                                          <p:spTgt spid="14"/>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53" presetClass="entr" presetSubtype="16" fill="hold" nodeType="clickEffect">
                                  <p:stCondLst>
                                    <p:cond delay="0"/>
                                  </p:stCondLst>
                                  <p:childTnLst>
                                    <p:set>
                                      <p:cBhvr>
                                        <p:cTn id="27" dur="1" fill="hold">
                                          <p:stCondLst>
                                            <p:cond delay="0"/>
                                          </p:stCondLst>
                                        </p:cTn>
                                        <p:tgtEl>
                                          <p:spTgt spid="15"/>
                                        </p:tgtEl>
                                        <p:attrNameLst>
                                          <p:attrName>style.visibility</p:attrName>
                                        </p:attrNameLst>
                                      </p:cBhvr>
                                      <p:to>
                                        <p:strVal val="visible"/>
                                      </p:to>
                                    </p:set>
                                    <p:anim calcmode="lin" valueType="num">
                                      <p:cBhvr>
                                        <p:cTn id="28" dur="500" fill="hold"/>
                                        <p:tgtEl>
                                          <p:spTgt spid="15"/>
                                        </p:tgtEl>
                                        <p:attrNameLst>
                                          <p:attrName>ppt_w</p:attrName>
                                        </p:attrNameLst>
                                      </p:cBhvr>
                                      <p:tavLst>
                                        <p:tav tm="0">
                                          <p:val>
                                            <p:fltVal val="0"/>
                                          </p:val>
                                        </p:tav>
                                        <p:tav tm="100000">
                                          <p:val>
                                            <p:strVal val="#ppt_w"/>
                                          </p:val>
                                        </p:tav>
                                      </p:tavLst>
                                    </p:anim>
                                    <p:anim calcmode="lin" valueType="num">
                                      <p:cBhvr>
                                        <p:cTn id="29" dur="500" fill="hold"/>
                                        <p:tgtEl>
                                          <p:spTgt spid="15"/>
                                        </p:tgtEl>
                                        <p:attrNameLst>
                                          <p:attrName>ppt_h</p:attrName>
                                        </p:attrNameLst>
                                      </p:cBhvr>
                                      <p:tavLst>
                                        <p:tav tm="0">
                                          <p:val>
                                            <p:fltVal val="0"/>
                                          </p:val>
                                        </p:tav>
                                        <p:tav tm="100000">
                                          <p:val>
                                            <p:strVal val="#ppt_h"/>
                                          </p:val>
                                        </p:tav>
                                      </p:tavLst>
                                    </p:anim>
                                    <p:animEffect transition="in" filter="fade">
                                      <p:cBhvr>
                                        <p:cTn id="30" dur="500"/>
                                        <p:tgtEl>
                                          <p:spTgt spid="15"/>
                                        </p:tgtEl>
                                      </p:cBhvr>
                                    </p:animEffect>
                                  </p:childTnLst>
                                </p:cTn>
                              </p:par>
                            </p:childTnLst>
                          </p:cTn>
                        </p:par>
                      </p:childTnLst>
                    </p:cTn>
                  </p:par>
                  <p:par>
                    <p:cTn id="31" fill="hold" nodeType="clickPar">
                      <p:stCondLst>
                        <p:cond delay="indefinite"/>
                      </p:stCondLst>
                      <p:childTnLst>
                        <p:par>
                          <p:cTn id="32" fill="hold" nodeType="withGroup">
                            <p:stCondLst>
                              <p:cond delay="0"/>
                            </p:stCondLst>
                            <p:childTnLst>
                              <p:par>
                                <p:cTn id="33" presetID="53" presetClass="entr" presetSubtype="16" fill="hold" grpId="0" nodeType="clickEffect">
                                  <p:stCondLst>
                                    <p:cond delay="0"/>
                                  </p:stCondLst>
                                  <p:childTnLst>
                                    <p:set>
                                      <p:cBhvr>
                                        <p:cTn id="34" dur="1" fill="hold">
                                          <p:stCondLst>
                                            <p:cond delay="0"/>
                                          </p:stCondLst>
                                        </p:cTn>
                                        <p:tgtEl>
                                          <p:spTgt spid="160"/>
                                        </p:tgtEl>
                                        <p:attrNameLst>
                                          <p:attrName>style.visibility</p:attrName>
                                        </p:attrNameLst>
                                      </p:cBhvr>
                                      <p:to>
                                        <p:strVal val="visible"/>
                                      </p:to>
                                    </p:set>
                                    <p:anim calcmode="lin" valueType="num">
                                      <p:cBhvr>
                                        <p:cTn id="35" dur="500" fill="hold"/>
                                        <p:tgtEl>
                                          <p:spTgt spid="160"/>
                                        </p:tgtEl>
                                        <p:attrNameLst>
                                          <p:attrName>ppt_w</p:attrName>
                                        </p:attrNameLst>
                                      </p:cBhvr>
                                      <p:tavLst>
                                        <p:tav tm="0">
                                          <p:val>
                                            <p:fltVal val="0"/>
                                          </p:val>
                                        </p:tav>
                                        <p:tav tm="100000">
                                          <p:val>
                                            <p:strVal val="#ppt_w"/>
                                          </p:val>
                                        </p:tav>
                                      </p:tavLst>
                                    </p:anim>
                                    <p:anim calcmode="lin" valueType="num">
                                      <p:cBhvr>
                                        <p:cTn id="36" dur="500" fill="hold"/>
                                        <p:tgtEl>
                                          <p:spTgt spid="160"/>
                                        </p:tgtEl>
                                        <p:attrNameLst>
                                          <p:attrName>ppt_h</p:attrName>
                                        </p:attrNameLst>
                                      </p:cBhvr>
                                      <p:tavLst>
                                        <p:tav tm="0">
                                          <p:val>
                                            <p:fltVal val="0"/>
                                          </p:val>
                                        </p:tav>
                                        <p:tav tm="100000">
                                          <p:val>
                                            <p:strVal val="#ppt_h"/>
                                          </p:val>
                                        </p:tav>
                                      </p:tavLst>
                                    </p:anim>
                                    <p:animEffect transition="in" filter="fade">
                                      <p:cBhvr>
                                        <p:cTn id="37" dur="500"/>
                                        <p:tgtEl>
                                          <p:spTgt spid="160"/>
                                        </p:tgtEl>
                                      </p:cBhvr>
                                    </p:animEffect>
                                  </p:childTnLst>
                                </p:cTn>
                              </p:par>
                            </p:childTnLst>
                          </p:cTn>
                        </p:par>
                      </p:childTnLst>
                    </p:cTn>
                  </p:par>
                  <p:par>
                    <p:cTn id="38" fill="hold">
                      <p:stCondLst>
                        <p:cond delay="indefinite"/>
                      </p:stCondLst>
                      <p:childTnLst>
                        <p:par>
                          <p:cTn id="39" fill="hold">
                            <p:stCondLst>
                              <p:cond delay="0"/>
                            </p:stCondLst>
                            <p:childTnLst>
                              <p:par>
                                <p:cTn id="40" presetID="27" presetClass="emph" presetSubtype="0" fill="remove" nodeType="clickEffect">
                                  <p:stCondLst>
                                    <p:cond delay="0"/>
                                  </p:stCondLst>
                                  <p:childTnLst>
                                    <p:animClr clrSpc="rgb" dir="cw">
                                      <p:cBhvr override="childStyle">
                                        <p:cTn id="41" dur="250" autoRev="1" fill="remove"/>
                                        <p:tgtEl>
                                          <p:spTgt spid="180226">
                                            <p:txEl>
                                              <p:pRg st="7" end="7"/>
                                            </p:txEl>
                                          </p:spTgt>
                                        </p:tgtEl>
                                        <p:attrNameLst>
                                          <p:attrName>style.color</p:attrName>
                                        </p:attrNameLst>
                                      </p:cBhvr>
                                      <p:to>
                                        <a:schemeClr val="bg1"/>
                                      </p:to>
                                    </p:animClr>
                                    <p:animClr clrSpc="rgb" dir="cw">
                                      <p:cBhvr>
                                        <p:cTn id="42" dur="250" autoRev="1" fill="remove"/>
                                        <p:tgtEl>
                                          <p:spTgt spid="180226">
                                            <p:txEl>
                                              <p:pRg st="7" end="7"/>
                                            </p:txEl>
                                          </p:spTgt>
                                        </p:tgtEl>
                                        <p:attrNameLst>
                                          <p:attrName>fillcolor</p:attrName>
                                        </p:attrNameLst>
                                      </p:cBhvr>
                                      <p:to>
                                        <a:schemeClr val="bg1"/>
                                      </p:to>
                                    </p:animClr>
                                    <p:set>
                                      <p:cBhvr>
                                        <p:cTn id="43" dur="250" autoRev="1" fill="remove"/>
                                        <p:tgtEl>
                                          <p:spTgt spid="180226">
                                            <p:txEl>
                                              <p:pRg st="7" end="7"/>
                                            </p:txEl>
                                          </p:spTgt>
                                        </p:tgtEl>
                                        <p:attrNameLst>
                                          <p:attrName>fill.type</p:attrName>
                                        </p:attrNameLst>
                                      </p:cBhvr>
                                      <p:to>
                                        <p:strVal val="solid"/>
                                      </p:to>
                                    </p:set>
                                    <p:set>
                                      <p:cBhvr>
                                        <p:cTn id="44" dur="250" autoRev="1" fill="remove"/>
                                        <p:tgtEl>
                                          <p:spTgt spid="180226">
                                            <p:txEl>
                                              <p:pRg st="7" end="7"/>
                                            </p:txEl>
                                          </p:spTgt>
                                        </p:tgtEl>
                                        <p:attrNameLst>
                                          <p:attrName>fill.on</p:attrName>
                                        </p:attrNameLst>
                                      </p:cBhvr>
                                      <p:to>
                                        <p:strVal val="true"/>
                                      </p:to>
                                    </p:set>
                                  </p:childTnLst>
                                </p:cTn>
                              </p:par>
                              <p:par>
                                <p:cTn id="45" presetID="27" presetClass="emph" presetSubtype="0" fill="remove" nodeType="withEffect">
                                  <p:stCondLst>
                                    <p:cond delay="0"/>
                                  </p:stCondLst>
                                  <p:childTnLst>
                                    <p:animClr clrSpc="rgb" dir="cw">
                                      <p:cBhvr override="childStyle">
                                        <p:cTn id="46" dur="250" autoRev="1" fill="remove"/>
                                        <p:tgtEl>
                                          <p:spTgt spid="180226">
                                            <p:txEl>
                                              <p:pRg st="8" end="8"/>
                                            </p:txEl>
                                          </p:spTgt>
                                        </p:tgtEl>
                                        <p:attrNameLst>
                                          <p:attrName>style.color</p:attrName>
                                        </p:attrNameLst>
                                      </p:cBhvr>
                                      <p:to>
                                        <a:schemeClr val="bg1"/>
                                      </p:to>
                                    </p:animClr>
                                    <p:animClr clrSpc="rgb" dir="cw">
                                      <p:cBhvr>
                                        <p:cTn id="47" dur="250" autoRev="1" fill="remove"/>
                                        <p:tgtEl>
                                          <p:spTgt spid="180226">
                                            <p:txEl>
                                              <p:pRg st="8" end="8"/>
                                            </p:txEl>
                                          </p:spTgt>
                                        </p:tgtEl>
                                        <p:attrNameLst>
                                          <p:attrName>fillcolor</p:attrName>
                                        </p:attrNameLst>
                                      </p:cBhvr>
                                      <p:to>
                                        <a:schemeClr val="bg1"/>
                                      </p:to>
                                    </p:animClr>
                                    <p:set>
                                      <p:cBhvr>
                                        <p:cTn id="48" dur="250" autoRev="1" fill="remove"/>
                                        <p:tgtEl>
                                          <p:spTgt spid="180226">
                                            <p:txEl>
                                              <p:pRg st="8" end="8"/>
                                            </p:txEl>
                                          </p:spTgt>
                                        </p:tgtEl>
                                        <p:attrNameLst>
                                          <p:attrName>fill.type</p:attrName>
                                        </p:attrNameLst>
                                      </p:cBhvr>
                                      <p:to>
                                        <p:strVal val="solid"/>
                                      </p:to>
                                    </p:set>
                                    <p:set>
                                      <p:cBhvr>
                                        <p:cTn id="49" dur="250" autoRev="1" fill="remove"/>
                                        <p:tgtEl>
                                          <p:spTgt spid="180226">
                                            <p:txEl>
                                              <p:pRg st="8" end="8"/>
                                            </p:txEl>
                                          </p:spTgt>
                                        </p:tgtEl>
                                        <p:attrNameLst>
                                          <p:attrName>fill.on</p:attrName>
                                        </p:attrNameLst>
                                      </p:cBhvr>
                                      <p:to>
                                        <p:strVal val="true"/>
                                      </p:to>
                                    </p:set>
                                  </p:childTnLst>
                                </p:cTn>
                              </p:par>
                            </p:childTnLst>
                          </p:cTn>
                        </p:par>
                      </p:childTnLst>
                    </p:cTn>
                  </p:par>
                  <p:par>
                    <p:cTn id="50" fill="hold" nodeType="clickPar">
                      <p:stCondLst>
                        <p:cond delay="indefinite"/>
                      </p:stCondLst>
                      <p:childTnLst>
                        <p:par>
                          <p:cTn id="51" fill="hold" nodeType="withGroup">
                            <p:stCondLst>
                              <p:cond delay="0"/>
                            </p:stCondLst>
                            <p:childTnLst>
                              <p:par>
                                <p:cTn id="52" presetID="53" presetClass="entr" presetSubtype="16" fill="hold" nodeType="clickEffect">
                                  <p:stCondLst>
                                    <p:cond delay="0"/>
                                  </p:stCondLst>
                                  <p:childTnLst>
                                    <p:set>
                                      <p:cBhvr>
                                        <p:cTn id="53" dur="1" fill="hold">
                                          <p:stCondLst>
                                            <p:cond delay="0"/>
                                          </p:stCondLst>
                                        </p:cTn>
                                        <p:tgtEl>
                                          <p:spTgt spid="16"/>
                                        </p:tgtEl>
                                        <p:attrNameLst>
                                          <p:attrName>style.visibility</p:attrName>
                                        </p:attrNameLst>
                                      </p:cBhvr>
                                      <p:to>
                                        <p:strVal val="visible"/>
                                      </p:to>
                                    </p:set>
                                    <p:anim calcmode="lin" valueType="num">
                                      <p:cBhvr>
                                        <p:cTn id="54" dur="500" fill="hold"/>
                                        <p:tgtEl>
                                          <p:spTgt spid="16"/>
                                        </p:tgtEl>
                                        <p:attrNameLst>
                                          <p:attrName>ppt_w</p:attrName>
                                        </p:attrNameLst>
                                      </p:cBhvr>
                                      <p:tavLst>
                                        <p:tav tm="0">
                                          <p:val>
                                            <p:fltVal val="0"/>
                                          </p:val>
                                        </p:tav>
                                        <p:tav tm="100000">
                                          <p:val>
                                            <p:strVal val="#ppt_w"/>
                                          </p:val>
                                        </p:tav>
                                      </p:tavLst>
                                    </p:anim>
                                    <p:anim calcmode="lin" valueType="num">
                                      <p:cBhvr>
                                        <p:cTn id="55" dur="500" fill="hold"/>
                                        <p:tgtEl>
                                          <p:spTgt spid="16"/>
                                        </p:tgtEl>
                                        <p:attrNameLst>
                                          <p:attrName>ppt_h</p:attrName>
                                        </p:attrNameLst>
                                      </p:cBhvr>
                                      <p:tavLst>
                                        <p:tav tm="0">
                                          <p:val>
                                            <p:fltVal val="0"/>
                                          </p:val>
                                        </p:tav>
                                        <p:tav tm="100000">
                                          <p:val>
                                            <p:strVal val="#ppt_h"/>
                                          </p:val>
                                        </p:tav>
                                      </p:tavLst>
                                    </p:anim>
                                    <p:animEffect transition="in" filter="fade">
                                      <p:cBhvr>
                                        <p:cTn id="56" dur="500"/>
                                        <p:tgtEl>
                                          <p:spTgt spid="16"/>
                                        </p:tgtEl>
                                      </p:cBhvr>
                                    </p:animEffect>
                                  </p:childTnLst>
                                </p:cTn>
                              </p:par>
                            </p:childTnLst>
                          </p:cTn>
                        </p:par>
                      </p:childTnLst>
                    </p:cTn>
                  </p:par>
                  <p:par>
                    <p:cTn id="57" fill="hold" nodeType="clickPar">
                      <p:stCondLst>
                        <p:cond delay="indefinite"/>
                      </p:stCondLst>
                      <p:childTnLst>
                        <p:par>
                          <p:cTn id="58" fill="hold" nodeType="withGroup">
                            <p:stCondLst>
                              <p:cond delay="0"/>
                            </p:stCondLst>
                            <p:childTnLst>
                              <p:par>
                                <p:cTn id="59" presetID="53" presetClass="entr" presetSubtype="16" fill="hold" grpId="0" nodeType="clickEffect">
                                  <p:stCondLst>
                                    <p:cond delay="0"/>
                                  </p:stCondLst>
                                  <p:childTnLst>
                                    <p:set>
                                      <p:cBhvr>
                                        <p:cTn id="60" dur="1" fill="hold">
                                          <p:stCondLst>
                                            <p:cond delay="0"/>
                                          </p:stCondLst>
                                        </p:cTn>
                                        <p:tgtEl>
                                          <p:spTgt spid="167"/>
                                        </p:tgtEl>
                                        <p:attrNameLst>
                                          <p:attrName>style.visibility</p:attrName>
                                        </p:attrNameLst>
                                      </p:cBhvr>
                                      <p:to>
                                        <p:strVal val="visible"/>
                                      </p:to>
                                    </p:set>
                                    <p:anim calcmode="lin" valueType="num">
                                      <p:cBhvr>
                                        <p:cTn id="61" dur="500" fill="hold"/>
                                        <p:tgtEl>
                                          <p:spTgt spid="167"/>
                                        </p:tgtEl>
                                        <p:attrNameLst>
                                          <p:attrName>ppt_w</p:attrName>
                                        </p:attrNameLst>
                                      </p:cBhvr>
                                      <p:tavLst>
                                        <p:tav tm="0">
                                          <p:val>
                                            <p:fltVal val="0"/>
                                          </p:val>
                                        </p:tav>
                                        <p:tav tm="100000">
                                          <p:val>
                                            <p:strVal val="#ppt_w"/>
                                          </p:val>
                                        </p:tav>
                                      </p:tavLst>
                                    </p:anim>
                                    <p:anim calcmode="lin" valueType="num">
                                      <p:cBhvr>
                                        <p:cTn id="62" dur="500" fill="hold"/>
                                        <p:tgtEl>
                                          <p:spTgt spid="167"/>
                                        </p:tgtEl>
                                        <p:attrNameLst>
                                          <p:attrName>ppt_h</p:attrName>
                                        </p:attrNameLst>
                                      </p:cBhvr>
                                      <p:tavLst>
                                        <p:tav tm="0">
                                          <p:val>
                                            <p:fltVal val="0"/>
                                          </p:val>
                                        </p:tav>
                                        <p:tav tm="100000">
                                          <p:val>
                                            <p:strVal val="#ppt_h"/>
                                          </p:val>
                                        </p:tav>
                                      </p:tavLst>
                                    </p:anim>
                                    <p:animEffect transition="in" filter="fade">
                                      <p:cBhvr>
                                        <p:cTn id="63" dur="500"/>
                                        <p:tgtEl>
                                          <p:spTgt spid="167"/>
                                        </p:tgtEl>
                                      </p:cBhvr>
                                    </p:animEffect>
                                  </p:childTnLst>
                                </p:cTn>
                              </p:par>
                            </p:childTnLst>
                          </p:cTn>
                        </p:par>
                      </p:childTnLst>
                    </p:cTn>
                  </p:par>
                  <p:par>
                    <p:cTn id="64" fill="hold" nodeType="clickPar">
                      <p:stCondLst>
                        <p:cond delay="indefinite"/>
                      </p:stCondLst>
                      <p:childTnLst>
                        <p:par>
                          <p:cTn id="65" fill="hold" nodeType="withGroup">
                            <p:stCondLst>
                              <p:cond delay="0"/>
                            </p:stCondLst>
                            <p:childTnLst>
                              <p:par>
                                <p:cTn id="66" presetID="53" presetClass="entr" presetSubtype="16" fill="hold" nodeType="clickEffect">
                                  <p:stCondLst>
                                    <p:cond delay="0"/>
                                  </p:stCondLst>
                                  <p:childTnLst>
                                    <p:set>
                                      <p:cBhvr>
                                        <p:cTn id="67" dur="1" fill="hold">
                                          <p:stCondLst>
                                            <p:cond delay="0"/>
                                          </p:stCondLst>
                                        </p:cTn>
                                        <p:tgtEl>
                                          <p:spTgt spid="17"/>
                                        </p:tgtEl>
                                        <p:attrNameLst>
                                          <p:attrName>style.visibility</p:attrName>
                                        </p:attrNameLst>
                                      </p:cBhvr>
                                      <p:to>
                                        <p:strVal val="visible"/>
                                      </p:to>
                                    </p:set>
                                    <p:anim calcmode="lin" valueType="num">
                                      <p:cBhvr>
                                        <p:cTn id="68" dur="500" fill="hold"/>
                                        <p:tgtEl>
                                          <p:spTgt spid="17"/>
                                        </p:tgtEl>
                                        <p:attrNameLst>
                                          <p:attrName>ppt_w</p:attrName>
                                        </p:attrNameLst>
                                      </p:cBhvr>
                                      <p:tavLst>
                                        <p:tav tm="0">
                                          <p:val>
                                            <p:fltVal val="0"/>
                                          </p:val>
                                        </p:tav>
                                        <p:tav tm="100000">
                                          <p:val>
                                            <p:strVal val="#ppt_w"/>
                                          </p:val>
                                        </p:tav>
                                      </p:tavLst>
                                    </p:anim>
                                    <p:anim calcmode="lin" valueType="num">
                                      <p:cBhvr>
                                        <p:cTn id="69" dur="500" fill="hold"/>
                                        <p:tgtEl>
                                          <p:spTgt spid="17"/>
                                        </p:tgtEl>
                                        <p:attrNameLst>
                                          <p:attrName>ppt_h</p:attrName>
                                        </p:attrNameLst>
                                      </p:cBhvr>
                                      <p:tavLst>
                                        <p:tav tm="0">
                                          <p:val>
                                            <p:fltVal val="0"/>
                                          </p:val>
                                        </p:tav>
                                        <p:tav tm="100000">
                                          <p:val>
                                            <p:strVal val="#ppt_h"/>
                                          </p:val>
                                        </p:tav>
                                      </p:tavLst>
                                    </p:anim>
                                    <p:animEffect transition="in" filter="fade">
                                      <p:cBhvr>
                                        <p:cTn id="70" dur="500"/>
                                        <p:tgtEl>
                                          <p:spTgt spid="17"/>
                                        </p:tgtEl>
                                      </p:cBhvr>
                                    </p:animEffect>
                                  </p:childTnLst>
                                </p:cTn>
                              </p:par>
                            </p:childTnLst>
                          </p:cTn>
                        </p:par>
                      </p:childTnLst>
                    </p:cTn>
                  </p:par>
                  <p:par>
                    <p:cTn id="71" fill="hold" nodeType="clickPar">
                      <p:stCondLst>
                        <p:cond delay="indefinite"/>
                      </p:stCondLst>
                      <p:childTnLst>
                        <p:par>
                          <p:cTn id="72" fill="hold" nodeType="withGroup">
                            <p:stCondLst>
                              <p:cond delay="0"/>
                            </p:stCondLst>
                            <p:childTnLst>
                              <p:par>
                                <p:cTn id="73" presetID="53" presetClass="entr" presetSubtype="16" fill="hold" grpId="0" nodeType="clickEffect">
                                  <p:stCondLst>
                                    <p:cond delay="0"/>
                                  </p:stCondLst>
                                  <p:childTnLst>
                                    <p:set>
                                      <p:cBhvr>
                                        <p:cTn id="74" dur="1" fill="hold">
                                          <p:stCondLst>
                                            <p:cond delay="0"/>
                                          </p:stCondLst>
                                        </p:cTn>
                                        <p:tgtEl>
                                          <p:spTgt spid="170"/>
                                        </p:tgtEl>
                                        <p:attrNameLst>
                                          <p:attrName>style.visibility</p:attrName>
                                        </p:attrNameLst>
                                      </p:cBhvr>
                                      <p:to>
                                        <p:strVal val="visible"/>
                                      </p:to>
                                    </p:set>
                                    <p:anim calcmode="lin" valueType="num">
                                      <p:cBhvr>
                                        <p:cTn id="75" dur="500" fill="hold"/>
                                        <p:tgtEl>
                                          <p:spTgt spid="170"/>
                                        </p:tgtEl>
                                        <p:attrNameLst>
                                          <p:attrName>ppt_w</p:attrName>
                                        </p:attrNameLst>
                                      </p:cBhvr>
                                      <p:tavLst>
                                        <p:tav tm="0">
                                          <p:val>
                                            <p:fltVal val="0"/>
                                          </p:val>
                                        </p:tav>
                                        <p:tav tm="100000">
                                          <p:val>
                                            <p:strVal val="#ppt_w"/>
                                          </p:val>
                                        </p:tav>
                                      </p:tavLst>
                                    </p:anim>
                                    <p:anim calcmode="lin" valueType="num">
                                      <p:cBhvr>
                                        <p:cTn id="76" dur="500" fill="hold"/>
                                        <p:tgtEl>
                                          <p:spTgt spid="170"/>
                                        </p:tgtEl>
                                        <p:attrNameLst>
                                          <p:attrName>ppt_h</p:attrName>
                                        </p:attrNameLst>
                                      </p:cBhvr>
                                      <p:tavLst>
                                        <p:tav tm="0">
                                          <p:val>
                                            <p:fltVal val="0"/>
                                          </p:val>
                                        </p:tav>
                                        <p:tav tm="100000">
                                          <p:val>
                                            <p:strVal val="#ppt_h"/>
                                          </p:val>
                                        </p:tav>
                                      </p:tavLst>
                                    </p:anim>
                                    <p:animEffect transition="in" filter="fade">
                                      <p:cBhvr>
                                        <p:cTn id="77" dur="500"/>
                                        <p:tgtEl>
                                          <p:spTgt spid="170"/>
                                        </p:tgtEl>
                                      </p:cBhvr>
                                    </p:animEffect>
                                  </p:childTnLst>
                                </p:cTn>
                              </p:par>
                            </p:childTnLst>
                          </p:cTn>
                        </p:par>
                      </p:childTnLst>
                    </p:cTn>
                  </p:par>
                  <p:par>
                    <p:cTn id="78" fill="hold" nodeType="clickPar">
                      <p:stCondLst>
                        <p:cond delay="indefinite"/>
                      </p:stCondLst>
                      <p:childTnLst>
                        <p:par>
                          <p:cTn id="79" fill="hold" nodeType="withGroup">
                            <p:stCondLst>
                              <p:cond delay="0"/>
                            </p:stCondLst>
                            <p:childTnLst>
                              <p:par>
                                <p:cTn id="80" presetID="53" presetClass="entr" presetSubtype="16" fill="hold" grpId="0" nodeType="clickEffect">
                                  <p:stCondLst>
                                    <p:cond delay="0"/>
                                  </p:stCondLst>
                                  <p:childTnLst>
                                    <p:set>
                                      <p:cBhvr>
                                        <p:cTn id="81" dur="1" fill="hold">
                                          <p:stCondLst>
                                            <p:cond delay="0"/>
                                          </p:stCondLst>
                                        </p:cTn>
                                        <p:tgtEl>
                                          <p:spTgt spid="171"/>
                                        </p:tgtEl>
                                        <p:attrNameLst>
                                          <p:attrName>style.visibility</p:attrName>
                                        </p:attrNameLst>
                                      </p:cBhvr>
                                      <p:to>
                                        <p:strVal val="visible"/>
                                      </p:to>
                                    </p:set>
                                    <p:anim calcmode="lin" valueType="num">
                                      <p:cBhvr>
                                        <p:cTn id="82" dur="500" fill="hold"/>
                                        <p:tgtEl>
                                          <p:spTgt spid="171"/>
                                        </p:tgtEl>
                                        <p:attrNameLst>
                                          <p:attrName>ppt_w</p:attrName>
                                        </p:attrNameLst>
                                      </p:cBhvr>
                                      <p:tavLst>
                                        <p:tav tm="0">
                                          <p:val>
                                            <p:fltVal val="0"/>
                                          </p:val>
                                        </p:tav>
                                        <p:tav tm="100000">
                                          <p:val>
                                            <p:strVal val="#ppt_w"/>
                                          </p:val>
                                        </p:tav>
                                      </p:tavLst>
                                    </p:anim>
                                    <p:anim calcmode="lin" valueType="num">
                                      <p:cBhvr>
                                        <p:cTn id="83" dur="500" fill="hold"/>
                                        <p:tgtEl>
                                          <p:spTgt spid="171"/>
                                        </p:tgtEl>
                                        <p:attrNameLst>
                                          <p:attrName>ppt_h</p:attrName>
                                        </p:attrNameLst>
                                      </p:cBhvr>
                                      <p:tavLst>
                                        <p:tav tm="0">
                                          <p:val>
                                            <p:fltVal val="0"/>
                                          </p:val>
                                        </p:tav>
                                        <p:tav tm="100000">
                                          <p:val>
                                            <p:strVal val="#ppt_h"/>
                                          </p:val>
                                        </p:tav>
                                      </p:tavLst>
                                    </p:anim>
                                    <p:animEffect transition="in" filter="fade">
                                      <p:cBhvr>
                                        <p:cTn id="84" dur="500"/>
                                        <p:tgtEl>
                                          <p:spTgt spid="171"/>
                                        </p:tgtEl>
                                      </p:cBhvr>
                                    </p:animEffect>
                                  </p:childTnLst>
                                </p:cTn>
                              </p:par>
                            </p:childTnLst>
                          </p:cTn>
                        </p:par>
                      </p:childTnLst>
                    </p:cTn>
                  </p:par>
                  <p:par>
                    <p:cTn id="85" fill="hold">
                      <p:stCondLst>
                        <p:cond delay="indefinite"/>
                      </p:stCondLst>
                      <p:childTnLst>
                        <p:par>
                          <p:cTn id="86" fill="hold">
                            <p:stCondLst>
                              <p:cond delay="0"/>
                            </p:stCondLst>
                            <p:childTnLst>
                              <p:par>
                                <p:cTn id="87" presetID="27" presetClass="emph" presetSubtype="0" fill="remove" nodeType="clickEffect">
                                  <p:stCondLst>
                                    <p:cond delay="0"/>
                                  </p:stCondLst>
                                  <p:childTnLst>
                                    <p:animClr clrSpc="rgb" dir="cw">
                                      <p:cBhvr override="childStyle">
                                        <p:cTn id="88" dur="250" autoRev="1" fill="remove"/>
                                        <p:tgtEl>
                                          <p:spTgt spid="180226">
                                            <p:txEl>
                                              <p:pRg st="9" end="9"/>
                                            </p:txEl>
                                          </p:spTgt>
                                        </p:tgtEl>
                                        <p:attrNameLst>
                                          <p:attrName>style.color</p:attrName>
                                        </p:attrNameLst>
                                      </p:cBhvr>
                                      <p:to>
                                        <a:schemeClr val="bg1"/>
                                      </p:to>
                                    </p:animClr>
                                    <p:animClr clrSpc="rgb" dir="cw">
                                      <p:cBhvr>
                                        <p:cTn id="89" dur="250" autoRev="1" fill="remove"/>
                                        <p:tgtEl>
                                          <p:spTgt spid="180226">
                                            <p:txEl>
                                              <p:pRg st="9" end="9"/>
                                            </p:txEl>
                                          </p:spTgt>
                                        </p:tgtEl>
                                        <p:attrNameLst>
                                          <p:attrName>fillcolor</p:attrName>
                                        </p:attrNameLst>
                                      </p:cBhvr>
                                      <p:to>
                                        <a:schemeClr val="bg1"/>
                                      </p:to>
                                    </p:animClr>
                                    <p:set>
                                      <p:cBhvr>
                                        <p:cTn id="90" dur="250" autoRev="1" fill="remove"/>
                                        <p:tgtEl>
                                          <p:spTgt spid="180226">
                                            <p:txEl>
                                              <p:pRg st="9" end="9"/>
                                            </p:txEl>
                                          </p:spTgt>
                                        </p:tgtEl>
                                        <p:attrNameLst>
                                          <p:attrName>fill.type</p:attrName>
                                        </p:attrNameLst>
                                      </p:cBhvr>
                                      <p:to>
                                        <p:strVal val="solid"/>
                                      </p:to>
                                    </p:set>
                                    <p:set>
                                      <p:cBhvr>
                                        <p:cTn id="91" dur="250" autoRev="1" fill="remove"/>
                                        <p:tgtEl>
                                          <p:spTgt spid="180226">
                                            <p:txEl>
                                              <p:pRg st="9" end="9"/>
                                            </p:txEl>
                                          </p:spTgt>
                                        </p:tgtEl>
                                        <p:attrNameLst>
                                          <p:attrName>fill.on</p:attrName>
                                        </p:attrNameLst>
                                      </p:cBhvr>
                                      <p:to>
                                        <p:strVal val="true"/>
                                      </p:to>
                                    </p:set>
                                  </p:childTnLst>
                                </p:cTn>
                              </p:par>
                            </p:childTnLst>
                          </p:cTn>
                        </p:par>
                      </p:childTnLst>
                    </p:cTn>
                  </p:par>
                  <p:par>
                    <p:cTn id="92" fill="hold" nodeType="clickPar">
                      <p:stCondLst>
                        <p:cond delay="indefinite"/>
                      </p:stCondLst>
                      <p:childTnLst>
                        <p:par>
                          <p:cTn id="93" fill="hold" nodeType="withGroup">
                            <p:stCondLst>
                              <p:cond delay="0"/>
                            </p:stCondLst>
                            <p:childTnLst>
                              <p:par>
                                <p:cTn id="94" presetID="53" presetClass="entr" presetSubtype="16" fill="hold" nodeType="clickEffect">
                                  <p:stCondLst>
                                    <p:cond delay="0"/>
                                  </p:stCondLst>
                                  <p:childTnLst>
                                    <p:set>
                                      <p:cBhvr>
                                        <p:cTn id="95" dur="1" fill="hold">
                                          <p:stCondLst>
                                            <p:cond delay="0"/>
                                          </p:stCondLst>
                                        </p:cTn>
                                        <p:tgtEl>
                                          <p:spTgt spid="18"/>
                                        </p:tgtEl>
                                        <p:attrNameLst>
                                          <p:attrName>style.visibility</p:attrName>
                                        </p:attrNameLst>
                                      </p:cBhvr>
                                      <p:to>
                                        <p:strVal val="visible"/>
                                      </p:to>
                                    </p:set>
                                    <p:anim calcmode="lin" valueType="num">
                                      <p:cBhvr>
                                        <p:cTn id="96" dur="500" fill="hold"/>
                                        <p:tgtEl>
                                          <p:spTgt spid="18"/>
                                        </p:tgtEl>
                                        <p:attrNameLst>
                                          <p:attrName>ppt_w</p:attrName>
                                        </p:attrNameLst>
                                      </p:cBhvr>
                                      <p:tavLst>
                                        <p:tav tm="0">
                                          <p:val>
                                            <p:fltVal val="0"/>
                                          </p:val>
                                        </p:tav>
                                        <p:tav tm="100000">
                                          <p:val>
                                            <p:strVal val="#ppt_w"/>
                                          </p:val>
                                        </p:tav>
                                      </p:tavLst>
                                    </p:anim>
                                    <p:anim calcmode="lin" valueType="num">
                                      <p:cBhvr>
                                        <p:cTn id="97" dur="500" fill="hold"/>
                                        <p:tgtEl>
                                          <p:spTgt spid="18"/>
                                        </p:tgtEl>
                                        <p:attrNameLst>
                                          <p:attrName>ppt_h</p:attrName>
                                        </p:attrNameLst>
                                      </p:cBhvr>
                                      <p:tavLst>
                                        <p:tav tm="0">
                                          <p:val>
                                            <p:fltVal val="0"/>
                                          </p:val>
                                        </p:tav>
                                        <p:tav tm="100000">
                                          <p:val>
                                            <p:strVal val="#ppt_h"/>
                                          </p:val>
                                        </p:tav>
                                      </p:tavLst>
                                    </p:anim>
                                    <p:animEffect transition="in" filter="fade">
                                      <p:cBhvr>
                                        <p:cTn id="98" dur="500"/>
                                        <p:tgtEl>
                                          <p:spTgt spid="18"/>
                                        </p:tgtEl>
                                      </p:cBhvr>
                                    </p:animEffect>
                                  </p:childTnLst>
                                </p:cTn>
                              </p:par>
                            </p:childTnLst>
                          </p:cTn>
                        </p:par>
                      </p:childTnLst>
                    </p:cTn>
                  </p:par>
                  <p:par>
                    <p:cTn id="99" fill="hold" nodeType="clickPar">
                      <p:stCondLst>
                        <p:cond delay="indefinite"/>
                      </p:stCondLst>
                      <p:childTnLst>
                        <p:par>
                          <p:cTn id="100" fill="hold" nodeType="withGroup">
                            <p:stCondLst>
                              <p:cond delay="0"/>
                            </p:stCondLst>
                            <p:childTnLst>
                              <p:par>
                                <p:cTn id="101" presetID="53" presetClass="entr" presetSubtype="16" fill="hold" nodeType="clickEffect">
                                  <p:stCondLst>
                                    <p:cond delay="0"/>
                                  </p:stCondLst>
                                  <p:childTnLst>
                                    <p:set>
                                      <p:cBhvr>
                                        <p:cTn id="102" dur="1" fill="hold">
                                          <p:stCondLst>
                                            <p:cond delay="0"/>
                                          </p:stCondLst>
                                        </p:cTn>
                                        <p:tgtEl>
                                          <p:spTgt spid="21"/>
                                        </p:tgtEl>
                                        <p:attrNameLst>
                                          <p:attrName>style.visibility</p:attrName>
                                        </p:attrNameLst>
                                      </p:cBhvr>
                                      <p:to>
                                        <p:strVal val="visible"/>
                                      </p:to>
                                    </p:set>
                                    <p:anim calcmode="lin" valueType="num">
                                      <p:cBhvr>
                                        <p:cTn id="103" dur="500" fill="hold"/>
                                        <p:tgtEl>
                                          <p:spTgt spid="21"/>
                                        </p:tgtEl>
                                        <p:attrNameLst>
                                          <p:attrName>ppt_w</p:attrName>
                                        </p:attrNameLst>
                                      </p:cBhvr>
                                      <p:tavLst>
                                        <p:tav tm="0">
                                          <p:val>
                                            <p:fltVal val="0"/>
                                          </p:val>
                                        </p:tav>
                                        <p:tav tm="100000">
                                          <p:val>
                                            <p:strVal val="#ppt_w"/>
                                          </p:val>
                                        </p:tav>
                                      </p:tavLst>
                                    </p:anim>
                                    <p:anim calcmode="lin" valueType="num">
                                      <p:cBhvr>
                                        <p:cTn id="104" dur="500" fill="hold"/>
                                        <p:tgtEl>
                                          <p:spTgt spid="21"/>
                                        </p:tgtEl>
                                        <p:attrNameLst>
                                          <p:attrName>ppt_h</p:attrName>
                                        </p:attrNameLst>
                                      </p:cBhvr>
                                      <p:tavLst>
                                        <p:tav tm="0">
                                          <p:val>
                                            <p:fltVal val="0"/>
                                          </p:val>
                                        </p:tav>
                                        <p:tav tm="100000">
                                          <p:val>
                                            <p:strVal val="#ppt_h"/>
                                          </p:val>
                                        </p:tav>
                                      </p:tavLst>
                                    </p:anim>
                                    <p:animEffect transition="in" filter="fade">
                                      <p:cBhvr>
                                        <p:cTn id="105" dur="500"/>
                                        <p:tgtEl>
                                          <p:spTgt spid="21"/>
                                        </p:tgtEl>
                                      </p:cBhvr>
                                    </p:animEffect>
                                  </p:childTnLst>
                                </p:cTn>
                              </p:par>
                            </p:childTnLst>
                          </p:cTn>
                        </p:par>
                      </p:childTnLst>
                    </p:cTn>
                  </p:par>
                  <p:par>
                    <p:cTn id="106" fill="hold" nodeType="clickPar">
                      <p:stCondLst>
                        <p:cond delay="indefinite"/>
                      </p:stCondLst>
                      <p:childTnLst>
                        <p:par>
                          <p:cTn id="107" fill="hold" nodeType="withGroup">
                            <p:stCondLst>
                              <p:cond delay="0"/>
                            </p:stCondLst>
                            <p:childTnLst>
                              <p:par>
                                <p:cTn id="108" presetID="53" presetClass="entr" presetSubtype="16" fill="hold" grpId="0" nodeType="clickEffect">
                                  <p:stCondLst>
                                    <p:cond delay="0"/>
                                  </p:stCondLst>
                                  <p:childTnLst>
                                    <p:set>
                                      <p:cBhvr>
                                        <p:cTn id="109" dur="1" fill="hold">
                                          <p:stCondLst>
                                            <p:cond delay="0"/>
                                          </p:stCondLst>
                                        </p:cTn>
                                        <p:tgtEl>
                                          <p:spTgt spid="193"/>
                                        </p:tgtEl>
                                        <p:attrNameLst>
                                          <p:attrName>style.visibility</p:attrName>
                                        </p:attrNameLst>
                                      </p:cBhvr>
                                      <p:to>
                                        <p:strVal val="visible"/>
                                      </p:to>
                                    </p:set>
                                    <p:anim calcmode="lin" valueType="num">
                                      <p:cBhvr>
                                        <p:cTn id="110" dur="500" fill="hold"/>
                                        <p:tgtEl>
                                          <p:spTgt spid="193"/>
                                        </p:tgtEl>
                                        <p:attrNameLst>
                                          <p:attrName>ppt_w</p:attrName>
                                        </p:attrNameLst>
                                      </p:cBhvr>
                                      <p:tavLst>
                                        <p:tav tm="0">
                                          <p:val>
                                            <p:fltVal val="0"/>
                                          </p:val>
                                        </p:tav>
                                        <p:tav tm="100000">
                                          <p:val>
                                            <p:strVal val="#ppt_w"/>
                                          </p:val>
                                        </p:tav>
                                      </p:tavLst>
                                    </p:anim>
                                    <p:anim calcmode="lin" valueType="num">
                                      <p:cBhvr>
                                        <p:cTn id="111" dur="500" fill="hold"/>
                                        <p:tgtEl>
                                          <p:spTgt spid="193"/>
                                        </p:tgtEl>
                                        <p:attrNameLst>
                                          <p:attrName>ppt_h</p:attrName>
                                        </p:attrNameLst>
                                      </p:cBhvr>
                                      <p:tavLst>
                                        <p:tav tm="0">
                                          <p:val>
                                            <p:fltVal val="0"/>
                                          </p:val>
                                        </p:tav>
                                        <p:tav tm="100000">
                                          <p:val>
                                            <p:strVal val="#ppt_h"/>
                                          </p:val>
                                        </p:tav>
                                      </p:tavLst>
                                    </p:anim>
                                    <p:animEffect transition="in" filter="fade">
                                      <p:cBhvr>
                                        <p:cTn id="112" dur="500"/>
                                        <p:tgtEl>
                                          <p:spTgt spid="193"/>
                                        </p:tgtEl>
                                      </p:cBhvr>
                                    </p:animEffect>
                                  </p:childTnLst>
                                </p:cTn>
                              </p:par>
                            </p:childTnLst>
                          </p:cTn>
                        </p:par>
                      </p:childTnLst>
                    </p:cTn>
                  </p:par>
                  <p:par>
                    <p:cTn id="113" fill="hold">
                      <p:stCondLst>
                        <p:cond delay="indefinite"/>
                      </p:stCondLst>
                      <p:childTnLst>
                        <p:par>
                          <p:cTn id="114" fill="hold">
                            <p:stCondLst>
                              <p:cond delay="0"/>
                            </p:stCondLst>
                            <p:childTnLst>
                              <p:par>
                                <p:cTn id="115" presetID="27" presetClass="emph" presetSubtype="0" fill="remove" nodeType="clickEffect">
                                  <p:stCondLst>
                                    <p:cond delay="0"/>
                                  </p:stCondLst>
                                  <p:childTnLst>
                                    <p:animClr clrSpc="rgb" dir="cw">
                                      <p:cBhvr override="childStyle">
                                        <p:cTn id="116" dur="250" autoRev="1" fill="remove"/>
                                        <p:tgtEl>
                                          <p:spTgt spid="180226">
                                            <p:txEl>
                                              <p:pRg st="7" end="7"/>
                                            </p:txEl>
                                          </p:spTgt>
                                        </p:tgtEl>
                                        <p:attrNameLst>
                                          <p:attrName>style.color</p:attrName>
                                        </p:attrNameLst>
                                      </p:cBhvr>
                                      <p:to>
                                        <a:schemeClr val="bg1"/>
                                      </p:to>
                                    </p:animClr>
                                    <p:animClr clrSpc="rgb" dir="cw">
                                      <p:cBhvr>
                                        <p:cTn id="117" dur="250" autoRev="1" fill="remove"/>
                                        <p:tgtEl>
                                          <p:spTgt spid="180226">
                                            <p:txEl>
                                              <p:pRg st="7" end="7"/>
                                            </p:txEl>
                                          </p:spTgt>
                                        </p:tgtEl>
                                        <p:attrNameLst>
                                          <p:attrName>fillcolor</p:attrName>
                                        </p:attrNameLst>
                                      </p:cBhvr>
                                      <p:to>
                                        <a:schemeClr val="bg1"/>
                                      </p:to>
                                    </p:animClr>
                                    <p:set>
                                      <p:cBhvr>
                                        <p:cTn id="118" dur="250" autoRev="1" fill="remove"/>
                                        <p:tgtEl>
                                          <p:spTgt spid="180226">
                                            <p:txEl>
                                              <p:pRg st="7" end="7"/>
                                            </p:txEl>
                                          </p:spTgt>
                                        </p:tgtEl>
                                        <p:attrNameLst>
                                          <p:attrName>fill.type</p:attrName>
                                        </p:attrNameLst>
                                      </p:cBhvr>
                                      <p:to>
                                        <p:strVal val="solid"/>
                                      </p:to>
                                    </p:set>
                                    <p:set>
                                      <p:cBhvr>
                                        <p:cTn id="119" dur="250" autoRev="1" fill="remove"/>
                                        <p:tgtEl>
                                          <p:spTgt spid="180226">
                                            <p:txEl>
                                              <p:pRg st="7" end="7"/>
                                            </p:txEl>
                                          </p:spTgt>
                                        </p:tgtEl>
                                        <p:attrNameLst>
                                          <p:attrName>fill.on</p:attrName>
                                        </p:attrNameLst>
                                      </p:cBhvr>
                                      <p:to>
                                        <p:strVal val="true"/>
                                      </p:to>
                                    </p:set>
                                  </p:childTnLst>
                                </p:cTn>
                              </p:par>
                              <p:par>
                                <p:cTn id="120" presetID="27" presetClass="emph" presetSubtype="0" fill="remove" nodeType="withEffect">
                                  <p:stCondLst>
                                    <p:cond delay="0"/>
                                  </p:stCondLst>
                                  <p:childTnLst>
                                    <p:animClr clrSpc="rgb" dir="cw">
                                      <p:cBhvr override="childStyle">
                                        <p:cTn id="121" dur="250" autoRev="1" fill="remove"/>
                                        <p:tgtEl>
                                          <p:spTgt spid="180226">
                                            <p:txEl>
                                              <p:pRg st="8" end="8"/>
                                            </p:txEl>
                                          </p:spTgt>
                                        </p:tgtEl>
                                        <p:attrNameLst>
                                          <p:attrName>style.color</p:attrName>
                                        </p:attrNameLst>
                                      </p:cBhvr>
                                      <p:to>
                                        <a:schemeClr val="bg1"/>
                                      </p:to>
                                    </p:animClr>
                                    <p:animClr clrSpc="rgb" dir="cw">
                                      <p:cBhvr>
                                        <p:cTn id="122" dur="250" autoRev="1" fill="remove"/>
                                        <p:tgtEl>
                                          <p:spTgt spid="180226">
                                            <p:txEl>
                                              <p:pRg st="8" end="8"/>
                                            </p:txEl>
                                          </p:spTgt>
                                        </p:tgtEl>
                                        <p:attrNameLst>
                                          <p:attrName>fillcolor</p:attrName>
                                        </p:attrNameLst>
                                      </p:cBhvr>
                                      <p:to>
                                        <a:schemeClr val="bg1"/>
                                      </p:to>
                                    </p:animClr>
                                    <p:set>
                                      <p:cBhvr>
                                        <p:cTn id="123" dur="250" autoRev="1" fill="remove"/>
                                        <p:tgtEl>
                                          <p:spTgt spid="180226">
                                            <p:txEl>
                                              <p:pRg st="8" end="8"/>
                                            </p:txEl>
                                          </p:spTgt>
                                        </p:tgtEl>
                                        <p:attrNameLst>
                                          <p:attrName>fill.type</p:attrName>
                                        </p:attrNameLst>
                                      </p:cBhvr>
                                      <p:to>
                                        <p:strVal val="solid"/>
                                      </p:to>
                                    </p:set>
                                    <p:set>
                                      <p:cBhvr>
                                        <p:cTn id="124" dur="250" autoRev="1" fill="remove"/>
                                        <p:tgtEl>
                                          <p:spTgt spid="180226">
                                            <p:txEl>
                                              <p:pRg st="8" end="8"/>
                                            </p:txEl>
                                          </p:spTgt>
                                        </p:tgtEl>
                                        <p:attrNameLst>
                                          <p:attrName>fill.on</p:attrName>
                                        </p:attrNameLst>
                                      </p:cBhvr>
                                      <p:to>
                                        <p:strVal val="true"/>
                                      </p:to>
                                    </p:set>
                                  </p:childTnLst>
                                </p:cTn>
                              </p:par>
                            </p:childTnLst>
                          </p:cTn>
                        </p:par>
                      </p:childTnLst>
                    </p:cTn>
                  </p:par>
                  <p:par>
                    <p:cTn id="125" fill="hold" nodeType="clickPar">
                      <p:stCondLst>
                        <p:cond delay="indefinite"/>
                      </p:stCondLst>
                      <p:childTnLst>
                        <p:par>
                          <p:cTn id="126" fill="hold" nodeType="withGroup">
                            <p:stCondLst>
                              <p:cond delay="0"/>
                            </p:stCondLst>
                            <p:childTnLst>
                              <p:par>
                                <p:cTn id="127" presetID="53" presetClass="entr" presetSubtype="16" fill="hold" nodeType="clickEffect">
                                  <p:stCondLst>
                                    <p:cond delay="0"/>
                                  </p:stCondLst>
                                  <p:childTnLst>
                                    <p:set>
                                      <p:cBhvr>
                                        <p:cTn id="128" dur="1" fill="hold">
                                          <p:stCondLst>
                                            <p:cond delay="0"/>
                                          </p:stCondLst>
                                        </p:cTn>
                                        <p:tgtEl>
                                          <p:spTgt spid="19"/>
                                        </p:tgtEl>
                                        <p:attrNameLst>
                                          <p:attrName>style.visibility</p:attrName>
                                        </p:attrNameLst>
                                      </p:cBhvr>
                                      <p:to>
                                        <p:strVal val="visible"/>
                                      </p:to>
                                    </p:set>
                                    <p:anim calcmode="lin" valueType="num">
                                      <p:cBhvr>
                                        <p:cTn id="129" dur="500" fill="hold"/>
                                        <p:tgtEl>
                                          <p:spTgt spid="19"/>
                                        </p:tgtEl>
                                        <p:attrNameLst>
                                          <p:attrName>ppt_w</p:attrName>
                                        </p:attrNameLst>
                                      </p:cBhvr>
                                      <p:tavLst>
                                        <p:tav tm="0">
                                          <p:val>
                                            <p:fltVal val="0"/>
                                          </p:val>
                                        </p:tav>
                                        <p:tav tm="100000">
                                          <p:val>
                                            <p:strVal val="#ppt_w"/>
                                          </p:val>
                                        </p:tav>
                                      </p:tavLst>
                                    </p:anim>
                                    <p:anim calcmode="lin" valueType="num">
                                      <p:cBhvr>
                                        <p:cTn id="130" dur="500" fill="hold"/>
                                        <p:tgtEl>
                                          <p:spTgt spid="19"/>
                                        </p:tgtEl>
                                        <p:attrNameLst>
                                          <p:attrName>ppt_h</p:attrName>
                                        </p:attrNameLst>
                                      </p:cBhvr>
                                      <p:tavLst>
                                        <p:tav tm="0">
                                          <p:val>
                                            <p:fltVal val="0"/>
                                          </p:val>
                                        </p:tav>
                                        <p:tav tm="100000">
                                          <p:val>
                                            <p:strVal val="#ppt_h"/>
                                          </p:val>
                                        </p:tav>
                                      </p:tavLst>
                                    </p:anim>
                                    <p:animEffect transition="in" filter="fade">
                                      <p:cBhvr>
                                        <p:cTn id="131" dur="500"/>
                                        <p:tgtEl>
                                          <p:spTgt spid="19"/>
                                        </p:tgtEl>
                                      </p:cBhvr>
                                    </p:animEffect>
                                  </p:childTnLst>
                                </p:cTn>
                              </p:par>
                            </p:childTnLst>
                          </p:cTn>
                        </p:par>
                      </p:childTnLst>
                    </p:cTn>
                  </p:par>
                  <p:par>
                    <p:cTn id="132" fill="hold" nodeType="clickPar">
                      <p:stCondLst>
                        <p:cond delay="indefinite"/>
                      </p:stCondLst>
                      <p:childTnLst>
                        <p:par>
                          <p:cTn id="133" fill="hold" nodeType="withGroup">
                            <p:stCondLst>
                              <p:cond delay="0"/>
                            </p:stCondLst>
                            <p:childTnLst>
                              <p:par>
                                <p:cTn id="134" presetID="53" presetClass="entr" presetSubtype="16" fill="hold" grpId="0" nodeType="clickEffect">
                                  <p:stCondLst>
                                    <p:cond delay="0"/>
                                  </p:stCondLst>
                                  <p:childTnLst>
                                    <p:set>
                                      <p:cBhvr>
                                        <p:cTn id="135" dur="1" fill="hold">
                                          <p:stCondLst>
                                            <p:cond delay="0"/>
                                          </p:stCondLst>
                                        </p:cTn>
                                        <p:tgtEl>
                                          <p:spTgt spid="204"/>
                                        </p:tgtEl>
                                        <p:attrNameLst>
                                          <p:attrName>style.visibility</p:attrName>
                                        </p:attrNameLst>
                                      </p:cBhvr>
                                      <p:to>
                                        <p:strVal val="visible"/>
                                      </p:to>
                                    </p:set>
                                    <p:anim calcmode="lin" valueType="num">
                                      <p:cBhvr>
                                        <p:cTn id="136" dur="500" fill="hold"/>
                                        <p:tgtEl>
                                          <p:spTgt spid="204"/>
                                        </p:tgtEl>
                                        <p:attrNameLst>
                                          <p:attrName>ppt_w</p:attrName>
                                        </p:attrNameLst>
                                      </p:cBhvr>
                                      <p:tavLst>
                                        <p:tav tm="0">
                                          <p:val>
                                            <p:fltVal val="0"/>
                                          </p:val>
                                        </p:tav>
                                        <p:tav tm="100000">
                                          <p:val>
                                            <p:strVal val="#ppt_w"/>
                                          </p:val>
                                        </p:tav>
                                      </p:tavLst>
                                    </p:anim>
                                    <p:anim calcmode="lin" valueType="num">
                                      <p:cBhvr>
                                        <p:cTn id="137" dur="500" fill="hold"/>
                                        <p:tgtEl>
                                          <p:spTgt spid="204"/>
                                        </p:tgtEl>
                                        <p:attrNameLst>
                                          <p:attrName>ppt_h</p:attrName>
                                        </p:attrNameLst>
                                      </p:cBhvr>
                                      <p:tavLst>
                                        <p:tav tm="0">
                                          <p:val>
                                            <p:fltVal val="0"/>
                                          </p:val>
                                        </p:tav>
                                        <p:tav tm="100000">
                                          <p:val>
                                            <p:strVal val="#ppt_h"/>
                                          </p:val>
                                        </p:tav>
                                      </p:tavLst>
                                    </p:anim>
                                    <p:animEffect transition="in" filter="fade">
                                      <p:cBhvr>
                                        <p:cTn id="138" dur="500"/>
                                        <p:tgtEl>
                                          <p:spTgt spid="204"/>
                                        </p:tgtEl>
                                      </p:cBhvr>
                                    </p:animEffect>
                                  </p:childTnLst>
                                </p:cTn>
                              </p:par>
                            </p:childTnLst>
                          </p:cTn>
                        </p:par>
                      </p:childTnLst>
                    </p:cTn>
                  </p:par>
                  <p:par>
                    <p:cTn id="139" fill="hold" nodeType="clickPar">
                      <p:stCondLst>
                        <p:cond delay="indefinite"/>
                      </p:stCondLst>
                      <p:childTnLst>
                        <p:par>
                          <p:cTn id="140" fill="hold" nodeType="withGroup">
                            <p:stCondLst>
                              <p:cond delay="0"/>
                            </p:stCondLst>
                            <p:childTnLst>
                              <p:par>
                                <p:cTn id="141" presetID="53" presetClass="entr" presetSubtype="16" fill="hold" nodeType="clickEffect">
                                  <p:stCondLst>
                                    <p:cond delay="0"/>
                                  </p:stCondLst>
                                  <p:childTnLst>
                                    <p:set>
                                      <p:cBhvr>
                                        <p:cTn id="142" dur="1" fill="hold">
                                          <p:stCondLst>
                                            <p:cond delay="0"/>
                                          </p:stCondLst>
                                        </p:cTn>
                                        <p:tgtEl>
                                          <p:spTgt spid="20"/>
                                        </p:tgtEl>
                                        <p:attrNameLst>
                                          <p:attrName>style.visibility</p:attrName>
                                        </p:attrNameLst>
                                      </p:cBhvr>
                                      <p:to>
                                        <p:strVal val="visible"/>
                                      </p:to>
                                    </p:set>
                                    <p:anim calcmode="lin" valueType="num">
                                      <p:cBhvr>
                                        <p:cTn id="143" dur="500" fill="hold"/>
                                        <p:tgtEl>
                                          <p:spTgt spid="20"/>
                                        </p:tgtEl>
                                        <p:attrNameLst>
                                          <p:attrName>ppt_w</p:attrName>
                                        </p:attrNameLst>
                                      </p:cBhvr>
                                      <p:tavLst>
                                        <p:tav tm="0">
                                          <p:val>
                                            <p:fltVal val="0"/>
                                          </p:val>
                                        </p:tav>
                                        <p:tav tm="100000">
                                          <p:val>
                                            <p:strVal val="#ppt_w"/>
                                          </p:val>
                                        </p:tav>
                                      </p:tavLst>
                                    </p:anim>
                                    <p:anim calcmode="lin" valueType="num">
                                      <p:cBhvr>
                                        <p:cTn id="144" dur="500" fill="hold"/>
                                        <p:tgtEl>
                                          <p:spTgt spid="20"/>
                                        </p:tgtEl>
                                        <p:attrNameLst>
                                          <p:attrName>ppt_h</p:attrName>
                                        </p:attrNameLst>
                                      </p:cBhvr>
                                      <p:tavLst>
                                        <p:tav tm="0">
                                          <p:val>
                                            <p:fltVal val="0"/>
                                          </p:val>
                                        </p:tav>
                                        <p:tav tm="100000">
                                          <p:val>
                                            <p:strVal val="#ppt_h"/>
                                          </p:val>
                                        </p:tav>
                                      </p:tavLst>
                                    </p:anim>
                                    <p:animEffect transition="in" filter="fade">
                                      <p:cBhvr>
                                        <p:cTn id="145" dur="500"/>
                                        <p:tgtEl>
                                          <p:spTgt spid="20"/>
                                        </p:tgtEl>
                                      </p:cBhvr>
                                    </p:animEffect>
                                  </p:childTnLst>
                                </p:cTn>
                              </p:par>
                            </p:childTnLst>
                          </p:cTn>
                        </p:par>
                      </p:childTnLst>
                    </p:cTn>
                  </p:par>
                  <p:par>
                    <p:cTn id="146" fill="hold" nodeType="clickPar">
                      <p:stCondLst>
                        <p:cond delay="indefinite"/>
                      </p:stCondLst>
                      <p:childTnLst>
                        <p:par>
                          <p:cTn id="147" fill="hold" nodeType="withGroup">
                            <p:stCondLst>
                              <p:cond delay="0"/>
                            </p:stCondLst>
                            <p:childTnLst>
                              <p:par>
                                <p:cTn id="148" presetID="53" presetClass="entr" presetSubtype="16" fill="hold" grpId="0" nodeType="clickEffect">
                                  <p:stCondLst>
                                    <p:cond delay="0"/>
                                  </p:stCondLst>
                                  <p:childTnLst>
                                    <p:set>
                                      <p:cBhvr>
                                        <p:cTn id="149" dur="1" fill="hold">
                                          <p:stCondLst>
                                            <p:cond delay="0"/>
                                          </p:stCondLst>
                                        </p:cTn>
                                        <p:tgtEl>
                                          <p:spTgt spid="205"/>
                                        </p:tgtEl>
                                        <p:attrNameLst>
                                          <p:attrName>style.visibility</p:attrName>
                                        </p:attrNameLst>
                                      </p:cBhvr>
                                      <p:to>
                                        <p:strVal val="visible"/>
                                      </p:to>
                                    </p:set>
                                    <p:anim calcmode="lin" valueType="num">
                                      <p:cBhvr>
                                        <p:cTn id="150" dur="500" fill="hold"/>
                                        <p:tgtEl>
                                          <p:spTgt spid="205"/>
                                        </p:tgtEl>
                                        <p:attrNameLst>
                                          <p:attrName>ppt_w</p:attrName>
                                        </p:attrNameLst>
                                      </p:cBhvr>
                                      <p:tavLst>
                                        <p:tav tm="0">
                                          <p:val>
                                            <p:fltVal val="0"/>
                                          </p:val>
                                        </p:tav>
                                        <p:tav tm="100000">
                                          <p:val>
                                            <p:strVal val="#ppt_w"/>
                                          </p:val>
                                        </p:tav>
                                      </p:tavLst>
                                    </p:anim>
                                    <p:anim calcmode="lin" valueType="num">
                                      <p:cBhvr>
                                        <p:cTn id="151" dur="500" fill="hold"/>
                                        <p:tgtEl>
                                          <p:spTgt spid="205"/>
                                        </p:tgtEl>
                                        <p:attrNameLst>
                                          <p:attrName>ppt_h</p:attrName>
                                        </p:attrNameLst>
                                      </p:cBhvr>
                                      <p:tavLst>
                                        <p:tav tm="0">
                                          <p:val>
                                            <p:fltVal val="0"/>
                                          </p:val>
                                        </p:tav>
                                        <p:tav tm="100000">
                                          <p:val>
                                            <p:strVal val="#ppt_h"/>
                                          </p:val>
                                        </p:tav>
                                      </p:tavLst>
                                    </p:anim>
                                    <p:animEffect transition="in" filter="fade">
                                      <p:cBhvr>
                                        <p:cTn id="152" dur="500"/>
                                        <p:tgtEl>
                                          <p:spTgt spid="205"/>
                                        </p:tgtEl>
                                      </p:cBhvr>
                                    </p:animEffect>
                                  </p:childTnLst>
                                </p:cTn>
                              </p:par>
                            </p:childTnLst>
                          </p:cTn>
                        </p:par>
                      </p:childTnLst>
                    </p:cTn>
                  </p:par>
                  <p:par>
                    <p:cTn id="153" fill="hold" nodeType="clickPar">
                      <p:stCondLst>
                        <p:cond delay="indefinite"/>
                      </p:stCondLst>
                      <p:childTnLst>
                        <p:par>
                          <p:cTn id="154" fill="hold" nodeType="withGroup">
                            <p:stCondLst>
                              <p:cond delay="0"/>
                            </p:stCondLst>
                            <p:childTnLst>
                              <p:par>
                                <p:cTn id="155" presetID="53" presetClass="entr" presetSubtype="16" fill="hold" grpId="0" nodeType="clickEffect">
                                  <p:stCondLst>
                                    <p:cond delay="0"/>
                                  </p:stCondLst>
                                  <p:childTnLst>
                                    <p:set>
                                      <p:cBhvr>
                                        <p:cTn id="156" dur="1" fill="hold">
                                          <p:stCondLst>
                                            <p:cond delay="0"/>
                                          </p:stCondLst>
                                        </p:cTn>
                                        <p:tgtEl>
                                          <p:spTgt spid="199"/>
                                        </p:tgtEl>
                                        <p:attrNameLst>
                                          <p:attrName>style.visibility</p:attrName>
                                        </p:attrNameLst>
                                      </p:cBhvr>
                                      <p:to>
                                        <p:strVal val="visible"/>
                                      </p:to>
                                    </p:set>
                                    <p:anim calcmode="lin" valueType="num">
                                      <p:cBhvr>
                                        <p:cTn id="157" dur="500" fill="hold"/>
                                        <p:tgtEl>
                                          <p:spTgt spid="199"/>
                                        </p:tgtEl>
                                        <p:attrNameLst>
                                          <p:attrName>ppt_w</p:attrName>
                                        </p:attrNameLst>
                                      </p:cBhvr>
                                      <p:tavLst>
                                        <p:tav tm="0">
                                          <p:val>
                                            <p:fltVal val="0"/>
                                          </p:val>
                                        </p:tav>
                                        <p:tav tm="100000">
                                          <p:val>
                                            <p:strVal val="#ppt_w"/>
                                          </p:val>
                                        </p:tav>
                                      </p:tavLst>
                                    </p:anim>
                                    <p:anim calcmode="lin" valueType="num">
                                      <p:cBhvr>
                                        <p:cTn id="158" dur="500" fill="hold"/>
                                        <p:tgtEl>
                                          <p:spTgt spid="199"/>
                                        </p:tgtEl>
                                        <p:attrNameLst>
                                          <p:attrName>ppt_h</p:attrName>
                                        </p:attrNameLst>
                                      </p:cBhvr>
                                      <p:tavLst>
                                        <p:tav tm="0">
                                          <p:val>
                                            <p:fltVal val="0"/>
                                          </p:val>
                                        </p:tav>
                                        <p:tav tm="100000">
                                          <p:val>
                                            <p:strVal val="#ppt_h"/>
                                          </p:val>
                                        </p:tav>
                                      </p:tavLst>
                                    </p:anim>
                                    <p:animEffect transition="in" filter="fade">
                                      <p:cBhvr>
                                        <p:cTn id="159" dur="500"/>
                                        <p:tgtEl>
                                          <p:spTgt spid="199"/>
                                        </p:tgtEl>
                                      </p:cBhvr>
                                    </p:animEffect>
                                  </p:childTnLst>
                                </p:cTn>
                              </p:par>
                            </p:childTnLst>
                          </p:cTn>
                        </p:par>
                      </p:childTnLst>
                    </p:cTn>
                  </p:par>
                  <p:par>
                    <p:cTn id="160" fill="hold" nodeType="clickPar">
                      <p:stCondLst>
                        <p:cond delay="indefinite"/>
                      </p:stCondLst>
                      <p:childTnLst>
                        <p:par>
                          <p:cTn id="161" fill="hold" nodeType="withGroup">
                            <p:stCondLst>
                              <p:cond delay="0"/>
                            </p:stCondLst>
                            <p:childTnLst>
                              <p:par>
                                <p:cTn id="162" presetID="27" presetClass="emph" presetSubtype="0" fill="remove" nodeType="clickEffect">
                                  <p:stCondLst>
                                    <p:cond delay="0"/>
                                  </p:stCondLst>
                                  <p:childTnLst>
                                    <p:animClr clrSpc="rgb" dir="cw">
                                      <p:cBhvr override="childStyle">
                                        <p:cTn id="163" dur="250" autoRev="1" fill="remove"/>
                                        <p:tgtEl>
                                          <p:spTgt spid="180226">
                                            <p:txEl>
                                              <p:pRg st="5" end="5"/>
                                            </p:txEl>
                                          </p:spTgt>
                                        </p:tgtEl>
                                        <p:attrNameLst>
                                          <p:attrName>style.color</p:attrName>
                                        </p:attrNameLst>
                                      </p:cBhvr>
                                      <p:to>
                                        <a:schemeClr val="bg1"/>
                                      </p:to>
                                    </p:animClr>
                                    <p:animClr clrSpc="rgb" dir="cw">
                                      <p:cBhvr>
                                        <p:cTn id="164" dur="250" autoRev="1" fill="remove"/>
                                        <p:tgtEl>
                                          <p:spTgt spid="180226">
                                            <p:txEl>
                                              <p:pRg st="5" end="5"/>
                                            </p:txEl>
                                          </p:spTgt>
                                        </p:tgtEl>
                                        <p:attrNameLst>
                                          <p:attrName>fillcolor</p:attrName>
                                        </p:attrNameLst>
                                      </p:cBhvr>
                                      <p:to>
                                        <a:schemeClr val="bg1"/>
                                      </p:to>
                                    </p:animClr>
                                    <p:set>
                                      <p:cBhvr>
                                        <p:cTn id="165" dur="250" autoRev="1" fill="remove"/>
                                        <p:tgtEl>
                                          <p:spTgt spid="180226">
                                            <p:txEl>
                                              <p:pRg st="5" end="5"/>
                                            </p:txEl>
                                          </p:spTgt>
                                        </p:tgtEl>
                                        <p:attrNameLst>
                                          <p:attrName>fill.type</p:attrName>
                                        </p:attrNameLst>
                                      </p:cBhvr>
                                      <p:to>
                                        <p:strVal val="solid"/>
                                      </p:to>
                                    </p:set>
                                    <p:set>
                                      <p:cBhvr>
                                        <p:cTn id="166" dur="250" autoRev="1" fill="remove"/>
                                        <p:tgtEl>
                                          <p:spTgt spid="180226">
                                            <p:txEl>
                                              <p:pRg st="5" end="5"/>
                                            </p:txEl>
                                          </p:spTgt>
                                        </p:tgtEl>
                                        <p:attrNameLst>
                                          <p:attrName>fill.on</p:attrName>
                                        </p:attrNameLst>
                                      </p:cBhvr>
                                      <p:to>
                                        <p:strVal val="true"/>
                                      </p:to>
                                    </p:set>
                                  </p:childTnLst>
                                </p:cTn>
                              </p:par>
                              <p:par>
                                <p:cTn id="167" presetID="27" presetClass="emph" presetSubtype="0" fill="remove" nodeType="withEffect">
                                  <p:stCondLst>
                                    <p:cond delay="0"/>
                                  </p:stCondLst>
                                  <p:childTnLst>
                                    <p:animClr clrSpc="rgb" dir="cw">
                                      <p:cBhvr override="childStyle">
                                        <p:cTn id="168" dur="250" autoRev="1" fill="remove"/>
                                        <p:tgtEl>
                                          <p:spTgt spid="180226">
                                            <p:txEl>
                                              <p:pRg st="6" end="6"/>
                                            </p:txEl>
                                          </p:spTgt>
                                        </p:tgtEl>
                                        <p:attrNameLst>
                                          <p:attrName>style.color</p:attrName>
                                        </p:attrNameLst>
                                      </p:cBhvr>
                                      <p:to>
                                        <a:schemeClr val="bg1"/>
                                      </p:to>
                                    </p:animClr>
                                    <p:animClr clrSpc="rgb" dir="cw">
                                      <p:cBhvr>
                                        <p:cTn id="169" dur="250" autoRev="1" fill="remove"/>
                                        <p:tgtEl>
                                          <p:spTgt spid="180226">
                                            <p:txEl>
                                              <p:pRg st="6" end="6"/>
                                            </p:txEl>
                                          </p:spTgt>
                                        </p:tgtEl>
                                        <p:attrNameLst>
                                          <p:attrName>fillcolor</p:attrName>
                                        </p:attrNameLst>
                                      </p:cBhvr>
                                      <p:to>
                                        <a:schemeClr val="bg1"/>
                                      </p:to>
                                    </p:animClr>
                                    <p:set>
                                      <p:cBhvr>
                                        <p:cTn id="170" dur="250" autoRev="1" fill="remove"/>
                                        <p:tgtEl>
                                          <p:spTgt spid="180226">
                                            <p:txEl>
                                              <p:pRg st="6" end="6"/>
                                            </p:txEl>
                                          </p:spTgt>
                                        </p:tgtEl>
                                        <p:attrNameLst>
                                          <p:attrName>fill.type</p:attrName>
                                        </p:attrNameLst>
                                      </p:cBhvr>
                                      <p:to>
                                        <p:strVal val="solid"/>
                                      </p:to>
                                    </p:set>
                                    <p:set>
                                      <p:cBhvr>
                                        <p:cTn id="171" dur="250" autoRev="1" fill="remove"/>
                                        <p:tgtEl>
                                          <p:spTgt spid="180226">
                                            <p:txEl>
                                              <p:pRg st="6" end="6"/>
                                            </p:txEl>
                                          </p:spTgt>
                                        </p:tgtEl>
                                        <p:attrNameLst>
                                          <p:attrName>fill.on</p:attrName>
                                        </p:attrNameLst>
                                      </p:cBhvr>
                                      <p:to>
                                        <p:strVal val="true"/>
                                      </p:to>
                                    </p:set>
                                  </p:childTnLst>
                                </p:cTn>
                              </p:par>
                            </p:childTnLst>
                          </p:cTn>
                        </p:par>
                      </p:childTnLst>
                    </p:cTn>
                  </p:par>
                  <p:par>
                    <p:cTn id="172" fill="hold">
                      <p:stCondLst>
                        <p:cond delay="indefinite"/>
                      </p:stCondLst>
                      <p:childTnLst>
                        <p:par>
                          <p:cTn id="173" fill="hold">
                            <p:stCondLst>
                              <p:cond delay="0"/>
                            </p:stCondLst>
                            <p:childTnLst>
                              <p:par>
                                <p:cTn id="174" presetID="53" presetClass="entr" presetSubtype="16" fill="hold" grpId="0" nodeType="clickEffect">
                                  <p:stCondLst>
                                    <p:cond delay="0"/>
                                  </p:stCondLst>
                                  <p:childTnLst>
                                    <p:set>
                                      <p:cBhvr>
                                        <p:cTn id="175" dur="1" fill="hold">
                                          <p:stCondLst>
                                            <p:cond delay="0"/>
                                          </p:stCondLst>
                                        </p:cTn>
                                        <p:tgtEl>
                                          <p:spTgt spid="206"/>
                                        </p:tgtEl>
                                        <p:attrNameLst>
                                          <p:attrName>style.visibility</p:attrName>
                                        </p:attrNameLst>
                                      </p:cBhvr>
                                      <p:to>
                                        <p:strVal val="visible"/>
                                      </p:to>
                                    </p:set>
                                    <p:anim calcmode="lin" valueType="num">
                                      <p:cBhvr>
                                        <p:cTn id="176" dur="500" fill="hold"/>
                                        <p:tgtEl>
                                          <p:spTgt spid="206"/>
                                        </p:tgtEl>
                                        <p:attrNameLst>
                                          <p:attrName>ppt_w</p:attrName>
                                        </p:attrNameLst>
                                      </p:cBhvr>
                                      <p:tavLst>
                                        <p:tav tm="0">
                                          <p:val>
                                            <p:fltVal val="0"/>
                                          </p:val>
                                        </p:tav>
                                        <p:tav tm="100000">
                                          <p:val>
                                            <p:strVal val="#ppt_w"/>
                                          </p:val>
                                        </p:tav>
                                      </p:tavLst>
                                    </p:anim>
                                    <p:anim calcmode="lin" valueType="num">
                                      <p:cBhvr>
                                        <p:cTn id="177" dur="500" fill="hold"/>
                                        <p:tgtEl>
                                          <p:spTgt spid="206"/>
                                        </p:tgtEl>
                                        <p:attrNameLst>
                                          <p:attrName>ppt_h</p:attrName>
                                        </p:attrNameLst>
                                      </p:cBhvr>
                                      <p:tavLst>
                                        <p:tav tm="0">
                                          <p:val>
                                            <p:fltVal val="0"/>
                                          </p:val>
                                        </p:tav>
                                        <p:tav tm="100000">
                                          <p:val>
                                            <p:strVal val="#ppt_h"/>
                                          </p:val>
                                        </p:tav>
                                      </p:tavLst>
                                    </p:anim>
                                    <p:animEffect transition="in" filter="fade">
                                      <p:cBhvr>
                                        <p:cTn id="178" dur="500"/>
                                        <p:tgtEl>
                                          <p:spTgt spid="206"/>
                                        </p:tgtEl>
                                      </p:cBhvr>
                                    </p:animEffect>
                                  </p:childTnLst>
                                </p:cTn>
                              </p:par>
                            </p:childTnLst>
                          </p:cTn>
                        </p:par>
                      </p:childTnLst>
                    </p:cTn>
                  </p:par>
                  <p:par>
                    <p:cTn id="179" fill="hold" nodeType="clickPar">
                      <p:stCondLst>
                        <p:cond delay="indefinite"/>
                      </p:stCondLst>
                      <p:childTnLst>
                        <p:par>
                          <p:cTn id="180" fill="hold" nodeType="withGroup">
                            <p:stCondLst>
                              <p:cond delay="0"/>
                            </p:stCondLst>
                            <p:childTnLst>
                              <p:par>
                                <p:cTn id="181" presetID="53" presetClass="exit" presetSubtype="32" fill="hold" nodeType="clickEffect">
                                  <p:stCondLst>
                                    <p:cond delay="0"/>
                                  </p:stCondLst>
                                  <p:childTnLst>
                                    <p:anim calcmode="lin" valueType="num">
                                      <p:cBhvr>
                                        <p:cTn id="182" dur="500"/>
                                        <p:tgtEl>
                                          <p:spTgt spid="21"/>
                                        </p:tgtEl>
                                        <p:attrNameLst>
                                          <p:attrName>ppt_w</p:attrName>
                                        </p:attrNameLst>
                                      </p:cBhvr>
                                      <p:tavLst>
                                        <p:tav tm="0">
                                          <p:val>
                                            <p:strVal val="ppt_w"/>
                                          </p:val>
                                        </p:tav>
                                        <p:tav tm="100000">
                                          <p:val>
                                            <p:fltVal val="0"/>
                                          </p:val>
                                        </p:tav>
                                      </p:tavLst>
                                    </p:anim>
                                    <p:anim calcmode="lin" valueType="num">
                                      <p:cBhvr>
                                        <p:cTn id="183" dur="500"/>
                                        <p:tgtEl>
                                          <p:spTgt spid="21"/>
                                        </p:tgtEl>
                                        <p:attrNameLst>
                                          <p:attrName>ppt_h</p:attrName>
                                        </p:attrNameLst>
                                      </p:cBhvr>
                                      <p:tavLst>
                                        <p:tav tm="0">
                                          <p:val>
                                            <p:strVal val="ppt_h"/>
                                          </p:val>
                                        </p:tav>
                                        <p:tav tm="100000">
                                          <p:val>
                                            <p:fltVal val="0"/>
                                          </p:val>
                                        </p:tav>
                                      </p:tavLst>
                                    </p:anim>
                                    <p:animEffect transition="out" filter="fade">
                                      <p:cBhvr>
                                        <p:cTn id="184" dur="500"/>
                                        <p:tgtEl>
                                          <p:spTgt spid="21"/>
                                        </p:tgtEl>
                                      </p:cBhvr>
                                    </p:animEffect>
                                    <p:set>
                                      <p:cBhvr>
                                        <p:cTn id="185" dur="1" fill="hold">
                                          <p:stCondLst>
                                            <p:cond delay="499"/>
                                          </p:stCondLst>
                                        </p:cTn>
                                        <p:tgtEl>
                                          <p:spTgt spid="21"/>
                                        </p:tgtEl>
                                        <p:attrNameLst>
                                          <p:attrName>style.visibility</p:attrName>
                                        </p:attrNameLst>
                                      </p:cBhvr>
                                      <p:to>
                                        <p:strVal val="hidden"/>
                                      </p:to>
                                    </p:set>
                                  </p:childTnLst>
                                </p:cTn>
                              </p:par>
                              <p:par>
                                <p:cTn id="186" presetID="53" presetClass="exit" presetSubtype="32" fill="hold" grpId="1" nodeType="withEffect">
                                  <p:stCondLst>
                                    <p:cond delay="0"/>
                                  </p:stCondLst>
                                  <p:childTnLst>
                                    <p:anim calcmode="lin" valueType="num">
                                      <p:cBhvr>
                                        <p:cTn id="187" dur="500"/>
                                        <p:tgtEl>
                                          <p:spTgt spid="204"/>
                                        </p:tgtEl>
                                        <p:attrNameLst>
                                          <p:attrName>ppt_w</p:attrName>
                                        </p:attrNameLst>
                                      </p:cBhvr>
                                      <p:tavLst>
                                        <p:tav tm="0">
                                          <p:val>
                                            <p:strVal val="ppt_w"/>
                                          </p:val>
                                        </p:tav>
                                        <p:tav tm="100000">
                                          <p:val>
                                            <p:fltVal val="0"/>
                                          </p:val>
                                        </p:tav>
                                      </p:tavLst>
                                    </p:anim>
                                    <p:anim calcmode="lin" valueType="num">
                                      <p:cBhvr>
                                        <p:cTn id="188" dur="500"/>
                                        <p:tgtEl>
                                          <p:spTgt spid="204"/>
                                        </p:tgtEl>
                                        <p:attrNameLst>
                                          <p:attrName>ppt_h</p:attrName>
                                        </p:attrNameLst>
                                      </p:cBhvr>
                                      <p:tavLst>
                                        <p:tav tm="0">
                                          <p:val>
                                            <p:strVal val="ppt_h"/>
                                          </p:val>
                                        </p:tav>
                                        <p:tav tm="100000">
                                          <p:val>
                                            <p:fltVal val="0"/>
                                          </p:val>
                                        </p:tav>
                                      </p:tavLst>
                                    </p:anim>
                                    <p:animEffect transition="out" filter="fade">
                                      <p:cBhvr>
                                        <p:cTn id="189" dur="500"/>
                                        <p:tgtEl>
                                          <p:spTgt spid="204"/>
                                        </p:tgtEl>
                                      </p:cBhvr>
                                    </p:animEffect>
                                    <p:set>
                                      <p:cBhvr>
                                        <p:cTn id="190" dur="1" fill="hold">
                                          <p:stCondLst>
                                            <p:cond delay="499"/>
                                          </p:stCondLst>
                                        </p:cTn>
                                        <p:tgtEl>
                                          <p:spTgt spid="204"/>
                                        </p:tgtEl>
                                        <p:attrNameLst>
                                          <p:attrName>style.visibility</p:attrName>
                                        </p:attrNameLst>
                                      </p:cBhvr>
                                      <p:to>
                                        <p:strVal val="hidden"/>
                                      </p:to>
                                    </p:set>
                                  </p:childTnLst>
                                </p:cTn>
                              </p:par>
                              <p:par>
                                <p:cTn id="191" presetID="53" presetClass="exit" presetSubtype="32" fill="hold" grpId="1" nodeType="withEffect">
                                  <p:stCondLst>
                                    <p:cond delay="0"/>
                                  </p:stCondLst>
                                  <p:childTnLst>
                                    <p:anim calcmode="lin" valueType="num">
                                      <p:cBhvr>
                                        <p:cTn id="192" dur="500"/>
                                        <p:tgtEl>
                                          <p:spTgt spid="205"/>
                                        </p:tgtEl>
                                        <p:attrNameLst>
                                          <p:attrName>ppt_w</p:attrName>
                                        </p:attrNameLst>
                                      </p:cBhvr>
                                      <p:tavLst>
                                        <p:tav tm="0">
                                          <p:val>
                                            <p:strVal val="ppt_w"/>
                                          </p:val>
                                        </p:tav>
                                        <p:tav tm="100000">
                                          <p:val>
                                            <p:fltVal val="0"/>
                                          </p:val>
                                        </p:tav>
                                      </p:tavLst>
                                    </p:anim>
                                    <p:anim calcmode="lin" valueType="num">
                                      <p:cBhvr>
                                        <p:cTn id="193" dur="500"/>
                                        <p:tgtEl>
                                          <p:spTgt spid="205"/>
                                        </p:tgtEl>
                                        <p:attrNameLst>
                                          <p:attrName>ppt_h</p:attrName>
                                        </p:attrNameLst>
                                      </p:cBhvr>
                                      <p:tavLst>
                                        <p:tav tm="0">
                                          <p:val>
                                            <p:strVal val="ppt_h"/>
                                          </p:val>
                                        </p:tav>
                                        <p:tav tm="100000">
                                          <p:val>
                                            <p:fltVal val="0"/>
                                          </p:val>
                                        </p:tav>
                                      </p:tavLst>
                                    </p:anim>
                                    <p:animEffect transition="out" filter="fade">
                                      <p:cBhvr>
                                        <p:cTn id="194" dur="500"/>
                                        <p:tgtEl>
                                          <p:spTgt spid="205"/>
                                        </p:tgtEl>
                                      </p:cBhvr>
                                    </p:animEffect>
                                    <p:set>
                                      <p:cBhvr>
                                        <p:cTn id="195" dur="1" fill="hold">
                                          <p:stCondLst>
                                            <p:cond delay="499"/>
                                          </p:stCondLst>
                                        </p:cTn>
                                        <p:tgtEl>
                                          <p:spTgt spid="205"/>
                                        </p:tgtEl>
                                        <p:attrNameLst>
                                          <p:attrName>style.visibility</p:attrName>
                                        </p:attrNameLst>
                                      </p:cBhvr>
                                      <p:to>
                                        <p:strVal val="hidden"/>
                                      </p:to>
                                    </p:set>
                                  </p:childTnLst>
                                </p:cTn>
                              </p:par>
                            </p:childTnLst>
                          </p:cTn>
                        </p:par>
                      </p:childTnLst>
                    </p:cTn>
                  </p:par>
                  <p:par>
                    <p:cTn id="196" fill="hold" nodeType="clickPar">
                      <p:stCondLst>
                        <p:cond delay="indefinite"/>
                      </p:stCondLst>
                      <p:childTnLst>
                        <p:par>
                          <p:cTn id="197" fill="hold" nodeType="withGroup">
                            <p:stCondLst>
                              <p:cond delay="0"/>
                            </p:stCondLst>
                            <p:childTnLst>
                              <p:par>
                                <p:cTn id="198" presetID="53" presetClass="entr" presetSubtype="16" fill="hold" nodeType="clickEffect">
                                  <p:stCondLst>
                                    <p:cond delay="0"/>
                                  </p:stCondLst>
                                  <p:childTnLst>
                                    <p:set>
                                      <p:cBhvr>
                                        <p:cTn id="199" dur="1" fill="hold">
                                          <p:stCondLst>
                                            <p:cond delay="0"/>
                                          </p:stCondLst>
                                        </p:cTn>
                                        <p:tgtEl>
                                          <p:spTgt spid="22"/>
                                        </p:tgtEl>
                                        <p:attrNameLst>
                                          <p:attrName>style.visibility</p:attrName>
                                        </p:attrNameLst>
                                      </p:cBhvr>
                                      <p:to>
                                        <p:strVal val="visible"/>
                                      </p:to>
                                    </p:set>
                                    <p:anim calcmode="lin" valueType="num">
                                      <p:cBhvr>
                                        <p:cTn id="200" dur="500" fill="hold"/>
                                        <p:tgtEl>
                                          <p:spTgt spid="22"/>
                                        </p:tgtEl>
                                        <p:attrNameLst>
                                          <p:attrName>ppt_w</p:attrName>
                                        </p:attrNameLst>
                                      </p:cBhvr>
                                      <p:tavLst>
                                        <p:tav tm="0">
                                          <p:val>
                                            <p:fltVal val="0"/>
                                          </p:val>
                                        </p:tav>
                                        <p:tav tm="100000">
                                          <p:val>
                                            <p:strVal val="#ppt_w"/>
                                          </p:val>
                                        </p:tav>
                                      </p:tavLst>
                                    </p:anim>
                                    <p:anim calcmode="lin" valueType="num">
                                      <p:cBhvr>
                                        <p:cTn id="201" dur="500" fill="hold"/>
                                        <p:tgtEl>
                                          <p:spTgt spid="22"/>
                                        </p:tgtEl>
                                        <p:attrNameLst>
                                          <p:attrName>ppt_h</p:attrName>
                                        </p:attrNameLst>
                                      </p:cBhvr>
                                      <p:tavLst>
                                        <p:tav tm="0">
                                          <p:val>
                                            <p:fltVal val="0"/>
                                          </p:val>
                                        </p:tav>
                                        <p:tav tm="100000">
                                          <p:val>
                                            <p:strVal val="#ppt_h"/>
                                          </p:val>
                                        </p:tav>
                                      </p:tavLst>
                                    </p:anim>
                                    <p:animEffect transition="in" filter="fade">
                                      <p:cBhvr>
                                        <p:cTn id="20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5" grpId="0" animBg="1"/>
      <p:bldP spid="160" grpId="0" animBg="1"/>
      <p:bldP spid="167" grpId="0" animBg="1"/>
      <p:bldP spid="170" grpId="0" animBg="1"/>
      <p:bldP spid="171" grpId="0" animBg="1"/>
      <p:bldP spid="193" grpId="0" animBg="1"/>
      <p:bldP spid="199" grpId="0" animBg="1"/>
      <p:bldP spid="204" grpId="0" animBg="1"/>
      <p:bldP spid="204" grpId="1" animBg="1"/>
      <p:bldP spid="205" grpId="0" animBg="1"/>
      <p:bldP spid="205" grpId="1" animBg="1"/>
      <p:bldP spid="206"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338" name="组合 180223"/>
          <p:cNvGrpSpPr>
            <a:grpSpLocks/>
          </p:cNvGrpSpPr>
          <p:nvPr/>
        </p:nvGrpSpPr>
        <p:grpSpPr bwMode="auto">
          <a:xfrm>
            <a:off x="4886325" y="842963"/>
            <a:ext cx="2362200" cy="2327275"/>
            <a:chOff x="4885681" y="843558"/>
            <a:chExt cx="2362199" cy="2326457"/>
          </a:xfrm>
        </p:grpSpPr>
        <p:sp>
          <p:nvSpPr>
            <p:cNvPr id="142483" name="Line 2"/>
            <p:cNvSpPr>
              <a:spLocks noChangeShapeType="1"/>
            </p:cNvSpPr>
            <p:nvPr/>
          </p:nvSpPr>
          <p:spPr bwMode="auto">
            <a:xfrm>
              <a:off x="4885681" y="1384077"/>
              <a:ext cx="1587" cy="17859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84" name="Line 3"/>
            <p:cNvSpPr>
              <a:spLocks noChangeShapeType="1"/>
            </p:cNvSpPr>
            <p:nvPr/>
          </p:nvSpPr>
          <p:spPr bwMode="auto">
            <a:xfrm>
              <a:off x="6536482" y="1384077"/>
              <a:ext cx="0" cy="17605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85" name="Line 9"/>
            <p:cNvSpPr>
              <a:spLocks noChangeShapeType="1"/>
            </p:cNvSpPr>
            <p:nvPr/>
          </p:nvSpPr>
          <p:spPr bwMode="auto">
            <a:xfrm flipV="1">
              <a:off x="4887268" y="1695227"/>
              <a:ext cx="200925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86" name="Rectangle 10"/>
            <p:cNvSpPr>
              <a:spLocks noChangeArrowheads="1"/>
            </p:cNvSpPr>
            <p:nvPr/>
          </p:nvSpPr>
          <p:spPr bwMode="auto">
            <a:xfrm>
              <a:off x="5312717" y="1333277"/>
              <a:ext cx="1935163"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1800">
                <a:solidFill>
                  <a:srgbClr val="000000"/>
                </a:solidFill>
                <a:ea typeface="宋体" panose="02010600030101010101" pitchFamily="2" charset="-122"/>
                <a:cs typeface="Times New Roman" panose="02020603050405020304" pitchFamily="18" charset="0"/>
              </a:endParaRPr>
            </a:p>
          </p:txBody>
        </p:sp>
        <p:sp>
          <p:nvSpPr>
            <p:cNvPr id="142487" name="Rectangle 11"/>
            <p:cNvSpPr>
              <a:spLocks noChangeArrowheads="1"/>
            </p:cNvSpPr>
            <p:nvPr/>
          </p:nvSpPr>
          <p:spPr bwMode="auto">
            <a:xfrm>
              <a:off x="5220072" y="1060227"/>
              <a:ext cx="1168400"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sort</a:t>
              </a:r>
            </a:p>
          </p:txBody>
        </p:sp>
        <p:sp>
          <p:nvSpPr>
            <p:cNvPr id="142488" name="Line 12"/>
            <p:cNvSpPr>
              <a:spLocks noChangeShapeType="1"/>
            </p:cNvSpPr>
            <p:nvPr/>
          </p:nvSpPr>
          <p:spPr bwMode="auto">
            <a:xfrm flipV="1">
              <a:off x="4886187" y="1384077"/>
              <a:ext cx="202860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89" name="Line 13"/>
            <p:cNvSpPr>
              <a:spLocks noChangeShapeType="1"/>
            </p:cNvSpPr>
            <p:nvPr/>
          </p:nvSpPr>
          <p:spPr bwMode="auto">
            <a:xfrm>
              <a:off x="5263506" y="1398365"/>
              <a:ext cx="0" cy="28416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90" name="Line 14"/>
            <p:cNvSpPr>
              <a:spLocks noChangeShapeType="1"/>
            </p:cNvSpPr>
            <p:nvPr/>
          </p:nvSpPr>
          <p:spPr bwMode="auto">
            <a:xfrm>
              <a:off x="5960418" y="1682526"/>
              <a:ext cx="0" cy="145224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91" name="Line 3"/>
            <p:cNvSpPr>
              <a:spLocks noChangeShapeType="1"/>
            </p:cNvSpPr>
            <p:nvPr/>
          </p:nvSpPr>
          <p:spPr bwMode="auto">
            <a:xfrm>
              <a:off x="6914792" y="1382200"/>
              <a:ext cx="0" cy="17605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2492" name="Line 95"/>
            <p:cNvSpPr>
              <a:spLocks noChangeShapeType="1"/>
            </p:cNvSpPr>
            <p:nvPr/>
          </p:nvSpPr>
          <p:spPr bwMode="auto">
            <a:xfrm>
              <a:off x="4957428" y="847725"/>
              <a:ext cx="0" cy="66637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93" name="Line 43"/>
            <p:cNvSpPr>
              <a:spLocks noChangeShapeType="1"/>
            </p:cNvSpPr>
            <p:nvPr/>
          </p:nvSpPr>
          <p:spPr bwMode="auto">
            <a:xfrm>
              <a:off x="4966140" y="843558"/>
              <a:ext cx="181924" cy="0"/>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80226" name="Rectangle 3"/>
          <p:cNvSpPr>
            <a:spLocks noGrp="1" noChangeArrowheads="1"/>
          </p:cNvSpPr>
          <p:nvPr>
            <p:ph idx="1"/>
          </p:nvPr>
        </p:nvSpPr>
        <p:spPr>
          <a:xfrm>
            <a:off x="107950" y="2441575"/>
            <a:ext cx="7088188" cy="2651125"/>
          </a:xfrm>
        </p:spPr>
        <p:txBody>
          <a:bodyPr/>
          <a:lstStyle/>
          <a:p>
            <a:pPr>
              <a:lnSpc>
                <a:spcPts val="1800"/>
              </a:lnSpc>
              <a:buFont typeface="Wingdings" panose="05000000000000000000" pitchFamily="2" charset="2"/>
              <a:buNone/>
              <a:defRPr/>
            </a:pPr>
            <a:r>
              <a:rPr lang="en-US" altLang="zh-CN" sz="1800" b="1" i="1" dirty="0">
                <a:solidFill>
                  <a:schemeClr val="tx1"/>
                </a:solidFill>
                <a:ea typeface="楷体_GB2312" pitchFamily="49" charset="-122"/>
                <a:cs typeface="Times New Roman" panose="02020603050405020304" pitchFamily="18" charset="0"/>
              </a:rPr>
              <a:t>P</a:t>
            </a:r>
            <a:r>
              <a:rPr lang="en-US" altLang="zh-CN" sz="1800" b="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rgbClr val="FF0000"/>
                </a:solidFill>
                <a:ea typeface="楷体_GB2312" pitchFamily="49" charset="-122"/>
                <a:cs typeface="Times New Roman" panose="02020603050405020304" pitchFamily="18" charset="0"/>
              </a:rPr>
              <a:t>M</a:t>
            </a:r>
            <a:r>
              <a:rPr lang="en-US" altLang="zh-CN" sz="1800" b="1" i="1" dirty="0">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addwidth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a:t>
            </a:r>
            <a:r>
              <a:rPr lang="en-US" altLang="zh-CN" sz="1800" b="1" dirty="0" err="1">
                <a:solidFill>
                  <a:schemeClr val="tx2">
                    <a:lumMod val="60000"/>
                    <a:lumOff val="40000"/>
                  </a:schemeClr>
                </a:solidFill>
                <a:ea typeface="楷体_GB2312" pitchFamily="49" charset="-122"/>
                <a:cs typeface="Times New Roman" panose="02020603050405020304" pitchFamily="18" charset="0"/>
              </a:rPr>
              <a: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i="1" dirty="0">
                <a:solidFill>
                  <a:srgbClr val="FF0000"/>
                </a:solidFill>
                <a:ea typeface="楷体_GB2312" pitchFamily="49" charset="-122"/>
                <a:cs typeface="Times New Roman" panose="02020603050405020304" pitchFamily="18" charset="0"/>
              </a:rPr>
              <a:t>M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rgbClr val="FF0000"/>
                </a:solidFill>
                <a:ea typeface="楷体_GB2312" pitchFamily="49" charset="-122"/>
                <a:cs typeface="Times New Roman" panose="02020603050405020304" pitchFamily="18" charset="0"/>
              </a:rPr>
              <a:t> </a:t>
            </a:r>
            <a:r>
              <a:rPr lang="en-US" altLang="zh-CN" sz="1800" b="1" i="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mktable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nil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( 0,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en-US" altLang="zh-CN" sz="1800" b="1" i="1" dirty="0">
                <a:solidFill>
                  <a:schemeClr val="tx1"/>
                </a:solidFill>
                <a:ea typeface="楷体_GB2312" pitchFamily="49" charset="-122"/>
                <a:cs typeface="Times New Roman" panose="02020603050405020304" pitchFamily="18" charset="0"/>
              </a:rPr>
              <a:t>D</a:t>
            </a:r>
            <a:r>
              <a:rPr lang="en-US" altLang="zh-CN" sz="1800" b="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1 </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2</a:t>
            </a:r>
            <a:endParaRPr lang="en-US" altLang="zh-CN" sz="1800" b="1" i="1" dirty="0">
              <a:solidFill>
                <a:schemeClr val="tx1"/>
              </a:solidFill>
              <a:ea typeface="楷体_GB2312" pitchFamily="49" charset="-122"/>
              <a:cs typeface="Times New Roman" panose="02020603050405020304" pitchFamily="18" charset="0"/>
            </a:endParaRPr>
          </a:p>
          <a:p>
            <a:pPr algn="just" eaLnBrk="1" hangingPunct="1">
              <a:lnSpc>
                <a:spcPts val="1800"/>
              </a:lnSpc>
              <a:spcBef>
                <a:spcPct val="12000"/>
              </a:spcBef>
              <a:buFont typeface="Wingdings" panose="05000000000000000000" pitchFamily="2" charset="2"/>
              <a:buNone/>
              <a:defRPr/>
            </a:pPr>
            <a:r>
              <a:rPr lang="en-US" altLang="zh-CN" sz="1800" b="1" i="1" dirty="0" err="1">
                <a:solidFill>
                  <a:schemeClr val="tx1"/>
                </a:solidFill>
                <a:ea typeface="楷体_GB2312" pitchFamily="49" charset="-122"/>
                <a:cs typeface="Times New Roman" panose="02020603050405020304" pitchFamily="18" charset="0"/>
              </a:rPr>
              <a:t>D</a:t>
            </a:r>
            <a:r>
              <a:rPr lang="en-US" altLang="zh-CN" sz="1800" b="1" i="1" baseline="-30000" dirty="0" err="1">
                <a:solidFill>
                  <a:schemeClr val="tx1"/>
                </a:solidFill>
                <a:ea typeface="楷体_GB2312" pitchFamily="49" charset="-122"/>
                <a:cs typeface="Times New Roman" panose="02020603050405020304" pitchFamily="18" charset="0"/>
              </a:rPr>
              <a:t>p</a:t>
            </a:r>
            <a:r>
              <a:rPr lang="en-US" altLang="zh-CN" sz="1800" b="1" i="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proc id ; </a:t>
            </a:r>
            <a:r>
              <a:rPr lang="en-US" altLang="zh-CN" sz="1800" b="1" i="1" dirty="0">
                <a:solidFill>
                  <a:srgbClr val="FF0000"/>
                </a:solidFill>
                <a:ea typeface="楷体_GB2312" pitchFamily="49" charset="-122"/>
                <a:cs typeface="Times New Roman" panose="02020603050405020304" pitchFamily="18" charset="0"/>
              </a:rPr>
              <a:t>N</a:t>
            </a:r>
            <a:r>
              <a:rPr lang="en-US" altLang="zh-CN" sz="1800" b="1" i="1" dirty="0">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1</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S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 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err="1">
                <a:solidFill>
                  <a:srgbClr val="0000FF"/>
                </a:solidFill>
                <a:ea typeface="楷体_GB2312" pitchFamily="49" charset="-122"/>
                <a:cs typeface="Times New Roman" panose="02020603050405020304" pitchFamily="18" charset="0"/>
              </a:rPr>
              <a:t>addwidth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err="1">
                <a:solidFill>
                  <a:srgbClr val="0000FF"/>
                </a:solidFill>
                <a:ea typeface="楷体_GB2312" pitchFamily="49" charset="-122"/>
                <a:cs typeface="Times New Roman" panose="02020603050405020304" pitchFamily="18" charset="0"/>
              </a:rPr>
              <a:t>enterproc</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i="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err="1">
                <a:solidFill>
                  <a:schemeClr val="tx2">
                    <a:lumMod val="60000"/>
                    <a:lumOff val="40000"/>
                  </a:schemeClr>
                </a:solidFill>
                <a:ea typeface="楷体_GB2312" pitchFamily="49" charset="-122"/>
                <a:cs typeface="Times New Roman" panose="02020603050405020304" pitchFamily="18" charset="0"/>
              </a:rPr>
              <a:t>id.</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lexeme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en-US" altLang="zh-CN" sz="1800" b="1" i="1" dirty="0" err="1">
                <a:solidFill>
                  <a:schemeClr val="tx1"/>
                </a:solidFill>
                <a:ea typeface="楷体_GB2312" pitchFamily="49" charset="-122"/>
                <a:cs typeface="Times New Roman" panose="02020603050405020304" pitchFamily="18" charset="0"/>
              </a:rPr>
              <a:t>D</a:t>
            </a:r>
            <a:r>
              <a:rPr lang="en-US" altLang="zh-CN" sz="1800" b="1" i="1" baseline="-30000" dirty="0" err="1">
                <a:solidFill>
                  <a:schemeClr val="tx1"/>
                </a:solidFill>
                <a:ea typeface="楷体_GB2312" pitchFamily="49" charset="-122"/>
                <a:cs typeface="Times New Roman" panose="02020603050405020304" pitchFamily="18" charset="0"/>
              </a:rPr>
              <a:t>v</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1"/>
                </a:solidFill>
                <a:ea typeface="楷体_GB2312" pitchFamily="49" charset="-122"/>
                <a:cs typeface="Times New Roman" panose="02020603050405020304" pitchFamily="18" charset="0"/>
              </a:rPr>
              <a:t>id: </a:t>
            </a:r>
            <a:r>
              <a:rPr lang="en-US" altLang="zh-CN" sz="1800" b="1" i="1" dirty="0">
                <a:solidFill>
                  <a:schemeClr val="tx1"/>
                </a:solidFill>
                <a:ea typeface="楷体_GB2312" pitchFamily="49" charset="-122"/>
                <a:cs typeface="Times New Roman" panose="02020603050405020304" pitchFamily="18" charset="0"/>
              </a:rPr>
              <a:t>T</a:t>
            </a:r>
            <a:r>
              <a:rPr lang="en-US" altLang="zh-CN" sz="1800" b="1" dirty="0">
                <a:solidFill>
                  <a:schemeClr val="tx1"/>
                </a:solidFill>
                <a:ea typeface="楷体_GB2312" pitchFamily="49" charset="-122"/>
                <a:cs typeface="Times New Roman" panose="02020603050405020304" pitchFamily="18" charset="0"/>
              </a:rPr>
              <a:t> ;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rgbClr val="0000FF"/>
                </a:solidFill>
                <a:ea typeface="楷体_GB2312" pitchFamily="49" charset="-122"/>
                <a:cs typeface="Times New Roman" panose="02020603050405020304" pitchFamily="18" charset="0"/>
              </a:rPr>
              <a:t>enter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err="1">
                <a:solidFill>
                  <a:schemeClr val="tx2">
                    <a:lumMod val="60000"/>
                    <a:lumOff val="40000"/>
                  </a:schemeClr>
                </a:solidFill>
                <a:ea typeface="楷体_GB2312" pitchFamily="49" charset="-122"/>
                <a:cs typeface="Times New Roman" panose="02020603050405020304" pitchFamily="18" charset="0"/>
              </a:rPr>
              <a:t>id.</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lexeme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T.type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zh-CN" altLang="en-US"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i="1" dirty="0">
                <a:solidFill>
                  <a:srgbClr val="FF0000"/>
                </a:solidFill>
                <a:ea typeface="楷体_GB2312" pitchFamily="49" charset="-122"/>
                <a:cs typeface="Times New Roman" panose="02020603050405020304" pitchFamily="18" charset="0"/>
              </a:rPr>
              <a:t>N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rgbClr val="FF0000"/>
                </a:solidFill>
                <a:ea typeface="楷体_GB2312" pitchFamily="49" charset="-122"/>
                <a:cs typeface="Times New Roman" panose="02020603050405020304" pitchFamily="18" charset="0"/>
              </a:rPr>
              <a:t>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 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mktable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( 0,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 </a:t>
            </a:r>
            <a:endParaRPr lang="zh-CN" altLang="en-US" sz="1800" b="1" dirty="0">
              <a:solidFill>
                <a:schemeClr val="tx2">
                  <a:lumMod val="60000"/>
                  <a:lumOff val="40000"/>
                </a:schemeClr>
              </a:solidFill>
              <a:ea typeface="楷体_GB2312" pitchFamily="49" charset="-122"/>
              <a:cs typeface="Times New Roman" panose="02020603050405020304" pitchFamily="18" charset="0"/>
            </a:endParaRPr>
          </a:p>
        </p:txBody>
      </p:sp>
      <p:sp>
        <p:nvSpPr>
          <p:cNvPr id="142340" name="Rectangle 2"/>
          <p:cNvSpPr>
            <a:spLocks noGrp="1" noChangeArrowheads="1"/>
          </p:cNvSpPr>
          <p:nvPr>
            <p:ph type="title"/>
          </p:nvPr>
        </p:nvSpPr>
        <p:spPr>
          <a:xfrm>
            <a:off x="755650" y="268288"/>
            <a:ext cx="7931150" cy="358775"/>
          </a:xfrm>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3000" i="1" dirty="0">
              <a:solidFill>
                <a:schemeClr val="tx1"/>
              </a:solidFill>
              <a:ea typeface="楷体_GB2312" pitchFamily="49" charset="-122"/>
              <a:cs typeface="Times New Roman" panose="02020603050405020304" pitchFamily="18" charset="0"/>
            </a:endParaRPr>
          </a:p>
        </p:txBody>
      </p:sp>
      <p:sp>
        <p:nvSpPr>
          <p:cNvPr id="63" name="Line 103"/>
          <p:cNvSpPr>
            <a:spLocks noChangeShapeType="1"/>
          </p:cNvSpPr>
          <p:nvPr/>
        </p:nvSpPr>
        <p:spPr bwMode="auto">
          <a:xfrm flipH="1" flipV="1">
            <a:off x="6761163" y="2449513"/>
            <a:ext cx="269875"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grpSp>
        <p:nvGrpSpPr>
          <p:cNvPr id="142342" name="组合 180241"/>
          <p:cNvGrpSpPr>
            <a:grpSpLocks/>
          </p:cNvGrpSpPr>
          <p:nvPr/>
        </p:nvGrpSpPr>
        <p:grpSpPr bwMode="auto">
          <a:xfrm>
            <a:off x="6678613" y="-92075"/>
            <a:ext cx="2238375" cy="1449388"/>
            <a:chOff x="6678686" y="-92546"/>
            <a:chExt cx="2238896" cy="1449933"/>
          </a:xfrm>
        </p:grpSpPr>
        <p:sp>
          <p:nvSpPr>
            <p:cNvPr id="142473" name="Rectangle 15"/>
            <p:cNvSpPr>
              <a:spLocks noChangeArrowheads="1"/>
            </p:cNvSpPr>
            <p:nvPr/>
          </p:nvSpPr>
          <p:spPr bwMode="auto">
            <a:xfrm>
              <a:off x="7488832" y="-92546"/>
              <a:ext cx="1428750" cy="428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dirty="0" err="1">
                  <a:solidFill>
                    <a:srgbClr val="000000"/>
                  </a:solidFill>
                  <a:ea typeface="宋体" panose="02010600030101010101" pitchFamily="2" charset="-122"/>
                  <a:cs typeface="Times New Roman" panose="02020603050405020304" pitchFamily="18" charset="0"/>
                </a:rPr>
                <a:t>readarrary</a:t>
              </a:r>
              <a:endParaRPr lang="en-US" altLang="zh-CN" sz="2100" i="1" dirty="0">
                <a:solidFill>
                  <a:srgbClr val="000000"/>
                </a:solidFill>
                <a:ea typeface="宋体" panose="02010600030101010101" pitchFamily="2" charset="-122"/>
                <a:cs typeface="Times New Roman" panose="02020603050405020304" pitchFamily="18" charset="0"/>
              </a:endParaRPr>
            </a:p>
          </p:txBody>
        </p:sp>
        <p:sp>
          <p:nvSpPr>
            <p:cNvPr id="142474" name="Line 17"/>
            <p:cNvSpPr>
              <a:spLocks noChangeShapeType="1"/>
            </p:cNvSpPr>
            <p:nvPr/>
          </p:nvSpPr>
          <p:spPr bwMode="auto">
            <a:xfrm>
              <a:off x="7491461" y="283691"/>
              <a:ext cx="0" cy="5921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75" name="Line 18"/>
            <p:cNvSpPr>
              <a:spLocks noChangeShapeType="1"/>
            </p:cNvSpPr>
            <p:nvPr/>
          </p:nvSpPr>
          <p:spPr bwMode="auto">
            <a:xfrm>
              <a:off x="8783141" y="283691"/>
              <a:ext cx="0" cy="5921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2476" name="Line 20"/>
            <p:cNvSpPr>
              <a:spLocks noChangeShapeType="1"/>
            </p:cNvSpPr>
            <p:nvPr/>
          </p:nvSpPr>
          <p:spPr bwMode="auto">
            <a:xfrm flipV="1">
              <a:off x="7493048" y="577380"/>
              <a:ext cx="128587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77" name="Rectangle 21"/>
            <p:cNvSpPr>
              <a:spLocks noChangeArrowheads="1"/>
            </p:cNvSpPr>
            <p:nvPr/>
          </p:nvSpPr>
          <p:spPr bwMode="auto">
            <a:xfrm>
              <a:off x="7735936" y="210840"/>
              <a:ext cx="1119212"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2100" i="1">
                <a:solidFill>
                  <a:srgbClr val="000000"/>
                </a:solidFill>
                <a:ea typeface="宋体" panose="02010600030101010101" pitchFamily="2" charset="-122"/>
                <a:cs typeface="Times New Roman" panose="02020603050405020304" pitchFamily="18" charset="0"/>
              </a:endParaRPr>
            </a:p>
          </p:txBody>
        </p:sp>
        <p:sp>
          <p:nvSpPr>
            <p:cNvPr id="142478" name="Line 22"/>
            <p:cNvSpPr>
              <a:spLocks noChangeShapeType="1"/>
            </p:cNvSpPr>
            <p:nvPr/>
          </p:nvSpPr>
          <p:spPr bwMode="auto">
            <a:xfrm>
              <a:off x="7485870" y="283691"/>
              <a:ext cx="130314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2479" name="Line 24"/>
            <p:cNvSpPr>
              <a:spLocks noChangeShapeType="1"/>
            </p:cNvSpPr>
            <p:nvPr/>
          </p:nvSpPr>
          <p:spPr bwMode="auto">
            <a:xfrm flipH="1">
              <a:off x="7775028" y="286867"/>
              <a:ext cx="0" cy="60325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80" name="Line 18"/>
            <p:cNvSpPr>
              <a:spLocks noChangeShapeType="1"/>
            </p:cNvSpPr>
            <p:nvPr/>
          </p:nvSpPr>
          <p:spPr bwMode="auto">
            <a:xfrm>
              <a:off x="8495109" y="286345"/>
              <a:ext cx="0" cy="57813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81" name="Line 103"/>
            <p:cNvSpPr>
              <a:spLocks noChangeShapeType="1"/>
            </p:cNvSpPr>
            <p:nvPr/>
          </p:nvSpPr>
          <p:spPr bwMode="auto">
            <a:xfrm flipH="1" flipV="1">
              <a:off x="6678686" y="480117"/>
              <a:ext cx="96852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82" name="Line 51"/>
            <p:cNvSpPr>
              <a:spLocks noChangeShapeType="1"/>
            </p:cNvSpPr>
            <p:nvPr/>
          </p:nvSpPr>
          <p:spPr bwMode="auto">
            <a:xfrm>
              <a:off x="6684144" y="480116"/>
              <a:ext cx="12946" cy="877271"/>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94" name="Rectangle 3"/>
          <p:cNvSpPr txBox="1">
            <a:spLocks noChangeArrowheads="1"/>
          </p:cNvSpPr>
          <p:nvPr/>
        </p:nvSpPr>
        <p:spPr bwMode="auto">
          <a:xfrm>
            <a:off x="1296988" y="71438"/>
            <a:ext cx="2482850" cy="2390775"/>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just" eaLnBrk="1" hangingPunct="1">
              <a:lnSpc>
                <a:spcPts val="1400"/>
              </a:lnSpc>
              <a:spcBef>
                <a:spcPct val="12000"/>
              </a:spcBef>
              <a:buClr>
                <a:srgbClr val="3333CC"/>
              </a:buClr>
              <a:buFont typeface="Wingdings" panose="05000000000000000000" pitchFamily="2" charset="2"/>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prstClr val="black"/>
                </a:solidFill>
                <a:latin typeface="Times New Roman" panose="02020603050405020304" pitchFamily="18" charset="0"/>
              </a:rPr>
              <a:t>     {…}</a:t>
            </a:r>
          </a:p>
        </p:txBody>
      </p:sp>
      <p:grpSp>
        <p:nvGrpSpPr>
          <p:cNvPr id="142344" name="组合 5"/>
          <p:cNvGrpSpPr>
            <a:grpSpLocks/>
          </p:cNvGrpSpPr>
          <p:nvPr/>
        </p:nvGrpSpPr>
        <p:grpSpPr bwMode="auto">
          <a:xfrm>
            <a:off x="5070475" y="79375"/>
            <a:ext cx="1517650" cy="969963"/>
            <a:chOff x="5069755" y="79300"/>
            <a:chExt cx="1518468" cy="970576"/>
          </a:xfrm>
        </p:grpSpPr>
        <p:sp>
          <p:nvSpPr>
            <p:cNvPr id="142464" name="Rectangle 78"/>
            <p:cNvSpPr>
              <a:spLocks noChangeArrowheads="1"/>
            </p:cNvSpPr>
            <p:nvPr/>
          </p:nvSpPr>
          <p:spPr bwMode="auto">
            <a:xfrm>
              <a:off x="5573811" y="79300"/>
              <a:ext cx="1014412"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r>
                <a:rPr lang="zh-CN" altLang="en-US" sz="2100" i="1">
                  <a:solidFill>
                    <a:srgbClr val="000000"/>
                  </a:solidFill>
                  <a:ea typeface="宋体" panose="02010600030101010101" pitchFamily="2" charset="-122"/>
                  <a:cs typeface="Times New Roman" panose="02020603050405020304" pitchFamily="18" charset="0"/>
                </a:rPr>
                <a:t> </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42465" name="Line 30"/>
            <p:cNvSpPr>
              <a:spLocks noChangeShapeType="1"/>
            </p:cNvSpPr>
            <p:nvPr/>
          </p:nvSpPr>
          <p:spPr bwMode="auto">
            <a:xfrm>
              <a:off x="5175270" y="149876"/>
              <a:ext cx="0" cy="9000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66" name="Line 37"/>
            <p:cNvSpPr>
              <a:spLocks noChangeShapeType="1"/>
            </p:cNvSpPr>
            <p:nvPr/>
          </p:nvSpPr>
          <p:spPr bwMode="auto">
            <a:xfrm flipV="1">
              <a:off x="5166098" y="452784"/>
              <a:ext cx="141582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67" name="Rectangle 39"/>
            <p:cNvSpPr>
              <a:spLocks noChangeArrowheads="1"/>
            </p:cNvSpPr>
            <p:nvPr/>
          </p:nvSpPr>
          <p:spPr bwMode="auto">
            <a:xfrm>
              <a:off x="5069755" y="112637"/>
              <a:ext cx="515938"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800" i="1">
                  <a:solidFill>
                    <a:srgbClr val="000000"/>
                  </a:solidFill>
                  <a:ea typeface="宋体" panose="02010600030101010101" pitchFamily="2" charset="-122"/>
                  <a:cs typeface="Times New Roman" panose="02020603050405020304" pitchFamily="18" charset="0"/>
                </a:rPr>
                <a:t>nil</a:t>
              </a:r>
              <a:endParaRPr lang="zh-CN" altLang="en-US" sz="1800" i="1">
                <a:solidFill>
                  <a:srgbClr val="000000"/>
                </a:solidFill>
                <a:ea typeface="宋体" panose="02010600030101010101" pitchFamily="2" charset="-122"/>
                <a:cs typeface="Times New Roman" panose="02020603050405020304" pitchFamily="18" charset="0"/>
              </a:endParaRPr>
            </a:p>
          </p:txBody>
        </p:sp>
        <p:sp>
          <p:nvSpPr>
            <p:cNvPr id="142468" name="Line 41"/>
            <p:cNvSpPr>
              <a:spLocks noChangeShapeType="1"/>
            </p:cNvSpPr>
            <p:nvPr/>
          </p:nvSpPr>
          <p:spPr bwMode="auto">
            <a:xfrm>
              <a:off x="5175622" y="165025"/>
              <a:ext cx="140000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69" name="Line 42"/>
            <p:cNvSpPr>
              <a:spLocks noChangeShapeType="1"/>
            </p:cNvSpPr>
            <p:nvPr/>
          </p:nvSpPr>
          <p:spPr bwMode="auto">
            <a:xfrm>
              <a:off x="5573811" y="180900"/>
              <a:ext cx="0" cy="2825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70" name="Line 43"/>
            <p:cNvSpPr>
              <a:spLocks noChangeShapeType="1"/>
            </p:cNvSpPr>
            <p:nvPr/>
          </p:nvSpPr>
          <p:spPr bwMode="auto">
            <a:xfrm>
              <a:off x="5573811" y="471412"/>
              <a:ext cx="0" cy="57626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71" name="Line 44"/>
            <p:cNvSpPr>
              <a:spLocks noChangeShapeType="1"/>
            </p:cNvSpPr>
            <p:nvPr/>
          </p:nvSpPr>
          <p:spPr bwMode="auto">
            <a:xfrm>
              <a:off x="6318882" y="161552"/>
              <a:ext cx="0" cy="8667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72" name="Line 44"/>
            <p:cNvSpPr>
              <a:spLocks noChangeShapeType="1"/>
            </p:cNvSpPr>
            <p:nvPr/>
          </p:nvSpPr>
          <p:spPr bwMode="auto">
            <a:xfrm>
              <a:off x="6581923" y="164231"/>
              <a:ext cx="0" cy="8667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grpSp>
        <p:nvGrpSpPr>
          <p:cNvPr id="142345" name="组合 180235"/>
          <p:cNvGrpSpPr>
            <a:grpSpLocks/>
          </p:cNvGrpSpPr>
          <p:nvPr/>
        </p:nvGrpSpPr>
        <p:grpSpPr bwMode="auto">
          <a:xfrm>
            <a:off x="3816350" y="-14288"/>
            <a:ext cx="1331913" cy="1649413"/>
            <a:chOff x="3816350" y="-15044"/>
            <a:chExt cx="1331714" cy="1649918"/>
          </a:xfrm>
        </p:grpSpPr>
        <p:sp>
          <p:nvSpPr>
            <p:cNvPr id="142456" name="Line 16"/>
            <p:cNvSpPr>
              <a:spLocks noChangeShapeType="1"/>
            </p:cNvSpPr>
            <p:nvPr/>
          </p:nvSpPr>
          <p:spPr bwMode="auto">
            <a:xfrm>
              <a:off x="3908022" y="337887"/>
              <a:ext cx="0" cy="12969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57" name="Line 18"/>
            <p:cNvSpPr>
              <a:spLocks noChangeShapeType="1"/>
            </p:cNvSpPr>
            <p:nvPr/>
          </p:nvSpPr>
          <p:spPr bwMode="auto">
            <a:xfrm flipH="1" flipV="1">
              <a:off x="4355976" y="337887"/>
              <a:ext cx="0" cy="12969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58" name="Line 19"/>
            <p:cNvSpPr>
              <a:spLocks noChangeShapeType="1"/>
            </p:cNvSpPr>
            <p:nvPr/>
          </p:nvSpPr>
          <p:spPr bwMode="auto">
            <a:xfrm>
              <a:off x="4484086" y="337887"/>
              <a:ext cx="0" cy="12954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59" name="Line 20"/>
            <p:cNvSpPr>
              <a:spLocks noChangeShapeType="1"/>
            </p:cNvSpPr>
            <p:nvPr/>
          </p:nvSpPr>
          <p:spPr bwMode="auto">
            <a:xfrm>
              <a:off x="4491924" y="339502"/>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60" name="Line 21"/>
            <p:cNvSpPr>
              <a:spLocks noChangeShapeType="1"/>
            </p:cNvSpPr>
            <p:nvPr/>
          </p:nvSpPr>
          <p:spPr bwMode="auto">
            <a:xfrm flipH="1" flipV="1">
              <a:off x="4771399" y="337887"/>
              <a:ext cx="0" cy="12954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61" name="Text Box 22"/>
            <p:cNvSpPr txBox="1">
              <a:spLocks noChangeArrowheads="1"/>
            </p:cNvSpPr>
            <p:nvPr/>
          </p:nvSpPr>
          <p:spPr bwMode="auto">
            <a:xfrm>
              <a:off x="3816350" y="-15044"/>
              <a:ext cx="7556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eaLnBrk="1" hangingPunct="1">
                <a:spcBef>
                  <a:spcPct val="50000"/>
                </a:spcBef>
              </a:pPr>
              <a:r>
                <a:rPr lang="en-US" altLang="zh-CN" sz="1800" b="0" i="1">
                  <a:solidFill>
                    <a:srgbClr val="000000"/>
                  </a:solidFill>
                  <a:ea typeface="宋体" panose="02010600030101010101" pitchFamily="2" charset="-122"/>
                  <a:cs typeface="Times New Roman" panose="02020603050405020304" pitchFamily="18" charset="0"/>
                </a:rPr>
                <a:t>offset</a:t>
              </a:r>
            </a:p>
          </p:txBody>
        </p:sp>
        <p:sp>
          <p:nvSpPr>
            <p:cNvPr id="142462" name="Text Box 26"/>
            <p:cNvSpPr txBox="1">
              <a:spLocks noChangeArrowheads="1"/>
            </p:cNvSpPr>
            <p:nvPr/>
          </p:nvSpPr>
          <p:spPr bwMode="auto">
            <a:xfrm>
              <a:off x="4390827" y="-3398"/>
              <a:ext cx="757237"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eaLnBrk="1" hangingPunct="1">
                <a:spcBef>
                  <a:spcPct val="50000"/>
                </a:spcBef>
              </a:pPr>
              <a:r>
                <a:rPr lang="en-US" altLang="zh-CN" sz="1800" b="0" i="1">
                  <a:solidFill>
                    <a:srgbClr val="000000"/>
                  </a:solidFill>
                  <a:ea typeface="宋体" panose="02010600030101010101" pitchFamily="2" charset="-122"/>
                  <a:cs typeface="Times New Roman" panose="02020603050405020304" pitchFamily="18" charset="0"/>
                </a:rPr>
                <a:t>tblptr</a:t>
              </a:r>
            </a:p>
          </p:txBody>
        </p:sp>
        <p:sp>
          <p:nvSpPr>
            <p:cNvPr id="142463" name="Line 20"/>
            <p:cNvSpPr>
              <a:spLocks noChangeShapeType="1"/>
            </p:cNvSpPr>
            <p:nvPr/>
          </p:nvSpPr>
          <p:spPr bwMode="auto">
            <a:xfrm flipV="1">
              <a:off x="3908022" y="334865"/>
              <a:ext cx="434883" cy="46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2346" name="Line 20"/>
          <p:cNvSpPr>
            <a:spLocks noChangeShapeType="1"/>
          </p:cNvSpPr>
          <p:nvPr/>
        </p:nvSpPr>
        <p:spPr bwMode="auto">
          <a:xfrm flipV="1">
            <a:off x="1296988" y="268288"/>
            <a:ext cx="142557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347" name="Line 20"/>
          <p:cNvSpPr>
            <a:spLocks noChangeShapeType="1"/>
          </p:cNvSpPr>
          <p:nvPr/>
        </p:nvSpPr>
        <p:spPr bwMode="auto">
          <a:xfrm flipV="1">
            <a:off x="1633538" y="523875"/>
            <a:ext cx="1136650"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2348" name="组合 180224"/>
          <p:cNvGrpSpPr>
            <a:grpSpLocks/>
          </p:cNvGrpSpPr>
          <p:nvPr/>
        </p:nvGrpSpPr>
        <p:grpSpPr bwMode="auto">
          <a:xfrm>
            <a:off x="4881563" y="1639888"/>
            <a:ext cx="2038350" cy="361950"/>
            <a:chOff x="4880918" y="1639665"/>
            <a:chExt cx="2038349" cy="361950"/>
          </a:xfrm>
        </p:grpSpPr>
        <p:sp>
          <p:nvSpPr>
            <p:cNvPr id="142454" name="Rectangle 25"/>
            <p:cNvSpPr>
              <a:spLocks noChangeArrowheads="1"/>
            </p:cNvSpPr>
            <p:nvPr/>
          </p:nvSpPr>
          <p:spPr bwMode="auto">
            <a:xfrm>
              <a:off x="4880918" y="1639665"/>
              <a:ext cx="2038349"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a:solidFill>
                    <a:srgbClr val="000000"/>
                  </a:solidFill>
                  <a:ea typeface="宋体" panose="02010600030101010101" pitchFamily="2" charset="-122"/>
                  <a:cs typeface="Times New Roman" panose="02020603050405020304" pitchFamily="18" charset="0"/>
                </a:rPr>
                <a:t>a                </a:t>
              </a:r>
              <a:r>
                <a:rPr lang="en-US" altLang="zh-CN" sz="1800" dirty="0">
                  <a:solidFill>
                    <a:srgbClr val="000000"/>
                  </a:solidFill>
                  <a:ea typeface="宋体" panose="02010600030101010101" pitchFamily="2" charset="-122"/>
                  <a:cs typeface="Times New Roman" panose="02020603050405020304" pitchFamily="18" charset="0"/>
                </a:rPr>
                <a:t>array  0</a:t>
              </a:r>
            </a:p>
          </p:txBody>
        </p:sp>
        <p:sp>
          <p:nvSpPr>
            <p:cNvPr id="142455" name="Line 8"/>
            <p:cNvSpPr>
              <a:spLocks noChangeShapeType="1"/>
            </p:cNvSpPr>
            <p:nvPr/>
          </p:nvSpPr>
          <p:spPr bwMode="auto">
            <a:xfrm>
              <a:off x="4898381" y="1990502"/>
              <a:ext cx="2020886" cy="158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2349" name="Line 20"/>
          <p:cNvSpPr>
            <a:spLocks noChangeShapeType="1"/>
          </p:cNvSpPr>
          <p:nvPr/>
        </p:nvSpPr>
        <p:spPr bwMode="auto">
          <a:xfrm>
            <a:off x="2982913" y="555625"/>
            <a:ext cx="37782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2350" name="组合 180236"/>
          <p:cNvGrpSpPr>
            <a:grpSpLocks/>
          </p:cNvGrpSpPr>
          <p:nvPr/>
        </p:nvGrpSpPr>
        <p:grpSpPr bwMode="auto">
          <a:xfrm>
            <a:off x="3913188" y="311150"/>
            <a:ext cx="1266825" cy="315913"/>
            <a:chOff x="3913756" y="310816"/>
            <a:chExt cx="1266106" cy="316804"/>
          </a:xfrm>
        </p:grpSpPr>
        <p:sp>
          <p:nvSpPr>
            <p:cNvPr id="142451" name="Line 20"/>
            <p:cNvSpPr>
              <a:spLocks noChangeShapeType="1"/>
            </p:cNvSpPr>
            <p:nvPr/>
          </p:nvSpPr>
          <p:spPr bwMode="auto">
            <a:xfrm>
              <a:off x="4499992" y="620241"/>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24" name="直接箭头连接符 123"/>
            <p:cNvCxnSpPr/>
            <p:nvPr/>
          </p:nvCxnSpPr>
          <p:spPr>
            <a:xfrm flipV="1">
              <a:off x="4616619" y="310816"/>
              <a:ext cx="563243" cy="165566"/>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51" name="矩形 150"/>
            <p:cNvSpPr/>
            <p:nvPr/>
          </p:nvSpPr>
          <p:spPr>
            <a:xfrm>
              <a:off x="3913756" y="334696"/>
              <a:ext cx="439487" cy="292924"/>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grpSp>
        <p:nvGrpSpPr>
          <p:cNvPr id="142351" name="组合 180238"/>
          <p:cNvGrpSpPr>
            <a:grpSpLocks/>
          </p:cNvGrpSpPr>
          <p:nvPr/>
        </p:nvGrpSpPr>
        <p:grpSpPr bwMode="auto">
          <a:xfrm>
            <a:off x="3908425" y="636588"/>
            <a:ext cx="990600" cy="769937"/>
            <a:chOff x="3907724" y="637094"/>
            <a:chExt cx="990625" cy="769481"/>
          </a:xfrm>
        </p:grpSpPr>
        <p:sp>
          <p:nvSpPr>
            <p:cNvPr id="142448" name="Line 20"/>
            <p:cNvSpPr>
              <a:spLocks noChangeShapeType="1"/>
            </p:cNvSpPr>
            <p:nvPr/>
          </p:nvSpPr>
          <p:spPr bwMode="auto">
            <a:xfrm>
              <a:off x="4499992" y="926397"/>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33" name="直接箭头连接符 132"/>
            <p:cNvCxnSpPr/>
            <p:nvPr/>
          </p:nvCxnSpPr>
          <p:spPr>
            <a:xfrm>
              <a:off x="4617355" y="771951"/>
              <a:ext cx="280994" cy="634624"/>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53" name="矩形 152"/>
            <p:cNvSpPr/>
            <p:nvPr/>
          </p:nvSpPr>
          <p:spPr>
            <a:xfrm>
              <a:off x="3907724" y="637094"/>
              <a:ext cx="439749" cy="29192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sp>
        <p:nvSpPr>
          <p:cNvPr id="180232" name="矩形 180231"/>
          <p:cNvSpPr/>
          <p:nvPr/>
        </p:nvSpPr>
        <p:spPr>
          <a:xfrm>
            <a:off x="3916363" y="622300"/>
            <a:ext cx="439737" cy="293688"/>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40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2353" name="组合 180240"/>
          <p:cNvGrpSpPr>
            <a:grpSpLocks/>
          </p:cNvGrpSpPr>
          <p:nvPr/>
        </p:nvGrpSpPr>
        <p:grpSpPr bwMode="auto">
          <a:xfrm>
            <a:off x="4897438" y="1943100"/>
            <a:ext cx="2071687" cy="363538"/>
            <a:chOff x="4897836" y="1942382"/>
            <a:chExt cx="2070694" cy="363537"/>
          </a:xfrm>
        </p:grpSpPr>
        <p:sp>
          <p:nvSpPr>
            <p:cNvPr id="142446" name="Line 7"/>
            <p:cNvSpPr>
              <a:spLocks noChangeShapeType="1"/>
            </p:cNvSpPr>
            <p:nvPr/>
          </p:nvSpPr>
          <p:spPr bwMode="auto">
            <a:xfrm flipV="1">
              <a:off x="4899968" y="2282602"/>
              <a:ext cx="201771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47" name="Rectangle 26"/>
            <p:cNvSpPr>
              <a:spLocks noChangeArrowheads="1"/>
            </p:cNvSpPr>
            <p:nvPr/>
          </p:nvSpPr>
          <p:spPr bwMode="auto">
            <a:xfrm>
              <a:off x="4897836" y="1942382"/>
              <a:ext cx="2070694"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a:solidFill>
                    <a:srgbClr val="000000"/>
                  </a:solidFill>
                  <a:ea typeface="宋体" panose="02010600030101010101" pitchFamily="2" charset="-122"/>
                  <a:cs typeface="Times New Roman" panose="02020603050405020304" pitchFamily="18" charset="0"/>
                </a:rPr>
                <a:t>x                 </a:t>
              </a:r>
              <a:r>
                <a:rPr lang="en-US" altLang="zh-CN" sz="1800" dirty="0">
                  <a:solidFill>
                    <a:srgbClr val="000000"/>
                  </a:solidFill>
                  <a:ea typeface="宋体" panose="02010600030101010101" pitchFamily="2" charset="-122"/>
                  <a:cs typeface="Times New Roman" panose="02020603050405020304" pitchFamily="18" charset="0"/>
                </a:rPr>
                <a:t>int     44</a:t>
              </a:r>
            </a:p>
          </p:txBody>
        </p:sp>
      </p:grpSp>
      <p:sp>
        <p:nvSpPr>
          <p:cNvPr id="142354" name="Line 20"/>
          <p:cNvSpPr>
            <a:spLocks noChangeShapeType="1"/>
          </p:cNvSpPr>
          <p:nvPr/>
        </p:nvSpPr>
        <p:spPr bwMode="auto">
          <a:xfrm>
            <a:off x="1633538" y="700088"/>
            <a:ext cx="14271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355" name="Line 20"/>
          <p:cNvSpPr>
            <a:spLocks noChangeShapeType="1"/>
          </p:cNvSpPr>
          <p:nvPr/>
        </p:nvSpPr>
        <p:spPr bwMode="auto">
          <a:xfrm flipV="1">
            <a:off x="1785938" y="922338"/>
            <a:ext cx="842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2356" name="组合 180243"/>
          <p:cNvGrpSpPr>
            <a:grpSpLocks/>
          </p:cNvGrpSpPr>
          <p:nvPr/>
        </p:nvGrpSpPr>
        <p:grpSpPr bwMode="auto">
          <a:xfrm>
            <a:off x="7491922" y="539750"/>
            <a:ext cx="1296527" cy="361950"/>
            <a:chOff x="7491972" y="539279"/>
            <a:chExt cx="1296166" cy="361950"/>
          </a:xfrm>
        </p:grpSpPr>
        <p:sp>
          <p:nvSpPr>
            <p:cNvPr id="142444" name="Line 19"/>
            <p:cNvSpPr>
              <a:spLocks noChangeShapeType="1"/>
            </p:cNvSpPr>
            <p:nvPr/>
          </p:nvSpPr>
          <p:spPr bwMode="auto">
            <a:xfrm flipV="1">
              <a:off x="7491972" y="875829"/>
              <a:ext cx="129616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45" name="Rectangle 40"/>
            <p:cNvSpPr>
              <a:spLocks noChangeArrowheads="1"/>
            </p:cNvSpPr>
            <p:nvPr/>
          </p:nvSpPr>
          <p:spPr bwMode="auto">
            <a:xfrm>
              <a:off x="7523211" y="539279"/>
              <a:ext cx="1220442"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err="1">
                  <a:solidFill>
                    <a:srgbClr val="000000"/>
                  </a:solidFill>
                  <a:ea typeface="宋体" panose="02010600030101010101" pitchFamily="2" charset="-122"/>
                  <a:cs typeface="Times New Roman" panose="02020603050405020304" pitchFamily="18" charset="0"/>
                </a:rPr>
                <a:t>i</a:t>
              </a:r>
              <a:r>
                <a:rPr lang="en-US" altLang="zh-CN" sz="1800" i="1" dirty="0">
                  <a:solidFill>
                    <a:srgbClr val="000000"/>
                  </a:solidFill>
                  <a:ea typeface="宋体" panose="02010600030101010101" pitchFamily="2" charset="-122"/>
                  <a:cs typeface="Times New Roman" panose="02020603050405020304" pitchFamily="18" charset="0"/>
                </a:rPr>
                <a:t>      </a:t>
              </a:r>
              <a:r>
                <a:rPr lang="en-US" altLang="zh-CN" sz="1800" dirty="0">
                  <a:solidFill>
                    <a:srgbClr val="000000"/>
                  </a:solidFill>
                  <a:ea typeface="宋体" panose="02010600030101010101" pitchFamily="2" charset="-122"/>
                  <a:cs typeface="Times New Roman" panose="02020603050405020304" pitchFamily="18" charset="0"/>
                </a:rPr>
                <a:t>int     0</a:t>
              </a:r>
            </a:p>
          </p:txBody>
        </p:sp>
      </p:grpSp>
      <p:sp>
        <p:nvSpPr>
          <p:cNvPr id="142357" name="Line 20"/>
          <p:cNvSpPr>
            <a:spLocks noChangeShapeType="1"/>
          </p:cNvSpPr>
          <p:nvPr/>
        </p:nvSpPr>
        <p:spPr bwMode="auto">
          <a:xfrm flipV="1">
            <a:off x="2773363" y="9159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78" name="矩形 177"/>
          <p:cNvSpPr/>
          <p:nvPr/>
        </p:nvSpPr>
        <p:spPr>
          <a:xfrm>
            <a:off x="8509000" y="298450"/>
            <a:ext cx="271463" cy="292100"/>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4</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2359" name="组合 180244"/>
          <p:cNvGrpSpPr>
            <a:grpSpLocks/>
          </p:cNvGrpSpPr>
          <p:nvPr/>
        </p:nvGrpSpPr>
        <p:grpSpPr bwMode="auto">
          <a:xfrm>
            <a:off x="4862513" y="739775"/>
            <a:ext cx="2640012" cy="1817688"/>
            <a:chOff x="4861992" y="739181"/>
            <a:chExt cx="2640954" cy="1818058"/>
          </a:xfrm>
        </p:grpSpPr>
        <p:sp>
          <p:nvSpPr>
            <p:cNvPr id="84" name="Line 95"/>
            <p:cNvSpPr>
              <a:spLocks noChangeShapeType="1"/>
            </p:cNvSpPr>
            <p:nvPr/>
          </p:nvSpPr>
          <p:spPr bwMode="auto">
            <a:xfrm>
              <a:off x="7018586" y="739181"/>
              <a:ext cx="3176" cy="1722789"/>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86" name="Line 43"/>
            <p:cNvSpPr>
              <a:spLocks noChangeShapeType="1"/>
            </p:cNvSpPr>
            <p:nvPr/>
          </p:nvSpPr>
          <p:spPr bwMode="auto">
            <a:xfrm>
              <a:off x="7031291" y="750296"/>
              <a:ext cx="471655"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142442" name="Line 6"/>
            <p:cNvSpPr>
              <a:spLocks noChangeShapeType="1"/>
            </p:cNvSpPr>
            <p:nvPr/>
          </p:nvSpPr>
          <p:spPr bwMode="auto">
            <a:xfrm flipV="1">
              <a:off x="4874568" y="2557239"/>
              <a:ext cx="204389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43" name="Rectangle 28"/>
            <p:cNvSpPr>
              <a:spLocks noChangeArrowheads="1"/>
            </p:cNvSpPr>
            <p:nvPr/>
          </p:nvSpPr>
          <p:spPr bwMode="auto">
            <a:xfrm>
              <a:off x="4861992" y="2192115"/>
              <a:ext cx="1314450"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readarray</a:t>
              </a:r>
            </a:p>
          </p:txBody>
        </p:sp>
      </p:grpSp>
      <p:sp>
        <p:nvSpPr>
          <p:cNvPr id="142360" name="Line 20"/>
          <p:cNvSpPr>
            <a:spLocks noChangeShapeType="1"/>
          </p:cNvSpPr>
          <p:nvPr/>
        </p:nvSpPr>
        <p:spPr bwMode="auto">
          <a:xfrm>
            <a:off x="1619250" y="1131888"/>
            <a:ext cx="1427163"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2361" name="组合 1"/>
          <p:cNvGrpSpPr>
            <a:grpSpLocks/>
          </p:cNvGrpSpPr>
          <p:nvPr/>
        </p:nvGrpSpPr>
        <p:grpSpPr bwMode="auto">
          <a:xfrm>
            <a:off x="6861175" y="893763"/>
            <a:ext cx="1976438" cy="727075"/>
            <a:chOff x="6861077" y="893664"/>
            <a:chExt cx="1976561" cy="727596"/>
          </a:xfrm>
        </p:grpSpPr>
        <p:sp>
          <p:nvSpPr>
            <p:cNvPr id="142431" name="Rectangle 31"/>
            <p:cNvSpPr>
              <a:spLocks noChangeArrowheads="1"/>
            </p:cNvSpPr>
            <p:nvPr/>
          </p:nvSpPr>
          <p:spPr bwMode="auto">
            <a:xfrm>
              <a:off x="7566050" y="893664"/>
              <a:ext cx="1271588"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exchange</a:t>
              </a:r>
            </a:p>
          </p:txBody>
        </p:sp>
        <p:sp>
          <p:nvSpPr>
            <p:cNvPr id="142432" name="Line 32"/>
            <p:cNvSpPr>
              <a:spLocks noChangeShapeType="1"/>
            </p:cNvSpPr>
            <p:nvPr/>
          </p:nvSpPr>
          <p:spPr bwMode="auto">
            <a:xfrm>
              <a:off x="7486725" y="1298998"/>
              <a:ext cx="0" cy="309561"/>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33" name="Line 33"/>
            <p:cNvSpPr>
              <a:spLocks noChangeShapeType="1"/>
            </p:cNvSpPr>
            <p:nvPr/>
          </p:nvSpPr>
          <p:spPr bwMode="auto">
            <a:xfrm>
              <a:off x="8742563" y="1298998"/>
              <a:ext cx="0" cy="32226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34" name="Line 34"/>
            <p:cNvSpPr>
              <a:spLocks noChangeShapeType="1"/>
            </p:cNvSpPr>
            <p:nvPr/>
          </p:nvSpPr>
          <p:spPr bwMode="auto">
            <a:xfrm>
              <a:off x="7476119" y="1608559"/>
              <a:ext cx="1272831"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35" name="Rectangle 35"/>
            <p:cNvSpPr>
              <a:spLocks noChangeArrowheads="1"/>
            </p:cNvSpPr>
            <p:nvPr/>
          </p:nvSpPr>
          <p:spPr bwMode="auto">
            <a:xfrm>
              <a:off x="7710066" y="1246610"/>
              <a:ext cx="1078408"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42436" name="Line 36"/>
            <p:cNvSpPr>
              <a:spLocks noChangeShapeType="1"/>
            </p:cNvSpPr>
            <p:nvPr/>
          </p:nvSpPr>
          <p:spPr bwMode="auto">
            <a:xfrm flipV="1">
              <a:off x="7476627" y="1298998"/>
              <a:ext cx="127232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37" name="Line 37"/>
            <p:cNvSpPr>
              <a:spLocks noChangeShapeType="1"/>
            </p:cNvSpPr>
            <p:nvPr/>
          </p:nvSpPr>
          <p:spPr bwMode="auto">
            <a:xfrm>
              <a:off x="7710066" y="1313285"/>
              <a:ext cx="0" cy="28416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38" name="Line 33"/>
            <p:cNvSpPr>
              <a:spLocks noChangeShapeType="1"/>
            </p:cNvSpPr>
            <p:nvPr/>
          </p:nvSpPr>
          <p:spPr bwMode="auto">
            <a:xfrm>
              <a:off x="8502154" y="1294235"/>
              <a:ext cx="0" cy="32226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39" name="Line 51"/>
            <p:cNvSpPr>
              <a:spLocks noChangeShapeType="1"/>
            </p:cNvSpPr>
            <p:nvPr/>
          </p:nvSpPr>
          <p:spPr bwMode="auto">
            <a:xfrm flipH="1">
              <a:off x="6861077" y="1533301"/>
              <a:ext cx="736822" cy="0"/>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2362" name="Line 20"/>
          <p:cNvSpPr>
            <a:spLocks noChangeShapeType="1"/>
          </p:cNvSpPr>
          <p:nvPr/>
        </p:nvSpPr>
        <p:spPr bwMode="auto">
          <a:xfrm flipV="1">
            <a:off x="3157538" y="11318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 name="矩形 121"/>
          <p:cNvSpPr/>
          <p:nvPr/>
        </p:nvSpPr>
        <p:spPr>
          <a:xfrm>
            <a:off x="8505088" y="1296127"/>
            <a:ext cx="238125" cy="315614"/>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2364" name="组合 3"/>
          <p:cNvGrpSpPr>
            <a:grpSpLocks/>
          </p:cNvGrpSpPr>
          <p:nvPr/>
        </p:nvGrpSpPr>
        <p:grpSpPr bwMode="auto">
          <a:xfrm>
            <a:off x="4862513" y="1423988"/>
            <a:ext cx="2551112" cy="1428750"/>
            <a:chOff x="4861992" y="1423765"/>
            <a:chExt cx="2551631" cy="1428750"/>
          </a:xfrm>
        </p:grpSpPr>
        <p:sp>
          <p:nvSpPr>
            <p:cNvPr id="142426" name="Line 5"/>
            <p:cNvSpPr>
              <a:spLocks noChangeShapeType="1"/>
            </p:cNvSpPr>
            <p:nvPr/>
          </p:nvSpPr>
          <p:spPr bwMode="auto">
            <a:xfrm>
              <a:off x="4887268" y="2846735"/>
              <a:ext cx="202806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27" name="Rectangle 39"/>
            <p:cNvSpPr>
              <a:spLocks noChangeArrowheads="1"/>
            </p:cNvSpPr>
            <p:nvPr/>
          </p:nvSpPr>
          <p:spPr bwMode="auto">
            <a:xfrm>
              <a:off x="4861992" y="2488977"/>
              <a:ext cx="1260475"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exchange</a:t>
              </a:r>
            </a:p>
          </p:txBody>
        </p:sp>
        <p:sp>
          <p:nvSpPr>
            <p:cNvPr id="130" name="Line 103"/>
            <p:cNvSpPr>
              <a:spLocks noChangeShapeType="1"/>
            </p:cNvSpPr>
            <p:nvPr/>
          </p:nvSpPr>
          <p:spPr bwMode="auto">
            <a:xfrm flipH="1">
              <a:off x="6753088" y="2738215"/>
              <a:ext cx="396956"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31" name="Line 95"/>
            <p:cNvSpPr>
              <a:spLocks noChangeShapeType="1"/>
            </p:cNvSpPr>
            <p:nvPr/>
          </p:nvSpPr>
          <p:spPr bwMode="auto">
            <a:xfrm flipH="1">
              <a:off x="7150044" y="1423765"/>
              <a:ext cx="0" cy="13303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32" name="Line 43"/>
            <p:cNvSpPr>
              <a:spLocks noChangeShapeType="1"/>
            </p:cNvSpPr>
            <p:nvPr/>
          </p:nvSpPr>
          <p:spPr bwMode="auto">
            <a:xfrm flipV="1">
              <a:off x="7129403" y="1436465"/>
              <a:ext cx="284220"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grpSp>
      <p:sp>
        <p:nvSpPr>
          <p:cNvPr id="142365" name="Line 20"/>
          <p:cNvSpPr>
            <a:spLocks noChangeShapeType="1"/>
          </p:cNvSpPr>
          <p:nvPr/>
        </p:nvSpPr>
        <p:spPr bwMode="auto">
          <a:xfrm>
            <a:off x="1619250" y="1347788"/>
            <a:ext cx="1427163"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2366" name="组合 2"/>
          <p:cNvGrpSpPr>
            <a:grpSpLocks/>
          </p:cNvGrpSpPr>
          <p:nvPr/>
        </p:nvGrpSpPr>
        <p:grpSpPr bwMode="auto">
          <a:xfrm>
            <a:off x="6896100" y="1582738"/>
            <a:ext cx="2354263" cy="1533525"/>
            <a:chOff x="6895356" y="1582537"/>
            <a:chExt cx="2355402" cy="1533525"/>
          </a:xfrm>
        </p:grpSpPr>
        <p:sp>
          <p:nvSpPr>
            <p:cNvPr id="142416" name="Line 42"/>
            <p:cNvSpPr>
              <a:spLocks noChangeShapeType="1"/>
            </p:cNvSpPr>
            <p:nvPr/>
          </p:nvSpPr>
          <p:spPr bwMode="auto">
            <a:xfrm>
              <a:off x="7454577" y="1920674"/>
              <a:ext cx="1587" cy="117951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17" name="Line 43"/>
            <p:cNvSpPr>
              <a:spLocks noChangeShapeType="1"/>
            </p:cNvSpPr>
            <p:nvPr/>
          </p:nvSpPr>
          <p:spPr bwMode="auto">
            <a:xfrm flipH="1">
              <a:off x="9091289" y="1919087"/>
              <a:ext cx="4763" cy="11969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18" name="Line 47"/>
            <p:cNvSpPr>
              <a:spLocks noChangeShapeType="1"/>
            </p:cNvSpPr>
            <p:nvPr/>
          </p:nvSpPr>
          <p:spPr bwMode="auto">
            <a:xfrm flipV="1">
              <a:off x="7456164" y="2230237"/>
              <a:ext cx="163988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19" name="Rectangle 48"/>
            <p:cNvSpPr>
              <a:spLocks noChangeArrowheads="1"/>
            </p:cNvSpPr>
            <p:nvPr/>
          </p:nvSpPr>
          <p:spPr bwMode="auto">
            <a:xfrm>
              <a:off x="7946702" y="1868287"/>
              <a:ext cx="1304056"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42420" name="Rectangle 49"/>
            <p:cNvSpPr>
              <a:spLocks noChangeArrowheads="1"/>
            </p:cNvSpPr>
            <p:nvPr/>
          </p:nvSpPr>
          <p:spPr bwMode="auto">
            <a:xfrm>
              <a:off x="7666582" y="1582537"/>
              <a:ext cx="1350963" cy="387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quicksort</a:t>
              </a:r>
            </a:p>
          </p:txBody>
        </p:sp>
        <p:sp>
          <p:nvSpPr>
            <p:cNvPr id="142421" name="Line 50"/>
            <p:cNvSpPr>
              <a:spLocks noChangeShapeType="1"/>
            </p:cNvSpPr>
            <p:nvPr/>
          </p:nvSpPr>
          <p:spPr bwMode="auto">
            <a:xfrm flipV="1">
              <a:off x="7467277" y="1919087"/>
              <a:ext cx="1639887"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22" name="Line 51"/>
            <p:cNvSpPr>
              <a:spLocks noChangeShapeType="1"/>
            </p:cNvSpPr>
            <p:nvPr/>
          </p:nvSpPr>
          <p:spPr bwMode="auto">
            <a:xfrm>
              <a:off x="7832402" y="1934962"/>
              <a:ext cx="1587" cy="2825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23" name="Line 52"/>
            <p:cNvSpPr>
              <a:spLocks noChangeShapeType="1"/>
            </p:cNvSpPr>
            <p:nvPr/>
          </p:nvSpPr>
          <p:spPr bwMode="auto">
            <a:xfrm>
              <a:off x="8386662" y="2254049"/>
              <a:ext cx="0" cy="86042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24" name="Line 51"/>
            <p:cNvSpPr>
              <a:spLocks noChangeShapeType="1"/>
            </p:cNvSpPr>
            <p:nvPr/>
          </p:nvSpPr>
          <p:spPr bwMode="auto">
            <a:xfrm flipH="1" flipV="1">
              <a:off x="6895356" y="2122287"/>
              <a:ext cx="821434" cy="438"/>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25" name="Line 43"/>
            <p:cNvSpPr>
              <a:spLocks noChangeShapeType="1"/>
            </p:cNvSpPr>
            <p:nvPr/>
          </p:nvSpPr>
          <p:spPr bwMode="auto">
            <a:xfrm flipH="1">
              <a:off x="8746702" y="1903881"/>
              <a:ext cx="4763" cy="11969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grpSp>
        <p:nvGrpSpPr>
          <p:cNvPr id="15" name="组合 154"/>
          <p:cNvGrpSpPr>
            <a:grpSpLocks/>
          </p:cNvGrpSpPr>
          <p:nvPr/>
        </p:nvGrpSpPr>
        <p:grpSpPr bwMode="auto">
          <a:xfrm>
            <a:off x="3912869" y="911225"/>
            <a:ext cx="3542031" cy="992188"/>
            <a:chOff x="3902325" y="335024"/>
            <a:chExt cx="3542080" cy="992879"/>
          </a:xfrm>
        </p:grpSpPr>
        <p:sp>
          <p:nvSpPr>
            <p:cNvPr id="142413" name="Line 20"/>
            <p:cNvSpPr>
              <a:spLocks noChangeShapeType="1"/>
            </p:cNvSpPr>
            <p:nvPr/>
          </p:nvSpPr>
          <p:spPr bwMode="auto">
            <a:xfrm>
              <a:off x="4499992" y="620241"/>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57" name="直接箭头连接符 156"/>
            <p:cNvCxnSpPr/>
            <p:nvPr/>
          </p:nvCxnSpPr>
          <p:spPr>
            <a:xfrm>
              <a:off x="4617029" y="476410"/>
              <a:ext cx="2827376" cy="851493"/>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58" name="矩形 157"/>
            <p:cNvSpPr/>
            <p:nvPr/>
          </p:nvSpPr>
          <p:spPr>
            <a:xfrm>
              <a:off x="3902325" y="335024"/>
              <a:ext cx="442841" cy="292303"/>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sp>
        <p:nvSpPr>
          <p:cNvPr id="142368" name="Line 20"/>
          <p:cNvSpPr>
            <a:spLocks noChangeShapeType="1"/>
          </p:cNvSpPr>
          <p:nvPr/>
        </p:nvSpPr>
        <p:spPr bwMode="auto">
          <a:xfrm flipV="1">
            <a:off x="1785938" y="1563688"/>
            <a:ext cx="1136650"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2369" name="组合 6"/>
          <p:cNvGrpSpPr>
            <a:grpSpLocks/>
          </p:cNvGrpSpPr>
          <p:nvPr/>
        </p:nvGrpSpPr>
        <p:grpSpPr bwMode="auto">
          <a:xfrm>
            <a:off x="7467600" y="2201863"/>
            <a:ext cx="1676400" cy="361950"/>
            <a:chOff x="7467277" y="2201662"/>
            <a:chExt cx="1676723" cy="361950"/>
          </a:xfrm>
        </p:grpSpPr>
        <p:sp>
          <p:nvSpPr>
            <p:cNvPr id="142411" name="Rectangle 54"/>
            <p:cNvSpPr>
              <a:spLocks noChangeArrowheads="1"/>
            </p:cNvSpPr>
            <p:nvPr/>
          </p:nvSpPr>
          <p:spPr bwMode="auto">
            <a:xfrm>
              <a:off x="7505377" y="2201662"/>
              <a:ext cx="1638623"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k             </a:t>
              </a:r>
              <a:r>
                <a:rPr lang="en-US" altLang="zh-CN" sz="1800">
                  <a:solidFill>
                    <a:srgbClr val="000000"/>
                  </a:solidFill>
                  <a:ea typeface="宋体" panose="02010600030101010101" pitchFamily="2" charset="-122"/>
                  <a:cs typeface="Times New Roman" panose="02020603050405020304" pitchFamily="18" charset="0"/>
                </a:rPr>
                <a:t>int  0</a:t>
              </a:r>
            </a:p>
          </p:txBody>
        </p:sp>
        <p:sp>
          <p:nvSpPr>
            <p:cNvPr id="142412" name="Line 46"/>
            <p:cNvSpPr>
              <a:spLocks noChangeShapeType="1"/>
            </p:cNvSpPr>
            <p:nvPr/>
          </p:nvSpPr>
          <p:spPr bwMode="auto">
            <a:xfrm flipV="1">
              <a:off x="7467277" y="2525512"/>
              <a:ext cx="1639887"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67" name="矩形 166"/>
          <p:cNvSpPr/>
          <p:nvPr/>
        </p:nvSpPr>
        <p:spPr>
          <a:xfrm>
            <a:off x="3908395" y="912019"/>
            <a:ext cx="448308" cy="292100"/>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4</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2371" name="组合 7"/>
          <p:cNvGrpSpPr>
            <a:grpSpLocks/>
          </p:cNvGrpSpPr>
          <p:nvPr/>
        </p:nvGrpSpPr>
        <p:grpSpPr bwMode="auto">
          <a:xfrm>
            <a:off x="7467600" y="2486025"/>
            <a:ext cx="1643063" cy="390525"/>
            <a:chOff x="7467277" y="2485824"/>
            <a:chExt cx="1643062" cy="390526"/>
          </a:xfrm>
        </p:grpSpPr>
        <p:sp>
          <p:nvSpPr>
            <p:cNvPr id="142409" name="Rectangle 55"/>
            <p:cNvSpPr>
              <a:spLocks noChangeArrowheads="1"/>
            </p:cNvSpPr>
            <p:nvPr/>
          </p:nvSpPr>
          <p:spPr bwMode="auto">
            <a:xfrm>
              <a:off x="7505376" y="2485824"/>
              <a:ext cx="1585913" cy="3905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v             </a:t>
              </a:r>
              <a:r>
                <a:rPr lang="en-US" altLang="zh-CN" sz="1800">
                  <a:solidFill>
                    <a:srgbClr val="000000"/>
                  </a:solidFill>
                  <a:ea typeface="宋体" panose="02010600030101010101" pitchFamily="2" charset="-122"/>
                  <a:cs typeface="Times New Roman" panose="02020603050405020304" pitchFamily="18" charset="0"/>
                </a:rPr>
                <a:t>int  4</a:t>
              </a:r>
            </a:p>
          </p:txBody>
        </p:sp>
        <p:sp>
          <p:nvSpPr>
            <p:cNvPr id="142410" name="Line 45"/>
            <p:cNvSpPr>
              <a:spLocks noChangeShapeType="1"/>
            </p:cNvSpPr>
            <p:nvPr/>
          </p:nvSpPr>
          <p:spPr bwMode="auto">
            <a:xfrm flipV="1">
              <a:off x="7467277" y="2819199"/>
              <a:ext cx="1643062" cy="15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70" name="矩形 169"/>
          <p:cNvSpPr/>
          <p:nvPr/>
        </p:nvSpPr>
        <p:spPr>
          <a:xfrm>
            <a:off x="3913188" y="906463"/>
            <a:ext cx="442516" cy="303318"/>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8</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sp>
        <p:nvSpPr>
          <p:cNvPr id="142373" name="Line 20"/>
          <p:cNvSpPr>
            <a:spLocks noChangeShapeType="1"/>
          </p:cNvSpPr>
          <p:nvPr/>
        </p:nvSpPr>
        <p:spPr bwMode="auto">
          <a:xfrm flipV="1">
            <a:off x="1938338" y="1779588"/>
            <a:ext cx="1136650"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2374" name="组合 8"/>
          <p:cNvGrpSpPr>
            <a:grpSpLocks/>
          </p:cNvGrpSpPr>
          <p:nvPr/>
        </p:nvGrpSpPr>
        <p:grpSpPr bwMode="auto">
          <a:xfrm>
            <a:off x="7597950" y="3176588"/>
            <a:ext cx="1530174" cy="1260475"/>
            <a:chOff x="7597752" y="3176042"/>
            <a:chExt cx="1530076" cy="1261690"/>
          </a:xfrm>
        </p:grpSpPr>
        <p:sp>
          <p:nvSpPr>
            <p:cNvPr id="142399" name="Line 56"/>
            <p:cNvSpPr>
              <a:spLocks noChangeShapeType="1"/>
            </p:cNvSpPr>
            <p:nvPr/>
          </p:nvSpPr>
          <p:spPr bwMode="auto">
            <a:xfrm flipH="1">
              <a:off x="7603925" y="3513385"/>
              <a:ext cx="0" cy="9032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00" name="Line 57"/>
            <p:cNvSpPr>
              <a:spLocks noChangeShapeType="1"/>
            </p:cNvSpPr>
            <p:nvPr/>
          </p:nvSpPr>
          <p:spPr bwMode="auto">
            <a:xfrm flipH="1">
              <a:off x="8917735" y="3513385"/>
              <a:ext cx="0" cy="9032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2401" name="Line 60"/>
            <p:cNvSpPr>
              <a:spLocks noChangeShapeType="1"/>
            </p:cNvSpPr>
            <p:nvPr/>
          </p:nvSpPr>
          <p:spPr bwMode="auto">
            <a:xfrm flipV="1">
              <a:off x="7616626" y="3807495"/>
              <a:ext cx="129076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02" name="Rectangle 61"/>
            <p:cNvSpPr>
              <a:spLocks noChangeArrowheads="1"/>
            </p:cNvSpPr>
            <p:nvPr/>
          </p:nvSpPr>
          <p:spPr bwMode="auto">
            <a:xfrm>
              <a:off x="7891337" y="3460998"/>
              <a:ext cx="1188964"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42403" name="Rectangle 62"/>
            <p:cNvSpPr>
              <a:spLocks noChangeArrowheads="1"/>
            </p:cNvSpPr>
            <p:nvPr/>
          </p:nvSpPr>
          <p:spPr bwMode="auto">
            <a:xfrm>
              <a:off x="7776865" y="3176042"/>
              <a:ext cx="1350963" cy="387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dirty="0">
                  <a:solidFill>
                    <a:srgbClr val="000000"/>
                  </a:solidFill>
                  <a:ea typeface="宋体" panose="02010600030101010101" pitchFamily="2" charset="-122"/>
                  <a:cs typeface="Times New Roman" panose="02020603050405020304" pitchFamily="18" charset="0"/>
                </a:rPr>
                <a:t>partition</a:t>
              </a:r>
            </a:p>
          </p:txBody>
        </p:sp>
        <p:sp>
          <p:nvSpPr>
            <p:cNvPr id="142404" name="Line 63"/>
            <p:cNvSpPr>
              <a:spLocks noChangeShapeType="1"/>
            </p:cNvSpPr>
            <p:nvPr/>
          </p:nvSpPr>
          <p:spPr bwMode="auto">
            <a:xfrm>
              <a:off x="7597752" y="3514597"/>
              <a:ext cx="1333238" cy="1666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05" name="Line 64"/>
            <p:cNvSpPr>
              <a:spLocks noChangeShapeType="1"/>
            </p:cNvSpPr>
            <p:nvPr/>
          </p:nvSpPr>
          <p:spPr bwMode="auto">
            <a:xfrm>
              <a:off x="7891337" y="3527673"/>
              <a:ext cx="1587" cy="2825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06" name="Line 65"/>
            <p:cNvSpPr>
              <a:spLocks noChangeShapeType="1"/>
            </p:cNvSpPr>
            <p:nvPr/>
          </p:nvSpPr>
          <p:spPr bwMode="auto">
            <a:xfrm flipH="1">
              <a:off x="7897687" y="3826123"/>
              <a:ext cx="0" cy="57785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07" name="Line 57"/>
            <p:cNvSpPr>
              <a:spLocks noChangeShapeType="1"/>
            </p:cNvSpPr>
            <p:nvPr/>
          </p:nvSpPr>
          <p:spPr bwMode="auto">
            <a:xfrm flipH="1">
              <a:off x="8683425" y="3534444"/>
              <a:ext cx="0" cy="9032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408" name="Line 51"/>
            <p:cNvSpPr>
              <a:spLocks noChangeShapeType="1"/>
            </p:cNvSpPr>
            <p:nvPr/>
          </p:nvSpPr>
          <p:spPr bwMode="auto">
            <a:xfrm flipV="1">
              <a:off x="7666581" y="3201492"/>
              <a:ext cx="1" cy="384689"/>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2375" name="Line 20"/>
          <p:cNvSpPr>
            <a:spLocks noChangeShapeType="1"/>
          </p:cNvSpPr>
          <p:nvPr/>
        </p:nvSpPr>
        <p:spPr bwMode="auto">
          <a:xfrm flipV="1">
            <a:off x="2138363" y="1995488"/>
            <a:ext cx="1138237"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2376" name="组合 9"/>
          <p:cNvGrpSpPr>
            <a:grpSpLocks/>
          </p:cNvGrpSpPr>
          <p:nvPr/>
        </p:nvGrpSpPr>
        <p:grpSpPr bwMode="auto">
          <a:xfrm>
            <a:off x="7627938" y="3783013"/>
            <a:ext cx="1303337" cy="363537"/>
            <a:chOff x="7627739" y="3783260"/>
            <a:chExt cx="1303462" cy="363538"/>
          </a:xfrm>
        </p:grpSpPr>
        <p:sp>
          <p:nvSpPr>
            <p:cNvPr id="142397" name="Rectangle 67"/>
            <p:cNvSpPr>
              <a:spLocks noChangeArrowheads="1"/>
            </p:cNvSpPr>
            <p:nvPr/>
          </p:nvSpPr>
          <p:spPr bwMode="auto">
            <a:xfrm>
              <a:off x="7656313" y="3783260"/>
              <a:ext cx="1274888"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err="1">
                  <a:solidFill>
                    <a:srgbClr val="000000"/>
                  </a:solidFill>
                  <a:ea typeface="宋体" panose="02010600030101010101" pitchFamily="2" charset="-122"/>
                  <a:cs typeface="Times New Roman" panose="02020603050405020304" pitchFamily="18" charset="0"/>
                </a:rPr>
                <a:t>i</a:t>
              </a:r>
              <a:r>
                <a:rPr lang="en-US" altLang="zh-CN" sz="1800" i="1" dirty="0">
                  <a:solidFill>
                    <a:srgbClr val="000000"/>
                  </a:solidFill>
                  <a:ea typeface="宋体" panose="02010600030101010101" pitchFamily="2" charset="-122"/>
                  <a:cs typeface="Times New Roman" panose="02020603050405020304" pitchFamily="18" charset="0"/>
                </a:rPr>
                <a:t>      </a:t>
              </a:r>
              <a:r>
                <a:rPr lang="en-US" altLang="zh-CN" sz="1800" dirty="0">
                  <a:solidFill>
                    <a:srgbClr val="000000"/>
                  </a:solidFill>
                  <a:ea typeface="宋体" panose="02010600030101010101" pitchFamily="2" charset="-122"/>
                  <a:cs typeface="Times New Roman" panose="02020603050405020304" pitchFamily="18" charset="0"/>
                </a:rPr>
                <a:t>int      0</a:t>
              </a:r>
            </a:p>
          </p:txBody>
        </p:sp>
        <p:sp>
          <p:nvSpPr>
            <p:cNvPr id="142398" name="Line 59"/>
            <p:cNvSpPr>
              <a:spLocks noChangeShapeType="1"/>
            </p:cNvSpPr>
            <p:nvPr/>
          </p:nvSpPr>
          <p:spPr bwMode="auto">
            <a:xfrm flipV="1">
              <a:off x="7627739" y="4099596"/>
              <a:ext cx="127965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grpSp>
        <p:nvGrpSpPr>
          <p:cNvPr id="142377" name="组合 11"/>
          <p:cNvGrpSpPr>
            <a:grpSpLocks/>
          </p:cNvGrpSpPr>
          <p:nvPr/>
        </p:nvGrpSpPr>
        <p:grpSpPr bwMode="auto">
          <a:xfrm>
            <a:off x="7597950" y="4092575"/>
            <a:ext cx="1361900" cy="363538"/>
            <a:chOff x="7597747" y="4092823"/>
            <a:chExt cx="1362029" cy="363537"/>
          </a:xfrm>
        </p:grpSpPr>
        <p:sp>
          <p:nvSpPr>
            <p:cNvPr id="142395" name="Rectangle 68"/>
            <p:cNvSpPr>
              <a:spLocks noChangeArrowheads="1"/>
            </p:cNvSpPr>
            <p:nvPr/>
          </p:nvSpPr>
          <p:spPr bwMode="auto">
            <a:xfrm>
              <a:off x="7656314" y="4092823"/>
              <a:ext cx="1303462"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a:solidFill>
                    <a:srgbClr val="000000"/>
                  </a:solidFill>
                  <a:ea typeface="宋体" panose="02010600030101010101" pitchFamily="2" charset="-122"/>
                  <a:cs typeface="Times New Roman" panose="02020603050405020304" pitchFamily="18" charset="0"/>
                </a:rPr>
                <a:t>j      </a:t>
              </a:r>
              <a:r>
                <a:rPr lang="en-US" altLang="zh-CN" sz="1800" dirty="0">
                  <a:solidFill>
                    <a:srgbClr val="000000"/>
                  </a:solidFill>
                  <a:ea typeface="宋体" panose="02010600030101010101" pitchFamily="2" charset="-122"/>
                  <a:cs typeface="Times New Roman" panose="02020603050405020304" pitchFamily="18" charset="0"/>
                </a:rPr>
                <a:t>int      4</a:t>
              </a:r>
            </a:p>
          </p:txBody>
        </p:sp>
        <p:sp>
          <p:nvSpPr>
            <p:cNvPr id="142396" name="Line 58"/>
            <p:cNvSpPr>
              <a:spLocks noChangeShapeType="1"/>
            </p:cNvSpPr>
            <p:nvPr/>
          </p:nvSpPr>
          <p:spPr bwMode="auto">
            <a:xfrm>
              <a:off x="7597747" y="4413498"/>
              <a:ext cx="1333449"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2378" name="Line 20"/>
          <p:cNvSpPr>
            <a:spLocks noChangeShapeType="1"/>
          </p:cNvSpPr>
          <p:nvPr/>
        </p:nvSpPr>
        <p:spPr bwMode="auto">
          <a:xfrm flipV="1">
            <a:off x="3309938" y="19954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206" name="矩形 205"/>
          <p:cNvSpPr/>
          <p:nvPr/>
        </p:nvSpPr>
        <p:spPr>
          <a:xfrm>
            <a:off x="8677275" y="3509963"/>
            <a:ext cx="230188" cy="292100"/>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8</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2380" name="组合 208"/>
          <p:cNvGrpSpPr>
            <a:grpSpLocks/>
          </p:cNvGrpSpPr>
          <p:nvPr/>
        </p:nvGrpSpPr>
        <p:grpSpPr bwMode="auto">
          <a:xfrm>
            <a:off x="7443788" y="2741613"/>
            <a:ext cx="1639887" cy="725488"/>
            <a:chOff x="7443464" y="2741412"/>
            <a:chExt cx="1639888" cy="726360"/>
          </a:xfrm>
        </p:grpSpPr>
        <p:sp>
          <p:nvSpPr>
            <p:cNvPr id="142390" name="Line 44"/>
            <p:cNvSpPr>
              <a:spLocks noChangeShapeType="1"/>
            </p:cNvSpPr>
            <p:nvPr/>
          </p:nvSpPr>
          <p:spPr bwMode="auto">
            <a:xfrm flipV="1">
              <a:off x="7443464" y="3101774"/>
              <a:ext cx="1639888" cy="15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391" name="Rectangle 69"/>
            <p:cNvSpPr>
              <a:spLocks noChangeArrowheads="1"/>
            </p:cNvSpPr>
            <p:nvPr/>
          </p:nvSpPr>
          <p:spPr bwMode="auto">
            <a:xfrm>
              <a:off x="7451402" y="2741412"/>
              <a:ext cx="1166812" cy="417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partition</a:t>
              </a:r>
            </a:p>
          </p:txBody>
        </p:sp>
        <p:sp>
          <p:nvSpPr>
            <p:cNvPr id="212" name="Line 95"/>
            <p:cNvSpPr>
              <a:spLocks noChangeShapeType="1"/>
            </p:cNvSpPr>
            <p:nvPr/>
          </p:nvSpPr>
          <p:spPr bwMode="auto">
            <a:xfrm flipH="1">
              <a:off x="8837290" y="2954393"/>
              <a:ext cx="0" cy="21616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13" name="Line 43"/>
            <p:cNvSpPr>
              <a:spLocks noChangeShapeType="1"/>
            </p:cNvSpPr>
            <p:nvPr/>
          </p:nvSpPr>
          <p:spPr bwMode="auto">
            <a:xfrm>
              <a:off x="7886376" y="3158925"/>
              <a:ext cx="0" cy="308847"/>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214" name="Line 103"/>
            <p:cNvSpPr>
              <a:spLocks noChangeShapeType="1"/>
            </p:cNvSpPr>
            <p:nvPr/>
          </p:nvSpPr>
          <p:spPr bwMode="auto">
            <a:xfrm flipH="1" flipV="1">
              <a:off x="7886376" y="3170552"/>
              <a:ext cx="947739"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grpSp>
      <p:sp>
        <p:nvSpPr>
          <p:cNvPr id="159" name="Line 20"/>
          <p:cNvSpPr>
            <a:spLocks noChangeShapeType="1"/>
          </p:cNvSpPr>
          <p:nvPr/>
        </p:nvSpPr>
        <p:spPr bwMode="auto">
          <a:xfrm flipV="1">
            <a:off x="1789113" y="22113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75" name="矩形 174"/>
          <p:cNvSpPr/>
          <p:nvPr/>
        </p:nvSpPr>
        <p:spPr>
          <a:xfrm>
            <a:off x="8748713" y="1924050"/>
            <a:ext cx="327025" cy="292100"/>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8</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22" name="组合 4"/>
          <p:cNvGrpSpPr>
            <a:grpSpLocks/>
          </p:cNvGrpSpPr>
          <p:nvPr/>
        </p:nvGrpSpPr>
        <p:grpSpPr bwMode="auto">
          <a:xfrm>
            <a:off x="4862513" y="2570163"/>
            <a:ext cx="2632075" cy="593725"/>
            <a:chOff x="4861992" y="2569673"/>
            <a:chExt cx="2632273" cy="593992"/>
          </a:xfrm>
        </p:grpSpPr>
        <p:sp>
          <p:nvSpPr>
            <p:cNvPr id="142385" name="Line 4"/>
            <p:cNvSpPr>
              <a:spLocks noChangeShapeType="1"/>
            </p:cNvSpPr>
            <p:nvPr/>
          </p:nvSpPr>
          <p:spPr bwMode="auto">
            <a:xfrm flipV="1">
              <a:off x="4887268" y="3142010"/>
              <a:ext cx="202780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2386" name="Rectangle 72"/>
            <p:cNvSpPr>
              <a:spLocks noChangeArrowheads="1"/>
            </p:cNvSpPr>
            <p:nvPr/>
          </p:nvSpPr>
          <p:spPr bwMode="auto">
            <a:xfrm>
              <a:off x="4861992" y="2774727"/>
              <a:ext cx="1243012" cy="388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quicksort</a:t>
              </a:r>
            </a:p>
          </p:txBody>
        </p:sp>
        <p:sp>
          <p:nvSpPr>
            <p:cNvPr id="182" name="Line 95"/>
            <p:cNvSpPr>
              <a:spLocks noChangeShapeType="1"/>
            </p:cNvSpPr>
            <p:nvPr/>
          </p:nvSpPr>
          <p:spPr bwMode="auto">
            <a:xfrm>
              <a:off x="7248183" y="2569673"/>
              <a:ext cx="0" cy="485993"/>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96" name="Line 43"/>
            <p:cNvSpPr>
              <a:spLocks noChangeShapeType="1"/>
            </p:cNvSpPr>
            <p:nvPr/>
          </p:nvSpPr>
          <p:spPr bwMode="auto">
            <a:xfrm>
              <a:off x="7248183" y="2572849"/>
              <a:ext cx="246082"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207" name="Line 103"/>
            <p:cNvSpPr>
              <a:spLocks noChangeShapeType="1"/>
            </p:cNvSpPr>
            <p:nvPr/>
          </p:nvSpPr>
          <p:spPr bwMode="auto">
            <a:xfrm flipH="1" flipV="1">
              <a:off x="6773486" y="3049314"/>
              <a:ext cx="481048"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grpSp>
      <p:sp>
        <p:nvSpPr>
          <p:cNvPr id="160" name="矩形 159"/>
          <p:cNvSpPr/>
          <p:nvPr/>
        </p:nvSpPr>
        <p:spPr>
          <a:xfrm>
            <a:off x="3909216" y="616529"/>
            <a:ext cx="445921" cy="29368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schemeClr val="tx1"/>
                </a:solidFill>
                <a:latin typeface="Times New Roman" panose="02020603050405020304" pitchFamily="18" charset="0"/>
                <a:cs typeface="Times New Roman" panose="02020603050405020304" pitchFamily="18" charset="0"/>
              </a:rPr>
              <a:t>48</a:t>
            </a:r>
            <a:endParaRPr lang="zh-CN" altLang="en-US" sz="1800" dirty="0">
              <a:solidFill>
                <a:schemeClr val="tx1"/>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59"/>
                                        </p:tgtEl>
                                        <p:attrNameLst>
                                          <p:attrName>style.visibility</p:attrName>
                                        </p:attrNameLst>
                                      </p:cBhvr>
                                      <p:to>
                                        <p:strVal val="visible"/>
                                      </p:to>
                                    </p:set>
                                    <p:anim calcmode="lin" valueType="num">
                                      <p:cBhvr>
                                        <p:cTn id="7" dur="500" fill="hold"/>
                                        <p:tgtEl>
                                          <p:spTgt spid="159"/>
                                        </p:tgtEl>
                                        <p:attrNameLst>
                                          <p:attrName>ppt_w</p:attrName>
                                        </p:attrNameLst>
                                      </p:cBhvr>
                                      <p:tavLst>
                                        <p:tav tm="0">
                                          <p:val>
                                            <p:fltVal val="0"/>
                                          </p:val>
                                        </p:tav>
                                        <p:tav tm="100000">
                                          <p:val>
                                            <p:strVal val="#ppt_w"/>
                                          </p:val>
                                        </p:tav>
                                      </p:tavLst>
                                    </p:anim>
                                    <p:anim calcmode="lin" valueType="num">
                                      <p:cBhvr>
                                        <p:cTn id="8" dur="500" fill="hold"/>
                                        <p:tgtEl>
                                          <p:spTgt spid="159"/>
                                        </p:tgtEl>
                                        <p:attrNameLst>
                                          <p:attrName>ppt_h</p:attrName>
                                        </p:attrNameLst>
                                      </p:cBhvr>
                                      <p:tavLst>
                                        <p:tav tm="0">
                                          <p:val>
                                            <p:fltVal val="0"/>
                                          </p:val>
                                        </p:tav>
                                        <p:tav tm="100000">
                                          <p:val>
                                            <p:strVal val="#ppt_h"/>
                                          </p:val>
                                        </p:tav>
                                      </p:tavLst>
                                    </p:anim>
                                    <p:animEffect transition="in" filter="fade">
                                      <p:cBhvr>
                                        <p:cTn id="9" dur="500"/>
                                        <p:tgtEl>
                                          <p:spTgt spid="159"/>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27" presetClass="emph" presetSubtype="0" fill="remove" nodeType="clickEffect">
                                  <p:stCondLst>
                                    <p:cond delay="0"/>
                                  </p:stCondLst>
                                  <p:childTnLst>
                                    <p:animClr clrSpc="rgb" dir="cw">
                                      <p:cBhvr override="childStyle">
                                        <p:cTn id="13" dur="250" autoRev="1" fill="remove"/>
                                        <p:tgtEl>
                                          <p:spTgt spid="180226">
                                            <p:txEl>
                                              <p:pRg st="5" end="5"/>
                                            </p:txEl>
                                          </p:spTgt>
                                        </p:tgtEl>
                                        <p:attrNameLst>
                                          <p:attrName>style.color</p:attrName>
                                        </p:attrNameLst>
                                      </p:cBhvr>
                                      <p:to>
                                        <a:schemeClr val="bg1"/>
                                      </p:to>
                                    </p:animClr>
                                    <p:animClr clrSpc="rgb" dir="cw">
                                      <p:cBhvr>
                                        <p:cTn id="14" dur="250" autoRev="1" fill="remove"/>
                                        <p:tgtEl>
                                          <p:spTgt spid="180226">
                                            <p:txEl>
                                              <p:pRg st="5" end="5"/>
                                            </p:txEl>
                                          </p:spTgt>
                                        </p:tgtEl>
                                        <p:attrNameLst>
                                          <p:attrName>fillcolor</p:attrName>
                                        </p:attrNameLst>
                                      </p:cBhvr>
                                      <p:to>
                                        <a:schemeClr val="bg1"/>
                                      </p:to>
                                    </p:animClr>
                                    <p:set>
                                      <p:cBhvr>
                                        <p:cTn id="15" dur="250" autoRev="1" fill="remove"/>
                                        <p:tgtEl>
                                          <p:spTgt spid="180226">
                                            <p:txEl>
                                              <p:pRg st="5" end="5"/>
                                            </p:txEl>
                                          </p:spTgt>
                                        </p:tgtEl>
                                        <p:attrNameLst>
                                          <p:attrName>fill.type</p:attrName>
                                        </p:attrNameLst>
                                      </p:cBhvr>
                                      <p:to>
                                        <p:strVal val="solid"/>
                                      </p:to>
                                    </p:set>
                                    <p:set>
                                      <p:cBhvr>
                                        <p:cTn id="16" dur="250" autoRev="1" fill="remove"/>
                                        <p:tgtEl>
                                          <p:spTgt spid="180226">
                                            <p:txEl>
                                              <p:pRg st="5" end="5"/>
                                            </p:txEl>
                                          </p:spTgt>
                                        </p:tgtEl>
                                        <p:attrNameLst>
                                          <p:attrName>fill.on</p:attrName>
                                        </p:attrNameLst>
                                      </p:cBhvr>
                                      <p:to>
                                        <p:strVal val="true"/>
                                      </p:to>
                                    </p:set>
                                  </p:childTnLst>
                                </p:cTn>
                              </p:par>
                              <p:par>
                                <p:cTn id="17" presetID="27" presetClass="emph" presetSubtype="0" fill="remove" nodeType="withEffect">
                                  <p:stCondLst>
                                    <p:cond delay="0"/>
                                  </p:stCondLst>
                                  <p:childTnLst>
                                    <p:animClr clrSpc="rgb" dir="cw">
                                      <p:cBhvr override="childStyle">
                                        <p:cTn id="18" dur="250" autoRev="1" fill="remove"/>
                                        <p:tgtEl>
                                          <p:spTgt spid="180226">
                                            <p:txEl>
                                              <p:pRg st="6" end="6"/>
                                            </p:txEl>
                                          </p:spTgt>
                                        </p:tgtEl>
                                        <p:attrNameLst>
                                          <p:attrName>style.color</p:attrName>
                                        </p:attrNameLst>
                                      </p:cBhvr>
                                      <p:to>
                                        <a:schemeClr val="bg1"/>
                                      </p:to>
                                    </p:animClr>
                                    <p:animClr clrSpc="rgb" dir="cw">
                                      <p:cBhvr>
                                        <p:cTn id="19" dur="250" autoRev="1" fill="remove"/>
                                        <p:tgtEl>
                                          <p:spTgt spid="180226">
                                            <p:txEl>
                                              <p:pRg st="6" end="6"/>
                                            </p:txEl>
                                          </p:spTgt>
                                        </p:tgtEl>
                                        <p:attrNameLst>
                                          <p:attrName>fillcolor</p:attrName>
                                        </p:attrNameLst>
                                      </p:cBhvr>
                                      <p:to>
                                        <a:schemeClr val="bg1"/>
                                      </p:to>
                                    </p:animClr>
                                    <p:set>
                                      <p:cBhvr>
                                        <p:cTn id="20" dur="250" autoRev="1" fill="remove"/>
                                        <p:tgtEl>
                                          <p:spTgt spid="180226">
                                            <p:txEl>
                                              <p:pRg st="6" end="6"/>
                                            </p:txEl>
                                          </p:spTgt>
                                        </p:tgtEl>
                                        <p:attrNameLst>
                                          <p:attrName>fill.type</p:attrName>
                                        </p:attrNameLst>
                                      </p:cBhvr>
                                      <p:to>
                                        <p:strVal val="solid"/>
                                      </p:to>
                                    </p:set>
                                    <p:set>
                                      <p:cBhvr>
                                        <p:cTn id="21" dur="250" autoRev="1" fill="remove"/>
                                        <p:tgtEl>
                                          <p:spTgt spid="180226">
                                            <p:txEl>
                                              <p:pRg st="6" end="6"/>
                                            </p:txEl>
                                          </p:spTgt>
                                        </p:tgtEl>
                                        <p:attrNameLst>
                                          <p:attrName>fill.on</p:attrName>
                                        </p:attrNameLst>
                                      </p:cBhvr>
                                      <p:to>
                                        <p:strVal val="true"/>
                                      </p:to>
                                    </p:set>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grpId="0" nodeType="clickEffect">
                                  <p:stCondLst>
                                    <p:cond delay="0"/>
                                  </p:stCondLst>
                                  <p:childTnLst>
                                    <p:set>
                                      <p:cBhvr>
                                        <p:cTn id="25" dur="1" fill="hold">
                                          <p:stCondLst>
                                            <p:cond delay="0"/>
                                          </p:stCondLst>
                                        </p:cTn>
                                        <p:tgtEl>
                                          <p:spTgt spid="175"/>
                                        </p:tgtEl>
                                        <p:attrNameLst>
                                          <p:attrName>style.visibility</p:attrName>
                                        </p:attrNameLst>
                                      </p:cBhvr>
                                      <p:to>
                                        <p:strVal val="visible"/>
                                      </p:to>
                                    </p:set>
                                    <p:anim calcmode="lin" valueType="num">
                                      <p:cBhvr>
                                        <p:cTn id="26" dur="500" fill="hold"/>
                                        <p:tgtEl>
                                          <p:spTgt spid="175"/>
                                        </p:tgtEl>
                                        <p:attrNameLst>
                                          <p:attrName>ppt_w</p:attrName>
                                        </p:attrNameLst>
                                      </p:cBhvr>
                                      <p:tavLst>
                                        <p:tav tm="0">
                                          <p:val>
                                            <p:fltVal val="0"/>
                                          </p:val>
                                        </p:tav>
                                        <p:tav tm="100000">
                                          <p:val>
                                            <p:strVal val="#ppt_w"/>
                                          </p:val>
                                        </p:tav>
                                      </p:tavLst>
                                    </p:anim>
                                    <p:anim calcmode="lin" valueType="num">
                                      <p:cBhvr>
                                        <p:cTn id="27" dur="500" fill="hold"/>
                                        <p:tgtEl>
                                          <p:spTgt spid="175"/>
                                        </p:tgtEl>
                                        <p:attrNameLst>
                                          <p:attrName>ppt_h</p:attrName>
                                        </p:attrNameLst>
                                      </p:cBhvr>
                                      <p:tavLst>
                                        <p:tav tm="0">
                                          <p:val>
                                            <p:fltVal val="0"/>
                                          </p:val>
                                        </p:tav>
                                        <p:tav tm="100000">
                                          <p:val>
                                            <p:strVal val="#ppt_h"/>
                                          </p:val>
                                        </p:tav>
                                      </p:tavLst>
                                    </p:anim>
                                    <p:animEffect transition="in" filter="fade">
                                      <p:cBhvr>
                                        <p:cTn id="28" dur="500"/>
                                        <p:tgtEl>
                                          <p:spTgt spid="175"/>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53" presetClass="exit" presetSubtype="32" fill="hold" nodeType="clickEffect">
                                  <p:stCondLst>
                                    <p:cond delay="0"/>
                                  </p:stCondLst>
                                  <p:childTnLst>
                                    <p:anim calcmode="lin" valueType="num">
                                      <p:cBhvr>
                                        <p:cTn id="32" dur="500"/>
                                        <p:tgtEl>
                                          <p:spTgt spid="15"/>
                                        </p:tgtEl>
                                        <p:attrNameLst>
                                          <p:attrName>ppt_w</p:attrName>
                                        </p:attrNameLst>
                                      </p:cBhvr>
                                      <p:tavLst>
                                        <p:tav tm="0">
                                          <p:val>
                                            <p:strVal val="ppt_w"/>
                                          </p:val>
                                        </p:tav>
                                        <p:tav tm="100000">
                                          <p:val>
                                            <p:fltVal val="0"/>
                                          </p:val>
                                        </p:tav>
                                      </p:tavLst>
                                    </p:anim>
                                    <p:anim calcmode="lin" valueType="num">
                                      <p:cBhvr>
                                        <p:cTn id="33" dur="500"/>
                                        <p:tgtEl>
                                          <p:spTgt spid="15"/>
                                        </p:tgtEl>
                                        <p:attrNameLst>
                                          <p:attrName>ppt_h</p:attrName>
                                        </p:attrNameLst>
                                      </p:cBhvr>
                                      <p:tavLst>
                                        <p:tav tm="0">
                                          <p:val>
                                            <p:strVal val="ppt_h"/>
                                          </p:val>
                                        </p:tav>
                                        <p:tav tm="100000">
                                          <p:val>
                                            <p:fltVal val="0"/>
                                          </p:val>
                                        </p:tav>
                                      </p:tavLst>
                                    </p:anim>
                                    <p:animEffect transition="out" filter="fade">
                                      <p:cBhvr>
                                        <p:cTn id="34" dur="500"/>
                                        <p:tgtEl>
                                          <p:spTgt spid="15"/>
                                        </p:tgtEl>
                                      </p:cBhvr>
                                    </p:animEffect>
                                    <p:set>
                                      <p:cBhvr>
                                        <p:cTn id="35" dur="1" fill="hold">
                                          <p:stCondLst>
                                            <p:cond delay="499"/>
                                          </p:stCondLst>
                                        </p:cTn>
                                        <p:tgtEl>
                                          <p:spTgt spid="15"/>
                                        </p:tgtEl>
                                        <p:attrNameLst>
                                          <p:attrName>style.visibility</p:attrName>
                                        </p:attrNameLst>
                                      </p:cBhvr>
                                      <p:to>
                                        <p:strVal val="hidden"/>
                                      </p:to>
                                    </p:set>
                                  </p:childTnLst>
                                </p:cTn>
                              </p:par>
                              <p:par>
                                <p:cTn id="36" presetID="53" presetClass="exit" presetSubtype="32" fill="hold" grpId="0" nodeType="withEffect">
                                  <p:stCondLst>
                                    <p:cond delay="0"/>
                                  </p:stCondLst>
                                  <p:childTnLst>
                                    <p:anim calcmode="lin" valueType="num">
                                      <p:cBhvr>
                                        <p:cTn id="37" dur="500"/>
                                        <p:tgtEl>
                                          <p:spTgt spid="167"/>
                                        </p:tgtEl>
                                        <p:attrNameLst>
                                          <p:attrName>ppt_w</p:attrName>
                                        </p:attrNameLst>
                                      </p:cBhvr>
                                      <p:tavLst>
                                        <p:tav tm="0">
                                          <p:val>
                                            <p:strVal val="ppt_w"/>
                                          </p:val>
                                        </p:tav>
                                        <p:tav tm="100000">
                                          <p:val>
                                            <p:fltVal val="0"/>
                                          </p:val>
                                        </p:tav>
                                      </p:tavLst>
                                    </p:anim>
                                    <p:anim calcmode="lin" valueType="num">
                                      <p:cBhvr>
                                        <p:cTn id="38" dur="500"/>
                                        <p:tgtEl>
                                          <p:spTgt spid="167"/>
                                        </p:tgtEl>
                                        <p:attrNameLst>
                                          <p:attrName>ppt_h</p:attrName>
                                        </p:attrNameLst>
                                      </p:cBhvr>
                                      <p:tavLst>
                                        <p:tav tm="0">
                                          <p:val>
                                            <p:strVal val="ppt_h"/>
                                          </p:val>
                                        </p:tav>
                                        <p:tav tm="100000">
                                          <p:val>
                                            <p:fltVal val="0"/>
                                          </p:val>
                                        </p:tav>
                                      </p:tavLst>
                                    </p:anim>
                                    <p:animEffect transition="out" filter="fade">
                                      <p:cBhvr>
                                        <p:cTn id="39" dur="500"/>
                                        <p:tgtEl>
                                          <p:spTgt spid="167"/>
                                        </p:tgtEl>
                                      </p:cBhvr>
                                    </p:animEffect>
                                    <p:set>
                                      <p:cBhvr>
                                        <p:cTn id="40" dur="1" fill="hold">
                                          <p:stCondLst>
                                            <p:cond delay="499"/>
                                          </p:stCondLst>
                                        </p:cTn>
                                        <p:tgtEl>
                                          <p:spTgt spid="167"/>
                                        </p:tgtEl>
                                        <p:attrNameLst>
                                          <p:attrName>style.visibility</p:attrName>
                                        </p:attrNameLst>
                                      </p:cBhvr>
                                      <p:to>
                                        <p:strVal val="hidden"/>
                                      </p:to>
                                    </p:set>
                                  </p:childTnLst>
                                </p:cTn>
                              </p:par>
                              <p:par>
                                <p:cTn id="41" presetID="53" presetClass="exit" presetSubtype="32" fill="hold" grpId="0" nodeType="withEffect">
                                  <p:stCondLst>
                                    <p:cond delay="0"/>
                                  </p:stCondLst>
                                  <p:childTnLst>
                                    <p:anim calcmode="lin" valueType="num">
                                      <p:cBhvr>
                                        <p:cTn id="42" dur="500"/>
                                        <p:tgtEl>
                                          <p:spTgt spid="170"/>
                                        </p:tgtEl>
                                        <p:attrNameLst>
                                          <p:attrName>ppt_w</p:attrName>
                                        </p:attrNameLst>
                                      </p:cBhvr>
                                      <p:tavLst>
                                        <p:tav tm="0">
                                          <p:val>
                                            <p:strVal val="ppt_w"/>
                                          </p:val>
                                        </p:tav>
                                        <p:tav tm="100000">
                                          <p:val>
                                            <p:fltVal val="0"/>
                                          </p:val>
                                        </p:tav>
                                      </p:tavLst>
                                    </p:anim>
                                    <p:anim calcmode="lin" valueType="num">
                                      <p:cBhvr>
                                        <p:cTn id="43" dur="500"/>
                                        <p:tgtEl>
                                          <p:spTgt spid="170"/>
                                        </p:tgtEl>
                                        <p:attrNameLst>
                                          <p:attrName>ppt_h</p:attrName>
                                        </p:attrNameLst>
                                      </p:cBhvr>
                                      <p:tavLst>
                                        <p:tav tm="0">
                                          <p:val>
                                            <p:strVal val="ppt_h"/>
                                          </p:val>
                                        </p:tav>
                                        <p:tav tm="100000">
                                          <p:val>
                                            <p:fltVal val="0"/>
                                          </p:val>
                                        </p:tav>
                                      </p:tavLst>
                                    </p:anim>
                                    <p:animEffect transition="out" filter="fade">
                                      <p:cBhvr>
                                        <p:cTn id="44" dur="500"/>
                                        <p:tgtEl>
                                          <p:spTgt spid="170"/>
                                        </p:tgtEl>
                                      </p:cBhvr>
                                    </p:animEffect>
                                    <p:set>
                                      <p:cBhvr>
                                        <p:cTn id="45" dur="1" fill="hold">
                                          <p:stCondLst>
                                            <p:cond delay="499"/>
                                          </p:stCondLst>
                                        </p:cTn>
                                        <p:tgtEl>
                                          <p:spTgt spid="170"/>
                                        </p:tgtEl>
                                        <p:attrNameLst>
                                          <p:attrName>style.visibility</p:attrName>
                                        </p:attrNameLst>
                                      </p:cBhvr>
                                      <p:to>
                                        <p:strVal val="hidden"/>
                                      </p:to>
                                    </p:set>
                                  </p:childTnLst>
                                </p:cTn>
                              </p:par>
                            </p:childTnLst>
                          </p:cTn>
                        </p:par>
                      </p:childTnLst>
                    </p:cTn>
                  </p:par>
                  <p:par>
                    <p:cTn id="46" fill="hold" nodeType="clickPar">
                      <p:stCondLst>
                        <p:cond delay="indefinite"/>
                      </p:stCondLst>
                      <p:childTnLst>
                        <p:par>
                          <p:cTn id="47" fill="hold" nodeType="withGroup">
                            <p:stCondLst>
                              <p:cond delay="0"/>
                            </p:stCondLst>
                            <p:childTnLst>
                              <p:par>
                                <p:cTn id="48" presetID="53" presetClass="entr" presetSubtype="16" fill="hold" nodeType="clickEffect">
                                  <p:stCondLst>
                                    <p:cond delay="0"/>
                                  </p:stCondLst>
                                  <p:childTnLst>
                                    <p:set>
                                      <p:cBhvr>
                                        <p:cTn id="49" dur="1" fill="hold">
                                          <p:stCondLst>
                                            <p:cond delay="0"/>
                                          </p:stCondLst>
                                        </p:cTn>
                                        <p:tgtEl>
                                          <p:spTgt spid="22"/>
                                        </p:tgtEl>
                                        <p:attrNameLst>
                                          <p:attrName>style.visibility</p:attrName>
                                        </p:attrNameLst>
                                      </p:cBhvr>
                                      <p:to>
                                        <p:strVal val="visible"/>
                                      </p:to>
                                    </p:set>
                                    <p:anim calcmode="lin" valueType="num">
                                      <p:cBhvr>
                                        <p:cTn id="50" dur="500" fill="hold"/>
                                        <p:tgtEl>
                                          <p:spTgt spid="22"/>
                                        </p:tgtEl>
                                        <p:attrNameLst>
                                          <p:attrName>ppt_w</p:attrName>
                                        </p:attrNameLst>
                                      </p:cBhvr>
                                      <p:tavLst>
                                        <p:tav tm="0">
                                          <p:val>
                                            <p:fltVal val="0"/>
                                          </p:val>
                                        </p:tav>
                                        <p:tav tm="100000">
                                          <p:val>
                                            <p:strVal val="#ppt_w"/>
                                          </p:val>
                                        </p:tav>
                                      </p:tavLst>
                                    </p:anim>
                                    <p:anim calcmode="lin" valueType="num">
                                      <p:cBhvr>
                                        <p:cTn id="51" dur="500" fill="hold"/>
                                        <p:tgtEl>
                                          <p:spTgt spid="22"/>
                                        </p:tgtEl>
                                        <p:attrNameLst>
                                          <p:attrName>ppt_h</p:attrName>
                                        </p:attrNameLst>
                                      </p:cBhvr>
                                      <p:tavLst>
                                        <p:tav tm="0">
                                          <p:val>
                                            <p:fltVal val="0"/>
                                          </p:val>
                                        </p:tav>
                                        <p:tav tm="100000">
                                          <p:val>
                                            <p:strVal val="#ppt_h"/>
                                          </p:val>
                                        </p:tav>
                                      </p:tavLst>
                                    </p:anim>
                                    <p:animEffect transition="in" filter="fade">
                                      <p:cBhvr>
                                        <p:cTn id="5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7" grpId="0" animBg="1"/>
      <p:bldP spid="170" grpId="0" animBg="1"/>
      <p:bldP spid="159" grpId="0" animBg="1"/>
      <p:bldP spid="175"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4386" name="组合 180223"/>
          <p:cNvGrpSpPr>
            <a:grpSpLocks/>
          </p:cNvGrpSpPr>
          <p:nvPr/>
        </p:nvGrpSpPr>
        <p:grpSpPr bwMode="auto">
          <a:xfrm>
            <a:off x="4886325" y="842963"/>
            <a:ext cx="2362200" cy="2327275"/>
            <a:chOff x="4885681" y="843558"/>
            <a:chExt cx="2362199" cy="2326457"/>
          </a:xfrm>
        </p:grpSpPr>
        <p:sp>
          <p:nvSpPr>
            <p:cNvPr id="144532" name="Line 2"/>
            <p:cNvSpPr>
              <a:spLocks noChangeShapeType="1"/>
            </p:cNvSpPr>
            <p:nvPr/>
          </p:nvSpPr>
          <p:spPr bwMode="auto">
            <a:xfrm>
              <a:off x="4885681" y="1384077"/>
              <a:ext cx="1587" cy="17859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33" name="Line 3"/>
            <p:cNvSpPr>
              <a:spLocks noChangeShapeType="1"/>
            </p:cNvSpPr>
            <p:nvPr/>
          </p:nvSpPr>
          <p:spPr bwMode="auto">
            <a:xfrm>
              <a:off x="6536482" y="1384077"/>
              <a:ext cx="0" cy="17605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34" name="Line 9"/>
            <p:cNvSpPr>
              <a:spLocks noChangeShapeType="1"/>
            </p:cNvSpPr>
            <p:nvPr/>
          </p:nvSpPr>
          <p:spPr bwMode="auto">
            <a:xfrm flipV="1">
              <a:off x="4887268" y="1695227"/>
              <a:ext cx="200925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35" name="Rectangle 10"/>
            <p:cNvSpPr>
              <a:spLocks noChangeArrowheads="1"/>
            </p:cNvSpPr>
            <p:nvPr/>
          </p:nvSpPr>
          <p:spPr bwMode="auto">
            <a:xfrm>
              <a:off x="5312717" y="1333277"/>
              <a:ext cx="1935163"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1800">
                <a:solidFill>
                  <a:srgbClr val="000000"/>
                </a:solidFill>
                <a:ea typeface="宋体" panose="02010600030101010101" pitchFamily="2" charset="-122"/>
                <a:cs typeface="Times New Roman" panose="02020603050405020304" pitchFamily="18" charset="0"/>
              </a:endParaRPr>
            </a:p>
          </p:txBody>
        </p:sp>
        <p:sp>
          <p:nvSpPr>
            <p:cNvPr id="144536" name="Rectangle 11"/>
            <p:cNvSpPr>
              <a:spLocks noChangeArrowheads="1"/>
            </p:cNvSpPr>
            <p:nvPr/>
          </p:nvSpPr>
          <p:spPr bwMode="auto">
            <a:xfrm>
              <a:off x="5220072" y="1060227"/>
              <a:ext cx="1168400"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sort</a:t>
              </a:r>
            </a:p>
          </p:txBody>
        </p:sp>
        <p:sp>
          <p:nvSpPr>
            <p:cNvPr id="144537" name="Line 12"/>
            <p:cNvSpPr>
              <a:spLocks noChangeShapeType="1"/>
            </p:cNvSpPr>
            <p:nvPr/>
          </p:nvSpPr>
          <p:spPr bwMode="auto">
            <a:xfrm flipV="1">
              <a:off x="4898380" y="1382490"/>
              <a:ext cx="2020887"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38" name="Line 13"/>
            <p:cNvSpPr>
              <a:spLocks noChangeShapeType="1"/>
            </p:cNvSpPr>
            <p:nvPr/>
          </p:nvSpPr>
          <p:spPr bwMode="auto">
            <a:xfrm>
              <a:off x="5263506" y="1398365"/>
              <a:ext cx="0" cy="28416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39" name="Line 14"/>
            <p:cNvSpPr>
              <a:spLocks noChangeShapeType="1"/>
            </p:cNvSpPr>
            <p:nvPr/>
          </p:nvSpPr>
          <p:spPr bwMode="auto">
            <a:xfrm>
              <a:off x="5960418" y="1671092"/>
              <a:ext cx="0" cy="14636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40" name="Line 3"/>
            <p:cNvSpPr>
              <a:spLocks noChangeShapeType="1"/>
            </p:cNvSpPr>
            <p:nvPr/>
          </p:nvSpPr>
          <p:spPr bwMode="auto">
            <a:xfrm>
              <a:off x="6908696" y="1406575"/>
              <a:ext cx="0" cy="17605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41" name="Line 95"/>
            <p:cNvSpPr>
              <a:spLocks noChangeShapeType="1"/>
            </p:cNvSpPr>
            <p:nvPr/>
          </p:nvSpPr>
          <p:spPr bwMode="auto">
            <a:xfrm>
              <a:off x="4957428" y="847725"/>
              <a:ext cx="0" cy="666377"/>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42" name="Line 43"/>
            <p:cNvSpPr>
              <a:spLocks noChangeShapeType="1"/>
            </p:cNvSpPr>
            <p:nvPr/>
          </p:nvSpPr>
          <p:spPr bwMode="auto">
            <a:xfrm>
              <a:off x="4966140" y="843558"/>
              <a:ext cx="181924" cy="0"/>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80226" name="Rectangle 3"/>
          <p:cNvSpPr>
            <a:spLocks noGrp="1" noChangeArrowheads="1"/>
          </p:cNvSpPr>
          <p:nvPr>
            <p:ph idx="1"/>
          </p:nvPr>
        </p:nvSpPr>
        <p:spPr>
          <a:xfrm>
            <a:off x="107950" y="2441575"/>
            <a:ext cx="7088188" cy="2651125"/>
          </a:xfrm>
        </p:spPr>
        <p:txBody>
          <a:bodyPr/>
          <a:lstStyle/>
          <a:p>
            <a:pPr>
              <a:lnSpc>
                <a:spcPts val="1800"/>
              </a:lnSpc>
              <a:buFont typeface="Wingdings" panose="05000000000000000000" pitchFamily="2" charset="2"/>
              <a:buNone/>
              <a:defRPr/>
            </a:pPr>
            <a:r>
              <a:rPr lang="en-US" altLang="zh-CN" sz="1800" b="1" i="1" dirty="0">
                <a:solidFill>
                  <a:schemeClr val="tx1"/>
                </a:solidFill>
                <a:ea typeface="楷体_GB2312" pitchFamily="49" charset="-122"/>
                <a:cs typeface="Times New Roman" panose="02020603050405020304" pitchFamily="18" charset="0"/>
              </a:rPr>
              <a:t>P</a:t>
            </a:r>
            <a:r>
              <a:rPr lang="en-US" altLang="zh-CN" sz="1800" b="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rgbClr val="FF0000"/>
                </a:solidFill>
                <a:ea typeface="楷体_GB2312" pitchFamily="49" charset="-122"/>
                <a:cs typeface="Times New Roman" panose="02020603050405020304" pitchFamily="18" charset="0"/>
              </a:rPr>
              <a:t>M</a:t>
            </a:r>
            <a:r>
              <a:rPr lang="en-US" altLang="zh-CN" sz="1800" b="1" i="1" dirty="0">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addwidth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a:t>
            </a:r>
            <a:r>
              <a:rPr lang="en-US" altLang="zh-CN" sz="1800" b="1" dirty="0" err="1">
                <a:solidFill>
                  <a:schemeClr val="tx2">
                    <a:lumMod val="60000"/>
                    <a:lumOff val="40000"/>
                  </a:schemeClr>
                </a:solidFill>
                <a:ea typeface="楷体_GB2312" pitchFamily="49" charset="-122"/>
                <a:cs typeface="Times New Roman" panose="02020603050405020304" pitchFamily="18" charset="0"/>
              </a:rPr>
              <a: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i="1" dirty="0">
                <a:solidFill>
                  <a:srgbClr val="FF0000"/>
                </a:solidFill>
                <a:ea typeface="楷体_GB2312" pitchFamily="49" charset="-122"/>
                <a:cs typeface="Times New Roman" panose="02020603050405020304" pitchFamily="18" charset="0"/>
              </a:rPr>
              <a:t>M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rgbClr val="FF0000"/>
                </a:solidFill>
                <a:ea typeface="楷体_GB2312" pitchFamily="49" charset="-122"/>
                <a:cs typeface="Times New Roman" panose="02020603050405020304" pitchFamily="18" charset="0"/>
              </a:rPr>
              <a:t> </a:t>
            </a:r>
            <a:r>
              <a:rPr lang="en-US" altLang="zh-CN" sz="1800" b="1" i="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mktable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nil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( 0,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en-US" altLang="zh-CN" sz="1800" b="1" i="1" dirty="0">
                <a:solidFill>
                  <a:schemeClr val="tx1"/>
                </a:solidFill>
                <a:ea typeface="楷体_GB2312" pitchFamily="49" charset="-122"/>
                <a:cs typeface="Times New Roman" panose="02020603050405020304" pitchFamily="18" charset="0"/>
              </a:rPr>
              <a:t>D</a:t>
            </a:r>
            <a:r>
              <a:rPr lang="en-US" altLang="zh-CN" sz="1800" b="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1 </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2</a:t>
            </a:r>
            <a:endParaRPr lang="en-US" altLang="zh-CN" sz="1800" b="1" i="1" dirty="0">
              <a:solidFill>
                <a:schemeClr val="tx1"/>
              </a:solidFill>
              <a:ea typeface="楷体_GB2312" pitchFamily="49" charset="-122"/>
              <a:cs typeface="Times New Roman" panose="02020603050405020304" pitchFamily="18" charset="0"/>
            </a:endParaRPr>
          </a:p>
          <a:p>
            <a:pPr algn="just" eaLnBrk="1" hangingPunct="1">
              <a:lnSpc>
                <a:spcPts val="1800"/>
              </a:lnSpc>
              <a:spcBef>
                <a:spcPct val="12000"/>
              </a:spcBef>
              <a:buFont typeface="Wingdings" panose="05000000000000000000" pitchFamily="2" charset="2"/>
              <a:buNone/>
              <a:defRPr/>
            </a:pPr>
            <a:r>
              <a:rPr lang="en-US" altLang="zh-CN" sz="1800" b="1" i="1" dirty="0" err="1">
                <a:solidFill>
                  <a:schemeClr val="tx1"/>
                </a:solidFill>
                <a:ea typeface="楷体_GB2312" pitchFamily="49" charset="-122"/>
                <a:cs typeface="Times New Roman" panose="02020603050405020304" pitchFamily="18" charset="0"/>
              </a:rPr>
              <a:t>D</a:t>
            </a:r>
            <a:r>
              <a:rPr lang="en-US" altLang="zh-CN" sz="1800" b="1" i="1" baseline="-30000" dirty="0" err="1">
                <a:solidFill>
                  <a:schemeClr val="tx1"/>
                </a:solidFill>
                <a:ea typeface="楷体_GB2312" pitchFamily="49" charset="-122"/>
                <a:cs typeface="Times New Roman" panose="02020603050405020304" pitchFamily="18" charset="0"/>
              </a:rPr>
              <a:t>p</a:t>
            </a:r>
            <a:r>
              <a:rPr lang="en-US" altLang="zh-CN" sz="1800" b="1" i="1" dirty="0">
                <a:solidFill>
                  <a:schemeClr val="tx1"/>
                </a:solidFill>
                <a:ea typeface="楷体_GB2312" pitchFamily="49" charset="-122"/>
                <a:cs typeface="Times New Roman" panose="02020603050405020304" pitchFamily="18" charset="0"/>
              </a:rPr>
              <a:t> </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chemeClr val="tx1"/>
                </a:solidFill>
                <a:ea typeface="楷体_GB2312" pitchFamily="49" charset="-122"/>
                <a:cs typeface="Times New Roman" panose="02020603050405020304" pitchFamily="18" charset="0"/>
              </a:rPr>
              <a:t> proc id ; </a:t>
            </a:r>
            <a:r>
              <a:rPr lang="en-US" altLang="zh-CN" sz="1800" b="1" i="1" dirty="0">
                <a:solidFill>
                  <a:srgbClr val="FF0000"/>
                </a:solidFill>
                <a:ea typeface="楷体_GB2312" pitchFamily="49" charset="-122"/>
                <a:cs typeface="Times New Roman" panose="02020603050405020304" pitchFamily="18" charset="0"/>
              </a:rPr>
              <a:t>N</a:t>
            </a:r>
            <a:r>
              <a:rPr lang="en-US" altLang="zh-CN" sz="1800" b="1" i="1" dirty="0">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D</a:t>
            </a:r>
            <a:r>
              <a:rPr lang="en-US" altLang="zh-CN" sz="1800" b="1" i="1" baseline="-30000" dirty="0">
                <a:solidFill>
                  <a:schemeClr val="tx1"/>
                </a:solidFill>
                <a:ea typeface="楷体_GB2312" pitchFamily="49" charset="-122"/>
                <a:cs typeface="Times New Roman" panose="02020603050405020304" pitchFamily="18" charset="0"/>
              </a:rPr>
              <a:t>1</a:t>
            </a:r>
            <a:r>
              <a:rPr lang="en-US" altLang="zh-CN" sz="1800" b="1" dirty="0">
                <a:solidFill>
                  <a:schemeClr val="tx1"/>
                </a:solidFill>
                <a:ea typeface="楷体_GB2312" pitchFamily="49" charset="-122"/>
                <a:cs typeface="Times New Roman" panose="02020603050405020304" pitchFamily="18" charset="0"/>
              </a:rPr>
              <a:t> </a:t>
            </a:r>
            <a:r>
              <a:rPr lang="en-US" altLang="zh-CN" sz="1800" b="1" i="1" dirty="0">
                <a:solidFill>
                  <a:schemeClr val="tx1"/>
                </a:solidFill>
                <a:ea typeface="楷体_GB2312" pitchFamily="49" charset="-122"/>
                <a:cs typeface="Times New Roman" panose="02020603050405020304" pitchFamily="18" charset="0"/>
              </a:rPr>
              <a:t>S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 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err="1">
                <a:solidFill>
                  <a:srgbClr val="0000FF"/>
                </a:solidFill>
                <a:ea typeface="楷体_GB2312" pitchFamily="49" charset="-122"/>
                <a:cs typeface="Times New Roman" panose="02020603050405020304" pitchFamily="18" charset="0"/>
              </a:rPr>
              <a:t>addwidth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err="1">
                <a:solidFill>
                  <a:srgbClr val="0000FF"/>
                </a:solidFill>
                <a:ea typeface="楷体_GB2312" pitchFamily="49" charset="-122"/>
                <a:cs typeface="Times New Roman" panose="02020603050405020304" pitchFamily="18" charset="0"/>
              </a:rPr>
              <a:t>enterproc</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i="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err="1">
                <a:solidFill>
                  <a:schemeClr val="tx2">
                    <a:lumMod val="60000"/>
                    <a:lumOff val="40000"/>
                  </a:schemeClr>
                </a:solidFill>
                <a:ea typeface="楷体_GB2312" pitchFamily="49" charset="-122"/>
                <a:cs typeface="Times New Roman" panose="02020603050405020304" pitchFamily="18" charset="0"/>
              </a:rPr>
              <a:t>id.</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lexeme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p>
          <a:p>
            <a:pPr algn="just" eaLnBrk="1" hangingPunct="1">
              <a:lnSpc>
                <a:spcPts val="1800"/>
              </a:lnSpc>
              <a:spcBef>
                <a:spcPct val="12000"/>
              </a:spcBef>
              <a:buFont typeface="Wingdings" panose="05000000000000000000" pitchFamily="2" charset="2"/>
              <a:buNone/>
              <a:defRPr/>
            </a:pPr>
            <a:r>
              <a:rPr lang="en-US" altLang="zh-CN" sz="1800" b="1" i="1" dirty="0" err="1">
                <a:solidFill>
                  <a:schemeClr val="tx1"/>
                </a:solidFill>
                <a:ea typeface="楷体_GB2312" pitchFamily="49" charset="-122"/>
                <a:cs typeface="Times New Roman" panose="02020603050405020304" pitchFamily="18" charset="0"/>
              </a:rPr>
              <a:t>D</a:t>
            </a:r>
            <a:r>
              <a:rPr lang="en-US" altLang="zh-CN" sz="1800" b="1" i="1" baseline="-30000" dirty="0" err="1">
                <a:solidFill>
                  <a:schemeClr val="tx1"/>
                </a:solidFill>
                <a:ea typeface="楷体_GB2312" pitchFamily="49" charset="-122"/>
                <a:cs typeface="Times New Roman" panose="02020603050405020304" pitchFamily="18" charset="0"/>
              </a:rPr>
              <a:t>v</a:t>
            </a:r>
            <a:r>
              <a:rPr lang="en-US" altLang="zh-CN" sz="1800" b="1" dirty="0">
                <a:solidFill>
                  <a:schemeClr val="tx1"/>
                </a:solidFill>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1"/>
                </a:solidFill>
                <a:ea typeface="楷体_GB2312" pitchFamily="49" charset="-122"/>
                <a:cs typeface="Times New Roman" panose="02020603050405020304" pitchFamily="18" charset="0"/>
              </a:rPr>
              <a:t>id: </a:t>
            </a:r>
            <a:r>
              <a:rPr lang="en-US" altLang="zh-CN" sz="1800" b="1" i="1" dirty="0">
                <a:solidFill>
                  <a:schemeClr val="tx1"/>
                </a:solidFill>
                <a:ea typeface="楷体_GB2312" pitchFamily="49" charset="-122"/>
                <a:cs typeface="Times New Roman" panose="02020603050405020304" pitchFamily="18" charset="0"/>
              </a:rPr>
              <a:t>T</a:t>
            </a:r>
            <a:r>
              <a:rPr lang="en-US" altLang="zh-CN" sz="1800" b="1" dirty="0">
                <a:solidFill>
                  <a:schemeClr val="tx1"/>
                </a:solidFill>
                <a:ea typeface="楷体_GB2312" pitchFamily="49" charset="-122"/>
                <a:cs typeface="Times New Roman" panose="02020603050405020304" pitchFamily="18" charset="0"/>
              </a:rPr>
              <a:t> ;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rgbClr val="0000FF"/>
                </a:solidFill>
                <a:ea typeface="楷体_GB2312" pitchFamily="49" charset="-122"/>
                <a:cs typeface="Times New Roman" panose="02020603050405020304" pitchFamily="18" charset="0"/>
              </a:rPr>
              <a:t>enter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err="1">
                <a:solidFill>
                  <a:schemeClr val="tx2">
                    <a:lumMod val="60000"/>
                    <a:lumOff val="40000"/>
                  </a:schemeClr>
                </a:solidFill>
                <a:ea typeface="楷体_GB2312" pitchFamily="49" charset="-122"/>
                <a:cs typeface="Times New Roman" panose="02020603050405020304" pitchFamily="18" charset="0"/>
              </a:rPr>
              <a:t>id.</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lexeme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T.type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zh-CN" altLang="en-US"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zh-CN" altLang="en-US"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T.width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p>
          <a:p>
            <a:pPr algn="just" eaLnBrk="1" hangingPunct="1">
              <a:lnSpc>
                <a:spcPts val="1800"/>
              </a:lnSpc>
              <a:spcBef>
                <a:spcPct val="12000"/>
              </a:spcBef>
              <a:buFont typeface="Wingdings" panose="05000000000000000000" pitchFamily="2" charset="2"/>
              <a:buNone/>
              <a:defRPr/>
            </a:pPr>
            <a:r>
              <a:rPr lang="en-US" altLang="zh-CN" sz="1800" b="1" i="1" dirty="0">
                <a:solidFill>
                  <a:srgbClr val="FF0000"/>
                </a:solidFill>
                <a:ea typeface="楷体_GB2312" pitchFamily="49" charset="-122"/>
                <a:cs typeface="Times New Roman" panose="02020603050405020304" pitchFamily="18" charset="0"/>
              </a:rPr>
              <a:t>N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solidFill>
                  <a:srgbClr val="FF0000"/>
                </a:solidFill>
                <a:ea typeface="楷体_GB2312" pitchFamily="49" charset="-122"/>
                <a:cs typeface="Times New Roman" panose="02020603050405020304" pitchFamily="18" charset="0"/>
              </a:rPr>
              <a:t> </a:t>
            </a:r>
            <a:r>
              <a:rPr lang="en-US" altLang="zh-CN" sz="1800" b="1" dirty="0">
                <a:solidFill>
                  <a:srgbClr val="FF0000"/>
                </a:solidFill>
                <a:ea typeface="楷体_GB2312" pitchFamily="49" charset="-122"/>
                <a:cs typeface="Times New Roman" panose="02020603050405020304" pitchFamily="18" charset="0"/>
                <a:sym typeface="Symbol" panose="05050102010706020507" pitchFamily="18" charset="2"/>
              </a:rPr>
              <a:t></a:t>
            </a:r>
            <a:r>
              <a:rPr lang="en-US" altLang="zh-CN" sz="1800" b="1" dirty="0">
                <a:ea typeface="楷体_GB2312" pitchFamily="49" charset="-122"/>
                <a:cs typeface="Times New Roman" panose="02020603050405020304" pitchFamily="18" charset="0"/>
                <a:sym typeface="Symbol" panose="05050102010706020507" pitchFamily="18" charset="2"/>
              </a:rPr>
              <a:t>	</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a:solidFill>
                  <a:schemeClr val="tx2">
                    <a:lumMod val="60000"/>
                    <a:lumOff val="40000"/>
                  </a:schemeClr>
                </a:solidFill>
                <a:ea typeface="楷体_GB2312" pitchFamily="49" charset="-122"/>
                <a:cs typeface="Times New Roman" panose="02020603050405020304" pitchFamily="18" charset="0"/>
              </a:rPr>
              <a:t> t </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rgbClr val="0000FF"/>
                </a:solidFill>
                <a:ea typeface="楷体_GB2312" pitchFamily="49" charset="-122"/>
                <a:cs typeface="Times New Roman" panose="02020603050405020304" pitchFamily="18" charset="0"/>
              </a:rPr>
              <a:t>mktable</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top</a:t>
            </a:r>
            <a:r>
              <a:rPr lang="en-US" altLang="zh-CN" sz="1800" b="1" dirty="0">
                <a:solidFill>
                  <a:schemeClr val="tx2">
                    <a:lumMod val="60000"/>
                    <a:lumOff val="40000"/>
                  </a:schemeClr>
                </a:solidFill>
                <a:ea typeface="楷体_GB2312" pitchFamily="49" charset="-122"/>
                <a:cs typeface="Times New Roman" panose="02020603050405020304" pitchFamily="18" charset="0"/>
              </a:rPr>
              <a:t>(</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a:solidFill>
                  <a:schemeClr val="tx2">
                    <a:lumMod val="60000"/>
                    <a:lumOff val="40000"/>
                  </a:schemeClr>
                </a:solidFill>
                <a:ea typeface="楷体_GB2312" pitchFamily="49" charset="-122"/>
                <a:cs typeface="Times New Roman" panose="02020603050405020304" pitchFamily="18" charset="0"/>
              </a:rPr>
              <a:t>t</a:t>
            </a:r>
            <a:r>
              <a:rPr lang="en-US" altLang="zh-CN" sz="1800" b="1" dirty="0">
                <a:solidFill>
                  <a:schemeClr val="tx2">
                    <a:lumMod val="60000"/>
                    <a:lumOff val="40000"/>
                  </a:schemeClr>
                </a:solidFill>
                <a:ea typeface="楷体_GB2312" pitchFamily="49" charset="-122"/>
                <a:cs typeface="Times New Roman" panose="02020603050405020304" pitchFamily="18" charset="0"/>
              </a:rPr>
              <a:t>, </a:t>
            </a:r>
            <a:r>
              <a:rPr lang="en-US" altLang="zh-CN" sz="1800" b="1" i="1" dirty="0" err="1">
                <a:solidFill>
                  <a:schemeClr val="tx2">
                    <a:lumMod val="60000"/>
                    <a:lumOff val="40000"/>
                  </a:schemeClr>
                </a:solidFill>
                <a:ea typeface="楷体_GB2312" pitchFamily="49" charset="-122"/>
                <a:cs typeface="Times New Roman" panose="02020603050405020304" pitchFamily="18" charset="0"/>
              </a:rPr>
              <a:t>tblptr</a:t>
            </a:r>
            <a:r>
              <a:rPr lang="en-US" altLang="zh-CN" sz="1800" b="1" dirty="0">
                <a:solidFill>
                  <a:schemeClr val="tx2">
                    <a:lumMod val="60000"/>
                    <a:lumOff val="40000"/>
                  </a:schemeClr>
                </a:solidFill>
                <a:ea typeface="楷体_GB2312" pitchFamily="49" charset="-122"/>
                <a:cs typeface="Times New Roman" panose="02020603050405020304" pitchFamily="18" charset="0"/>
              </a:rPr>
              <a:t> ); </a:t>
            </a:r>
            <a:r>
              <a:rPr lang="en-US" altLang="zh-CN" sz="1800" b="1" i="1" dirty="0">
                <a:solidFill>
                  <a:schemeClr val="tx2">
                    <a:lumMod val="60000"/>
                    <a:lumOff val="40000"/>
                  </a:schemeClr>
                </a:solidFill>
                <a:ea typeface="楷体_GB2312" pitchFamily="49" charset="-122"/>
                <a:cs typeface="Times New Roman" panose="02020603050405020304" pitchFamily="18" charset="0"/>
              </a:rPr>
              <a:t>push</a:t>
            </a:r>
            <a:r>
              <a:rPr lang="en-US" altLang="zh-CN" sz="1800" b="1" dirty="0">
                <a:solidFill>
                  <a:schemeClr val="tx2">
                    <a:lumMod val="60000"/>
                    <a:lumOff val="40000"/>
                  </a:schemeClr>
                </a:solidFill>
                <a:ea typeface="楷体_GB2312" pitchFamily="49" charset="-122"/>
                <a:cs typeface="Times New Roman" panose="02020603050405020304" pitchFamily="18" charset="0"/>
              </a:rPr>
              <a:t>( 0, </a:t>
            </a:r>
            <a:r>
              <a:rPr lang="en-US" altLang="zh-CN" sz="1800" b="1" i="1" dirty="0">
                <a:solidFill>
                  <a:schemeClr val="tx2">
                    <a:lumMod val="60000"/>
                    <a:lumOff val="40000"/>
                  </a:schemeClr>
                </a:solidFill>
                <a:ea typeface="楷体_GB2312" pitchFamily="49" charset="-122"/>
                <a:cs typeface="Times New Roman" panose="02020603050405020304" pitchFamily="18" charset="0"/>
              </a:rPr>
              <a:t>offset</a:t>
            </a:r>
            <a:r>
              <a:rPr lang="en-US" altLang="zh-CN" sz="1800" b="1" dirty="0">
                <a:solidFill>
                  <a:schemeClr val="tx2">
                    <a:lumMod val="60000"/>
                    <a:lumOff val="40000"/>
                  </a:schemeClr>
                </a:solidFill>
                <a:ea typeface="楷体_GB2312" pitchFamily="49" charset="-122"/>
                <a:cs typeface="Times New Roman" panose="02020603050405020304" pitchFamily="18" charset="0"/>
              </a:rPr>
              <a:t> ); } </a:t>
            </a:r>
            <a:endParaRPr lang="zh-CN" altLang="en-US" sz="1800" b="1" dirty="0">
              <a:solidFill>
                <a:schemeClr val="tx2">
                  <a:lumMod val="60000"/>
                  <a:lumOff val="40000"/>
                </a:schemeClr>
              </a:solidFill>
              <a:ea typeface="楷体_GB2312" pitchFamily="49" charset="-122"/>
              <a:cs typeface="Times New Roman" panose="02020603050405020304" pitchFamily="18" charset="0"/>
            </a:endParaRPr>
          </a:p>
        </p:txBody>
      </p:sp>
      <p:sp>
        <p:nvSpPr>
          <p:cNvPr id="144388" name="Rectangle 2"/>
          <p:cNvSpPr>
            <a:spLocks noGrp="1" noChangeArrowheads="1"/>
          </p:cNvSpPr>
          <p:nvPr>
            <p:ph type="title"/>
          </p:nvPr>
        </p:nvSpPr>
        <p:spPr>
          <a:xfrm>
            <a:off x="755650" y="268288"/>
            <a:ext cx="7931150" cy="358775"/>
          </a:xfrm>
        </p:spPr>
        <p:txBody>
          <a:bodyPr/>
          <a:lstStyle/>
          <a:p>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endParaRPr lang="zh-CN" altLang="en-US" sz="3000" i="1">
              <a:solidFill>
                <a:schemeClr val="tx1"/>
              </a:solidFill>
              <a:ea typeface="楷体_GB2312" pitchFamily="49" charset="-122"/>
              <a:cs typeface="Times New Roman" panose="02020603050405020304" pitchFamily="18" charset="0"/>
            </a:endParaRPr>
          </a:p>
        </p:txBody>
      </p:sp>
      <p:sp>
        <p:nvSpPr>
          <p:cNvPr id="63" name="Line 103"/>
          <p:cNvSpPr>
            <a:spLocks noChangeShapeType="1"/>
          </p:cNvSpPr>
          <p:nvPr/>
        </p:nvSpPr>
        <p:spPr bwMode="auto">
          <a:xfrm flipH="1" flipV="1">
            <a:off x="6761163" y="2449513"/>
            <a:ext cx="269875"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grpSp>
        <p:nvGrpSpPr>
          <p:cNvPr id="144390" name="组合 180241"/>
          <p:cNvGrpSpPr>
            <a:grpSpLocks/>
          </p:cNvGrpSpPr>
          <p:nvPr/>
        </p:nvGrpSpPr>
        <p:grpSpPr bwMode="auto">
          <a:xfrm>
            <a:off x="6678613" y="-92075"/>
            <a:ext cx="2238375" cy="1449388"/>
            <a:chOff x="6678686" y="-92546"/>
            <a:chExt cx="2238896" cy="1449933"/>
          </a:xfrm>
        </p:grpSpPr>
        <p:sp>
          <p:nvSpPr>
            <p:cNvPr id="144522" name="Rectangle 15"/>
            <p:cNvSpPr>
              <a:spLocks noChangeArrowheads="1"/>
            </p:cNvSpPr>
            <p:nvPr/>
          </p:nvSpPr>
          <p:spPr bwMode="auto">
            <a:xfrm>
              <a:off x="7488832" y="-92546"/>
              <a:ext cx="1428750" cy="428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readarrary</a:t>
              </a:r>
            </a:p>
          </p:txBody>
        </p:sp>
        <p:sp>
          <p:nvSpPr>
            <p:cNvPr id="144523" name="Line 17"/>
            <p:cNvSpPr>
              <a:spLocks noChangeShapeType="1"/>
            </p:cNvSpPr>
            <p:nvPr/>
          </p:nvSpPr>
          <p:spPr bwMode="auto">
            <a:xfrm>
              <a:off x="7491461" y="283691"/>
              <a:ext cx="0" cy="5921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24" name="Line 18"/>
            <p:cNvSpPr>
              <a:spLocks noChangeShapeType="1"/>
            </p:cNvSpPr>
            <p:nvPr/>
          </p:nvSpPr>
          <p:spPr bwMode="auto">
            <a:xfrm>
              <a:off x="8783140" y="283691"/>
              <a:ext cx="1587" cy="62071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25" name="Line 20"/>
            <p:cNvSpPr>
              <a:spLocks noChangeShapeType="1"/>
            </p:cNvSpPr>
            <p:nvPr/>
          </p:nvSpPr>
          <p:spPr bwMode="auto">
            <a:xfrm flipV="1">
              <a:off x="7493048" y="577380"/>
              <a:ext cx="128587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26" name="Rectangle 21"/>
            <p:cNvSpPr>
              <a:spLocks noChangeArrowheads="1"/>
            </p:cNvSpPr>
            <p:nvPr/>
          </p:nvSpPr>
          <p:spPr bwMode="auto">
            <a:xfrm>
              <a:off x="7735936" y="210840"/>
              <a:ext cx="1119212"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2100" i="1">
                <a:solidFill>
                  <a:srgbClr val="000000"/>
                </a:solidFill>
                <a:ea typeface="宋体" panose="02010600030101010101" pitchFamily="2" charset="-122"/>
                <a:cs typeface="Times New Roman" panose="02020603050405020304" pitchFamily="18" charset="0"/>
              </a:endParaRPr>
            </a:p>
          </p:txBody>
        </p:sp>
        <p:sp>
          <p:nvSpPr>
            <p:cNvPr id="144527" name="Line 22"/>
            <p:cNvSpPr>
              <a:spLocks noChangeShapeType="1"/>
            </p:cNvSpPr>
            <p:nvPr/>
          </p:nvSpPr>
          <p:spPr bwMode="auto">
            <a:xfrm>
              <a:off x="7504162" y="283691"/>
              <a:ext cx="125412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28" name="Line 24"/>
            <p:cNvSpPr>
              <a:spLocks noChangeShapeType="1"/>
            </p:cNvSpPr>
            <p:nvPr/>
          </p:nvSpPr>
          <p:spPr bwMode="auto">
            <a:xfrm flipH="1">
              <a:off x="7775028" y="286867"/>
              <a:ext cx="0" cy="60325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29" name="Line 18"/>
            <p:cNvSpPr>
              <a:spLocks noChangeShapeType="1"/>
            </p:cNvSpPr>
            <p:nvPr/>
          </p:nvSpPr>
          <p:spPr bwMode="auto">
            <a:xfrm>
              <a:off x="8495108" y="286345"/>
              <a:ext cx="1587" cy="62071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30" name="Line 103"/>
            <p:cNvSpPr>
              <a:spLocks noChangeShapeType="1"/>
            </p:cNvSpPr>
            <p:nvPr/>
          </p:nvSpPr>
          <p:spPr bwMode="auto">
            <a:xfrm flipH="1" flipV="1">
              <a:off x="6678686" y="480117"/>
              <a:ext cx="96852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31" name="Line 51"/>
            <p:cNvSpPr>
              <a:spLocks noChangeShapeType="1"/>
            </p:cNvSpPr>
            <p:nvPr/>
          </p:nvSpPr>
          <p:spPr bwMode="auto">
            <a:xfrm>
              <a:off x="6684144" y="480116"/>
              <a:ext cx="12946" cy="877271"/>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94" name="Rectangle 3"/>
          <p:cNvSpPr txBox="1">
            <a:spLocks noChangeArrowheads="1"/>
          </p:cNvSpPr>
          <p:nvPr/>
        </p:nvSpPr>
        <p:spPr bwMode="auto">
          <a:xfrm>
            <a:off x="1296988" y="71438"/>
            <a:ext cx="2482850" cy="2390775"/>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algn="just" eaLnBrk="1" hangingPunct="1">
              <a:lnSpc>
                <a:spcPts val="1400"/>
              </a:lnSpc>
              <a:spcBef>
                <a:spcPct val="12000"/>
              </a:spcBef>
              <a:buClr>
                <a:srgbClr val="3333CC"/>
              </a:buClr>
              <a:buFont typeface="Wingdings" panose="05000000000000000000" pitchFamily="2" charset="2"/>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prstClr val="black"/>
                </a:solidFill>
                <a:latin typeface="Times New Roman" panose="02020603050405020304" pitchFamily="18" charset="0"/>
              </a:rPr>
              <a:t>       {…}</a:t>
            </a:r>
          </a:p>
          <a:p>
            <a:pPr algn="just" eaLnBrk="1" hangingPunct="1">
              <a:lnSpc>
                <a:spcPts val="1400"/>
              </a:lnSpc>
              <a:spcBef>
                <a:spcPct val="12000"/>
              </a:spcBef>
              <a:buClr>
                <a:srgbClr val="3333CC"/>
              </a:buClr>
              <a:buFont typeface="Wingdings" panose="05000000000000000000" pitchFamily="2" charset="2"/>
              <a:buNone/>
              <a:defRPr/>
            </a:pPr>
            <a:r>
              <a:rPr lang="en-US" altLang="zh-CN" sz="1800" dirty="0">
                <a:solidFill>
                  <a:prstClr val="black"/>
                </a:solidFill>
                <a:latin typeface="Times New Roman" panose="02020603050405020304" pitchFamily="18" charset="0"/>
              </a:rPr>
              <a:t>     {…}</a:t>
            </a:r>
          </a:p>
        </p:txBody>
      </p:sp>
      <p:grpSp>
        <p:nvGrpSpPr>
          <p:cNvPr id="144392" name="组合 5"/>
          <p:cNvGrpSpPr>
            <a:grpSpLocks/>
          </p:cNvGrpSpPr>
          <p:nvPr/>
        </p:nvGrpSpPr>
        <p:grpSpPr bwMode="auto">
          <a:xfrm>
            <a:off x="5070475" y="79375"/>
            <a:ext cx="1517650" cy="969963"/>
            <a:chOff x="5069755" y="79300"/>
            <a:chExt cx="1518468" cy="970576"/>
          </a:xfrm>
        </p:grpSpPr>
        <p:sp>
          <p:nvSpPr>
            <p:cNvPr id="144513" name="Rectangle 78"/>
            <p:cNvSpPr>
              <a:spLocks noChangeArrowheads="1"/>
            </p:cNvSpPr>
            <p:nvPr/>
          </p:nvSpPr>
          <p:spPr bwMode="auto">
            <a:xfrm>
              <a:off x="5573811" y="79300"/>
              <a:ext cx="1014412"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r>
                <a:rPr lang="zh-CN" altLang="en-US" sz="2100" i="1">
                  <a:solidFill>
                    <a:srgbClr val="000000"/>
                  </a:solidFill>
                  <a:ea typeface="宋体" panose="02010600030101010101" pitchFamily="2" charset="-122"/>
                  <a:cs typeface="Times New Roman" panose="02020603050405020304" pitchFamily="18" charset="0"/>
                </a:rPr>
                <a:t> </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44514" name="Line 30"/>
            <p:cNvSpPr>
              <a:spLocks noChangeShapeType="1"/>
            </p:cNvSpPr>
            <p:nvPr/>
          </p:nvSpPr>
          <p:spPr bwMode="auto">
            <a:xfrm>
              <a:off x="5175270" y="149876"/>
              <a:ext cx="0" cy="9000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15" name="Line 37"/>
            <p:cNvSpPr>
              <a:spLocks noChangeShapeType="1"/>
            </p:cNvSpPr>
            <p:nvPr/>
          </p:nvSpPr>
          <p:spPr bwMode="auto">
            <a:xfrm flipV="1">
              <a:off x="5166098" y="452784"/>
              <a:ext cx="141582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16" name="Rectangle 39"/>
            <p:cNvSpPr>
              <a:spLocks noChangeArrowheads="1"/>
            </p:cNvSpPr>
            <p:nvPr/>
          </p:nvSpPr>
          <p:spPr bwMode="auto">
            <a:xfrm>
              <a:off x="5069755" y="112637"/>
              <a:ext cx="515938"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1800" i="1">
                  <a:solidFill>
                    <a:srgbClr val="000000"/>
                  </a:solidFill>
                  <a:ea typeface="宋体" panose="02010600030101010101" pitchFamily="2" charset="-122"/>
                  <a:cs typeface="Times New Roman" panose="02020603050405020304" pitchFamily="18" charset="0"/>
                </a:rPr>
                <a:t>nil</a:t>
              </a:r>
              <a:endParaRPr lang="zh-CN" altLang="en-US" sz="1800" i="1">
                <a:solidFill>
                  <a:srgbClr val="000000"/>
                </a:solidFill>
                <a:ea typeface="宋体" panose="02010600030101010101" pitchFamily="2" charset="-122"/>
                <a:cs typeface="Times New Roman" panose="02020603050405020304" pitchFamily="18" charset="0"/>
              </a:endParaRPr>
            </a:p>
          </p:txBody>
        </p:sp>
        <p:sp>
          <p:nvSpPr>
            <p:cNvPr id="144517" name="Line 41"/>
            <p:cNvSpPr>
              <a:spLocks noChangeShapeType="1"/>
            </p:cNvSpPr>
            <p:nvPr/>
          </p:nvSpPr>
          <p:spPr bwMode="auto">
            <a:xfrm>
              <a:off x="5175622" y="165025"/>
              <a:ext cx="140000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18" name="Line 42"/>
            <p:cNvSpPr>
              <a:spLocks noChangeShapeType="1"/>
            </p:cNvSpPr>
            <p:nvPr/>
          </p:nvSpPr>
          <p:spPr bwMode="auto">
            <a:xfrm>
              <a:off x="5573811" y="180900"/>
              <a:ext cx="0" cy="2825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19" name="Line 43"/>
            <p:cNvSpPr>
              <a:spLocks noChangeShapeType="1"/>
            </p:cNvSpPr>
            <p:nvPr/>
          </p:nvSpPr>
          <p:spPr bwMode="auto">
            <a:xfrm>
              <a:off x="5573811" y="471412"/>
              <a:ext cx="0" cy="57626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20" name="Line 44"/>
            <p:cNvSpPr>
              <a:spLocks noChangeShapeType="1"/>
            </p:cNvSpPr>
            <p:nvPr/>
          </p:nvSpPr>
          <p:spPr bwMode="auto">
            <a:xfrm>
              <a:off x="6318882" y="161552"/>
              <a:ext cx="0" cy="8667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21" name="Line 44"/>
            <p:cNvSpPr>
              <a:spLocks noChangeShapeType="1"/>
            </p:cNvSpPr>
            <p:nvPr/>
          </p:nvSpPr>
          <p:spPr bwMode="auto">
            <a:xfrm>
              <a:off x="6581923" y="164231"/>
              <a:ext cx="0" cy="8667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grpSp>
        <p:nvGrpSpPr>
          <p:cNvPr id="144393" name="组合 180235"/>
          <p:cNvGrpSpPr>
            <a:grpSpLocks/>
          </p:cNvGrpSpPr>
          <p:nvPr/>
        </p:nvGrpSpPr>
        <p:grpSpPr bwMode="auto">
          <a:xfrm>
            <a:off x="3816350" y="-14288"/>
            <a:ext cx="1331913" cy="1649413"/>
            <a:chOff x="3816350" y="-15044"/>
            <a:chExt cx="1331714" cy="1649918"/>
          </a:xfrm>
        </p:grpSpPr>
        <p:sp>
          <p:nvSpPr>
            <p:cNvPr id="144505" name="Line 16"/>
            <p:cNvSpPr>
              <a:spLocks noChangeShapeType="1"/>
            </p:cNvSpPr>
            <p:nvPr/>
          </p:nvSpPr>
          <p:spPr bwMode="auto">
            <a:xfrm>
              <a:off x="3908022" y="337887"/>
              <a:ext cx="0" cy="12969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06" name="Line 18"/>
            <p:cNvSpPr>
              <a:spLocks noChangeShapeType="1"/>
            </p:cNvSpPr>
            <p:nvPr/>
          </p:nvSpPr>
          <p:spPr bwMode="auto">
            <a:xfrm flipH="1" flipV="1">
              <a:off x="4355976" y="337887"/>
              <a:ext cx="0" cy="12969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07" name="Line 19"/>
            <p:cNvSpPr>
              <a:spLocks noChangeShapeType="1"/>
            </p:cNvSpPr>
            <p:nvPr/>
          </p:nvSpPr>
          <p:spPr bwMode="auto">
            <a:xfrm>
              <a:off x="4484086" y="337887"/>
              <a:ext cx="0" cy="12954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08" name="Line 20"/>
            <p:cNvSpPr>
              <a:spLocks noChangeShapeType="1"/>
            </p:cNvSpPr>
            <p:nvPr/>
          </p:nvSpPr>
          <p:spPr bwMode="auto">
            <a:xfrm>
              <a:off x="4491924" y="339502"/>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09" name="Line 21"/>
            <p:cNvSpPr>
              <a:spLocks noChangeShapeType="1"/>
            </p:cNvSpPr>
            <p:nvPr/>
          </p:nvSpPr>
          <p:spPr bwMode="auto">
            <a:xfrm flipH="1" flipV="1">
              <a:off x="4771399" y="337887"/>
              <a:ext cx="0" cy="12954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510" name="Text Box 22"/>
            <p:cNvSpPr txBox="1">
              <a:spLocks noChangeArrowheads="1"/>
            </p:cNvSpPr>
            <p:nvPr/>
          </p:nvSpPr>
          <p:spPr bwMode="auto">
            <a:xfrm>
              <a:off x="3816350" y="-15044"/>
              <a:ext cx="7556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eaLnBrk="1" hangingPunct="1">
                <a:spcBef>
                  <a:spcPct val="50000"/>
                </a:spcBef>
              </a:pPr>
              <a:r>
                <a:rPr lang="en-US" altLang="zh-CN" sz="1800" b="0" i="1">
                  <a:solidFill>
                    <a:srgbClr val="000000"/>
                  </a:solidFill>
                  <a:ea typeface="宋体" panose="02010600030101010101" pitchFamily="2" charset="-122"/>
                  <a:cs typeface="Times New Roman" panose="02020603050405020304" pitchFamily="18" charset="0"/>
                </a:rPr>
                <a:t>offset</a:t>
              </a:r>
            </a:p>
          </p:txBody>
        </p:sp>
        <p:sp>
          <p:nvSpPr>
            <p:cNvPr id="144511" name="Text Box 26"/>
            <p:cNvSpPr txBox="1">
              <a:spLocks noChangeArrowheads="1"/>
            </p:cNvSpPr>
            <p:nvPr/>
          </p:nvSpPr>
          <p:spPr bwMode="auto">
            <a:xfrm>
              <a:off x="4390827" y="-3398"/>
              <a:ext cx="757237"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eaLnBrk="1" hangingPunct="1">
                <a:spcBef>
                  <a:spcPct val="50000"/>
                </a:spcBef>
              </a:pPr>
              <a:r>
                <a:rPr lang="en-US" altLang="zh-CN" sz="1800" b="0" i="1">
                  <a:solidFill>
                    <a:srgbClr val="000000"/>
                  </a:solidFill>
                  <a:ea typeface="宋体" panose="02010600030101010101" pitchFamily="2" charset="-122"/>
                  <a:cs typeface="Times New Roman" panose="02020603050405020304" pitchFamily="18" charset="0"/>
                </a:rPr>
                <a:t>tblptr</a:t>
              </a:r>
            </a:p>
          </p:txBody>
        </p:sp>
        <p:sp>
          <p:nvSpPr>
            <p:cNvPr id="144512" name="Line 20"/>
            <p:cNvSpPr>
              <a:spLocks noChangeShapeType="1"/>
            </p:cNvSpPr>
            <p:nvPr/>
          </p:nvSpPr>
          <p:spPr bwMode="auto">
            <a:xfrm flipV="1">
              <a:off x="3908022" y="334865"/>
              <a:ext cx="434883" cy="463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4394" name="Line 20"/>
          <p:cNvSpPr>
            <a:spLocks noChangeShapeType="1"/>
          </p:cNvSpPr>
          <p:nvPr/>
        </p:nvSpPr>
        <p:spPr bwMode="auto">
          <a:xfrm flipV="1">
            <a:off x="1296988" y="268288"/>
            <a:ext cx="142557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395" name="Line 20"/>
          <p:cNvSpPr>
            <a:spLocks noChangeShapeType="1"/>
          </p:cNvSpPr>
          <p:nvPr/>
        </p:nvSpPr>
        <p:spPr bwMode="auto">
          <a:xfrm flipV="1">
            <a:off x="1633538" y="523875"/>
            <a:ext cx="1136650"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4396" name="组合 180224"/>
          <p:cNvGrpSpPr>
            <a:grpSpLocks/>
          </p:cNvGrpSpPr>
          <p:nvPr/>
        </p:nvGrpSpPr>
        <p:grpSpPr bwMode="auto">
          <a:xfrm>
            <a:off x="4881563" y="1639888"/>
            <a:ext cx="2038350" cy="361950"/>
            <a:chOff x="4880918" y="1639665"/>
            <a:chExt cx="2038349" cy="361950"/>
          </a:xfrm>
        </p:grpSpPr>
        <p:sp>
          <p:nvSpPr>
            <p:cNvPr id="144503" name="Rectangle 25"/>
            <p:cNvSpPr>
              <a:spLocks noChangeArrowheads="1"/>
            </p:cNvSpPr>
            <p:nvPr/>
          </p:nvSpPr>
          <p:spPr bwMode="auto">
            <a:xfrm>
              <a:off x="4880918" y="1639665"/>
              <a:ext cx="2038349"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a                </a:t>
              </a:r>
              <a:r>
                <a:rPr lang="en-US" altLang="zh-CN" sz="1800">
                  <a:solidFill>
                    <a:srgbClr val="000000"/>
                  </a:solidFill>
                  <a:ea typeface="宋体" panose="02010600030101010101" pitchFamily="2" charset="-122"/>
                  <a:cs typeface="Times New Roman" panose="02020603050405020304" pitchFamily="18" charset="0"/>
                </a:rPr>
                <a:t>array  0</a:t>
              </a:r>
            </a:p>
          </p:txBody>
        </p:sp>
        <p:sp>
          <p:nvSpPr>
            <p:cNvPr id="144504" name="Line 8"/>
            <p:cNvSpPr>
              <a:spLocks noChangeShapeType="1"/>
            </p:cNvSpPr>
            <p:nvPr/>
          </p:nvSpPr>
          <p:spPr bwMode="auto">
            <a:xfrm>
              <a:off x="4898381" y="1990502"/>
              <a:ext cx="2020886" cy="158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4397" name="Line 20"/>
          <p:cNvSpPr>
            <a:spLocks noChangeShapeType="1"/>
          </p:cNvSpPr>
          <p:nvPr/>
        </p:nvSpPr>
        <p:spPr bwMode="auto">
          <a:xfrm>
            <a:off x="2982913" y="555625"/>
            <a:ext cx="37782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7" name="组合 180236"/>
          <p:cNvGrpSpPr>
            <a:grpSpLocks/>
          </p:cNvGrpSpPr>
          <p:nvPr/>
        </p:nvGrpSpPr>
        <p:grpSpPr bwMode="auto">
          <a:xfrm>
            <a:off x="3913188" y="311150"/>
            <a:ext cx="1266825" cy="315913"/>
            <a:chOff x="3913756" y="310816"/>
            <a:chExt cx="1266106" cy="316804"/>
          </a:xfrm>
        </p:grpSpPr>
        <p:sp>
          <p:nvSpPr>
            <p:cNvPr id="144500" name="Line 20"/>
            <p:cNvSpPr>
              <a:spLocks noChangeShapeType="1"/>
            </p:cNvSpPr>
            <p:nvPr/>
          </p:nvSpPr>
          <p:spPr bwMode="auto">
            <a:xfrm>
              <a:off x="4499992" y="620241"/>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24" name="直接箭头连接符 123"/>
            <p:cNvCxnSpPr/>
            <p:nvPr/>
          </p:nvCxnSpPr>
          <p:spPr>
            <a:xfrm flipV="1">
              <a:off x="4616619" y="310816"/>
              <a:ext cx="563243" cy="165566"/>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51" name="矩形 150"/>
            <p:cNvSpPr/>
            <p:nvPr/>
          </p:nvSpPr>
          <p:spPr>
            <a:xfrm>
              <a:off x="3913756" y="334696"/>
              <a:ext cx="439487" cy="292924"/>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grpSp>
        <p:nvGrpSpPr>
          <p:cNvPr id="8" name="组合 180238"/>
          <p:cNvGrpSpPr>
            <a:grpSpLocks/>
          </p:cNvGrpSpPr>
          <p:nvPr/>
        </p:nvGrpSpPr>
        <p:grpSpPr bwMode="auto">
          <a:xfrm>
            <a:off x="3908690" y="617166"/>
            <a:ext cx="990601" cy="769937"/>
            <a:chOff x="3907723" y="637094"/>
            <a:chExt cx="990626" cy="769481"/>
          </a:xfrm>
        </p:grpSpPr>
        <p:sp>
          <p:nvSpPr>
            <p:cNvPr id="144497" name="Line 20"/>
            <p:cNvSpPr>
              <a:spLocks noChangeShapeType="1"/>
            </p:cNvSpPr>
            <p:nvPr/>
          </p:nvSpPr>
          <p:spPr bwMode="auto">
            <a:xfrm>
              <a:off x="4499992" y="926397"/>
              <a:ext cx="27947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cxnSp>
          <p:nvCxnSpPr>
            <p:cNvPr id="133" name="直接箭头连接符 132"/>
            <p:cNvCxnSpPr/>
            <p:nvPr/>
          </p:nvCxnSpPr>
          <p:spPr>
            <a:xfrm>
              <a:off x="4617355" y="771951"/>
              <a:ext cx="280994" cy="634624"/>
            </a:xfrm>
            <a:prstGeom prst="straightConnector1">
              <a:avLst/>
            </a:prstGeom>
            <a:ln w="38100">
              <a:solidFill>
                <a:srgbClr val="FF00FF"/>
              </a:solidFill>
              <a:tailEnd type="triangle"/>
            </a:ln>
          </p:spPr>
          <p:style>
            <a:lnRef idx="1">
              <a:schemeClr val="accent1"/>
            </a:lnRef>
            <a:fillRef idx="0">
              <a:schemeClr val="accent1"/>
            </a:fillRef>
            <a:effectRef idx="0">
              <a:schemeClr val="accent1"/>
            </a:effectRef>
            <a:fontRef idx="minor">
              <a:schemeClr val="tx1"/>
            </a:fontRef>
          </p:style>
        </p:cxnSp>
        <p:sp>
          <p:nvSpPr>
            <p:cNvPr id="153" name="矩形 152"/>
            <p:cNvSpPr/>
            <p:nvPr/>
          </p:nvSpPr>
          <p:spPr>
            <a:xfrm>
              <a:off x="3907723" y="637094"/>
              <a:ext cx="446726" cy="29192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sp>
        <p:nvSpPr>
          <p:cNvPr id="180232" name="矩形 180231"/>
          <p:cNvSpPr/>
          <p:nvPr/>
        </p:nvSpPr>
        <p:spPr>
          <a:xfrm>
            <a:off x="3911603" y="610812"/>
            <a:ext cx="439737" cy="30053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40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4401" name="组合 180240"/>
          <p:cNvGrpSpPr>
            <a:grpSpLocks/>
          </p:cNvGrpSpPr>
          <p:nvPr/>
        </p:nvGrpSpPr>
        <p:grpSpPr bwMode="auto">
          <a:xfrm>
            <a:off x="4897438" y="1943100"/>
            <a:ext cx="2071687" cy="363538"/>
            <a:chOff x="4897836" y="1942382"/>
            <a:chExt cx="2070694" cy="363537"/>
          </a:xfrm>
        </p:grpSpPr>
        <p:sp>
          <p:nvSpPr>
            <p:cNvPr id="144495" name="Line 7"/>
            <p:cNvSpPr>
              <a:spLocks noChangeShapeType="1"/>
            </p:cNvSpPr>
            <p:nvPr/>
          </p:nvSpPr>
          <p:spPr bwMode="auto">
            <a:xfrm flipV="1">
              <a:off x="4899967" y="2282602"/>
              <a:ext cx="20161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4496" name="Rectangle 26"/>
            <p:cNvSpPr>
              <a:spLocks noChangeArrowheads="1"/>
            </p:cNvSpPr>
            <p:nvPr/>
          </p:nvSpPr>
          <p:spPr bwMode="auto">
            <a:xfrm>
              <a:off x="4897836" y="1942382"/>
              <a:ext cx="2070694"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x                 </a:t>
              </a:r>
              <a:r>
                <a:rPr lang="en-US" altLang="zh-CN" sz="1800">
                  <a:solidFill>
                    <a:srgbClr val="000000"/>
                  </a:solidFill>
                  <a:ea typeface="宋体" panose="02010600030101010101" pitchFamily="2" charset="-122"/>
                  <a:cs typeface="Times New Roman" panose="02020603050405020304" pitchFamily="18" charset="0"/>
                </a:rPr>
                <a:t>int     44</a:t>
              </a:r>
            </a:p>
          </p:txBody>
        </p:sp>
      </p:grpSp>
      <p:sp>
        <p:nvSpPr>
          <p:cNvPr id="144402" name="Line 20"/>
          <p:cNvSpPr>
            <a:spLocks noChangeShapeType="1"/>
          </p:cNvSpPr>
          <p:nvPr/>
        </p:nvSpPr>
        <p:spPr bwMode="auto">
          <a:xfrm>
            <a:off x="1633538" y="700088"/>
            <a:ext cx="14271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03" name="Line 20"/>
          <p:cNvSpPr>
            <a:spLocks noChangeShapeType="1"/>
          </p:cNvSpPr>
          <p:nvPr/>
        </p:nvSpPr>
        <p:spPr bwMode="auto">
          <a:xfrm flipV="1">
            <a:off x="1785938" y="922338"/>
            <a:ext cx="842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4404" name="组合 180243"/>
          <p:cNvGrpSpPr>
            <a:grpSpLocks/>
          </p:cNvGrpSpPr>
          <p:nvPr/>
        </p:nvGrpSpPr>
        <p:grpSpPr bwMode="auto">
          <a:xfrm>
            <a:off x="7504112" y="539750"/>
            <a:ext cx="1276350" cy="361950"/>
            <a:chOff x="7504161" y="539279"/>
            <a:chExt cx="1275995" cy="361950"/>
          </a:xfrm>
        </p:grpSpPr>
        <p:sp>
          <p:nvSpPr>
            <p:cNvPr id="144493" name="Line 19"/>
            <p:cNvSpPr>
              <a:spLocks noChangeShapeType="1"/>
            </p:cNvSpPr>
            <p:nvPr/>
          </p:nvSpPr>
          <p:spPr bwMode="auto">
            <a:xfrm flipV="1">
              <a:off x="7504161" y="875829"/>
              <a:ext cx="127599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4494" name="Rectangle 40"/>
            <p:cNvSpPr>
              <a:spLocks noChangeArrowheads="1"/>
            </p:cNvSpPr>
            <p:nvPr/>
          </p:nvSpPr>
          <p:spPr bwMode="auto">
            <a:xfrm>
              <a:off x="7523211" y="539279"/>
              <a:ext cx="1220442"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i      </a:t>
              </a:r>
              <a:r>
                <a:rPr lang="en-US" altLang="zh-CN" sz="1800">
                  <a:solidFill>
                    <a:srgbClr val="000000"/>
                  </a:solidFill>
                  <a:ea typeface="宋体" panose="02010600030101010101" pitchFamily="2" charset="-122"/>
                  <a:cs typeface="Times New Roman" panose="02020603050405020304" pitchFamily="18" charset="0"/>
                </a:rPr>
                <a:t>int     0</a:t>
              </a:r>
            </a:p>
          </p:txBody>
        </p:sp>
      </p:grpSp>
      <p:sp>
        <p:nvSpPr>
          <p:cNvPr id="144405" name="Line 20"/>
          <p:cNvSpPr>
            <a:spLocks noChangeShapeType="1"/>
          </p:cNvSpPr>
          <p:nvPr/>
        </p:nvSpPr>
        <p:spPr bwMode="auto">
          <a:xfrm flipV="1">
            <a:off x="2773363" y="9159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78" name="矩形 177"/>
          <p:cNvSpPr/>
          <p:nvPr/>
        </p:nvSpPr>
        <p:spPr>
          <a:xfrm>
            <a:off x="8509000" y="298450"/>
            <a:ext cx="271463" cy="292100"/>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4</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4407" name="组合 180244"/>
          <p:cNvGrpSpPr>
            <a:grpSpLocks/>
          </p:cNvGrpSpPr>
          <p:nvPr/>
        </p:nvGrpSpPr>
        <p:grpSpPr bwMode="auto">
          <a:xfrm>
            <a:off x="4862513" y="739775"/>
            <a:ext cx="2640012" cy="1817688"/>
            <a:chOff x="4861992" y="739181"/>
            <a:chExt cx="2640954" cy="1818058"/>
          </a:xfrm>
        </p:grpSpPr>
        <p:sp>
          <p:nvSpPr>
            <p:cNvPr id="84" name="Line 95"/>
            <p:cNvSpPr>
              <a:spLocks noChangeShapeType="1"/>
            </p:cNvSpPr>
            <p:nvPr/>
          </p:nvSpPr>
          <p:spPr bwMode="auto">
            <a:xfrm>
              <a:off x="7018586" y="739181"/>
              <a:ext cx="3176" cy="1722789"/>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86" name="Line 43"/>
            <p:cNvSpPr>
              <a:spLocks noChangeShapeType="1"/>
            </p:cNvSpPr>
            <p:nvPr/>
          </p:nvSpPr>
          <p:spPr bwMode="auto">
            <a:xfrm>
              <a:off x="7031291" y="750296"/>
              <a:ext cx="471655"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144491" name="Line 6"/>
            <p:cNvSpPr>
              <a:spLocks noChangeShapeType="1"/>
            </p:cNvSpPr>
            <p:nvPr/>
          </p:nvSpPr>
          <p:spPr bwMode="auto">
            <a:xfrm flipV="1">
              <a:off x="4874568" y="2557239"/>
              <a:ext cx="203498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4492" name="Rectangle 28"/>
            <p:cNvSpPr>
              <a:spLocks noChangeArrowheads="1"/>
            </p:cNvSpPr>
            <p:nvPr/>
          </p:nvSpPr>
          <p:spPr bwMode="auto">
            <a:xfrm>
              <a:off x="4861992" y="2192115"/>
              <a:ext cx="1314450"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readarray</a:t>
              </a:r>
            </a:p>
          </p:txBody>
        </p:sp>
      </p:grpSp>
      <p:sp>
        <p:nvSpPr>
          <p:cNvPr id="144408" name="Line 20"/>
          <p:cNvSpPr>
            <a:spLocks noChangeShapeType="1"/>
          </p:cNvSpPr>
          <p:nvPr/>
        </p:nvSpPr>
        <p:spPr bwMode="auto">
          <a:xfrm>
            <a:off x="1619250" y="1131888"/>
            <a:ext cx="1427163"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4409" name="组合 1"/>
          <p:cNvGrpSpPr>
            <a:grpSpLocks/>
          </p:cNvGrpSpPr>
          <p:nvPr/>
        </p:nvGrpSpPr>
        <p:grpSpPr bwMode="auto">
          <a:xfrm>
            <a:off x="6861175" y="893763"/>
            <a:ext cx="1976438" cy="727075"/>
            <a:chOff x="6861077" y="893664"/>
            <a:chExt cx="1976561" cy="727596"/>
          </a:xfrm>
        </p:grpSpPr>
        <p:sp>
          <p:nvSpPr>
            <p:cNvPr id="144480" name="Rectangle 31"/>
            <p:cNvSpPr>
              <a:spLocks noChangeArrowheads="1"/>
            </p:cNvSpPr>
            <p:nvPr/>
          </p:nvSpPr>
          <p:spPr bwMode="auto">
            <a:xfrm>
              <a:off x="7566050" y="893664"/>
              <a:ext cx="1271588"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exchange</a:t>
              </a:r>
            </a:p>
          </p:txBody>
        </p:sp>
        <p:sp>
          <p:nvSpPr>
            <p:cNvPr id="144481" name="Line 32"/>
            <p:cNvSpPr>
              <a:spLocks noChangeShapeType="1"/>
            </p:cNvSpPr>
            <p:nvPr/>
          </p:nvSpPr>
          <p:spPr bwMode="auto">
            <a:xfrm>
              <a:off x="7486725" y="1298998"/>
              <a:ext cx="0" cy="2921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82" name="Line 33"/>
            <p:cNvSpPr>
              <a:spLocks noChangeShapeType="1"/>
            </p:cNvSpPr>
            <p:nvPr/>
          </p:nvSpPr>
          <p:spPr bwMode="auto">
            <a:xfrm>
              <a:off x="8718178" y="1298998"/>
              <a:ext cx="0" cy="32226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83" name="Line 34"/>
            <p:cNvSpPr>
              <a:spLocks noChangeShapeType="1"/>
            </p:cNvSpPr>
            <p:nvPr/>
          </p:nvSpPr>
          <p:spPr bwMode="auto">
            <a:xfrm>
              <a:off x="7488312" y="1608559"/>
              <a:ext cx="1195389"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84" name="Rectangle 35"/>
            <p:cNvSpPr>
              <a:spLocks noChangeArrowheads="1"/>
            </p:cNvSpPr>
            <p:nvPr/>
          </p:nvSpPr>
          <p:spPr bwMode="auto">
            <a:xfrm>
              <a:off x="7710066" y="1246610"/>
              <a:ext cx="1078408"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44485" name="Line 36"/>
            <p:cNvSpPr>
              <a:spLocks noChangeShapeType="1"/>
            </p:cNvSpPr>
            <p:nvPr/>
          </p:nvSpPr>
          <p:spPr bwMode="auto">
            <a:xfrm flipV="1">
              <a:off x="7501013" y="1297409"/>
              <a:ext cx="1217166" cy="1589"/>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86" name="Line 37"/>
            <p:cNvSpPr>
              <a:spLocks noChangeShapeType="1"/>
            </p:cNvSpPr>
            <p:nvPr/>
          </p:nvSpPr>
          <p:spPr bwMode="auto">
            <a:xfrm>
              <a:off x="7710066" y="1313285"/>
              <a:ext cx="0" cy="28416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87" name="Line 33"/>
            <p:cNvSpPr>
              <a:spLocks noChangeShapeType="1"/>
            </p:cNvSpPr>
            <p:nvPr/>
          </p:nvSpPr>
          <p:spPr bwMode="auto">
            <a:xfrm>
              <a:off x="8502154" y="1294235"/>
              <a:ext cx="0" cy="32226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88" name="Line 51"/>
            <p:cNvSpPr>
              <a:spLocks noChangeShapeType="1"/>
            </p:cNvSpPr>
            <p:nvPr/>
          </p:nvSpPr>
          <p:spPr bwMode="auto">
            <a:xfrm flipH="1">
              <a:off x="6861077" y="1533301"/>
              <a:ext cx="736822" cy="0"/>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4410" name="Line 20"/>
          <p:cNvSpPr>
            <a:spLocks noChangeShapeType="1"/>
          </p:cNvSpPr>
          <p:nvPr/>
        </p:nvSpPr>
        <p:spPr bwMode="auto">
          <a:xfrm flipV="1">
            <a:off x="3157538" y="11318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22" name="矩形 121"/>
          <p:cNvSpPr/>
          <p:nvPr/>
        </p:nvSpPr>
        <p:spPr>
          <a:xfrm>
            <a:off x="8510588" y="1303338"/>
            <a:ext cx="238125" cy="292100"/>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4412" name="组合 3"/>
          <p:cNvGrpSpPr>
            <a:grpSpLocks/>
          </p:cNvGrpSpPr>
          <p:nvPr/>
        </p:nvGrpSpPr>
        <p:grpSpPr bwMode="auto">
          <a:xfrm>
            <a:off x="4862513" y="1423988"/>
            <a:ext cx="2551112" cy="1428750"/>
            <a:chOff x="4861992" y="1423765"/>
            <a:chExt cx="2551631" cy="1428750"/>
          </a:xfrm>
        </p:grpSpPr>
        <p:sp>
          <p:nvSpPr>
            <p:cNvPr id="144475" name="Line 5"/>
            <p:cNvSpPr>
              <a:spLocks noChangeShapeType="1"/>
            </p:cNvSpPr>
            <p:nvPr/>
          </p:nvSpPr>
          <p:spPr bwMode="auto">
            <a:xfrm>
              <a:off x="4887267" y="2846735"/>
              <a:ext cx="202196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76" name="Rectangle 39"/>
            <p:cNvSpPr>
              <a:spLocks noChangeArrowheads="1"/>
            </p:cNvSpPr>
            <p:nvPr/>
          </p:nvSpPr>
          <p:spPr bwMode="auto">
            <a:xfrm>
              <a:off x="4861992" y="2488977"/>
              <a:ext cx="1260475"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exchange</a:t>
              </a:r>
            </a:p>
          </p:txBody>
        </p:sp>
        <p:sp>
          <p:nvSpPr>
            <p:cNvPr id="130" name="Line 103"/>
            <p:cNvSpPr>
              <a:spLocks noChangeShapeType="1"/>
            </p:cNvSpPr>
            <p:nvPr/>
          </p:nvSpPr>
          <p:spPr bwMode="auto">
            <a:xfrm flipH="1">
              <a:off x="6753088" y="2738215"/>
              <a:ext cx="396956"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31" name="Line 95"/>
            <p:cNvSpPr>
              <a:spLocks noChangeShapeType="1"/>
            </p:cNvSpPr>
            <p:nvPr/>
          </p:nvSpPr>
          <p:spPr bwMode="auto">
            <a:xfrm flipH="1">
              <a:off x="7150044" y="1423765"/>
              <a:ext cx="0" cy="13303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32" name="Line 43"/>
            <p:cNvSpPr>
              <a:spLocks noChangeShapeType="1"/>
            </p:cNvSpPr>
            <p:nvPr/>
          </p:nvSpPr>
          <p:spPr bwMode="auto">
            <a:xfrm flipV="1">
              <a:off x="7129403" y="1436465"/>
              <a:ext cx="284220"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grpSp>
      <p:sp>
        <p:nvSpPr>
          <p:cNvPr id="144413" name="Line 20"/>
          <p:cNvSpPr>
            <a:spLocks noChangeShapeType="1"/>
          </p:cNvSpPr>
          <p:nvPr/>
        </p:nvSpPr>
        <p:spPr bwMode="auto">
          <a:xfrm>
            <a:off x="1619250" y="1347788"/>
            <a:ext cx="1427163"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4414" name="组合 2"/>
          <p:cNvGrpSpPr>
            <a:grpSpLocks/>
          </p:cNvGrpSpPr>
          <p:nvPr/>
        </p:nvGrpSpPr>
        <p:grpSpPr bwMode="auto">
          <a:xfrm>
            <a:off x="6896100" y="1582738"/>
            <a:ext cx="2354263" cy="1533525"/>
            <a:chOff x="6895356" y="1582537"/>
            <a:chExt cx="2355402" cy="1533525"/>
          </a:xfrm>
        </p:grpSpPr>
        <p:sp>
          <p:nvSpPr>
            <p:cNvPr id="144465" name="Line 42"/>
            <p:cNvSpPr>
              <a:spLocks noChangeShapeType="1"/>
            </p:cNvSpPr>
            <p:nvPr/>
          </p:nvSpPr>
          <p:spPr bwMode="auto">
            <a:xfrm>
              <a:off x="7454577" y="1920674"/>
              <a:ext cx="1587" cy="117951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66" name="Line 43"/>
            <p:cNvSpPr>
              <a:spLocks noChangeShapeType="1"/>
            </p:cNvSpPr>
            <p:nvPr/>
          </p:nvSpPr>
          <p:spPr bwMode="auto">
            <a:xfrm flipH="1">
              <a:off x="9091289" y="1919087"/>
              <a:ext cx="4763" cy="11969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67" name="Line 47"/>
            <p:cNvSpPr>
              <a:spLocks noChangeShapeType="1"/>
            </p:cNvSpPr>
            <p:nvPr/>
          </p:nvSpPr>
          <p:spPr bwMode="auto">
            <a:xfrm flipV="1">
              <a:off x="7456164" y="2230237"/>
              <a:ext cx="163988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68" name="Rectangle 48"/>
            <p:cNvSpPr>
              <a:spLocks noChangeArrowheads="1"/>
            </p:cNvSpPr>
            <p:nvPr/>
          </p:nvSpPr>
          <p:spPr bwMode="auto">
            <a:xfrm>
              <a:off x="7946702" y="1868287"/>
              <a:ext cx="1304056"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44469" name="Rectangle 49"/>
            <p:cNvSpPr>
              <a:spLocks noChangeArrowheads="1"/>
            </p:cNvSpPr>
            <p:nvPr/>
          </p:nvSpPr>
          <p:spPr bwMode="auto">
            <a:xfrm>
              <a:off x="7666582" y="1582537"/>
              <a:ext cx="1350963" cy="387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quicksort</a:t>
              </a:r>
            </a:p>
          </p:txBody>
        </p:sp>
        <p:sp>
          <p:nvSpPr>
            <p:cNvPr id="144470" name="Line 50"/>
            <p:cNvSpPr>
              <a:spLocks noChangeShapeType="1"/>
            </p:cNvSpPr>
            <p:nvPr/>
          </p:nvSpPr>
          <p:spPr bwMode="auto">
            <a:xfrm flipV="1">
              <a:off x="7467277" y="1919087"/>
              <a:ext cx="1639887"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71" name="Line 51"/>
            <p:cNvSpPr>
              <a:spLocks noChangeShapeType="1"/>
            </p:cNvSpPr>
            <p:nvPr/>
          </p:nvSpPr>
          <p:spPr bwMode="auto">
            <a:xfrm>
              <a:off x="7832402" y="1934962"/>
              <a:ext cx="1587" cy="2825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72" name="Line 52"/>
            <p:cNvSpPr>
              <a:spLocks noChangeShapeType="1"/>
            </p:cNvSpPr>
            <p:nvPr/>
          </p:nvSpPr>
          <p:spPr bwMode="auto">
            <a:xfrm>
              <a:off x="8386662" y="2254049"/>
              <a:ext cx="0" cy="86042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73" name="Line 51"/>
            <p:cNvSpPr>
              <a:spLocks noChangeShapeType="1"/>
            </p:cNvSpPr>
            <p:nvPr/>
          </p:nvSpPr>
          <p:spPr bwMode="auto">
            <a:xfrm flipH="1" flipV="1">
              <a:off x="6895356" y="2122287"/>
              <a:ext cx="821434" cy="438"/>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74" name="Line 43"/>
            <p:cNvSpPr>
              <a:spLocks noChangeShapeType="1"/>
            </p:cNvSpPr>
            <p:nvPr/>
          </p:nvSpPr>
          <p:spPr bwMode="auto">
            <a:xfrm flipH="1">
              <a:off x="8746702" y="1903881"/>
              <a:ext cx="4763" cy="11969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4415" name="Line 20"/>
          <p:cNvSpPr>
            <a:spLocks noChangeShapeType="1"/>
          </p:cNvSpPr>
          <p:nvPr/>
        </p:nvSpPr>
        <p:spPr bwMode="auto">
          <a:xfrm flipV="1">
            <a:off x="1785938" y="1563688"/>
            <a:ext cx="1136650"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4416" name="组合 6"/>
          <p:cNvGrpSpPr>
            <a:grpSpLocks/>
          </p:cNvGrpSpPr>
          <p:nvPr/>
        </p:nvGrpSpPr>
        <p:grpSpPr bwMode="auto">
          <a:xfrm>
            <a:off x="7467600" y="2201863"/>
            <a:ext cx="1676400" cy="361950"/>
            <a:chOff x="7467277" y="2201662"/>
            <a:chExt cx="1676723" cy="361950"/>
          </a:xfrm>
        </p:grpSpPr>
        <p:sp>
          <p:nvSpPr>
            <p:cNvPr id="144463" name="Rectangle 54"/>
            <p:cNvSpPr>
              <a:spLocks noChangeArrowheads="1"/>
            </p:cNvSpPr>
            <p:nvPr/>
          </p:nvSpPr>
          <p:spPr bwMode="auto">
            <a:xfrm>
              <a:off x="7505377" y="2201662"/>
              <a:ext cx="1638623"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k             </a:t>
              </a:r>
              <a:r>
                <a:rPr lang="en-US" altLang="zh-CN" sz="1800">
                  <a:solidFill>
                    <a:srgbClr val="000000"/>
                  </a:solidFill>
                  <a:ea typeface="宋体" panose="02010600030101010101" pitchFamily="2" charset="-122"/>
                  <a:cs typeface="Times New Roman" panose="02020603050405020304" pitchFamily="18" charset="0"/>
                </a:rPr>
                <a:t>int  0</a:t>
              </a:r>
            </a:p>
          </p:txBody>
        </p:sp>
        <p:sp>
          <p:nvSpPr>
            <p:cNvPr id="144464" name="Line 46"/>
            <p:cNvSpPr>
              <a:spLocks noChangeShapeType="1"/>
            </p:cNvSpPr>
            <p:nvPr/>
          </p:nvSpPr>
          <p:spPr bwMode="auto">
            <a:xfrm flipV="1">
              <a:off x="7467277" y="2525512"/>
              <a:ext cx="1639887"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grpSp>
        <p:nvGrpSpPr>
          <p:cNvPr id="144417" name="组合 7"/>
          <p:cNvGrpSpPr>
            <a:grpSpLocks/>
          </p:cNvGrpSpPr>
          <p:nvPr/>
        </p:nvGrpSpPr>
        <p:grpSpPr bwMode="auto">
          <a:xfrm>
            <a:off x="7467600" y="2486025"/>
            <a:ext cx="1643063" cy="390525"/>
            <a:chOff x="7467277" y="2485824"/>
            <a:chExt cx="1643062" cy="390526"/>
          </a:xfrm>
        </p:grpSpPr>
        <p:sp>
          <p:nvSpPr>
            <p:cNvPr id="144461" name="Rectangle 55"/>
            <p:cNvSpPr>
              <a:spLocks noChangeArrowheads="1"/>
            </p:cNvSpPr>
            <p:nvPr/>
          </p:nvSpPr>
          <p:spPr bwMode="auto">
            <a:xfrm>
              <a:off x="7505376" y="2485824"/>
              <a:ext cx="1585913" cy="3905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v             </a:t>
              </a:r>
              <a:r>
                <a:rPr lang="en-US" altLang="zh-CN" sz="1800">
                  <a:solidFill>
                    <a:srgbClr val="000000"/>
                  </a:solidFill>
                  <a:ea typeface="宋体" panose="02010600030101010101" pitchFamily="2" charset="-122"/>
                  <a:cs typeface="Times New Roman" panose="02020603050405020304" pitchFamily="18" charset="0"/>
                </a:rPr>
                <a:t>int  4</a:t>
              </a:r>
            </a:p>
          </p:txBody>
        </p:sp>
        <p:sp>
          <p:nvSpPr>
            <p:cNvPr id="144462" name="Line 45"/>
            <p:cNvSpPr>
              <a:spLocks noChangeShapeType="1"/>
            </p:cNvSpPr>
            <p:nvPr/>
          </p:nvSpPr>
          <p:spPr bwMode="auto">
            <a:xfrm flipV="1">
              <a:off x="7467277" y="2819199"/>
              <a:ext cx="1643062" cy="15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4418" name="Line 20"/>
          <p:cNvSpPr>
            <a:spLocks noChangeShapeType="1"/>
          </p:cNvSpPr>
          <p:nvPr/>
        </p:nvSpPr>
        <p:spPr bwMode="auto">
          <a:xfrm flipV="1">
            <a:off x="1938338" y="1779588"/>
            <a:ext cx="1136650"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4419" name="组合 8"/>
          <p:cNvGrpSpPr>
            <a:grpSpLocks/>
          </p:cNvGrpSpPr>
          <p:nvPr/>
        </p:nvGrpSpPr>
        <p:grpSpPr bwMode="auto">
          <a:xfrm>
            <a:off x="7597456" y="3176587"/>
            <a:ext cx="1530666" cy="1239436"/>
            <a:chOff x="7597259" y="3176042"/>
            <a:chExt cx="1530568" cy="1240631"/>
          </a:xfrm>
        </p:grpSpPr>
        <p:sp>
          <p:nvSpPr>
            <p:cNvPr id="144451" name="Line 56"/>
            <p:cNvSpPr>
              <a:spLocks noChangeShapeType="1"/>
            </p:cNvSpPr>
            <p:nvPr/>
          </p:nvSpPr>
          <p:spPr bwMode="auto">
            <a:xfrm flipH="1">
              <a:off x="7603925" y="3513385"/>
              <a:ext cx="0" cy="9032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52" name="Line 57"/>
            <p:cNvSpPr>
              <a:spLocks noChangeShapeType="1"/>
            </p:cNvSpPr>
            <p:nvPr/>
          </p:nvSpPr>
          <p:spPr bwMode="auto">
            <a:xfrm flipH="1">
              <a:off x="8929927" y="3513385"/>
              <a:ext cx="0" cy="9032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4453" name="Line 60"/>
            <p:cNvSpPr>
              <a:spLocks noChangeShapeType="1"/>
            </p:cNvSpPr>
            <p:nvPr/>
          </p:nvSpPr>
          <p:spPr bwMode="auto">
            <a:xfrm flipV="1">
              <a:off x="7616626" y="3807495"/>
              <a:ext cx="131921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54" name="Rectangle 61"/>
            <p:cNvSpPr>
              <a:spLocks noChangeArrowheads="1"/>
            </p:cNvSpPr>
            <p:nvPr/>
          </p:nvSpPr>
          <p:spPr bwMode="auto">
            <a:xfrm>
              <a:off x="7891337" y="3460998"/>
              <a:ext cx="1188964" cy="36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endParaRPr lang="en-US" altLang="zh-CN" sz="2100">
                <a:solidFill>
                  <a:srgbClr val="000000"/>
                </a:solidFill>
                <a:ea typeface="宋体" panose="02010600030101010101" pitchFamily="2" charset="-122"/>
                <a:cs typeface="Times New Roman" panose="02020603050405020304" pitchFamily="18" charset="0"/>
              </a:endParaRPr>
            </a:p>
          </p:txBody>
        </p:sp>
        <p:sp>
          <p:nvSpPr>
            <p:cNvPr id="144455" name="Rectangle 62"/>
            <p:cNvSpPr>
              <a:spLocks noChangeArrowheads="1"/>
            </p:cNvSpPr>
            <p:nvPr/>
          </p:nvSpPr>
          <p:spPr bwMode="auto">
            <a:xfrm>
              <a:off x="7776864" y="3176042"/>
              <a:ext cx="1350963" cy="387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dirty="0">
                  <a:solidFill>
                    <a:srgbClr val="000000"/>
                  </a:solidFill>
                  <a:ea typeface="宋体" panose="02010600030101010101" pitchFamily="2" charset="-122"/>
                  <a:cs typeface="Times New Roman" panose="02020603050405020304" pitchFamily="18" charset="0"/>
                </a:rPr>
                <a:t>partition</a:t>
              </a:r>
            </a:p>
          </p:txBody>
        </p:sp>
        <p:sp>
          <p:nvSpPr>
            <p:cNvPr id="144456" name="Line 63"/>
            <p:cNvSpPr>
              <a:spLocks noChangeShapeType="1"/>
            </p:cNvSpPr>
            <p:nvPr/>
          </p:nvSpPr>
          <p:spPr bwMode="auto">
            <a:xfrm>
              <a:off x="7597259" y="3514972"/>
              <a:ext cx="1349377" cy="277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4457" name="Line 64"/>
            <p:cNvSpPr>
              <a:spLocks noChangeShapeType="1"/>
            </p:cNvSpPr>
            <p:nvPr/>
          </p:nvSpPr>
          <p:spPr bwMode="auto">
            <a:xfrm>
              <a:off x="7891337" y="3527673"/>
              <a:ext cx="1587" cy="28257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58" name="Line 65"/>
            <p:cNvSpPr>
              <a:spLocks noChangeShapeType="1"/>
            </p:cNvSpPr>
            <p:nvPr/>
          </p:nvSpPr>
          <p:spPr bwMode="auto">
            <a:xfrm flipH="1">
              <a:off x="7897687" y="3826123"/>
              <a:ext cx="0" cy="57785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59" name="Line 57"/>
            <p:cNvSpPr>
              <a:spLocks noChangeShapeType="1"/>
            </p:cNvSpPr>
            <p:nvPr/>
          </p:nvSpPr>
          <p:spPr bwMode="auto">
            <a:xfrm flipH="1">
              <a:off x="8683425" y="3534444"/>
              <a:ext cx="0" cy="88095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60" name="Line 51"/>
            <p:cNvSpPr>
              <a:spLocks noChangeShapeType="1"/>
            </p:cNvSpPr>
            <p:nvPr/>
          </p:nvSpPr>
          <p:spPr bwMode="auto">
            <a:xfrm flipV="1">
              <a:off x="7666581" y="3201492"/>
              <a:ext cx="1" cy="384689"/>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4420" name="Line 20"/>
          <p:cNvSpPr>
            <a:spLocks noChangeShapeType="1"/>
          </p:cNvSpPr>
          <p:nvPr/>
        </p:nvSpPr>
        <p:spPr bwMode="auto">
          <a:xfrm flipV="1">
            <a:off x="2138363" y="1995488"/>
            <a:ext cx="1138237"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nvGrpSpPr>
          <p:cNvPr id="144421" name="组合 9"/>
          <p:cNvGrpSpPr>
            <a:grpSpLocks/>
          </p:cNvGrpSpPr>
          <p:nvPr/>
        </p:nvGrpSpPr>
        <p:grpSpPr bwMode="auto">
          <a:xfrm>
            <a:off x="7606489" y="3783013"/>
            <a:ext cx="1324780" cy="363537"/>
            <a:chOff x="7606293" y="3783260"/>
            <a:chExt cx="1324908" cy="363538"/>
          </a:xfrm>
        </p:grpSpPr>
        <p:sp>
          <p:nvSpPr>
            <p:cNvPr id="144449" name="Rectangle 67"/>
            <p:cNvSpPr>
              <a:spLocks noChangeArrowheads="1"/>
            </p:cNvSpPr>
            <p:nvPr/>
          </p:nvSpPr>
          <p:spPr bwMode="auto">
            <a:xfrm>
              <a:off x="7656313" y="3783260"/>
              <a:ext cx="1274888" cy="36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err="1">
                  <a:solidFill>
                    <a:srgbClr val="000000"/>
                  </a:solidFill>
                  <a:ea typeface="宋体" panose="02010600030101010101" pitchFamily="2" charset="-122"/>
                  <a:cs typeface="Times New Roman" panose="02020603050405020304" pitchFamily="18" charset="0"/>
                </a:rPr>
                <a:t>i</a:t>
              </a:r>
              <a:r>
                <a:rPr lang="en-US" altLang="zh-CN" sz="1800" i="1" dirty="0">
                  <a:solidFill>
                    <a:srgbClr val="000000"/>
                  </a:solidFill>
                  <a:ea typeface="宋体" panose="02010600030101010101" pitchFamily="2" charset="-122"/>
                  <a:cs typeface="Times New Roman" panose="02020603050405020304" pitchFamily="18" charset="0"/>
                </a:rPr>
                <a:t>      </a:t>
              </a:r>
              <a:r>
                <a:rPr lang="en-US" altLang="zh-CN" sz="1800" dirty="0">
                  <a:solidFill>
                    <a:srgbClr val="000000"/>
                  </a:solidFill>
                  <a:ea typeface="宋体" panose="02010600030101010101" pitchFamily="2" charset="-122"/>
                  <a:cs typeface="Times New Roman" panose="02020603050405020304" pitchFamily="18" charset="0"/>
                </a:rPr>
                <a:t>int      0</a:t>
              </a:r>
            </a:p>
          </p:txBody>
        </p:sp>
        <p:sp>
          <p:nvSpPr>
            <p:cNvPr id="144450" name="Line 59"/>
            <p:cNvSpPr>
              <a:spLocks noChangeShapeType="1"/>
            </p:cNvSpPr>
            <p:nvPr/>
          </p:nvSpPr>
          <p:spPr bwMode="auto">
            <a:xfrm flipV="1">
              <a:off x="7606293" y="4099596"/>
              <a:ext cx="132384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grpSp>
        <p:nvGrpSpPr>
          <p:cNvPr id="144422" name="组合 11"/>
          <p:cNvGrpSpPr>
            <a:grpSpLocks/>
          </p:cNvGrpSpPr>
          <p:nvPr/>
        </p:nvGrpSpPr>
        <p:grpSpPr bwMode="auto">
          <a:xfrm>
            <a:off x="7597456" y="4092575"/>
            <a:ext cx="1362394" cy="363538"/>
            <a:chOff x="7597253" y="4092823"/>
            <a:chExt cx="1362523" cy="363537"/>
          </a:xfrm>
        </p:grpSpPr>
        <p:sp>
          <p:nvSpPr>
            <p:cNvPr id="144447" name="Rectangle 68"/>
            <p:cNvSpPr>
              <a:spLocks noChangeArrowheads="1"/>
            </p:cNvSpPr>
            <p:nvPr/>
          </p:nvSpPr>
          <p:spPr bwMode="auto">
            <a:xfrm>
              <a:off x="7656314" y="4092823"/>
              <a:ext cx="1303462"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a:solidFill>
                    <a:srgbClr val="000000"/>
                  </a:solidFill>
                  <a:ea typeface="宋体" panose="02010600030101010101" pitchFamily="2" charset="-122"/>
                  <a:cs typeface="Times New Roman" panose="02020603050405020304" pitchFamily="18" charset="0"/>
                </a:rPr>
                <a:t>j      </a:t>
              </a:r>
              <a:r>
                <a:rPr lang="en-US" altLang="zh-CN" sz="1800" dirty="0">
                  <a:solidFill>
                    <a:srgbClr val="000000"/>
                  </a:solidFill>
                  <a:ea typeface="宋体" panose="02010600030101010101" pitchFamily="2" charset="-122"/>
                  <a:cs typeface="Times New Roman" panose="02020603050405020304" pitchFamily="18" charset="0"/>
                </a:rPr>
                <a:t>int      4</a:t>
              </a:r>
            </a:p>
          </p:txBody>
        </p:sp>
        <p:sp>
          <p:nvSpPr>
            <p:cNvPr id="144448" name="Line 58"/>
            <p:cNvSpPr>
              <a:spLocks noChangeShapeType="1"/>
            </p:cNvSpPr>
            <p:nvPr/>
          </p:nvSpPr>
          <p:spPr bwMode="auto">
            <a:xfrm>
              <a:off x="7597253" y="4415002"/>
              <a:ext cx="134959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grpSp>
      <p:sp>
        <p:nvSpPr>
          <p:cNvPr id="144423" name="Line 20"/>
          <p:cNvSpPr>
            <a:spLocks noChangeShapeType="1"/>
          </p:cNvSpPr>
          <p:nvPr/>
        </p:nvSpPr>
        <p:spPr bwMode="auto">
          <a:xfrm flipV="1">
            <a:off x="3309938" y="19954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206" name="矩形 205"/>
          <p:cNvSpPr/>
          <p:nvPr/>
        </p:nvSpPr>
        <p:spPr>
          <a:xfrm>
            <a:off x="8677275" y="3509963"/>
            <a:ext cx="230188" cy="292100"/>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8</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4425" name="组合 208"/>
          <p:cNvGrpSpPr>
            <a:grpSpLocks/>
          </p:cNvGrpSpPr>
          <p:nvPr/>
        </p:nvGrpSpPr>
        <p:grpSpPr bwMode="auto">
          <a:xfrm>
            <a:off x="7443788" y="2741613"/>
            <a:ext cx="1639887" cy="725487"/>
            <a:chOff x="7443464" y="2741412"/>
            <a:chExt cx="1639888" cy="726359"/>
          </a:xfrm>
        </p:grpSpPr>
        <p:sp>
          <p:nvSpPr>
            <p:cNvPr id="144442" name="Line 44"/>
            <p:cNvSpPr>
              <a:spLocks noChangeShapeType="1"/>
            </p:cNvSpPr>
            <p:nvPr/>
          </p:nvSpPr>
          <p:spPr bwMode="auto">
            <a:xfrm flipV="1">
              <a:off x="7443464" y="3101774"/>
              <a:ext cx="1639888" cy="15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44443" name="Rectangle 69"/>
            <p:cNvSpPr>
              <a:spLocks noChangeArrowheads="1"/>
            </p:cNvSpPr>
            <p:nvPr/>
          </p:nvSpPr>
          <p:spPr bwMode="auto">
            <a:xfrm>
              <a:off x="7451402" y="2741412"/>
              <a:ext cx="1166812" cy="417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partition</a:t>
              </a:r>
            </a:p>
          </p:txBody>
        </p:sp>
        <p:sp>
          <p:nvSpPr>
            <p:cNvPr id="212" name="Line 95"/>
            <p:cNvSpPr>
              <a:spLocks noChangeShapeType="1"/>
            </p:cNvSpPr>
            <p:nvPr/>
          </p:nvSpPr>
          <p:spPr bwMode="auto">
            <a:xfrm flipH="1">
              <a:off x="8837290" y="2954393"/>
              <a:ext cx="0" cy="21616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13" name="Line 43"/>
            <p:cNvSpPr>
              <a:spLocks noChangeShapeType="1"/>
            </p:cNvSpPr>
            <p:nvPr/>
          </p:nvSpPr>
          <p:spPr bwMode="auto">
            <a:xfrm>
              <a:off x="7886376" y="3186446"/>
              <a:ext cx="0" cy="281325"/>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214" name="Line 103"/>
            <p:cNvSpPr>
              <a:spLocks noChangeShapeType="1"/>
            </p:cNvSpPr>
            <p:nvPr/>
          </p:nvSpPr>
          <p:spPr bwMode="auto">
            <a:xfrm flipH="1" flipV="1">
              <a:off x="7897489" y="3170552"/>
              <a:ext cx="936626"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grpSp>
      <p:sp>
        <p:nvSpPr>
          <p:cNvPr id="144426" name="Line 20"/>
          <p:cNvSpPr>
            <a:spLocks noChangeShapeType="1"/>
          </p:cNvSpPr>
          <p:nvPr/>
        </p:nvSpPr>
        <p:spPr bwMode="auto">
          <a:xfrm flipV="1">
            <a:off x="1789113" y="2211388"/>
            <a:ext cx="334962"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175" name="矩形 174"/>
          <p:cNvSpPr/>
          <p:nvPr/>
        </p:nvSpPr>
        <p:spPr>
          <a:xfrm>
            <a:off x="8781479" y="1924050"/>
            <a:ext cx="327025" cy="292100"/>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8</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grpSp>
        <p:nvGrpSpPr>
          <p:cNvPr id="144428" name="组合 4"/>
          <p:cNvGrpSpPr>
            <a:grpSpLocks/>
          </p:cNvGrpSpPr>
          <p:nvPr/>
        </p:nvGrpSpPr>
        <p:grpSpPr bwMode="auto">
          <a:xfrm>
            <a:off x="4862513" y="2570163"/>
            <a:ext cx="2632075" cy="593725"/>
            <a:chOff x="4861992" y="2569673"/>
            <a:chExt cx="2632273" cy="593992"/>
          </a:xfrm>
        </p:grpSpPr>
        <p:sp>
          <p:nvSpPr>
            <p:cNvPr id="144437" name="Line 4"/>
            <p:cNvSpPr>
              <a:spLocks noChangeShapeType="1"/>
            </p:cNvSpPr>
            <p:nvPr/>
          </p:nvSpPr>
          <p:spPr bwMode="auto">
            <a:xfrm flipV="1">
              <a:off x="4887268" y="3142010"/>
              <a:ext cx="202900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p>
          </p:txBody>
        </p:sp>
        <p:sp>
          <p:nvSpPr>
            <p:cNvPr id="144438" name="Rectangle 72"/>
            <p:cNvSpPr>
              <a:spLocks noChangeArrowheads="1"/>
            </p:cNvSpPr>
            <p:nvPr/>
          </p:nvSpPr>
          <p:spPr bwMode="auto">
            <a:xfrm>
              <a:off x="4861992" y="2774727"/>
              <a:ext cx="1243012" cy="388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quicksort</a:t>
              </a:r>
            </a:p>
          </p:txBody>
        </p:sp>
        <p:sp>
          <p:nvSpPr>
            <p:cNvPr id="182" name="Line 95"/>
            <p:cNvSpPr>
              <a:spLocks noChangeShapeType="1"/>
            </p:cNvSpPr>
            <p:nvPr/>
          </p:nvSpPr>
          <p:spPr bwMode="auto">
            <a:xfrm>
              <a:off x="7248183" y="2569673"/>
              <a:ext cx="0" cy="485993"/>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96" name="Line 43"/>
            <p:cNvSpPr>
              <a:spLocks noChangeShapeType="1"/>
            </p:cNvSpPr>
            <p:nvPr/>
          </p:nvSpPr>
          <p:spPr bwMode="auto">
            <a:xfrm>
              <a:off x="7248183" y="2572849"/>
              <a:ext cx="246082"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207" name="Line 103"/>
            <p:cNvSpPr>
              <a:spLocks noChangeShapeType="1"/>
            </p:cNvSpPr>
            <p:nvPr/>
          </p:nvSpPr>
          <p:spPr bwMode="auto">
            <a:xfrm flipH="1" flipV="1">
              <a:off x="6773486" y="3049314"/>
              <a:ext cx="481048"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grpSp>
      <p:sp>
        <p:nvSpPr>
          <p:cNvPr id="200" name="Line 20"/>
          <p:cNvSpPr>
            <a:spLocks noChangeShapeType="1"/>
          </p:cNvSpPr>
          <p:nvPr/>
        </p:nvSpPr>
        <p:spPr bwMode="auto">
          <a:xfrm flipV="1">
            <a:off x="1692275" y="2427288"/>
            <a:ext cx="333375"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201" name="矩形 200"/>
          <p:cNvSpPr/>
          <p:nvPr/>
        </p:nvSpPr>
        <p:spPr>
          <a:xfrm>
            <a:off x="6508750" y="1385888"/>
            <a:ext cx="409575" cy="30797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600" dirty="0">
                <a:solidFill>
                  <a:prstClr val="black"/>
                </a:solidFill>
                <a:latin typeface="Times New Roman" panose="02020603050405020304" pitchFamily="18" charset="0"/>
                <a:cs typeface="Times New Roman" panose="02020603050405020304" pitchFamily="18" charset="0"/>
              </a:rPr>
              <a:t>48</a:t>
            </a:r>
            <a:endParaRPr lang="zh-CN" altLang="en-US" sz="1600" dirty="0">
              <a:solidFill>
                <a:prstClr val="black"/>
              </a:solidFill>
              <a:latin typeface="Times New Roman" panose="02020603050405020304" pitchFamily="18" charset="0"/>
              <a:cs typeface="Times New Roman" panose="02020603050405020304" pitchFamily="18" charset="0"/>
            </a:endParaRPr>
          </a:p>
        </p:txBody>
      </p:sp>
      <p:grpSp>
        <p:nvGrpSpPr>
          <p:cNvPr id="22" name="组合 10"/>
          <p:cNvGrpSpPr>
            <a:grpSpLocks/>
          </p:cNvGrpSpPr>
          <p:nvPr/>
        </p:nvGrpSpPr>
        <p:grpSpPr bwMode="auto">
          <a:xfrm>
            <a:off x="5122863" y="449263"/>
            <a:ext cx="1452562" cy="935037"/>
            <a:chOff x="5123234" y="448766"/>
            <a:chExt cx="1452390" cy="935311"/>
          </a:xfrm>
        </p:grpSpPr>
        <p:sp>
          <p:nvSpPr>
            <p:cNvPr id="144434" name="Rectangle 100"/>
            <p:cNvSpPr>
              <a:spLocks noChangeArrowheads="1"/>
            </p:cNvSpPr>
            <p:nvPr/>
          </p:nvSpPr>
          <p:spPr bwMode="auto">
            <a:xfrm>
              <a:off x="5123234" y="448766"/>
              <a:ext cx="1168400" cy="36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500" i="1">
                  <a:solidFill>
                    <a:srgbClr val="000000"/>
                  </a:solidFill>
                  <a:ea typeface="宋体" panose="02010600030101010101" pitchFamily="2" charset="-122"/>
                  <a:cs typeface="Times New Roman" panose="02020603050405020304" pitchFamily="18" charset="0"/>
                </a:rPr>
                <a:t>sort</a:t>
              </a:r>
            </a:p>
          </p:txBody>
        </p:sp>
        <p:sp>
          <p:nvSpPr>
            <p:cNvPr id="144435" name="Line 36"/>
            <p:cNvSpPr>
              <a:spLocks noChangeShapeType="1"/>
            </p:cNvSpPr>
            <p:nvPr/>
          </p:nvSpPr>
          <p:spPr bwMode="auto">
            <a:xfrm flipV="1">
              <a:off x="5175622" y="757484"/>
              <a:ext cx="140000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p>
          </p:txBody>
        </p:sp>
        <p:sp>
          <p:nvSpPr>
            <p:cNvPr id="204" name="Line 43"/>
            <p:cNvSpPr>
              <a:spLocks noChangeShapeType="1"/>
            </p:cNvSpPr>
            <p:nvPr/>
          </p:nvSpPr>
          <p:spPr bwMode="auto">
            <a:xfrm>
              <a:off x="6443878" y="593270"/>
              <a:ext cx="0" cy="790807"/>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grpSp>
      <p:sp>
        <p:nvSpPr>
          <p:cNvPr id="205" name="矩形 204"/>
          <p:cNvSpPr/>
          <p:nvPr/>
        </p:nvSpPr>
        <p:spPr>
          <a:xfrm>
            <a:off x="6339523" y="161608"/>
            <a:ext cx="238125" cy="292100"/>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prstClr val="black"/>
                </a:solidFill>
                <a:latin typeface="Times New Roman" panose="02020603050405020304" pitchFamily="18" charset="0"/>
                <a:cs typeface="Times New Roman" panose="02020603050405020304" pitchFamily="18" charset="0"/>
              </a:rPr>
              <a:t>0</a:t>
            </a:r>
            <a:endParaRPr lang="zh-CN" altLang="en-US" sz="1800" dirty="0">
              <a:solidFill>
                <a:prstClr val="black"/>
              </a:solidFill>
              <a:latin typeface="Times New Roman" panose="02020603050405020304" pitchFamily="18" charset="0"/>
              <a:cs typeface="Times New Roman" panose="02020603050405020304" pitchFamily="18" charset="0"/>
            </a:endParaRPr>
          </a:p>
        </p:txBody>
      </p:sp>
      <p:sp>
        <p:nvSpPr>
          <p:cNvPr id="159" name="矩形 158"/>
          <p:cNvSpPr/>
          <p:nvPr/>
        </p:nvSpPr>
        <p:spPr>
          <a:xfrm>
            <a:off x="3909297" y="604037"/>
            <a:ext cx="446107" cy="307312"/>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800" dirty="0">
                <a:solidFill>
                  <a:schemeClr val="tx1"/>
                </a:solidFill>
                <a:latin typeface="Times New Roman" panose="02020603050405020304" pitchFamily="18" charset="0"/>
                <a:cs typeface="Times New Roman" panose="02020603050405020304" pitchFamily="18" charset="0"/>
              </a:rPr>
              <a:t>48</a:t>
            </a:r>
            <a:endParaRPr lang="zh-CN" altLang="en-US" sz="1800" dirty="0">
              <a:solidFill>
                <a:schemeClr val="tx1"/>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00"/>
                                        </p:tgtEl>
                                        <p:attrNameLst>
                                          <p:attrName>style.visibility</p:attrName>
                                        </p:attrNameLst>
                                      </p:cBhvr>
                                      <p:to>
                                        <p:strVal val="visible"/>
                                      </p:to>
                                    </p:set>
                                    <p:anim calcmode="lin" valueType="num">
                                      <p:cBhvr>
                                        <p:cTn id="7" dur="500" fill="hold"/>
                                        <p:tgtEl>
                                          <p:spTgt spid="200"/>
                                        </p:tgtEl>
                                        <p:attrNameLst>
                                          <p:attrName>ppt_w</p:attrName>
                                        </p:attrNameLst>
                                      </p:cBhvr>
                                      <p:tavLst>
                                        <p:tav tm="0">
                                          <p:val>
                                            <p:fltVal val="0"/>
                                          </p:val>
                                        </p:tav>
                                        <p:tav tm="100000">
                                          <p:val>
                                            <p:strVal val="#ppt_w"/>
                                          </p:val>
                                        </p:tav>
                                      </p:tavLst>
                                    </p:anim>
                                    <p:anim calcmode="lin" valueType="num">
                                      <p:cBhvr>
                                        <p:cTn id="8" dur="500" fill="hold"/>
                                        <p:tgtEl>
                                          <p:spTgt spid="200"/>
                                        </p:tgtEl>
                                        <p:attrNameLst>
                                          <p:attrName>ppt_h</p:attrName>
                                        </p:attrNameLst>
                                      </p:cBhvr>
                                      <p:tavLst>
                                        <p:tav tm="0">
                                          <p:val>
                                            <p:fltVal val="0"/>
                                          </p:val>
                                        </p:tav>
                                        <p:tav tm="100000">
                                          <p:val>
                                            <p:strVal val="#ppt_h"/>
                                          </p:val>
                                        </p:tav>
                                      </p:tavLst>
                                    </p:anim>
                                    <p:animEffect transition="in" filter="fade">
                                      <p:cBhvr>
                                        <p:cTn id="9" dur="500"/>
                                        <p:tgtEl>
                                          <p:spTgt spid="200"/>
                                        </p:tgtEl>
                                      </p:cBhvr>
                                    </p:animEffect>
                                  </p:childTnLst>
                                </p:cTn>
                              </p:par>
                            </p:childTnLst>
                          </p:cTn>
                        </p:par>
                      </p:childTnLst>
                    </p:cTn>
                  </p:par>
                  <p:par>
                    <p:cTn id="10" fill="hold">
                      <p:stCondLst>
                        <p:cond delay="indefinite"/>
                      </p:stCondLst>
                      <p:childTnLst>
                        <p:par>
                          <p:cTn id="11" fill="hold">
                            <p:stCondLst>
                              <p:cond delay="0"/>
                            </p:stCondLst>
                            <p:childTnLst>
                              <p:par>
                                <p:cTn id="12" presetID="27" presetClass="emph" presetSubtype="0" fill="remove" nodeType="clickEffect">
                                  <p:stCondLst>
                                    <p:cond delay="0"/>
                                  </p:stCondLst>
                                  <p:childTnLst>
                                    <p:animClr clrSpc="rgb" dir="cw">
                                      <p:cBhvr override="childStyle">
                                        <p:cTn id="13" dur="250" autoRev="1" fill="remove"/>
                                        <p:tgtEl>
                                          <p:spTgt spid="180226">
                                            <p:txEl>
                                              <p:pRg st="5" end="5"/>
                                            </p:txEl>
                                          </p:spTgt>
                                        </p:tgtEl>
                                        <p:attrNameLst>
                                          <p:attrName>style.color</p:attrName>
                                        </p:attrNameLst>
                                      </p:cBhvr>
                                      <p:to>
                                        <a:schemeClr val="bg1"/>
                                      </p:to>
                                    </p:animClr>
                                    <p:animClr clrSpc="rgb" dir="cw">
                                      <p:cBhvr>
                                        <p:cTn id="14" dur="250" autoRev="1" fill="remove"/>
                                        <p:tgtEl>
                                          <p:spTgt spid="180226">
                                            <p:txEl>
                                              <p:pRg st="5" end="5"/>
                                            </p:txEl>
                                          </p:spTgt>
                                        </p:tgtEl>
                                        <p:attrNameLst>
                                          <p:attrName>fillcolor</p:attrName>
                                        </p:attrNameLst>
                                      </p:cBhvr>
                                      <p:to>
                                        <a:schemeClr val="bg1"/>
                                      </p:to>
                                    </p:animClr>
                                    <p:set>
                                      <p:cBhvr>
                                        <p:cTn id="15" dur="250" autoRev="1" fill="remove"/>
                                        <p:tgtEl>
                                          <p:spTgt spid="180226">
                                            <p:txEl>
                                              <p:pRg st="5" end="5"/>
                                            </p:txEl>
                                          </p:spTgt>
                                        </p:tgtEl>
                                        <p:attrNameLst>
                                          <p:attrName>fill.type</p:attrName>
                                        </p:attrNameLst>
                                      </p:cBhvr>
                                      <p:to>
                                        <p:strVal val="solid"/>
                                      </p:to>
                                    </p:set>
                                    <p:set>
                                      <p:cBhvr>
                                        <p:cTn id="16" dur="250" autoRev="1" fill="remove"/>
                                        <p:tgtEl>
                                          <p:spTgt spid="180226">
                                            <p:txEl>
                                              <p:pRg st="5" end="5"/>
                                            </p:txEl>
                                          </p:spTgt>
                                        </p:tgtEl>
                                        <p:attrNameLst>
                                          <p:attrName>fill.on</p:attrName>
                                        </p:attrNameLst>
                                      </p:cBhvr>
                                      <p:to>
                                        <p:strVal val="true"/>
                                      </p:to>
                                    </p:set>
                                  </p:childTnLst>
                                </p:cTn>
                              </p:par>
                              <p:par>
                                <p:cTn id="17" presetID="27" presetClass="emph" presetSubtype="0" fill="remove" nodeType="withEffect">
                                  <p:stCondLst>
                                    <p:cond delay="0"/>
                                  </p:stCondLst>
                                  <p:childTnLst>
                                    <p:animClr clrSpc="rgb" dir="cw">
                                      <p:cBhvr override="childStyle">
                                        <p:cTn id="18" dur="250" autoRev="1" fill="remove"/>
                                        <p:tgtEl>
                                          <p:spTgt spid="180226">
                                            <p:txEl>
                                              <p:pRg st="6" end="6"/>
                                            </p:txEl>
                                          </p:spTgt>
                                        </p:tgtEl>
                                        <p:attrNameLst>
                                          <p:attrName>style.color</p:attrName>
                                        </p:attrNameLst>
                                      </p:cBhvr>
                                      <p:to>
                                        <a:schemeClr val="bg1"/>
                                      </p:to>
                                    </p:animClr>
                                    <p:animClr clrSpc="rgb" dir="cw">
                                      <p:cBhvr>
                                        <p:cTn id="19" dur="250" autoRev="1" fill="remove"/>
                                        <p:tgtEl>
                                          <p:spTgt spid="180226">
                                            <p:txEl>
                                              <p:pRg st="6" end="6"/>
                                            </p:txEl>
                                          </p:spTgt>
                                        </p:tgtEl>
                                        <p:attrNameLst>
                                          <p:attrName>fillcolor</p:attrName>
                                        </p:attrNameLst>
                                      </p:cBhvr>
                                      <p:to>
                                        <a:schemeClr val="bg1"/>
                                      </p:to>
                                    </p:animClr>
                                    <p:set>
                                      <p:cBhvr>
                                        <p:cTn id="20" dur="250" autoRev="1" fill="remove"/>
                                        <p:tgtEl>
                                          <p:spTgt spid="180226">
                                            <p:txEl>
                                              <p:pRg st="6" end="6"/>
                                            </p:txEl>
                                          </p:spTgt>
                                        </p:tgtEl>
                                        <p:attrNameLst>
                                          <p:attrName>fill.type</p:attrName>
                                        </p:attrNameLst>
                                      </p:cBhvr>
                                      <p:to>
                                        <p:strVal val="solid"/>
                                      </p:to>
                                    </p:set>
                                    <p:set>
                                      <p:cBhvr>
                                        <p:cTn id="21" dur="250" autoRev="1" fill="remove"/>
                                        <p:tgtEl>
                                          <p:spTgt spid="180226">
                                            <p:txEl>
                                              <p:pRg st="6" end="6"/>
                                            </p:txEl>
                                          </p:spTgt>
                                        </p:tgtEl>
                                        <p:attrNameLst>
                                          <p:attrName>fill.on</p:attrName>
                                        </p:attrNameLst>
                                      </p:cBhvr>
                                      <p:to>
                                        <p:strVal val="true"/>
                                      </p:to>
                                    </p:set>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grpId="0" nodeType="clickEffect">
                                  <p:stCondLst>
                                    <p:cond delay="0"/>
                                  </p:stCondLst>
                                  <p:childTnLst>
                                    <p:set>
                                      <p:cBhvr>
                                        <p:cTn id="25" dur="1" fill="hold">
                                          <p:stCondLst>
                                            <p:cond delay="0"/>
                                          </p:stCondLst>
                                        </p:cTn>
                                        <p:tgtEl>
                                          <p:spTgt spid="201"/>
                                        </p:tgtEl>
                                        <p:attrNameLst>
                                          <p:attrName>style.visibility</p:attrName>
                                        </p:attrNameLst>
                                      </p:cBhvr>
                                      <p:to>
                                        <p:strVal val="visible"/>
                                      </p:to>
                                    </p:set>
                                    <p:anim calcmode="lin" valueType="num">
                                      <p:cBhvr>
                                        <p:cTn id="26" dur="500" fill="hold"/>
                                        <p:tgtEl>
                                          <p:spTgt spid="201"/>
                                        </p:tgtEl>
                                        <p:attrNameLst>
                                          <p:attrName>ppt_w</p:attrName>
                                        </p:attrNameLst>
                                      </p:cBhvr>
                                      <p:tavLst>
                                        <p:tav tm="0">
                                          <p:val>
                                            <p:fltVal val="0"/>
                                          </p:val>
                                        </p:tav>
                                        <p:tav tm="100000">
                                          <p:val>
                                            <p:strVal val="#ppt_w"/>
                                          </p:val>
                                        </p:tav>
                                      </p:tavLst>
                                    </p:anim>
                                    <p:anim calcmode="lin" valueType="num">
                                      <p:cBhvr>
                                        <p:cTn id="27" dur="500" fill="hold"/>
                                        <p:tgtEl>
                                          <p:spTgt spid="201"/>
                                        </p:tgtEl>
                                        <p:attrNameLst>
                                          <p:attrName>ppt_h</p:attrName>
                                        </p:attrNameLst>
                                      </p:cBhvr>
                                      <p:tavLst>
                                        <p:tav tm="0">
                                          <p:val>
                                            <p:fltVal val="0"/>
                                          </p:val>
                                        </p:tav>
                                        <p:tav tm="100000">
                                          <p:val>
                                            <p:strVal val="#ppt_h"/>
                                          </p:val>
                                        </p:tav>
                                      </p:tavLst>
                                    </p:anim>
                                    <p:animEffect transition="in" filter="fade">
                                      <p:cBhvr>
                                        <p:cTn id="28" dur="500"/>
                                        <p:tgtEl>
                                          <p:spTgt spid="201"/>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53" presetClass="exit" presetSubtype="32" fill="hold" nodeType="clickEffect">
                                  <p:stCondLst>
                                    <p:cond delay="0"/>
                                  </p:stCondLst>
                                  <p:childTnLst>
                                    <p:anim calcmode="lin" valueType="num">
                                      <p:cBhvr>
                                        <p:cTn id="32" dur="500"/>
                                        <p:tgtEl>
                                          <p:spTgt spid="8"/>
                                        </p:tgtEl>
                                        <p:attrNameLst>
                                          <p:attrName>ppt_w</p:attrName>
                                        </p:attrNameLst>
                                      </p:cBhvr>
                                      <p:tavLst>
                                        <p:tav tm="0">
                                          <p:val>
                                            <p:strVal val="ppt_w"/>
                                          </p:val>
                                        </p:tav>
                                        <p:tav tm="100000">
                                          <p:val>
                                            <p:fltVal val="0"/>
                                          </p:val>
                                        </p:tav>
                                      </p:tavLst>
                                    </p:anim>
                                    <p:anim calcmode="lin" valueType="num">
                                      <p:cBhvr>
                                        <p:cTn id="33" dur="500"/>
                                        <p:tgtEl>
                                          <p:spTgt spid="8"/>
                                        </p:tgtEl>
                                        <p:attrNameLst>
                                          <p:attrName>ppt_h</p:attrName>
                                        </p:attrNameLst>
                                      </p:cBhvr>
                                      <p:tavLst>
                                        <p:tav tm="0">
                                          <p:val>
                                            <p:strVal val="ppt_h"/>
                                          </p:val>
                                        </p:tav>
                                        <p:tav tm="100000">
                                          <p:val>
                                            <p:fltVal val="0"/>
                                          </p:val>
                                        </p:tav>
                                      </p:tavLst>
                                    </p:anim>
                                    <p:animEffect transition="out" filter="fade">
                                      <p:cBhvr>
                                        <p:cTn id="34" dur="500"/>
                                        <p:tgtEl>
                                          <p:spTgt spid="8"/>
                                        </p:tgtEl>
                                      </p:cBhvr>
                                    </p:animEffect>
                                    <p:set>
                                      <p:cBhvr>
                                        <p:cTn id="35" dur="1" fill="hold">
                                          <p:stCondLst>
                                            <p:cond delay="499"/>
                                          </p:stCondLst>
                                        </p:cTn>
                                        <p:tgtEl>
                                          <p:spTgt spid="8"/>
                                        </p:tgtEl>
                                        <p:attrNameLst>
                                          <p:attrName>style.visibility</p:attrName>
                                        </p:attrNameLst>
                                      </p:cBhvr>
                                      <p:to>
                                        <p:strVal val="hidden"/>
                                      </p:to>
                                    </p:set>
                                  </p:childTnLst>
                                </p:cTn>
                              </p:par>
                              <p:par>
                                <p:cTn id="36" presetID="53" presetClass="exit" presetSubtype="0" fill="hold" grpId="1" nodeType="withEffect">
                                  <p:stCondLst>
                                    <p:cond delay="0"/>
                                  </p:stCondLst>
                                  <p:childTnLst>
                                    <p:anim calcmode="lin" valueType="num">
                                      <p:cBhvr>
                                        <p:cTn id="37" dur="500"/>
                                        <p:tgtEl>
                                          <p:spTgt spid="180232"/>
                                        </p:tgtEl>
                                        <p:attrNameLst>
                                          <p:attrName>ppt_w</p:attrName>
                                        </p:attrNameLst>
                                      </p:cBhvr>
                                      <p:tavLst>
                                        <p:tav tm="0">
                                          <p:val>
                                            <p:strVal val="ppt_w"/>
                                          </p:val>
                                        </p:tav>
                                        <p:tav tm="100000">
                                          <p:val>
                                            <p:fltVal val="0"/>
                                          </p:val>
                                        </p:tav>
                                      </p:tavLst>
                                    </p:anim>
                                    <p:anim calcmode="lin" valueType="num">
                                      <p:cBhvr>
                                        <p:cTn id="38" dur="500"/>
                                        <p:tgtEl>
                                          <p:spTgt spid="180232"/>
                                        </p:tgtEl>
                                        <p:attrNameLst>
                                          <p:attrName>ppt_h</p:attrName>
                                        </p:attrNameLst>
                                      </p:cBhvr>
                                      <p:tavLst>
                                        <p:tav tm="0">
                                          <p:val>
                                            <p:strVal val="ppt_h"/>
                                          </p:val>
                                        </p:tav>
                                        <p:tav tm="100000">
                                          <p:val>
                                            <p:fltVal val="0"/>
                                          </p:val>
                                        </p:tav>
                                      </p:tavLst>
                                    </p:anim>
                                    <p:animEffect transition="out" filter="fade">
                                      <p:cBhvr>
                                        <p:cTn id="39" dur="500"/>
                                        <p:tgtEl>
                                          <p:spTgt spid="180232"/>
                                        </p:tgtEl>
                                      </p:cBhvr>
                                    </p:animEffect>
                                    <p:set>
                                      <p:cBhvr>
                                        <p:cTn id="40" dur="1" fill="hold">
                                          <p:stCondLst>
                                            <p:cond delay="499"/>
                                          </p:stCondLst>
                                        </p:cTn>
                                        <p:tgtEl>
                                          <p:spTgt spid="180232"/>
                                        </p:tgtEl>
                                        <p:attrNameLst>
                                          <p:attrName>style.visibility</p:attrName>
                                        </p:attrNameLst>
                                      </p:cBhvr>
                                      <p:to>
                                        <p:strVal val="hidden"/>
                                      </p:to>
                                    </p:set>
                                  </p:childTnLst>
                                </p:cTn>
                              </p:par>
                              <p:par>
                                <p:cTn id="41" presetID="53" presetClass="exit" presetSubtype="0" fill="hold" grpId="0" nodeType="withEffect">
                                  <p:stCondLst>
                                    <p:cond delay="0"/>
                                  </p:stCondLst>
                                  <p:childTnLst>
                                    <p:anim calcmode="lin" valueType="num">
                                      <p:cBhvr>
                                        <p:cTn id="42" dur="500"/>
                                        <p:tgtEl>
                                          <p:spTgt spid="159"/>
                                        </p:tgtEl>
                                        <p:attrNameLst>
                                          <p:attrName>ppt_w</p:attrName>
                                        </p:attrNameLst>
                                      </p:cBhvr>
                                      <p:tavLst>
                                        <p:tav tm="0">
                                          <p:val>
                                            <p:strVal val="ppt_w"/>
                                          </p:val>
                                        </p:tav>
                                        <p:tav tm="100000">
                                          <p:val>
                                            <p:fltVal val="0"/>
                                          </p:val>
                                        </p:tav>
                                      </p:tavLst>
                                    </p:anim>
                                    <p:anim calcmode="lin" valueType="num">
                                      <p:cBhvr>
                                        <p:cTn id="43" dur="500"/>
                                        <p:tgtEl>
                                          <p:spTgt spid="159"/>
                                        </p:tgtEl>
                                        <p:attrNameLst>
                                          <p:attrName>ppt_h</p:attrName>
                                        </p:attrNameLst>
                                      </p:cBhvr>
                                      <p:tavLst>
                                        <p:tav tm="0">
                                          <p:val>
                                            <p:strVal val="ppt_h"/>
                                          </p:val>
                                        </p:tav>
                                        <p:tav tm="100000">
                                          <p:val>
                                            <p:fltVal val="0"/>
                                          </p:val>
                                        </p:tav>
                                      </p:tavLst>
                                    </p:anim>
                                    <p:animEffect transition="out" filter="fade">
                                      <p:cBhvr>
                                        <p:cTn id="44" dur="500"/>
                                        <p:tgtEl>
                                          <p:spTgt spid="159"/>
                                        </p:tgtEl>
                                      </p:cBhvr>
                                    </p:animEffect>
                                    <p:set>
                                      <p:cBhvr>
                                        <p:cTn id="45" dur="1" fill="hold">
                                          <p:stCondLst>
                                            <p:cond delay="499"/>
                                          </p:stCondLst>
                                        </p:cTn>
                                        <p:tgtEl>
                                          <p:spTgt spid="159"/>
                                        </p:tgtEl>
                                        <p:attrNameLst>
                                          <p:attrName>style.visibility</p:attrName>
                                        </p:attrNameLst>
                                      </p:cBhvr>
                                      <p:to>
                                        <p:strVal val="hidden"/>
                                      </p:to>
                                    </p:set>
                                  </p:childTnLst>
                                </p:cTn>
                              </p:par>
                              <p:par>
                                <p:cTn id="46" presetID="53" presetClass="exit" presetSubtype="32" fill="hold" grpId="0" nodeType="withEffect">
                                  <p:stCondLst>
                                    <p:cond delay="0"/>
                                  </p:stCondLst>
                                  <p:childTnLst>
                                    <p:anim calcmode="lin" valueType="num">
                                      <p:cBhvr>
                                        <p:cTn id="47" dur="500"/>
                                        <p:tgtEl>
                                          <p:spTgt spid="180232"/>
                                        </p:tgtEl>
                                        <p:attrNameLst>
                                          <p:attrName>ppt_w</p:attrName>
                                        </p:attrNameLst>
                                      </p:cBhvr>
                                      <p:tavLst>
                                        <p:tav tm="0">
                                          <p:val>
                                            <p:strVal val="ppt_w"/>
                                          </p:val>
                                        </p:tav>
                                        <p:tav tm="100000">
                                          <p:val>
                                            <p:fltVal val="0"/>
                                          </p:val>
                                        </p:tav>
                                      </p:tavLst>
                                    </p:anim>
                                    <p:anim calcmode="lin" valueType="num">
                                      <p:cBhvr>
                                        <p:cTn id="48" dur="500"/>
                                        <p:tgtEl>
                                          <p:spTgt spid="180232"/>
                                        </p:tgtEl>
                                        <p:attrNameLst>
                                          <p:attrName>ppt_h</p:attrName>
                                        </p:attrNameLst>
                                      </p:cBhvr>
                                      <p:tavLst>
                                        <p:tav tm="0">
                                          <p:val>
                                            <p:strVal val="ppt_h"/>
                                          </p:val>
                                        </p:tav>
                                        <p:tav tm="100000">
                                          <p:val>
                                            <p:fltVal val="0"/>
                                          </p:val>
                                        </p:tav>
                                      </p:tavLst>
                                    </p:anim>
                                    <p:animEffect transition="out" filter="fade">
                                      <p:cBhvr>
                                        <p:cTn id="49" dur="500"/>
                                        <p:tgtEl>
                                          <p:spTgt spid="180232"/>
                                        </p:tgtEl>
                                      </p:cBhvr>
                                    </p:animEffect>
                                    <p:set>
                                      <p:cBhvr>
                                        <p:cTn id="50" dur="1" fill="hold">
                                          <p:stCondLst>
                                            <p:cond delay="499"/>
                                          </p:stCondLst>
                                        </p:cTn>
                                        <p:tgtEl>
                                          <p:spTgt spid="180232"/>
                                        </p:tgtEl>
                                        <p:attrNameLst>
                                          <p:attrName>style.visibility</p:attrName>
                                        </p:attrNameLst>
                                      </p:cBhvr>
                                      <p:to>
                                        <p:strVal val="hidden"/>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53" presetClass="entr" presetSubtype="16" fill="hold" nodeType="clickEffect">
                                  <p:stCondLst>
                                    <p:cond delay="0"/>
                                  </p:stCondLst>
                                  <p:childTnLst>
                                    <p:set>
                                      <p:cBhvr>
                                        <p:cTn id="54" dur="1" fill="hold">
                                          <p:stCondLst>
                                            <p:cond delay="0"/>
                                          </p:stCondLst>
                                        </p:cTn>
                                        <p:tgtEl>
                                          <p:spTgt spid="22"/>
                                        </p:tgtEl>
                                        <p:attrNameLst>
                                          <p:attrName>style.visibility</p:attrName>
                                        </p:attrNameLst>
                                      </p:cBhvr>
                                      <p:to>
                                        <p:strVal val="visible"/>
                                      </p:to>
                                    </p:set>
                                    <p:anim calcmode="lin" valueType="num">
                                      <p:cBhvr>
                                        <p:cTn id="55" dur="500" fill="hold"/>
                                        <p:tgtEl>
                                          <p:spTgt spid="22"/>
                                        </p:tgtEl>
                                        <p:attrNameLst>
                                          <p:attrName>ppt_w</p:attrName>
                                        </p:attrNameLst>
                                      </p:cBhvr>
                                      <p:tavLst>
                                        <p:tav tm="0">
                                          <p:val>
                                            <p:fltVal val="0"/>
                                          </p:val>
                                        </p:tav>
                                        <p:tav tm="100000">
                                          <p:val>
                                            <p:strVal val="#ppt_w"/>
                                          </p:val>
                                        </p:tav>
                                      </p:tavLst>
                                    </p:anim>
                                    <p:anim calcmode="lin" valueType="num">
                                      <p:cBhvr>
                                        <p:cTn id="56" dur="500" fill="hold"/>
                                        <p:tgtEl>
                                          <p:spTgt spid="22"/>
                                        </p:tgtEl>
                                        <p:attrNameLst>
                                          <p:attrName>ppt_h</p:attrName>
                                        </p:attrNameLst>
                                      </p:cBhvr>
                                      <p:tavLst>
                                        <p:tav tm="0">
                                          <p:val>
                                            <p:fltVal val="0"/>
                                          </p:val>
                                        </p:tav>
                                        <p:tav tm="100000">
                                          <p:val>
                                            <p:strVal val="#ppt_h"/>
                                          </p:val>
                                        </p:tav>
                                      </p:tavLst>
                                    </p:anim>
                                    <p:animEffect transition="in" filter="fade">
                                      <p:cBhvr>
                                        <p:cTn id="57" dur="500"/>
                                        <p:tgtEl>
                                          <p:spTgt spid="22"/>
                                        </p:tgtEl>
                                      </p:cBhvr>
                                    </p:animEffect>
                                  </p:childTnLst>
                                </p:cTn>
                              </p:par>
                            </p:childTnLst>
                          </p:cTn>
                        </p:par>
                      </p:childTnLst>
                    </p:cTn>
                  </p:par>
                  <p:par>
                    <p:cTn id="58" fill="hold" nodeType="clickPar">
                      <p:stCondLst>
                        <p:cond delay="indefinite"/>
                      </p:stCondLst>
                      <p:childTnLst>
                        <p:par>
                          <p:cTn id="59" fill="hold" nodeType="withGroup">
                            <p:stCondLst>
                              <p:cond delay="0"/>
                            </p:stCondLst>
                            <p:childTnLst>
                              <p:par>
                                <p:cTn id="60" presetID="27" presetClass="emph" presetSubtype="0" fill="remove" nodeType="clickEffect">
                                  <p:stCondLst>
                                    <p:cond delay="0"/>
                                  </p:stCondLst>
                                  <p:childTnLst>
                                    <p:animClr clrSpc="rgb" dir="cw">
                                      <p:cBhvr override="childStyle">
                                        <p:cTn id="61" dur="250" autoRev="1" fill="remove"/>
                                        <p:tgtEl>
                                          <p:spTgt spid="180226">
                                            <p:txEl>
                                              <p:pRg st="0" end="0"/>
                                            </p:txEl>
                                          </p:spTgt>
                                        </p:tgtEl>
                                        <p:attrNameLst>
                                          <p:attrName>style.color</p:attrName>
                                        </p:attrNameLst>
                                      </p:cBhvr>
                                      <p:to>
                                        <a:schemeClr val="bg1"/>
                                      </p:to>
                                    </p:animClr>
                                    <p:animClr clrSpc="rgb" dir="cw">
                                      <p:cBhvr>
                                        <p:cTn id="62" dur="250" autoRev="1" fill="remove"/>
                                        <p:tgtEl>
                                          <p:spTgt spid="180226">
                                            <p:txEl>
                                              <p:pRg st="0" end="0"/>
                                            </p:txEl>
                                          </p:spTgt>
                                        </p:tgtEl>
                                        <p:attrNameLst>
                                          <p:attrName>fillcolor</p:attrName>
                                        </p:attrNameLst>
                                      </p:cBhvr>
                                      <p:to>
                                        <a:schemeClr val="bg1"/>
                                      </p:to>
                                    </p:animClr>
                                    <p:set>
                                      <p:cBhvr>
                                        <p:cTn id="63" dur="250" autoRev="1" fill="remove"/>
                                        <p:tgtEl>
                                          <p:spTgt spid="180226">
                                            <p:txEl>
                                              <p:pRg st="0" end="0"/>
                                            </p:txEl>
                                          </p:spTgt>
                                        </p:tgtEl>
                                        <p:attrNameLst>
                                          <p:attrName>fill.type</p:attrName>
                                        </p:attrNameLst>
                                      </p:cBhvr>
                                      <p:to>
                                        <p:strVal val="solid"/>
                                      </p:to>
                                    </p:set>
                                    <p:set>
                                      <p:cBhvr>
                                        <p:cTn id="64" dur="250" autoRev="1" fill="remove"/>
                                        <p:tgtEl>
                                          <p:spTgt spid="180226">
                                            <p:txEl>
                                              <p:pRg st="0" end="0"/>
                                            </p:txEl>
                                          </p:spTgt>
                                        </p:tgtEl>
                                        <p:attrNameLst>
                                          <p:attrName>fill.on</p:attrName>
                                        </p:attrNameLst>
                                      </p:cBhvr>
                                      <p:to>
                                        <p:strVal val="true"/>
                                      </p:to>
                                    </p:set>
                                  </p:childTnLst>
                                </p:cTn>
                              </p:par>
                              <p:par>
                                <p:cTn id="65" presetID="27" presetClass="emph" presetSubtype="0" fill="remove" nodeType="withEffect">
                                  <p:stCondLst>
                                    <p:cond delay="0"/>
                                  </p:stCondLst>
                                  <p:childTnLst>
                                    <p:animClr clrSpc="rgb" dir="cw">
                                      <p:cBhvr override="childStyle">
                                        <p:cTn id="66" dur="250" autoRev="1" fill="remove"/>
                                        <p:tgtEl>
                                          <p:spTgt spid="180226">
                                            <p:txEl>
                                              <p:pRg st="1" end="1"/>
                                            </p:txEl>
                                          </p:spTgt>
                                        </p:tgtEl>
                                        <p:attrNameLst>
                                          <p:attrName>style.color</p:attrName>
                                        </p:attrNameLst>
                                      </p:cBhvr>
                                      <p:to>
                                        <a:schemeClr val="bg1"/>
                                      </p:to>
                                    </p:animClr>
                                    <p:animClr clrSpc="rgb" dir="cw">
                                      <p:cBhvr>
                                        <p:cTn id="67" dur="250" autoRev="1" fill="remove"/>
                                        <p:tgtEl>
                                          <p:spTgt spid="180226">
                                            <p:txEl>
                                              <p:pRg st="1" end="1"/>
                                            </p:txEl>
                                          </p:spTgt>
                                        </p:tgtEl>
                                        <p:attrNameLst>
                                          <p:attrName>fillcolor</p:attrName>
                                        </p:attrNameLst>
                                      </p:cBhvr>
                                      <p:to>
                                        <a:schemeClr val="bg1"/>
                                      </p:to>
                                    </p:animClr>
                                    <p:set>
                                      <p:cBhvr>
                                        <p:cTn id="68" dur="250" autoRev="1" fill="remove"/>
                                        <p:tgtEl>
                                          <p:spTgt spid="180226">
                                            <p:txEl>
                                              <p:pRg st="1" end="1"/>
                                            </p:txEl>
                                          </p:spTgt>
                                        </p:tgtEl>
                                        <p:attrNameLst>
                                          <p:attrName>fill.type</p:attrName>
                                        </p:attrNameLst>
                                      </p:cBhvr>
                                      <p:to>
                                        <p:strVal val="solid"/>
                                      </p:to>
                                    </p:set>
                                    <p:set>
                                      <p:cBhvr>
                                        <p:cTn id="69" dur="250" autoRev="1" fill="remove"/>
                                        <p:tgtEl>
                                          <p:spTgt spid="180226">
                                            <p:txEl>
                                              <p:pRg st="1" end="1"/>
                                            </p:txEl>
                                          </p:spTgt>
                                        </p:tgtEl>
                                        <p:attrNameLst>
                                          <p:attrName>fill.on</p:attrName>
                                        </p:attrNameLst>
                                      </p:cBhvr>
                                      <p:to>
                                        <p:strVal val="true"/>
                                      </p:to>
                                    </p:set>
                                  </p:childTnLst>
                                </p:cTn>
                              </p:par>
                            </p:childTnLst>
                          </p:cTn>
                        </p:par>
                      </p:childTnLst>
                    </p:cTn>
                  </p:par>
                  <p:par>
                    <p:cTn id="70" fill="hold">
                      <p:stCondLst>
                        <p:cond delay="indefinite"/>
                      </p:stCondLst>
                      <p:childTnLst>
                        <p:par>
                          <p:cTn id="71" fill="hold">
                            <p:stCondLst>
                              <p:cond delay="0"/>
                            </p:stCondLst>
                            <p:childTnLst>
                              <p:par>
                                <p:cTn id="72" presetID="53" presetClass="entr" presetSubtype="16" fill="hold" grpId="0" nodeType="clickEffect">
                                  <p:stCondLst>
                                    <p:cond delay="0"/>
                                  </p:stCondLst>
                                  <p:childTnLst>
                                    <p:set>
                                      <p:cBhvr>
                                        <p:cTn id="73" dur="1" fill="hold">
                                          <p:stCondLst>
                                            <p:cond delay="0"/>
                                          </p:stCondLst>
                                        </p:cTn>
                                        <p:tgtEl>
                                          <p:spTgt spid="205"/>
                                        </p:tgtEl>
                                        <p:attrNameLst>
                                          <p:attrName>style.visibility</p:attrName>
                                        </p:attrNameLst>
                                      </p:cBhvr>
                                      <p:to>
                                        <p:strVal val="visible"/>
                                      </p:to>
                                    </p:set>
                                    <p:anim calcmode="lin" valueType="num">
                                      <p:cBhvr>
                                        <p:cTn id="74" dur="500" fill="hold"/>
                                        <p:tgtEl>
                                          <p:spTgt spid="205"/>
                                        </p:tgtEl>
                                        <p:attrNameLst>
                                          <p:attrName>ppt_w</p:attrName>
                                        </p:attrNameLst>
                                      </p:cBhvr>
                                      <p:tavLst>
                                        <p:tav tm="0">
                                          <p:val>
                                            <p:fltVal val="0"/>
                                          </p:val>
                                        </p:tav>
                                        <p:tav tm="100000">
                                          <p:val>
                                            <p:strVal val="#ppt_w"/>
                                          </p:val>
                                        </p:tav>
                                      </p:tavLst>
                                    </p:anim>
                                    <p:anim calcmode="lin" valueType="num">
                                      <p:cBhvr>
                                        <p:cTn id="75" dur="500" fill="hold"/>
                                        <p:tgtEl>
                                          <p:spTgt spid="205"/>
                                        </p:tgtEl>
                                        <p:attrNameLst>
                                          <p:attrName>ppt_h</p:attrName>
                                        </p:attrNameLst>
                                      </p:cBhvr>
                                      <p:tavLst>
                                        <p:tav tm="0">
                                          <p:val>
                                            <p:fltVal val="0"/>
                                          </p:val>
                                        </p:tav>
                                        <p:tav tm="100000">
                                          <p:val>
                                            <p:strVal val="#ppt_h"/>
                                          </p:val>
                                        </p:tav>
                                      </p:tavLst>
                                    </p:anim>
                                    <p:animEffect transition="in" filter="fade">
                                      <p:cBhvr>
                                        <p:cTn id="76" dur="500"/>
                                        <p:tgtEl>
                                          <p:spTgt spid="205"/>
                                        </p:tgtEl>
                                      </p:cBhvr>
                                    </p:animEffect>
                                  </p:childTnLst>
                                </p:cTn>
                              </p:par>
                            </p:childTnLst>
                          </p:cTn>
                        </p:par>
                      </p:childTnLst>
                    </p:cTn>
                  </p:par>
                  <p:par>
                    <p:cTn id="77" fill="hold" nodeType="clickPar">
                      <p:stCondLst>
                        <p:cond delay="indefinite"/>
                      </p:stCondLst>
                      <p:childTnLst>
                        <p:par>
                          <p:cTn id="78" fill="hold" nodeType="withGroup">
                            <p:stCondLst>
                              <p:cond delay="0"/>
                            </p:stCondLst>
                            <p:childTnLst>
                              <p:par>
                                <p:cTn id="79" presetID="53" presetClass="exit" presetSubtype="32" fill="hold" nodeType="clickEffect">
                                  <p:stCondLst>
                                    <p:cond delay="0"/>
                                  </p:stCondLst>
                                  <p:childTnLst>
                                    <p:anim calcmode="lin" valueType="num">
                                      <p:cBhvr>
                                        <p:cTn id="80" dur="500"/>
                                        <p:tgtEl>
                                          <p:spTgt spid="7"/>
                                        </p:tgtEl>
                                        <p:attrNameLst>
                                          <p:attrName>ppt_w</p:attrName>
                                        </p:attrNameLst>
                                      </p:cBhvr>
                                      <p:tavLst>
                                        <p:tav tm="0">
                                          <p:val>
                                            <p:strVal val="ppt_w"/>
                                          </p:val>
                                        </p:tav>
                                        <p:tav tm="100000">
                                          <p:val>
                                            <p:fltVal val="0"/>
                                          </p:val>
                                        </p:tav>
                                      </p:tavLst>
                                    </p:anim>
                                    <p:anim calcmode="lin" valueType="num">
                                      <p:cBhvr>
                                        <p:cTn id="81" dur="500"/>
                                        <p:tgtEl>
                                          <p:spTgt spid="7"/>
                                        </p:tgtEl>
                                        <p:attrNameLst>
                                          <p:attrName>ppt_h</p:attrName>
                                        </p:attrNameLst>
                                      </p:cBhvr>
                                      <p:tavLst>
                                        <p:tav tm="0">
                                          <p:val>
                                            <p:strVal val="ppt_h"/>
                                          </p:val>
                                        </p:tav>
                                        <p:tav tm="100000">
                                          <p:val>
                                            <p:fltVal val="0"/>
                                          </p:val>
                                        </p:tav>
                                      </p:tavLst>
                                    </p:anim>
                                    <p:animEffect transition="out" filter="fade">
                                      <p:cBhvr>
                                        <p:cTn id="82" dur="500"/>
                                        <p:tgtEl>
                                          <p:spTgt spid="7"/>
                                        </p:tgtEl>
                                      </p:cBhvr>
                                    </p:animEffect>
                                    <p:set>
                                      <p:cBhvr>
                                        <p:cTn id="83" dur="1" fill="hold">
                                          <p:stCondLst>
                                            <p:cond delay="4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0232" grpId="0" animBg="1"/>
      <p:bldP spid="180232" grpId="1" animBg="1"/>
      <p:bldP spid="200" grpId="0" animBg="1"/>
      <p:bldP spid="201" grpId="0" animBg="1"/>
      <p:bldP spid="205" grpId="0" animBg="1"/>
      <p:bldP spid="159"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内容占位符 2"/>
          <p:cNvSpPr>
            <a:spLocks noGrp="1"/>
          </p:cNvSpPr>
          <p:nvPr>
            <p:ph idx="1"/>
          </p:nvPr>
        </p:nvSpPr>
        <p:spPr>
          <a:xfrm>
            <a:off x="323850" y="857250"/>
            <a:ext cx="8713788" cy="4213225"/>
          </a:xfrm>
        </p:spPr>
        <p:txBody>
          <a:bodyPr/>
          <a:lstStyle/>
          <a:p>
            <a:pPr>
              <a:lnSpc>
                <a:spcPts val="2800"/>
              </a:lnSpc>
              <a:buClrTx/>
              <a:buFont typeface="Wingdings" pitchFamily="2" charset="2"/>
              <a:buChar char="Ø"/>
              <a:defRPr/>
            </a:pPr>
            <a:r>
              <a:rPr lang="zh-CN" altLang="en-US" sz="2500" b="1" dirty="0">
                <a:solidFill>
                  <a:schemeClr val="tx1"/>
                </a:solidFill>
                <a:cs typeface="Times New Roman" pitchFamily="18" charset="0"/>
              </a:rPr>
              <a:t>当在某一层的</a:t>
            </a:r>
            <a:r>
              <a:rPr lang="zh-CN" altLang="en-US" sz="2500" b="1" dirty="0">
                <a:solidFill>
                  <a:schemeClr val="tx2">
                    <a:lumMod val="60000"/>
                    <a:lumOff val="40000"/>
                  </a:schemeClr>
                </a:solidFill>
                <a:cs typeface="Times New Roman" pitchFamily="18" charset="0"/>
              </a:rPr>
              <a:t>声明语句</a:t>
            </a:r>
            <a:r>
              <a:rPr lang="zh-CN" altLang="en-US" sz="2500" b="1" dirty="0">
                <a:solidFill>
                  <a:schemeClr val="tx1"/>
                </a:solidFill>
                <a:cs typeface="Times New Roman" pitchFamily="18" charset="0"/>
              </a:rPr>
              <a:t>中识别出一个标识符</a:t>
            </a:r>
            <a:r>
              <a:rPr lang="en-US" altLang="zh-CN" sz="2800" b="1" dirty="0">
                <a:solidFill>
                  <a:schemeClr val="tx1"/>
                </a:solidFill>
                <a:ea typeface="楷体" pitchFamily="49" charset="-122"/>
                <a:cs typeface="Times New Roman" pitchFamily="18" charset="0"/>
              </a:rPr>
              <a:t>(</a:t>
            </a:r>
            <a:r>
              <a:rPr lang="en-US" altLang="zh-CN" sz="2500" b="1" dirty="0">
                <a:solidFill>
                  <a:schemeClr val="tx1"/>
                </a:solidFill>
                <a:cs typeface="Times New Roman" pitchFamily="18" charset="0"/>
              </a:rPr>
              <a:t>id</a:t>
            </a:r>
            <a:r>
              <a:rPr lang="zh-CN" altLang="en-US" sz="2500" b="1" dirty="0">
                <a:solidFill>
                  <a:schemeClr val="tx1"/>
                </a:solidFill>
                <a:cs typeface="Times New Roman" pitchFamily="18" charset="0"/>
              </a:rPr>
              <a:t>的</a:t>
            </a:r>
            <a:r>
              <a:rPr lang="zh-CN" altLang="en-US" sz="2500" b="1" dirty="0">
                <a:solidFill>
                  <a:schemeClr val="tx2">
                    <a:lumMod val="60000"/>
                    <a:lumOff val="40000"/>
                  </a:schemeClr>
                </a:solidFill>
                <a:cs typeface="Times New Roman" pitchFamily="18" charset="0"/>
              </a:rPr>
              <a:t>定义性出现</a:t>
            </a:r>
            <a:r>
              <a:rPr lang="en-US" altLang="zh-CN" sz="2800" b="1" dirty="0">
                <a:solidFill>
                  <a:schemeClr val="tx1"/>
                </a:solidFill>
                <a:ea typeface="楷体" pitchFamily="49" charset="-122"/>
                <a:cs typeface="Times New Roman" pitchFamily="18" charset="0"/>
              </a:rPr>
              <a:t>)</a:t>
            </a:r>
            <a:r>
              <a:rPr lang="zh-CN" altLang="en-US" sz="2500" b="1" dirty="0">
                <a:solidFill>
                  <a:schemeClr val="tx1"/>
                </a:solidFill>
                <a:cs typeface="Times New Roman" pitchFamily="18" charset="0"/>
              </a:rPr>
              <a:t>时，以此标识符查找相应于</a:t>
            </a:r>
            <a:r>
              <a:rPr lang="zh-CN" altLang="en-US" sz="2500" b="1" dirty="0">
                <a:solidFill>
                  <a:schemeClr val="tx2">
                    <a:lumMod val="60000"/>
                    <a:lumOff val="40000"/>
                  </a:schemeClr>
                </a:solidFill>
                <a:cs typeface="Times New Roman" pitchFamily="18" charset="0"/>
              </a:rPr>
              <a:t>本层的符号表</a:t>
            </a:r>
            <a:endParaRPr lang="en-US" altLang="zh-CN" sz="2500" b="1" dirty="0">
              <a:solidFill>
                <a:schemeClr val="tx2">
                  <a:lumMod val="60000"/>
                  <a:lumOff val="40000"/>
                </a:schemeClr>
              </a:solidFill>
              <a:cs typeface="Times New Roman" pitchFamily="18" charset="0"/>
            </a:endParaRPr>
          </a:p>
          <a:p>
            <a:pPr lvl="1">
              <a:lnSpc>
                <a:spcPts val="2800"/>
              </a:lnSpc>
              <a:buClrTx/>
              <a:buFont typeface="Wingdings" pitchFamily="2" charset="2"/>
              <a:buChar char="Ø"/>
              <a:defRPr/>
            </a:pPr>
            <a:r>
              <a:rPr lang="zh-CN" altLang="en-US" sz="2400" b="1" dirty="0">
                <a:solidFill>
                  <a:schemeClr val="tx1"/>
                </a:solidFill>
                <a:cs typeface="Times New Roman" pitchFamily="18" charset="0"/>
              </a:rPr>
              <a:t>如果查到，则报错并发出诊断信息“</a:t>
            </a:r>
            <a:r>
              <a:rPr lang="en-US" altLang="zh-CN" sz="2400" b="1" dirty="0">
                <a:solidFill>
                  <a:schemeClr val="tx1"/>
                </a:solidFill>
                <a:cs typeface="Times New Roman" pitchFamily="18" charset="0"/>
              </a:rPr>
              <a:t>id</a:t>
            </a:r>
            <a:r>
              <a:rPr lang="zh-CN" altLang="en-US" sz="2400" b="1" dirty="0">
                <a:solidFill>
                  <a:schemeClr val="tx2">
                    <a:lumMod val="60000"/>
                    <a:lumOff val="40000"/>
                  </a:schemeClr>
                </a:solidFill>
                <a:cs typeface="Times New Roman" pitchFamily="18" charset="0"/>
              </a:rPr>
              <a:t>重复声明</a:t>
            </a:r>
            <a:r>
              <a:rPr lang="zh-CN" altLang="en-US" sz="2400" b="1" dirty="0">
                <a:solidFill>
                  <a:schemeClr val="tx1"/>
                </a:solidFill>
                <a:cs typeface="Times New Roman" pitchFamily="18" charset="0"/>
              </a:rPr>
              <a:t>”</a:t>
            </a:r>
            <a:endParaRPr lang="en-US" altLang="zh-CN" sz="2400" b="1" dirty="0">
              <a:solidFill>
                <a:schemeClr val="tx1"/>
              </a:solidFill>
              <a:cs typeface="Times New Roman" pitchFamily="18" charset="0"/>
            </a:endParaRPr>
          </a:p>
          <a:p>
            <a:pPr lvl="1">
              <a:lnSpc>
                <a:spcPts val="2800"/>
              </a:lnSpc>
              <a:buClrTx/>
              <a:buFont typeface="Wingdings" pitchFamily="2" charset="2"/>
              <a:buChar char="Ø"/>
              <a:defRPr/>
            </a:pPr>
            <a:r>
              <a:rPr lang="zh-CN" altLang="en-US" sz="2400" b="1" dirty="0">
                <a:solidFill>
                  <a:schemeClr val="tx1"/>
                </a:solidFill>
                <a:cs typeface="Times New Roman" pitchFamily="18" charset="0"/>
              </a:rPr>
              <a:t>否则，在符号表中加入新登记项，将标识符及有关信息填入</a:t>
            </a:r>
            <a:endParaRPr lang="en-US" altLang="zh-CN" sz="2400" b="1" dirty="0">
              <a:solidFill>
                <a:schemeClr val="tx1"/>
              </a:solidFill>
              <a:cs typeface="Times New Roman" pitchFamily="18" charset="0"/>
            </a:endParaRPr>
          </a:p>
          <a:p>
            <a:pPr>
              <a:lnSpc>
                <a:spcPts val="2800"/>
              </a:lnSpc>
              <a:buClrTx/>
              <a:buFont typeface="Wingdings" pitchFamily="2" charset="2"/>
              <a:buChar char="Ø"/>
              <a:defRPr/>
            </a:pPr>
            <a:r>
              <a:rPr lang="zh-CN" altLang="en-US" sz="2500" b="1" dirty="0">
                <a:solidFill>
                  <a:schemeClr val="tx1"/>
                </a:solidFill>
                <a:cs typeface="Times New Roman" pitchFamily="18" charset="0"/>
              </a:rPr>
              <a:t>当在</a:t>
            </a:r>
            <a:r>
              <a:rPr lang="zh-CN" altLang="en-US" sz="2500" b="1" dirty="0">
                <a:solidFill>
                  <a:schemeClr val="tx2">
                    <a:lumMod val="60000"/>
                    <a:lumOff val="40000"/>
                  </a:schemeClr>
                </a:solidFill>
                <a:cs typeface="Times New Roman" pitchFamily="18" charset="0"/>
              </a:rPr>
              <a:t>可执行语句</a:t>
            </a:r>
            <a:r>
              <a:rPr lang="zh-CN" altLang="en-US" sz="2500" b="1" dirty="0">
                <a:solidFill>
                  <a:schemeClr val="tx1"/>
                </a:solidFill>
                <a:cs typeface="Times New Roman" pitchFamily="18" charset="0"/>
              </a:rPr>
              <a:t>部分扫视到标识符时</a:t>
            </a:r>
            <a:r>
              <a:rPr lang="en-US" altLang="zh-CN" sz="2800" b="1" dirty="0">
                <a:solidFill>
                  <a:schemeClr val="tx1"/>
                </a:solidFill>
                <a:ea typeface="楷体" pitchFamily="49" charset="-122"/>
                <a:cs typeface="Times New Roman" pitchFamily="18" charset="0"/>
              </a:rPr>
              <a:t>( </a:t>
            </a:r>
            <a:r>
              <a:rPr lang="en-US" altLang="zh-CN" sz="2500" b="1" dirty="0">
                <a:solidFill>
                  <a:schemeClr val="tx1"/>
                </a:solidFill>
                <a:cs typeface="Times New Roman" pitchFamily="18" charset="0"/>
              </a:rPr>
              <a:t>id</a:t>
            </a:r>
            <a:r>
              <a:rPr lang="zh-CN" altLang="en-US" sz="2500" b="1" dirty="0">
                <a:solidFill>
                  <a:schemeClr val="tx1"/>
                </a:solidFill>
                <a:cs typeface="Times New Roman" pitchFamily="18" charset="0"/>
              </a:rPr>
              <a:t>的</a:t>
            </a:r>
            <a:r>
              <a:rPr lang="zh-CN" altLang="en-US" sz="2500" b="1" dirty="0">
                <a:solidFill>
                  <a:schemeClr val="tx2">
                    <a:lumMod val="60000"/>
                    <a:lumOff val="40000"/>
                  </a:schemeClr>
                </a:solidFill>
                <a:cs typeface="Times New Roman" pitchFamily="18" charset="0"/>
              </a:rPr>
              <a:t>应用性出现</a:t>
            </a:r>
            <a:r>
              <a:rPr lang="en-US" altLang="zh-CN" sz="2800" b="1" dirty="0">
                <a:solidFill>
                  <a:schemeClr val="tx1"/>
                </a:solidFill>
                <a:ea typeface="楷体" pitchFamily="49" charset="-122"/>
                <a:cs typeface="Times New Roman" pitchFamily="18" charset="0"/>
              </a:rPr>
              <a:t>)</a:t>
            </a:r>
            <a:endParaRPr lang="en-US" altLang="zh-CN" sz="2500" b="1" dirty="0">
              <a:solidFill>
                <a:schemeClr val="tx1"/>
              </a:solidFill>
              <a:cs typeface="Times New Roman" pitchFamily="18" charset="0"/>
            </a:endParaRPr>
          </a:p>
          <a:p>
            <a:pPr lvl="1">
              <a:lnSpc>
                <a:spcPts val="2800"/>
              </a:lnSpc>
              <a:buClrTx/>
              <a:buFont typeface="Wingdings" pitchFamily="2" charset="2"/>
              <a:buChar char="Ø"/>
              <a:defRPr/>
            </a:pPr>
            <a:r>
              <a:rPr lang="zh-CN" altLang="en-US" sz="2400" b="1" dirty="0">
                <a:solidFill>
                  <a:schemeClr val="tx1"/>
                </a:solidFill>
                <a:cs typeface="Times New Roman" pitchFamily="18" charset="0"/>
              </a:rPr>
              <a:t>首先在</a:t>
            </a:r>
            <a:r>
              <a:rPr lang="zh-CN" altLang="en-US" sz="2400" b="1" dirty="0">
                <a:solidFill>
                  <a:schemeClr val="tx2">
                    <a:lumMod val="60000"/>
                    <a:lumOff val="40000"/>
                  </a:schemeClr>
                </a:solidFill>
                <a:cs typeface="Times New Roman" pitchFamily="18" charset="0"/>
              </a:rPr>
              <a:t>该层符号表</a:t>
            </a:r>
            <a:r>
              <a:rPr lang="zh-CN" altLang="en-US" sz="2400" b="1" dirty="0">
                <a:solidFill>
                  <a:schemeClr val="tx1"/>
                </a:solidFill>
                <a:cs typeface="Times New Roman" pitchFamily="18" charset="0"/>
              </a:rPr>
              <a:t>中查找该</a:t>
            </a:r>
            <a:r>
              <a:rPr lang="en-US" altLang="zh-CN" sz="2400" b="1" dirty="0">
                <a:solidFill>
                  <a:schemeClr val="tx1"/>
                </a:solidFill>
                <a:cs typeface="Times New Roman" pitchFamily="18" charset="0"/>
              </a:rPr>
              <a:t>id</a:t>
            </a:r>
            <a:r>
              <a:rPr lang="zh-CN" altLang="en-US" sz="2400" b="1" dirty="0">
                <a:solidFill>
                  <a:schemeClr val="tx1"/>
                </a:solidFill>
                <a:cs typeface="Times New Roman" pitchFamily="18" charset="0"/>
              </a:rPr>
              <a:t>，如果找不到，则到</a:t>
            </a:r>
            <a:r>
              <a:rPr lang="zh-CN" altLang="en-US" sz="2400" b="1" dirty="0">
                <a:solidFill>
                  <a:schemeClr val="tx2">
                    <a:lumMod val="60000"/>
                    <a:lumOff val="40000"/>
                  </a:schemeClr>
                </a:solidFill>
                <a:cs typeface="Times New Roman" pitchFamily="18" charset="0"/>
              </a:rPr>
              <a:t>直接外层</a:t>
            </a:r>
            <a:r>
              <a:rPr lang="zh-CN" altLang="en-US" sz="2400" b="1" dirty="0">
                <a:solidFill>
                  <a:schemeClr val="tx1"/>
                </a:solidFill>
                <a:cs typeface="Times New Roman" pitchFamily="18" charset="0"/>
              </a:rPr>
              <a:t>符号表中去查，如此等等，一旦找到，则在表中取出有关信息并作相应处理</a:t>
            </a:r>
            <a:endParaRPr lang="en-US" altLang="zh-CN" sz="2400" b="1" dirty="0">
              <a:solidFill>
                <a:schemeClr val="tx1"/>
              </a:solidFill>
              <a:cs typeface="Times New Roman" pitchFamily="18" charset="0"/>
            </a:endParaRPr>
          </a:p>
          <a:p>
            <a:pPr lvl="1">
              <a:lnSpc>
                <a:spcPts val="2800"/>
              </a:lnSpc>
              <a:buClrTx/>
              <a:buFont typeface="Wingdings" pitchFamily="2" charset="2"/>
              <a:buChar char="Ø"/>
              <a:defRPr/>
            </a:pPr>
            <a:r>
              <a:rPr lang="zh-CN" altLang="en-US" sz="2400" b="1" dirty="0">
                <a:solidFill>
                  <a:schemeClr val="tx1"/>
                </a:solidFill>
                <a:cs typeface="Times New Roman" pitchFamily="18" charset="0"/>
              </a:rPr>
              <a:t>如果查遍所有外层符号表均未找到该</a:t>
            </a:r>
            <a:r>
              <a:rPr lang="en-US" altLang="zh-CN" sz="2400" b="1" dirty="0">
                <a:solidFill>
                  <a:schemeClr val="tx1"/>
                </a:solidFill>
                <a:cs typeface="Times New Roman" pitchFamily="18" charset="0"/>
              </a:rPr>
              <a:t>id</a:t>
            </a:r>
            <a:r>
              <a:rPr lang="zh-CN" altLang="en-US" sz="2400" b="1" dirty="0">
                <a:solidFill>
                  <a:schemeClr val="tx1"/>
                </a:solidFill>
                <a:cs typeface="Times New Roman" pitchFamily="18" charset="0"/>
              </a:rPr>
              <a:t>，则报错并发出诊断信息“</a:t>
            </a:r>
            <a:r>
              <a:rPr lang="en-US" altLang="zh-CN" sz="2400" b="1" dirty="0">
                <a:solidFill>
                  <a:schemeClr val="tx1"/>
                </a:solidFill>
                <a:cs typeface="Times New Roman" pitchFamily="18" charset="0"/>
              </a:rPr>
              <a:t>id</a:t>
            </a:r>
            <a:r>
              <a:rPr lang="zh-CN" altLang="en-US" sz="2400" b="1" dirty="0">
                <a:solidFill>
                  <a:schemeClr val="tx2">
                    <a:lumMod val="60000"/>
                    <a:lumOff val="40000"/>
                  </a:schemeClr>
                </a:solidFill>
                <a:cs typeface="Times New Roman" pitchFamily="18" charset="0"/>
              </a:rPr>
              <a:t>未声明</a:t>
            </a:r>
            <a:r>
              <a:rPr lang="zh-CN" altLang="en-US" sz="2400" b="1" dirty="0">
                <a:solidFill>
                  <a:schemeClr val="tx1"/>
                </a:solidFill>
                <a:cs typeface="Times New Roman" pitchFamily="18" charset="0"/>
              </a:rPr>
              <a:t>”</a:t>
            </a:r>
          </a:p>
        </p:txBody>
      </p:sp>
      <p:sp>
        <p:nvSpPr>
          <p:cNvPr id="129027" name="标题 1"/>
          <p:cNvSpPr>
            <a:spLocks noGrp="1"/>
          </p:cNvSpPr>
          <p:nvPr>
            <p:ph type="title"/>
          </p:nvPr>
        </p:nvSpPr>
        <p:spPr>
          <a:xfrm>
            <a:off x="755650" y="268288"/>
            <a:ext cx="7931150" cy="358775"/>
          </a:xfrm>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标识符的基本处理方法</a:t>
            </a:r>
          </a:p>
        </p:txBody>
      </p:sp>
      <p:sp>
        <p:nvSpPr>
          <p:cNvPr id="2" name="矩形 1"/>
          <p:cNvSpPr/>
          <p:nvPr/>
        </p:nvSpPr>
        <p:spPr>
          <a:xfrm>
            <a:off x="3203848" y="3723878"/>
            <a:ext cx="5647700" cy="369332"/>
          </a:xfrm>
          <a:prstGeom prst="rect">
            <a:avLst/>
          </a:prstGeom>
        </p:spPr>
        <p:txBody>
          <a:bodyPr wrap="none">
            <a:spAutoFit/>
          </a:bodyPr>
          <a:lstStyle/>
          <a:p>
            <a:r>
              <a:rPr lang="zh-CN" altLang="en-US" sz="1800" dirty="0">
                <a:solidFill>
                  <a:srgbClr val="0000FF"/>
                </a:solidFill>
              </a:rPr>
              <a:t>将层号</a:t>
            </a:r>
            <a:r>
              <a:rPr lang="en-US" altLang="zh-CN" sz="1800" dirty="0">
                <a:solidFill>
                  <a:srgbClr val="0000FF"/>
                </a:solidFill>
              </a:rPr>
              <a:t>(</a:t>
            </a:r>
            <a:r>
              <a:rPr lang="zh-CN" altLang="en-US" sz="1800" dirty="0">
                <a:solidFill>
                  <a:srgbClr val="0000FF"/>
                </a:solidFill>
              </a:rPr>
              <a:t>或嵌套深度之差</a:t>
            </a:r>
            <a:r>
              <a:rPr lang="en-US" altLang="zh-CN" sz="1800" dirty="0">
                <a:solidFill>
                  <a:srgbClr val="0000FF"/>
                </a:solidFill>
              </a:rPr>
              <a:t>)</a:t>
            </a:r>
            <a:r>
              <a:rPr lang="zh-CN" altLang="en-US" sz="1800" dirty="0">
                <a:solidFill>
                  <a:srgbClr val="0000FF"/>
                </a:solidFill>
              </a:rPr>
              <a:t>作为中间代码中地址的一部分</a:t>
            </a:r>
          </a:p>
        </p:txBody>
      </p:sp>
    </p:spTree>
    <p:extLst>
      <p:ext uri="{BB962C8B-B14F-4D97-AF65-F5344CB8AC3E}">
        <p14:creationId xmlns:p14="http://schemas.microsoft.com/office/powerpoint/2010/main" val="147213091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3" presetClass="entr" presetSubtype="16" fill="hold" nodeType="clickEffect">
                                  <p:stCondLst>
                                    <p:cond delay="0"/>
                                  </p:stCondLst>
                                  <p:childTnLst>
                                    <p:set>
                                      <p:cBhvr>
                                        <p:cTn id="6" dur="1" fill="hold">
                                          <p:stCondLst>
                                            <p:cond delay="0"/>
                                          </p:stCondLst>
                                        </p:cTn>
                                        <p:tgtEl>
                                          <p:spTgt spid="92162">
                                            <p:txEl>
                                              <p:pRg st="0" end="0"/>
                                            </p:txEl>
                                          </p:spTgt>
                                        </p:tgtEl>
                                        <p:attrNameLst>
                                          <p:attrName>style.visibility</p:attrName>
                                        </p:attrNameLst>
                                      </p:cBhvr>
                                      <p:to>
                                        <p:strVal val="visible"/>
                                      </p:to>
                                    </p:set>
                                    <p:anim calcmode="lin" valueType="num">
                                      <p:cBhvr>
                                        <p:cTn id="7" dur="500" fill="hold"/>
                                        <p:tgtEl>
                                          <p:spTgt spid="92162">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92162">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92162">
                                            <p:txEl>
                                              <p:pRg st="0" end="0"/>
                                            </p:txEl>
                                          </p:spTgt>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53" presetClass="entr" presetSubtype="16" fill="hold" nodeType="clickEffect">
                                  <p:stCondLst>
                                    <p:cond delay="0"/>
                                  </p:stCondLst>
                                  <p:childTnLst>
                                    <p:set>
                                      <p:cBhvr>
                                        <p:cTn id="13" dur="1" fill="hold">
                                          <p:stCondLst>
                                            <p:cond delay="0"/>
                                          </p:stCondLst>
                                        </p:cTn>
                                        <p:tgtEl>
                                          <p:spTgt spid="92162">
                                            <p:txEl>
                                              <p:pRg st="1" end="1"/>
                                            </p:txEl>
                                          </p:spTgt>
                                        </p:tgtEl>
                                        <p:attrNameLst>
                                          <p:attrName>style.visibility</p:attrName>
                                        </p:attrNameLst>
                                      </p:cBhvr>
                                      <p:to>
                                        <p:strVal val="visible"/>
                                      </p:to>
                                    </p:set>
                                    <p:anim calcmode="lin" valueType="num">
                                      <p:cBhvr>
                                        <p:cTn id="14" dur="500" fill="hold"/>
                                        <p:tgtEl>
                                          <p:spTgt spid="92162">
                                            <p:txEl>
                                              <p:pRg st="1" end="1"/>
                                            </p:txEl>
                                          </p:spTgt>
                                        </p:tgtEl>
                                        <p:attrNameLst>
                                          <p:attrName>ppt_w</p:attrName>
                                        </p:attrNameLst>
                                      </p:cBhvr>
                                      <p:tavLst>
                                        <p:tav tm="0">
                                          <p:val>
                                            <p:fltVal val="0"/>
                                          </p:val>
                                        </p:tav>
                                        <p:tav tm="100000">
                                          <p:val>
                                            <p:strVal val="#ppt_w"/>
                                          </p:val>
                                        </p:tav>
                                      </p:tavLst>
                                    </p:anim>
                                    <p:anim calcmode="lin" valueType="num">
                                      <p:cBhvr>
                                        <p:cTn id="15" dur="500" fill="hold"/>
                                        <p:tgtEl>
                                          <p:spTgt spid="92162">
                                            <p:txEl>
                                              <p:pRg st="1" end="1"/>
                                            </p:txEl>
                                          </p:spTgt>
                                        </p:tgtEl>
                                        <p:attrNameLst>
                                          <p:attrName>ppt_h</p:attrName>
                                        </p:attrNameLst>
                                      </p:cBhvr>
                                      <p:tavLst>
                                        <p:tav tm="0">
                                          <p:val>
                                            <p:fltVal val="0"/>
                                          </p:val>
                                        </p:tav>
                                        <p:tav tm="100000">
                                          <p:val>
                                            <p:strVal val="#ppt_h"/>
                                          </p:val>
                                        </p:tav>
                                      </p:tavLst>
                                    </p:anim>
                                    <p:animEffect transition="in" filter="fade">
                                      <p:cBhvr>
                                        <p:cTn id="16" dur="500"/>
                                        <p:tgtEl>
                                          <p:spTgt spid="92162">
                                            <p:txEl>
                                              <p:pRg st="1" end="1"/>
                                            </p:txEl>
                                          </p:spTgt>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53" presetClass="entr" presetSubtype="16" fill="hold" nodeType="clickEffect">
                                  <p:stCondLst>
                                    <p:cond delay="0"/>
                                  </p:stCondLst>
                                  <p:childTnLst>
                                    <p:set>
                                      <p:cBhvr>
                                        <p:cTn id="20" dur="1" fill="hold">
                                          <p:stCondLst>
                                            <p:cond delay="0"/>
                                          </p:stCondLst>
                                        </p:cTn>
                                        <p:tgtEl>
                                          <p:spTgt spid="92162">
                                            <p:txEl>
                                              <p:pRg st="2" end="2"/>
                                            </p:txEl>
                                          </p:spTgt>
                                        </p:tgtEl>
                                        <p:attrNameLst>
                                          <p:attrName>style.visibility</p:attrName>
                                        </p:attrNameLst>
                                      </p:cBhvr>
                                      <p:to>
                                        <p:strVal val="visible"/>
                                      </p:to>
                                    </p:set>
                                    <p:anim calcmode="lin" valueType="num">
                                      <p:cBhvr>
                                        <p:cTn id="21" dur="500" fill="hold"/>
                                        <p:tgtEl>
                                          <p:spTgt spid="92162">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92162">
                                            <p:txEl>
                                              <p:pRg st="2" end="2"/>
                                            </p:txEl>
                                          </p:spTgt>
                                        </p:tgtEl>
                                        <p:attrNameLst>
                                          <p:attrName>ppt_h</p:attrName>
                                        </p:attrNameLst>
                                      </p:cBhvr>
                                      <p:tavLst>
                                        <p:tav tm="0">
                                          <p:val>
                                            <p:fltVal val="0"/>
                                          </p:val>
                                        </p:tav>
                                        <p:tav tm="100000">
                                          <p:val>
                                            <p:strVal val="#ppt_h"/>
                                          </p:val>
                                        </p:tav>
                                      </p:tavLst>
                                    </p:anim>
                                    <p:animEffect transition="in" filter="fade">
                                      <p:cBhvr>
                                        <p:cTn id="23" dur="500"/>
                                        <p:tgtEl>
                                          <p:spTgt spid="92162">
                                            <p:txEl>
                                              <p:pRg st="2" end="2"/>
                                            </p:txEl>
                                          </p:spTgt>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53" presetClass="entr" presetSubtype="16" fill="hold" nodeType="clickEffect">
                                  <p:stCondLst>
                                    <p:cond delay="0"/>
                                  </p:stCondLst>
                                  <p:childTnLst>
                                    <p:set>
                                      <p:cBhvr>
                                        <p:cTn id="27" dur="1" fill="hold">
                                          <p:stCondLst>
                                            <p:cond delay="0"/>
                                          </p:stCondLst>
                                        </p:cTn>
                                        <p:tgtEl>
                                          <p:spTgt spid="92162">
                                            <p:txEl>
                                              <p:pRg st="3" end="3"/>
                                            </p:txEl>
                                          </p:spTgt>
                                        </p:tgtEl>
                                        <p:attrNameLst>
                                          <p:attrName>style.visibility</p:attrName>
                                        </p:attrNameLst>
                                      </p:cBhvr>
                                      <p:to>
                                        <p:strVal val="visible"/>
                                      </p:to>
                                    </p:set>
                                    <p:anim calcmode="lin" valueType="num">
                                      <p:cBhvr>
                                        <p:cTn id="28" dur="500" fill="hold"/>
                                        <p:tgtEl>
                                          <p:spTgt spid="92162">
                                            <p:txEl>
                                              <p:pRg st="3" end="3"/>
                                            </p:txEl>
                                          </p:spTgt>
                                        </p:tgtEl>
                                        <p:attrNameLst>
                                          <p:attrName>ppt_w</p:attrName>
                                        </p:attrNameLst>
                                      </p:cBhvr>
                                      <p:tavLst>
                                        <p:tav tm="0">
                                          <p:val>
                                            <p:fltVal val="0"/>
                                          </p:val>
                                        </p:tav>
                                        <p:tav tm="100000">
                                          <p:val>
                                            <p:strVal val="#ppt_w"/>
                                          </p:val>
                                        </p:tav>
                                      </p:tavLst>
                                    </p:anim>
                                    <p:anim calcmode="lin" valueType="num">
                                      <p:cBhvr>
                                        <p:cTn id="29" dur="500" fill="hold"/>
                                        <p:tgtEl>
                                          <p:spTgt spid="92162">
                                            <p:txEl>
                                              <p:pRg st="3" end="3"/>
                                            </p:txEl>
                                          </p:spTgt>
                                        </p:tgtEl>
                                        <p:attrNameLst>
                                          <p:attrName>ppt_h</p:attrName>
                                        </p:attrNameLst>
                                      </p:cBhvr>
                                      <p:tavLst>
                                        <p:tav tm="0">
                                          <p:val>
                                            <p:fltVal val="0"/>
                                          </p:val>
                                        </p:tav>
                                        <p:tav tm="100000">
                                          <p:val>
                                            <p:strVal val="#ppt_h"/>
                                          </p:val>
                                        </p:tav>
                                      </p:tavLst>
                                    </p:anim>
                                    <p:animEffect transition="in" filter="fade">
                                      <p:cBhvr>
                                        <p:cTn id="30" dur="500"/>
                                        <p:tgtEl>
                                          <p:spTgt spid="92162">
                                            <p:txEl>
                                              <p:pRg st="3" end="3"/>
                                            </p:txEl>
                                          </p:spTgt>
                                        </p:tgtEl>
                                      </p:cBhvr>
                                    </p:animEffect>
                                  </p:childTnLst>
                                </p:cTn>
                              </p:par>
                            </p:childTnLst>
                          </p:cTn>
                        </p:par>
                      </p:childTnLst>
                    </p:cTn>
                  </p:par>
                  <p:par>
                    <p:cTn id="31" fill="hold" nodeType="clickPar">
                      <p:stCondLst>
                        <p:cond delay="indefinite"/>
                      </p:stCondLst>
                      <p:childTnLst>
                        <p:par>
                          <p:cTn id="32" fill="hold" nodeType="withGroup">
                            <p:stCondLst>
                              <p:cond delay="0"/>
                            </p:stCondLst>
                            <p:childTnLst>
                              <p:par>
                                <p:cTn id="33" presetID="53" presetClass="entr" presetSubtype="16" fill="hold" nodeType="clickEffect">
                                  <p:stCondLst>
                                    <p:cond delay="0"/>
                                  </p:stCondLst>
                                  <p:childTnLst>
                                    <p:set>
                                      <p:cBhvr>
                                        <p:cTn id="34" dur="1" fill="hold">
                                          <p:stCondLst>
                                            <p:cond delay="0"/>
                                          </p:stCondLst>
                                        </p:cTn>
                                        <p:tgtEl>
                                          <p:spTgt spid="92162">
                                            <p:txEl>
                                              <p:pRg st="4" end="4"/>
                                            </p:txEl>
                                          </p:spTgt>
                                        </p:tgtEl>
                                        <p:attrNameLst>
                                          <p:attrName>style.visibility</p:attrName>
                                        </p:attrNameLst>
                                      </p:cBhvr>
                                      <p:to>
                                        <p:strVal val="visible"/>
                                      </p:to>
                                    </p:set>
                                    <p:anim calcmode="lin" valueType="num">
                                      <p:cBhvr>
                                        <p:cTn id="35" dur="500" fill="hold"/>
                                        <p:tgtEl>
                                          <p:spTgt spid="92162">
                                            <p:txEl>
                                              <p:pRg st="4" end="4"/>
                                            </p:txEl>
                                          </p:spTgt>
                                        </p:tgtEl>
                                        <p:attrNameLst>
                                          <p:attrName>ppt_w</p:attrName>
                                        </p:attrNameLst>
                                      </p:cBhvr>
                                      <p:tavLst>
                                        <p:tav tm="0">
                                          <p:val>
                                            <p:fltVal val="0"/>
                                          </p:val>
                                        </p:tav>
                                        <p:tav tm="100000">
                                          <p:val>
                                            <p:strVal val="#ppt_w"/>
                                          </p:val>
                                        </p:tav>
                                      </p:tavLst>
                                    </p:anim>
                                    <p:anim calcmode="lin" valueType="num">
                                      <p:cBhvr>
                                        <p:cTn id="36" dur="500" fill="hold"/>
                                        <p:tgtEl>
                                          <p:spTgt spid="92162">
                                            <p:txEl>
                                              <p:pRg st="4" end="4"/>
                                            </p:txEl>
                                          </p:spTgt>
                                        </p:tgtEl>
                                        <p:attrNameLst>
                                          <p:attrName>ppt_h</p:attrName>
                                        </p:attrNameLst>
                                      </p:cBhvr>
                                      <p:tavLst>
                                        <p:tav tm="0">
                                          <p:val>
                                            <p:fltVal val="0"/>
                                          </p:val>
                                        </p:tav>
                                        <p:tav tm="100000">
                                          <p:val>
                                            <p:strVal val="#ppt_h"/>
                                          </p:val>
                                        </p:tav>
                                      </p:tavLst>
                                    </p:anim>
                                    <p:animEffect transition="in" filter="fade">
                                      <p:cBhvr>
                                        <p:cTn id="37" dur="500"/>
                                        <p:tgtEl>
                                          <p:spTgt spid="92162">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53" presetClass="entr" presetSubtype="16" fill="hold" nodeType="clickEffect">
                                  <p:stCondLst>
                                    <p:cond delay="0"/>
                                  </p:stCondLst>
                                  <p:childTnLst>
                                    <p:set>
                                      <p:cBhvr>
                                        <p:cTn id="41" dur="1" fill="hold">
                                          <p:stCondLst>
                                            <p:cond delay="0"/>
                                          </p:stCondLst>
                                        </p:cTn>
                                        <p:tgtEl>
                                          <p:spTgt spid="2">
                                            <p:txEl>
                                              <p:pRg st="0" end="0"/>
                                            </p:txEl>
                                          </p:spTgt>
                                        </p:tgtEl>
                                        <p:attrNameLst>
                                          <p:attrName>style.visibility</p:attrName>
                                        </p:attrNameLst>
                                      </p:cBhvr>
                                      <p:to>
                                        <p:strVal val="visible"/>
                                      </p:to>
                                    </p:set>
                                    <p:anim calcmode="lin" valueType="num">
                                      <p:cBhvr>
                                        <p:cTn id="42" dur="500" fill="hold"/>
                                        <p:tgtEl>
                                          <p:spTgt spid="2">
                                            <p:txEl>
                                              <p:pRg st="0" end="0"/>
                                            </p:txEl>
                                          </p:spTgt>
                                        </p:tgtEl>
                                        <p:attrNameLst>
                                          <p:attrName>ppt_w</p:attrName>
                                        </p:attrNameLst>
                                      </p:cBhvr>
                                      <p:tavLst>
                                        <p:tav tm="0">
                                          <p:val>
                                            <p:fltVal val="0"/>
                                          </p:val>
                                        </p:tav>
                                        <p:tav tm="100000">
                                          <p:val>
                                            <p:strVal val="#ppt_w"/>
                                          </p:val>
                                        </p:tav>
                                      </p:tavLst>
                                    </p:anim>
                                    <p:anim calcmode="lin" valueType="num">
                                      <p:cBhvr>
                                        <p:cTn id="43" dur="500" fill="hold"/>
                                        <p:tgtEl>
                                          <p:spTgt spid="2">
                                            <p:txEl>
                                              <p:pRg st="0" end="0"/>
                                            </p:txEl>
                                          </p:spTgt>
                                        </p:tgtEl>
                                        <p:attrNameLst>
                                          <p:attrName>ppt_h</p:attrName>
                                        </p:attrNameLst>
                                      </p:cBhvr>
                                      <p:tavLst>
                                        <p:tav tm="0">
                                          <p:val>
                                            <p:fltVal val="0"/>
                                          </p:val>
                                        </p:tav>
                                        <p:tav tm="100000">
                                          <p:val>
                                            <p:strVal val="#ppt_h"/>
                                          </p:val>
                                        </p:tav>
                                      </p:tavLst>
                                    </p:anim>
                                    <p:animEffect transition="in" filter="fade">
                                      <p:cBhvr>
                                        <p:cTn id="44" dur="500"/>
                                        <p:tgtEl>
                                          <p:spTgt spid="2">
                                            <p:txEl>
                                              <p:pRg st="0" end="0"/>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53" presetClass="entr" presetSubtype="16" fill="hold" nodeType="clickEffect">
                                  <p:stCondLst>
                                    <p:cond delay="0"/>
                                  </p:stCondLst>
                                  <p:childTnLst>
                                    <p:set>
                                      <p:cBhvr>
                                        <p:cTn id="48" dur="1" fill="hold">
                                          <p:stCondLst>
                                            <p:cond delay="0"/>
                                          </p:stCondLst>
                                        </p:cTn>
                                        <p:tgtEl>
                                          <p:spTgt spid="92162">
                                            <p:txEl>
                                              <p:pRg st="5" end="5"/>
                                            </p:txEl>
                                          </p:spTgt>
                                        </p:tgtEl>
                                        <p:attrNameLst>
                                          <p:attrName>style.visibility</p:attrName>
                                        </p:attrNameLst>
                                      </p:cBhvr>
                                      <p:to>
                                        <p:strVal val="visible"/>
                                      </p:to>
                                    </p:set>
                                    <p:anim calcmode="lin" valueType="num">
                                      <p:cBhvr>
                                        <p:cTn id="49" dur="500" fill="hold"/>
                                        <p:tgtEl>
                                          <p:spTgt spid="92162">
                                            <p:txEl>
                                              <p:pRg st="5" end="5"/>
                                            </p:txEl>
                                          </p:spTgt>
                                        </p:tgtEl>
                                        <p:attrNameLst>
                                          <p:attrName>ppt_w</p:attrName>
                                        </p:attrNameLst>
                                      </p:cBhvr>
                                      <p:tavLst>
                                        <p:tav tm="0">
                                          <p:val>
                                            <p:fltVal val="0"/>
                                          </p:val>
                                        </p:tav>
                                        <p:tav tm="100000">
                                          <p:val>
                                            <p:strVal val="#ppt_w"/>
                                          </p:val>
                                        </p:tav>
                                      </p:tavLst>
                                    </p:anim>
                                    <p:anim calcmode="lin" valueType="num">
                                      <p:cBhvr>
                                        <p:cTn id="50" dur="500" fill="hold"/>
                                        <p:tgtEl>
                                          <p:spTgt spid="92162">
                                            <p:txEl>
                                              <p:pRg st="5" end="5"/>
                                            </p:txEl>
                                          </p:spTgt>
                                        </p:tgtEl>
                                        <p:attrNameLst>
                                          <p:attrName>ppt_h</p:attrName>
                                        </p:attrNameLst>
                                      </p:cBhvr>
                                      <p:tavLst>
                                        <p:tav tm="0">
                                          <p:val>
                                            <p:fltVal val="0"/>
                                          </p:val>
                                        </p:tav>
                                        <p:tav tm="100000">
                                          <p:val>
                                            <p:strVal val="#ppt_h"/>
                                          </p:val>
                                        </p:tav>
                                      </p:tavLst>
                                    </p:anim>
                                    <p:animEffect transition="in" filter="fade">
                                      <p:cBhvr>
                                        <p:cTn id="51" dur="500"/>
                                        <p:tgtEl>
                                          <p:spTgt spid="9216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矩形 88"/>
          <p:cNvSpPr/>
          <p:nvPr/>
        </p:nvSpPr>
        <p:spPr>
          <a:xfrm>
            <a:off x="155575" y="828675"/>
            <a:ext cx="8177213" cy="4716463"/>
          </a:xfrm>
          <a:prstGeom prst="rect">
            <a:avLst/>
          </a:prstGeom>
          <a:noFill/>
          <a:ln>
            <a:noFill/>
          </a:ln>
        </p:spPr>
        <p:txBody>
          <a:bodyPr lIns="68580" tIns="34290" rIns="68580" bIns="34290">
            <a:spAutoFit/>
          </a:bodyPr>
          <a:lstStyle/>
          <a:p>
            <a:pPr marL="257175" indent="-257175" algn="just" eaLnBrk="1" hangingPunct="1">
              <a:lnSpc>
                <a:spcPct val="80000"/>
              </a:lnSpc>
              <a:spcBef>
                <a:spcPct val="12000"/>
              </a:spcBef>
              <a:buClr>
                <a:srgbClr val="3333CC"/>
              </a:buClr>
              <a:buSzPct val="60000"/>
              <a:defRPr/>
            </a:pPr>
            <a:r>
              <a:rPr lang="en-US" altLang="zh-CN" sz="2000" i="1" kern="0" dirty="0">
                <a:solidFill>
                  <a:srgbClr val="000000"/>
                </a:solidFill>
              </a:rPr>
              <a:t>program</a:t>
            </a:r>
            <a:r>
              <a:rPr lang="en-US" altLang="zh-CN" sz="2000" kern="0" dirty="0">
                <a:solidFill>
                  <a:srgbClr val="000000"/>
                </a:solidFill>
              </a:rPr>
              <a:t> </a:t>
            </a:r>
            <a:r>
              <a:rPr lang="en-US" altLang="zh-CN" sz="2000" i="1" kern="0" dirty="0">
                <a:solidFill>
                  <a:srgbClr val="FF0000"/>
                </a:solidFill>
              </a:rPr>
              <a:t>sort </a:t>
            </a:r>
            <a:r>
              <a:rPr lang="en-US" altLang="zh-CN" sz="2000" kern="0" dirty="0">
                <a:solidFill>
                  <a:srgbClr val="000000"/>
                </a:solidFill>
              </a:rPr>
              <a:t>( </a:t>
            </a:r>
            <a:r>
              <a:rPr lang="en-US" altLang="zh-CN" sz="2000" i="1" kern="0" dirty="0">
                <a:solidFill>
                  <a:srgbClr val="000000"/>
                </a:solidFill>
              </a:rPr>
              <a:t>input</a:t>
            </a:r>
            <a:r>
              <a:rPr lang="en-US" altLang="zh-CN" sz="2000" kern="0" dirty="0">
                <a:solidFill>
                  <a:srgbClr val="000000"/>
                </a:solidFill>
              </a:rPr>
              <a:t>, </a:t>
            </a:r>
            <a:r>
              <a:rPr lang="en-US" altLang="zh-CN" sz="2000" i="1" kern="0" dirty="0">
                <a:solidFill>
                  <a:srgbClr val="000000"/>
                </a:solidFill>
              </a:rPr>
              <a:t>output</a:t>
            </a:r>
            <a:r>
              <a:rPr lang="en-US" altLang="zh-CN" sz="2000" kern="0" dirty="0">
                <a:solidFill>
                  <a:srgbClr val="000000"/>
                </a:solidFill>
              </a:rPr>
              <a:t> );</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a:solidFill>
                  <a:srgbClr val="000000"/>
                </a:solidFill>
              </a:rPr>
              <a:t>a</a:t>
            </a:r>
            <a:r>
              <a:rPr lang="en-US" altLang="zh-CN" sz="2000" kern="0" dirty="0">
                <a:solidFill>
                  <a:srgbClr val="000000"/>
                </a:solidFill>
              </a:rPr>
              <a:t>: </a:t>
            </a:r>
            <a:r>
              <a:rPr lang="en-US" altLang="zh-CN" sz="2000" i="1" kern="0" dirty="0">
                <a:solidFill>
                  <a:srgbClr val="000000"/>
                </a:solidFill>
              </a:rPr>
              <a:t>array</a:t>
            </a:r>
            <a:r>
              <a:rPr lang="en-US" altLang="zh-CN" sz="2000" kern="0" dirty="0">
                <a:solidFill>
                  <a:srgbClr val="000000"/>
                </a:solidFill>
              </a:rPr>
              <a:t>[0..10] </a:t>
            </a:r>
            <a:r>
              <a:rPr lang="en-US" altLang="zh-CN" sz="2000" i="1" kern="0" dirty="0">
                <a:solidFill>
                  <a:srgbClr val="000000"/>
                </a:solidFill>
              </a:rPr>
              <a:t>of integer</a:t>
            </a:r>
            <a:r>
              <a:rPr lang="en-US" altLang="zh-CN" sz="2000" kern="0" dirty="0">
                <a:solidFill>
                  <a:srgbClr val="000000"/>
                </a:solidFill>
              </a:rPr>
              <a:t>; </a:t>
            </a:r>
          </a:p>
          <a:p>
            <a:pPr marL="257175" indent="-257175" algn="just" eaLnBrk="1" hangingPunct="1">
              <a:lnSpc>
                <a:spcPct val="80000"/>
              </a:lnSpc>
              <a:spcBef>
                <a:spcPct val="12000"/>
              </a:spcBef>
              <a:buClr>
                <a:srgbClr val="3333CC"/>
              </a:buClr>
              <a:buSzPct val="60000"/>
              <a:defRPr/>
            </a:pPr>
            <a:r>
              <a:rPr lang="en-US" altLang="zh-CN" sz="2000" i="1" kern="0" dirty="0">
                <a:solidFill>
                  <a:srgbClr val="000000"/>
                </a:solidFill>
              </a:rPr>
              <a:t>           x</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procedure</a:t>
            </a:r>
            <a:r>
              <a:rPr lang="en-US" altLang="zh-CN" sz="2000" kern="0" dirty="0">
                <a:solidFill>
                  <a:srgbClr val="000000"/>
                </a:solidFill>
              </a:rPr>
              <a:t> </a:t>
            </a:r>
            <a:r>
              <a:rPr lang="en-US" altLang="zh-CN" sz="2000" i="1" kern="0" dirty="0" err="1">
                <a:solidFill>
                  <a:srgbClr val="FF0000"/>
                </a:solidFill>
              </a:rPr>
              <a:t>readarray</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a:solidFill>
                  <a:srgbClr val="000000"/>
                </a:solidFill>
              </a:rPr>
              <a:t>i</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 </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FF"/>
                </a:solidFill>
              </a:rPr>
              <a:t>a</a:t>
            </a:r>
            <a:r>
              <a:rPr lang="en-US" altLang="zh-CN" sz="2000" kern="0" dirty="0">
                <a:solidFill>
                  <a:srgbClr val="000000"/>
                </a:solidFill>
              </a:rPr>
              <a:t> … </a:t>
            </a:r>
            <a:r>
              <a:rPr lang="en-US" altLang="zh-CN" sz="2000" i="1" kern="0" dirty="0">
                <a:solidFill>
                  <a:srgbClr val="000000"/>
                </a:solidFill>
              </a:rPr>
              <a:t>end</a:t>
            </a:r>
            <a:r>
              <a:rPr lang="en-US" altLang="zh-CN" sz="2000" kern="0" dirty="0">
                <a:solidFill>
                  <a:srgbClr val="000000"/>
                </a:solidFill>
              </a:rPr>
              <a:t> {</a:t>
            </a:r>
            <a:r>
              <a:rPr lang="en-US" altLang="zh-CN" sz="2000" i="1" kern="0" dirty="0" err="1">
                <a:solidFill>
                  <a:srgbClr val="0000FF"/>
                </a:solidFill>
              </a:rPr>
              <a:t>readarray</a:t>
            </a:r>
            <a:r>
              <a:rPr lang="en-US" altLang="zh-CN" sz="2000" kern="0" dirty="0">
                <a:solidFill>
                  <a:srgbClr val="000000"/>
                </a:solidFill>
              </a:rPr>
              <a:t>} </a:t>
            </a:r>
            <a:r>
              <a:rPr lang="zh-CN" altLang="en-US"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procedure</a:t>
            </a:r>
            <a:r>
              <a:rPr lang="en-US" altLang="zh-CN" sz="2000" kern="0" dirty="0">
                <a:solidFill>
                  <a:srgbClr val="000000"/>
                </a:solidFill>
              </a:rPr>
              <a:t> </a:t>
            </a:r>
            <a:r>
              <a:rPr lang="en-US" altLang="zh-CN" sz="2000" i="1" kern="0" dirty="0">
                <a:solidFill>
                  <a:srgbClr val="FF0000"/>
                </a:solidFill>
              </a:rPr>
              <a:t>exchang</a:t>
            </a:r>
            <a:r>
              <a:rPr lang="en-US" altLang="zh-CN" sz="2000" kern="0" dirty="0">
                <a:solidFill>
                  <a:srgbClr val="FF0000"/>
                </a:solidFill>
              </a:rPr>
              <a:t>e</a:t>
            </a:r>
            <a:r>
              <a:rPr lang="en-US" altLang="zh-CN" sz="2000" kern="0" dirty="0">
                <a:solidFill>
                  <a:prstClr val="black"/>
                </a:solidFill>
              </a:rPr>
              <a:t>(</a:t>
            </a:r>
            <a:r>
              <a:rPr lang="en-US" altLang="zh-CN" sz="2000" i="1" kern="0" dirty="0" err="1">
                <a:solidFill>
                  <a:prstClr val="black"/>
                </a:solidFill>
              </a:rPr>
              <a:t>i</a:t>
            </a:r>
            <a:r>
              <a:rPr lang="en-US" altLang="zh-CN" sz="2000" kern="0" dirty="0">
                <a:solidFill>
                  <a:prstClr val="black"/>
                </a:solidFill>
              </a:rPr>
              <a:t>, </a:t>
            </a:r>
            <a:r>
              <a:rPr lang="en-US" altLang="zh-CN" sz="2000" i="1" kern="0" dirty="0">
                <a:solidFill>
                  <a:srgbClr val="000000"/>
                </a:solidFill>
              </a:rPr>
              <a:t>j</a:t>
            </a:r>
            <a:r>
              <a:rPr lang="en-US" altLang="zh-CN" sz="2000" kern="0" dirty="0">
                <a:solidFill>
                  <a:srgbClr val="000000"/>
                </a:solidFill>
              </a:rPr>
              <a:t>:</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a:t>
            </a:r>
            <a:r>
              <a:rPr lang="en-US" altLang="zh-CN" sz="2000" i="1" kern="0" dirty="0">
                <a:solidFill>
                  <a:srgbClr val="0000FF"/>
                </a:solidFill>
              </a:rPr>
              <a:t>x</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i</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i</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j</a:t>
            </a:r>
            <a:r>
              <a:rPr lang="en-US" altLang="zh-CN" sz="2000" kern="0" dirty="0">
                <a:solidFill>
                  <a:srgbClr val="000000"/>
                </a:solidFill>
              </a:rPr>
              <a:t>];</a:t>
            </a:r>
            <a:r>
              <a:rPr lang="en-US" altLang="zh-CN" sz="2000" i="1" kern="0" dirty="0">
                <a:solidFill>
                  <a:srgbClr val="000000"/>
                </a:solidFill>
              </a:rPr>
              <a:t>a</a:t>
            </a:r>
            <a:r>
              <a:rPr lang="en-US" altLang="zh-CN" sz="2000" kern="0" dirty="0">
                <a:solidFill>
                  <a:srgbClr val="000000"/>
                </a:solidFill>
              </a:rPr>
              <a:t>[</a:t>
            </a:r>
            <a:r>
              <a:rPr lang="en-US" altLang="zh-CN" sz="2000" i="1" kern="0" dirty="0">
                <a:solidFill>
                  <a:srgbClr val="000000"/>
                </a:solidFill>
              </a:rPr>
              <a:t>j</a:t>
            </a:r>
            <a:r>
              <a:rPr lang="en-US" altLang="zh-CN" sz="2000" kern="0" dirty="0">
                <a:solidFill>
                  <a:srgbClr val="000000"/>
                </a:solidFill>
              </a:rPr>
              <a:t>]=</a:t>
            </a:r>
            <a:r>
              <a:rPr lang="en-US" altLang="zh-CN" sz="2000" i="1" kern="0" dirty="0">
                <a:solidFill>
                  <a:srgbClr val="000000"/>
                </a:solidFill>
              </a:rPr>
              <a:t>x</a:t>
            </a:r>
            <a:r>
              <a:rPr lang="en-US" altLang="zh-CN" sz="2000" kern="0" dirty="0">
                <a:solidFill>
                  <a:srgbClr val="000000"/>
                </a:solidFill>
              </a:rPr>
              <a:t>; </a:t>
            </a:r>
            <a:r>
              <a:rPr lang="en-US" altLang="zh-CN" sz="2000" i="1" kern="0" dirty="0">
                <a:solidFill>
                  <a:srgbClr val="000000"/>
                </a:solidFill>
              </a:rPr>
              <a:t>end</a:t>
            </a:r>
            <a:r>
              <a:rPr lang="en-US" altLang="zh-CN" sz="2000" kern="0" dirty="0">
                <a:solidFill>
                  <a:srgbClr val="000000"/>
                </a:solidFill>
              </a:rPr>
              <a:t> {</a:t>
            </a:r>
            <a:r>
              <a:rPr lang="en-US" altLang="zh-CN" sz="2000" i="1" kern="0" dirty="0">
                <a:solidFill>
                  <a:srgbClr val="0000FF"/>
                </a:solidFill>
              </a:rPr>
              <a:t>exchang</a:t>
            </a:r>
            <a:r>
              <a:rPr lang="en-US" altLang="zh-CN" sz="2000" kern="0" dirty="0">
                <a:solidFill>
                  <a:srgbClr val="0000FF"/>
                </a:solidFill>
              </a:rPr>
              <a:t>e</a:t>
            </a:r>
            <a:r>
              <a:rPr lang="en-US" altLang="zh-CN" sz="2000" kern="0" dirty="0">
                <a:solidFill>
                  <a:srgbClr val="000000"/>
                </a:solidFill>
              </a:rPr>
              <a:t>} </a:t>
            </a:r>
            <a:r>
              <a:rPr lang="zh-CN" altLang="en-US"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procedure</a:t>
            </a:r>
            <a:r>
              <a:rPr lang="en-US" altLang="zh-CN" sz="2000" kern="0" dirty="0">
                <a:solidFill>
                  <a:srgbClr val="000000"/>
                </a:solidFill>
              </a:rPr>
              <a:t> </a:t>
            </a:r>
            <a:r>
              <a:rPr lang="en-US" altLang="zh-CN" sz="2000" i="1" kern="0" dirty="0">
                <a:solidFill>
                  <a:srgbClr val="FF0000"/>
                </a:solidFill>
              </a:rPr>
              <a:t>quicksort</a:t>
            </a:r>
            <a:r>
              <a:rPr lang="en-US" altLang="zh-CN" sz="2000" kern="0" dirty="0">
                <a:solidFill>
                  <a:prstClr val="black"/>
                </a:solidFill>
              </a:rPr>
              <a:t>(</a:t>
            </a:r>
            <a:r>
              <a:rPr lang="en-US" altLang="zh-CN" sz="2000" i="1" kern="0" dirty="0">
                <a:solidFill>
                  <a:prstClr val="black"/>
                </a:solidFill>
              </a:rPr>
              <a:t>m</a:t>
            </a:r>
            <a:r>
              <a:rPr lang="en-US" altLang="zh-CN" sz="2000" kern="0" dirty="0">
                <a:solidFill>
                  <a:srgbClr val="000000"/>
                </a:solidFill>
              </a:rPr>
              <a:t>, </a:t>
            </a:r>
            <a:r>
              <a:rPr lang="en-US" altLang="zh-CN" sz="2000" i="1" kern="0" dirty="0">
                <a:solidFill>
                  <a:srgbClr val="000000"/>
                </a:solidFill>
              </a:rPr>
              <a:t>n</a:t>
            </a:r>
            <a:r>
              <a:rPr lang="en-US" altLang="zh-CN" sz="2000" kern="0" dirty="0">
                <a:solidFill>
                  <a:srgbClr val="000000"/>
                </a:solidFill>
              </a:rPr>
              <a:t>:</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a:solidFill>
                  <a:srgbClr val="000000"/>
                </a:solidFill>
              </a:rPr>
              <a:t>k</a:t>
            </a:r>
            <a:r>
              <a:rPr lang="en-US" altLang="zh-CN" sz="2000" kern="0" dirty="0">
                <a:solidFill>
                  <a:srgbClr val="000000"/>
                </a:solidFill>
              </a:rPr>
              <a:t>, </a:t>
            </a:r>
            <a:r>
              <a:rPr lang="en-US" altLang="zh-CN" sz="2000" i="1" kern="0" dirty="0">
                <a:solidFill>
                  <a:srgbClr val="000000"/>
                </a:solidFill>
              </a:rPr>
              <a:t>v </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function</a:t>
            </a:r>
            <a:r>
              <a:rPr lang="en-US" altLang="zh-CN" sz="2000" kern="0" dirty="0">
                <a:solidFill>
                  <a:srgbClr val="000000"/>
                </a:solidFill>
              </a:rPr>
              <a:t> </a:t>
            </a:r>
            <a:r>
              <a:rPr lang="en-US" altLang="zh-CN" sz="2000" i="1" kern="0" dirty="0">
                <a:solidFill>
                  <a:srgbClr val="FF0000"/>
                </a:solidFill>
              </a:rPr>
              <a:t>partition</a:t>
            </a:r>
            <a:r>
              <a:rPr lang="en-US" altLang="zh-CN" sz="2000" kern="0" dirty="0">
                <a:solidFill>
                  <a:prstClr val="black"/>
                </a:solidFill>
              </a:rPr>
              <a:t>(</a:t>
            </a:r>
            <a:r>
              <a:rPr lang="en-US" altLang="zh-CN" sz="2000" i="1" kern="0" dirty="0">
                <a:solidFill>
                  <a:prstClr val="black"/>
                </a:solidFill>
              </a:rPr>
              <a:t>y</a:t>
            </a:r>
            <a:r>
              <a:rPr lang="en-US" altLang="zh-CN" sz="2000" kern="0" dirty="0">
                <a:solidFill>
                  <a:srgbClr val="000000"/>
                </a:solidFill>
              </a:rPr>
              <a:t>, </a:t>
            </a:r>
            <a:r>
              <a:rPr lang="en-US" altLang="zh-CN" sz="2000" i="1" kern="0" dirty="0">
                <a:solidFill>
                  <a:srgbClr val="000000"/>
                </a:solidFill>
              </a:rPr>
              <a:t>z</a:t>
            </a:r>
            <a:r>
              <a:rPr lang="en-US" altLang="zh-CN" sz="2000" kern="0" dirty="0">
                <a:solidFill>
                  <a:srgbClr val="000000"/>
                </a:solidFill>
              </a:rPr>
              <a:t>:</a:t>
            </a:r>
            <a:r>
              <a:rPr lang="en-US" altLang="zh-CN" sz="2000" i="1" kern="0" dirty="0">
                <a:solidFill>
                  <a:srgbClr val="000000"/>
                </a:solidFill>
              </a:rPr>
              <a:t>integer</a:t>
            </a:r>
            <a:r>
              <a:rPr lang="en-US" altLang="zh-CN" sz="2000" kern="0" dirty="0">
                <a:solidFill>
                  <a:srgbClr val="000000"/>
                </a:solidFill>
              </a:rPr>
              <a:t>):</a:t>
            </a:r>
            <a:r>
              <a:rPr lang="en-US" altLang="zh-CN" sz="2000" i="1" kern="0" dirty="0">
                <a:solidFill>
                  <a:srgbClr val="000000"/>
                </a:solidFill>
              </a:rPr>
              <a:t>intege</a:t>
            </a:r>
            <a:r>
              <a:rPr lang="en-US" altLang="zh-CN" sz="2000" kern="0" dirty="0">
                <a:solidFill>
                  <a:srgbClr val="000000"/>
                </a:solidFill>
              </a:rPr>
              <a:t>r;</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err="1">
                <a:solidFill>
                  <a:srgbClr val="000000"/>
                </a:solidFill>
              </a:rPr>
              <a:t>var</a:t>
            </a:r>
            <a:r>
              <a:rPr lang="en-US" altLang="zh-CN" sz="2000" kern="0" dirty="0">
                <a:solidFill>
                  <a:srgbClr val="000000"/>
                </a:solidFill>
              </a:rPr>
              <a:t> </a:t>
            </a:r>
            <a:r>
              <a:rPr lang="en-US" altLang="zh-CN" sz="2000" i="1" kern="0" dirty="0" err="1">
                <a:solidFill>
                  <a:srgbClr val="000000"/>
                </a:solidFill>
              </a:rPr>
              <a:t>i</a:t>
            </a:r>
            <a:r>
              <a:rPr lang="en-US" altLang="zh-CN" sz="2000" kern="0" dirty="0">
                <a:solidFill>
                  <a:srgbClr val="000000"/>
                </a:solidFill>
              </a:rPr>
              <a:t>, </a:t>
            </a:r>
            <a:r>
              <a:rPr lang="en-US" altLang="zh-CN" sz="2000" i="1" kern="0" dirty="0">
                <a:solidFill>
                  <a:srgbClr val="000000"/>
                </a:solidFill>
              </a:rPr>
              <a:t>j </a:t>
            </a:r>
            <a:r>
              <a:rPr lang="en-US" altLang="zh-CN" sz="2000" kern="0" dirty="0">
                <a:solidFill>
                  <a:srgbClr val="000000"/>
                </a:solidFill>
              </a:rPr>
              <a:t>: </a:t>
            </a:r>
            <a:r>
              <a:rPr lang="en-US" altLang="zh-CN" sz="2000" i="1" kern="0" dirty="0">
                <a:solidFill>
                  <a:srgbClr val="000000"/>
                </a:solidFill>
              </a:rPr>
              <a:t>integer</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FF"/>
                </a:solidFill>
              </a:rPr>
              <a:t>a</a:t>
            </a:r>
            <a:r>
              <a:rPr lang="en-US" altLang="zh-CN" sz="2000" kern="0" dirty="0">
                <a:solidFill>
                  <a:srgbClr val="000000"/>
                </a:solidFill>
              </a:rPr>
              <a:t> … </a:t>
            </a:r>
            <a:r>
              <a:rPr lang="en-US" altLang="zh-CN" sz="2000" i="1" kern="0" dirty="0">
                <a:solidFill>
                  <a:srgbClr val="0000FF"/>
                </a:solidFill>
              </a:rPr>
              <a:t>v</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FF"/>
                </a:solidFill>
              </a:rPr>
              <a:t>exchange</a:t>
            </a:r>
            <a:r>
              <a:rPr lang="en-US" altLang="zh-CN" sz="2000" kern="0" dirty="0">
                <a:solidFill>
                  <a:srgbClr val="0000FF"/>
                </a:solidFill>
              </a:rPr>
              <a:t>(</a:t>
            </a:r>
            <a:r>
              <a:rPr lang="en-US" altLang="zh-CN" sz="2000" i="1" kern="0" dirty="0" err="1">
                <a:solidFill>
                  <a:srgbClr val="0000FF"/>
                </a:solidFill>
              </a:rPr>
              <a:t>i</a:t>
            </a:r>
            <a:r>
              <a:rPr lang="en-US" altLang="zh-CN" sz="2000" kern="0" dirty="0">
                <a:solidFill>
                  <a:srgbClr val="000000"/>
                </a:solidFill>
              </a:rPr>
              <a:t>, </a:t>
            </a:r>
            <a:r>
              <a:rPr lang="en-US" altLang="zh-CN" sz="2000" i="1" kern="0" dirty="0">
                <a:solidFill>
                  <a:srgbClr val="000000"/>
                </a:solidFill>
              </a:rPr>
              <a:t>j</a:t>
            </a:r>
            <a:r>
              <a:rPr lang="en-US" altLang="zh-CN" sz="2000" kern="0" dirty="0">
                <a:solidFill>
                  <a:srgbClr val="000000"/>
                </a:solidFill>
              </a:rPr>
              <a:t>) … </a:t>
            </a:r>
            <a:r>
              <a:rPr lang="en-US" altLang="zh-CN" sz="2000" i="1" kern="0" dirty="0">
                <a:solidFill>
                  <a:srgbClr val="000000"/>
                </a:solidFill>
              </a:rPr>
              <a:t>end </a:t>
            </a:r>
            <a:r>
              <a:rPr lang="en-US" altLang="zh-CN" sz="2000" kern="0" dirty="0">
                <a:solidFill>
                  <a:srgbClr val="000000"/>
                </a:solidFill>
              </a:rPr>
              <a:t>{</a:t>
            </a:r>
            <a:r>
              <a:rPr lang="en-US" altLang="zh-CN" sz="2000" i="1" kern="0" dirty="0">
                <a:solidFill>
                  <a:srgbClr val="0000FF"/>
                </a:solidFill>
              </a:rPr>
              <a:t>partition</a:t>
            </a:r>
            <a:r>
              <a:rPr lang="en-US" altLang="zh-CN"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FF"/>
                </a:solidFill>
              </a:rPr>
              <a:t>a</a:t>
            </a:r>
            <a:r>
              <a:rPr lang="en-US" altLang="zh-CN" sz="2000" kern="0" dirty="0">
                <a:solidFill>
                  <a:srgbClr val="000000"/>
                </a:solidFill>
              </a:rPr>
              <a:t> … </a:t>
            </a:r>
            <a:r>
              <a:rPr lang="en-US" altLang="zh-CN" sz="2000" i="1" kern="0" dirty="0">
                <a:solidFill>
                  <a:srgbClr val="0000FF"/>
                </a:solidFill>
              </a:rPr>
              <a:t>v</a:t>
            </a:r>
            <a:r>
              <a:rPr lang="en-US" altLang="zh-CN" sz="2000" kern="0" dirty="0">
                <a:solidFill>
                  <a:srgbClr val="000000"/>
                </a:solidFill>
              </a:rPr>
              <a:t> … </a:t>
            </a:r>
            <a:r>
              <a:rPr lang="en-US" altLang="zh-CN" sz="2000" i="1" kern="0" dirty="0">
                <a:solidFill>
                  <a:srgbClr val="0000FF"/>
                </a:solidFill>
              </a:rPr>
              <a:t>partition</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FF"/>
                </a:solidFill>
              </a:rPr>
              <a:t>quicksort</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00"/>
                </a:solidFill>
              </a:rPr>
              <a:t>end</a:t>
            </a:r>
            <a:r>
              <a:rPr lang="en-US" altLang="zh-CN" sz="2000" kern="0" dirty="0">
                <a:solidFill>
                  <a:srgbClr val="000000"/>
                </a:solidFill>
              </a:rPr>
              <a:t> {</a:t>
            </a:r>
            <a:r>
              <a:rPr lang="en-US" altLang="zh-CN" sz="2000" i="1" kern="0" dirty="0">
                <a:solidFill>
                  <a:srgbClr val="0000FF"/>
                </a:solidFill>
              </a:rPr>
              <a:t>quicksort</a:t>
            </a:r>
            <a:r>
              <a:rPr lang="en-US" altLang="zh-CN" sz="2000" kern="0" dirty="0">
                <a:solidFill>
                  <a:srgbClr val="000000"/>
                </a:solidFill>
              </a:rPr>
              <a:t>} </a:t>
            </a:r>
            <a:r>
              <a:rPr lang="zh-CN" altLang="en-US" sz="2000" kern="0" dirty="0">
                <a:solidFill>
                  <a:srgbClr val="000000"/>
                </a:solidFill>
              </a:rPr>
              <a:t>；</a:t>
            </a:r>
          </a:p>
          <a:p>
            <a:pPr marL="257175" indent="-257175" algn="just" eaLnBrk="1" hangingPunct="1">
              <a:lnSpc>
                <a:spcPct val="80000"/>
              </a:lnSpc>
              <a:spcBef>
                <a:spcPct val="12000"/>
              </a:spcBef>
              <a:buClr>
                <a:srgbClr val="3333CC"/>
              </a:buClr>
              <a:buSzPct val="60000"/>
              <a:defRPr/>
            </a:pPr>
            <a:r>
              <a:rPr lang="en-US" altLang="zh-CN" sz="2000" kern="0" dirty="0">
                <a:solidFill>
                  <a:srgbClr val="000000"/>
                </a:solidFill>
              </a:rPr>
              <a:t>	</a:t>
            </a:r>
            <a:r>
              <a:rPr lang="en-US" altLang="zh-CN" sz="2000" i="1" kern="0" dirty="0">
                <a:solidFill>
                  <a:srgbClr val="000000"/>
                </a:solidFill>
              </a:rPr>
              <a:t>begin</a:t>
            </a:r>
            <a:r>
              <a:rPr lang="en-US" altLang="zh-CN" sz="2000" kern="0" dirty="0">
                <a:solidFill>
                  <a:srgbClr val="000000"/>
                </a:solidFill>
              </a:rPr>
              <a:t> … </a:t>
            </a:r>
            <a:r>
              <a:rPr lang="en-US" altLang="zh-CN" sz="2000" i="1" kern="0" dirty="0">
                <a:solidFill>
                  <a:srgbClr val="000000"/>
                </a:solidFill>
              </a:rPr>
              <a:t>a</a:t>
            </a:r>
            <a:r>
              <a:rPr lang="en-US" altLang="zh-CN" sz="2000" kern="0" dirty="0">
                <a:solidFill>
                  <a:srgbClr val="000000"/>
                </a:solidFill>
              </a:rPr>
              <a:t> … </a:t>
            </a:r>
            <a:r>
              <a:rPr lang="en-US" altLang="zh-CN" sz="2000" i="1" kern="0" dirty="0" err="1">
                <a:solidFill>
                  <a:srgbClr val="0000FF"/>
                </a:solidFill>
              </a:rPr>
              <a:t>readarray</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FF"/>
                </a:solidFill>
              </a:rPr>
              <a:t>quicksort</a:t>
            </a:r>
            <a:r>
              <a:rPr lang="en-US" altLang="zh-CN" sz="2000" kern="0" dirty="0">
                <a:solidFill>
                  <a:srgbClr val="0000FF"/>
                </a:solidFill>
              </a:rPr>
              <a:t> </a:t>
            </a:r>
            <a:r>
              <a:rPr lang="en-US" altLang="zh-CN" sz="2000" kern="0" dirty="0">
                <a:solidFill>
                  <a:srgbClr val="000000"/>
                </a:solidFill>
              </a:rPr>
              <a:t>… </a:t>
            </a:r>
            <a:r>
              <a:rPr lang="en-US" altLang="zh-CN" sz="2000" i="1" kern="0" dirty="0">
                <a:solidFill>
                  <a:srgbClr val="000000"/>
                </a:solidFill>
              </a:rPr>
              <a:t>end</a:t>
            </a:r>
            <a:r>
              <a:rPr lang="en-US" altLang="zh-CN" sz="2000" kern="0" dirty="0">
                <a:solidFill>
                  <a:srgbClr val="000000"/>
                </a:solidFill>
              </a:rPr>
              <a:t> {</a:t>
            </a:r>
            <a:r>
              <a:rPr lang="en-US" altLang="zh-CN" sz="2000" i="1" kern="0" dirty="0">
                <a:solidFill>
                  <a:srgbClr val="0000FF"/>
                </a:solidFill>
              </a:rPr>
              <a:t>sort</a:t>
            </a:r>
            <a:r>
              <a:rPr lang="en-US" altLang="zh-CN" sz="2000" kern="0" dirty="0">
                <a:solidFill>
                  <a:srgbClr val="000000"/>
                </a:solidFill>
              </a:rPr>
              <a:t>}</a:t>
            </a:r>
            <a:r>
              <a:rPr lang="zh-CN" altLang="en-US" sz="2000" kern="0" dirty="0">
                <a:solidFill>
                  <a:srgbClr val="000000"/>
                </a:solidFill>
              </a:rPr>
              <a:t>；</a:t>
            </a:r>
            <a:endParaRPr lang="en-US" altLang="zh-CN" sz="2000" kern="0" dirty="0">
              <a:solidFill>
                <a:srgbClr val="000000"/>
              </a:solidFill>
            </a:endParaRPr>
          </a:p>
        </p:txBody>
      </p:sp>
      <p:sp>
        <p:nvSpPr>
          <p:cNvPr id="122883" name="Rectangle 2"/>
          <p:cNvSpPr>
            <a:spLocks noGrp="1" noChangeArrowheads="1"/>
          </p:cNvSpPr>
          <p:nvPr>
            <p:ph type="title"/>
          </p:nvPr>
        </p:nvSpPr>
        <p:spPr>
          <a:xfrm>
            <a:off x="755650" y="268288"/>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grpSp>
        <p:nvGrpSpPr>
          <p:cNvPr id="2" name="组合 2"/>
          <p:cNvGrpSpPr>
            <a:grpSpLocks/>
          </p:cNvGrpSpPr>
          <p:nvPr/>
        </p:nvGrpSpPr>
        <p:grpSpPr bwMode="auto">
          <a:xfrm>
            <a:off x="4465638" y="-15875"/>
            <a:ext cx="4714875" cy="4548188"/>
            <a:chOff x="4465638" y="-15875"/>
            <a:chExt cx="4714874" cy="4548188"/>
          </a:xfrm>
        </p:grpSpPr>
        <p:sp>
          <p:nvSpPr>
            <p:cNvPr id="122885" name="Rectangle 54"/>
            <p:cNvSpPr>
              <a:spLocks noChangeArrowheads="1"/>
            </p:cNvSpPr>
            <p:nvPr/>
          </p:nvSpPr>
          <p:spPr bwMode="auto">
            <a:xfrm>
              <a:off x="7108911" y="2277971"/>
              <a:ext cx="2035089"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k             </a:t>
              </a:r>
              <a:r>
                <a:rPr lang="en-US" altLang="zh-CN" sz="1800">
                  <a:solidFill>
                    <a:srgbClr val="000000"/>
                  </a:solidFill>
                  <a:ea typeface="宋体" panose="02010600030101010101" pitchFamily="2" charset="-122"/>
                  <a:cs typeface="Times New Roman" panose="02020603050405020304" pitchFamily="18" charset="0"/>
                </a:rPr>
                <a:t>int  0</a:t>
              </a:r>
            </a:p>
          </p:txBody>
        </p:sp>
        <p:sp>
          <p:nvSpPr>
            <p:cNvPr id="122886" name="Rectangle 55"/>
            <p:cNvSpPr>
              <a:spLocks noChangeArrowheads="1"/>
            </p:cNvSpPr>
            <p:nvPr/>
          </p:nvSpPr>
          <p:spPr bwMode="auto">
            <a:xfrm>
              <a:off x="7108910" y="2562088"/>
              <a:ext cx="2035089" cy="3904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v             </a:t>
              </a:r>
              <a:r>
                <a:rPr lang="en-US" altLang="zh-CN" sz="1800">
                  <a:solidFill>
                    <a:srgbClr val="000000"/>
                  </a:solidFill>
                  <a:ea typeface="宋体" panose="02010600030101010101" pitchFamily="2" charset="-122"/>
                  <a:cs typeface="Times New Roman" panose="02020603050405020304" pitchFamily="18" charset="0"/>
                </a:rPr>
                <a:t>int  4</a:t>
              </a:r>
            </a:p>
          </p:txBody>
        </p:sp>
        <p:sp>
          <p:nvSpPr>
            <p:cNvPr id="122887" name="Rectangle 68"/>
            <p:cNvSpPr>
              <a:spLocks noChangeArrowheads="1"/>
            </p:cNvSpPr>
            <p:nvPr/>
          </p:nvSpPr>
          <p:spPr bwMode="auto">
            <a:xfrm>
              <a:off x="7559744" y="4168833"/>
              <a:ext cx="1620768" cy="36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j      </a:t>
              </a:r>
              <a:r>
                <a:rPr lang="en-US" altLang="zh-CN" sz="1800">
                  <a:solidFill>
                    <a:srgbClr val="000000"/>
                  </a:solidFill>
                  <a:ea typeface="宋体" panose="02010600030101010101" pitchFamily="2" charset="-122"/>
                  <a:cs typeface="Times New Roman" panose="02020603050405020304" pitchFamily="18" charset="0"/>
                </a:rPr>
                <a:t>int      4</a:t>
              </a:r>
            </a:p>
          </p:txBody>
        </p:sp>
        <p:sp>
          <p:nvSpPr>
            <p:cNvPr id="122888" name="Rectangle 67"/>
            <p:cNvSpPr>
              <a:spLocks noChangeArrowheads="1"/>
            </p:cNvSpPr>
            <p:nvPr/>
          </p:nvSpPr>
          <p:spPr bwMode="auto">
            <a:xfrm>
              <a:off x="7559744" y="3859319"/>
              <a:ext cx="1458850" cy="363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i      </a:t>
              </a:r>
              <a:r>
                <a:rPr lang="en-US" altLang="zh-CN" sz="1800">
                  <a:solidFill>
                    <a:srgbClr val="000000"/>
                  </a:solidFill>
                  <a:ea typeface="宋体" panose="02010600030101010101" pitchFamily="2" charset="-122"/>
                  <a:cs typeface="Times New Roman" panose="02020603050405020304" pitchFamily="18" charset="0"/>
                </a:rPr>
                <a:t>int      0</a:t>
              </a:r>
            </a:p>
          </p:txBody>
        </p:sp>
        <p:sp>
          <p:nvSpPr>
            <p:cNvPr id="122889" name="Line 2"/>
            <p:cNvSpPr>
              <a:spLocks noChangeShapeType="1"/>
            </p:cNvSpPr>
            <p:nvPr/>
          </p:nvSpPr>
          <p:spPr bwMode="auto">
            <a:xfrm>
              <a:off x="4489326" y="1027296"/>
              <a:ext cx="1587" cy="178565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890" name="Line 3"/>
            <p:cNvSpPr>
              <a:spLocks noChangeShapeType="1"/>
            </p:cNvSpPr>
            <p:nvPr/>
          </p:nvSpPr>
          <p:spPr bwMode="auto">
            <a:xfrm>
              <a:off x="6140057" y="1027296"/>
              <a:ext cx="0" cy="176026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891" name="Line 4"/>
            <p:cNvSpPr>
              <a:spLocks noChangeShapeType="1"/>
            </p:cNvSpPr>
            <p:nvPr/>
          </p:nvSpPr>
          <p:spPr bwMode="auto">
            <a:xfrm flipV="1">
              <a:off x="4490913" y="2784951"/>
              <a:ext cx="202896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892" name="Line 5"/>
            <p:cNvSpPr>
              <a:spLocks noChangeShapeType="1"/>
            </p:cNvSpPr>
            <p:nvPr/>
          </p:nvSpPr>
          <p:spPr bwMode="auto">
            <a:xfrm>
              <a:off x="4490913" y="2489723"/>
              <a:ext cx="202896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893" name="Line 6"/>
            <p:cNvSpPr>
              <a:spLocks noChangeShapeType="1"/>
            </p:cNvSpPr>
            <p:nvPr/>
          </p:nvSpPr>
          <p:spPr bwMode="auto">
            <a:xfrm flipV="1">
              <a:off x="4478213" y="2200273"/>
              <a:ext cx="204166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894" name="Line 7"/>
            <p:cNvSpPr>
              <a:spLocks noChangeShapeType="1"/>
            </p:cNvSpPr>
            <p:nvPr/>
          </p:nvSpPr>
          <p:spPr bwMode="auto">
            <a:xfrm flipV="1">
              <a:off x="4503612" y="1925679"/>
              <a:ext cx="201626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895" name="Line 8"/>
            <p:cNvSpPr>
              <a:spLocks noChangeShapeType="1"/>
            </p:cNvSpPr>
            <p:nvPr/>
          </p:nvSpPr>
          <p:spPr bwMode="auto">
            <a:xfrm>
              <a:off x="4502025" y="1633625"/>
              <a:ext cx="2020800" cy="158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896" name="Line 9"/>
            <p:cNvSpPr>
              <a:spLocks noChangeShapeType="1"/>
            </p:cNvSpPr>
            <p:nvPr/>
          </p:nvSpPr>
          <p:spPr bwMode="auto">
            <a:xfrm flipV="1">
              <a:off x="4490913" y="1338397"/>
              <a:ext cx="202896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897" name="Rectangle 10"/>
            <p:cNvSpPr>
              <a:spLocks noChangeArrowheads="1"/>
            </p:cNvSpPr>
            <p:nvPr/>
          </p:nvSpPr>
          <p:spPr bwMode="auto">
            <a:xfrm>
              <a:off x="4916344" y="976504"/>
              <a:ext cx="1738457"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a:solidFill>
                    <a:srgbClr val="000000"/>
                  </a:solidFill>
                  <a:ea typeface="宋体" panose="02010600030101010101" pitchFamily="2" charset="-122"/>
                  <a:cs typeface="Times New Roman" panose="02020603050405020304" pitchFamily="18" charset="0"/>
                </a:rPr>
                <a:t>header          </a:t>
              </a:r>
              <a:r>
                <a:rPr lang="en-US" altLang="zh-CN" sz="1800" dirty="0">
                  <a:solidFill>
                    <a:srgbClr val="000000"/>
                  </a:solidFill>
                  <a:ea typeface="宋体" panose="02010600030101010101" pitchFamily="2" charset="-122"/>
                  <a:cs typeface="Times New Roman" panose="02020603050405020304" pitchFamily="18" charset="0"/>
                </a:rPr>
                <a:t>48</a:t>
              </a:r>
            </a:p>
          </p:txBody>
        </p:sp>
        <p:sp>
          <p:nvSpPr>
            <p:cNvPr id="122898" name="Rectangle 11"/>
            <p:cNvSpPr>
              <a:spLocks noChangeArrowheads="1"/>
            </p:cNvSpPr>
            <p:nvPr/>
          </p:nvSpPr>
          <p:spPr bwMode="auto">
            <a:xfrm>
              <a:off x="4860213" y="703497"/>
              <a:ext cx="1168351" cy="363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sort</a:t>
              </a:r>
            </a:p>
          </p:txBody>
        </p:sp>
        <p:sp>
          <p:nvSpPr>
            <p:cNvPr id="122899" name="Line 12"/>
            <p:cNvSpPr>
              <a:spLocks noChangeShapeType="1"/>
            </p:cNvSpPr>
            <p:nvPr/>
          </p:nvSpPr>
          <p:spPr bwMode="auto">
            <a:xfrm flipV="1">
              <a:off x="4502024" y="1025709"/>
              <a:ext cx="2020801"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00" name="Line 13"/>
            <p:cNvSpPr>
              <a:spLocks noChangeShapeType="1"/>
            </p:cNvSpPr>
            <p:nvPr/>
          </p:nvSpPr>
          <p:spPr bwMode="auto">
            <a:xfrm>
              <a:off x="4867135" y="1041582"/>
              <a:ext cx="0" cy="28411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01" name="Line 14"/>
            <p:cNvSpPr>
              <a:spLocks noChangeShapeType="1"/>
            </p:cNvSpPr>
            <p:nvPr/>
          </p:nvSpPr>
          <p:spPr bwMode="auto">
            <a:xfrm>
              <a:off x="5564018" y="1314266"/>
              <a:ext cx="0" cy="14634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02" name="Rectangle 15"/>
            <p:cNvSpPr>
              <a:spLocks noChangeArrowheads="1"/>
            </p:cNvSpPr>
            <p:nvPr/>
          </p:nvSpPr>
          <p:spPr bwMode="auto">
            <a:xfrm>
              <a:off x="7092367" y="-15875"/>
              <a:ext cx="1428690" cy="4285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readarrary</a:t>
              </a:r>
            </a:p>
          </p:txBody>
        </p:sp>
        <p:sp>
          <p:nvSpPr>
            <p:cNvPr id="122903" name="Rectangle 25"/>
            <p:cNvSpPr>
              <a:spLocks noChangeArrowheads="1"/>
            </p:cNvSpPr>
            <p:nvPr/>
          </p:nvSpPr>
          <p:spPr bwMode="auto">
            <a:xfrm>
              <a:off x="4484563" y="1282844"/>
              <a:ext cx="2038263"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a:solidFill>
                    <a:srgbClr val="000000"/>
                  </a:solidFill>
                  <a:ea typeface="宋体" panose="02010600030101010101" pitchFamily="2" charset="-122"/>
                  <a:cs typeface="Times New Roman" panose="02020603050405020304" pitchFamily="18" charset="0"/>
                </a:rPr>
                <a:t>a                </a:t>
              </a:r>
              <a:r>
                <a:rPr lang="en-US" altLang="zh-CN" sz="1800" dirty="0">
                  <a:solidFill>
                    <a:srgbClr val="000000"/>
                  </a:solidFill>
                  <a:ea typeface="宋体" panose="02010600030101010101" pitchFamily="2" charset="-122"/>
                  <a:cs typeface="Times New Roman" panose="02020603050405020304" pitchFamily="18" charset="0"/>
                </a:rPr>
                <a:t>array  0</a:t>
              </a:r>
            </a:p>
          </p:txBody>
        </p:sp>
        <p:sp>
          <p:nvSpPr>
            <p:cNvPr id="122904" name="Rectangle 26"/>
            <p:cNvSpPr>
              <a:spLocks noChangeArrowheads="1"/>
            </p:cNvSpPr>
            <p:nvPr/>
          </p:nvSpPr>
          <p:spPr bwMode="auto">
            <a:xfrm>
              <a:off x="4501480" y="1585513"/>
              <a:ext cx="2070606" cy="36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x                 </a:t>
              </a:r>
              <a:r>
                <a:rPr lang="en-US" altLang="zh-CN" sz="1800">
                  <a:solidFill>
                    <a:srgbClr val="000000"/>
                  </a:solidFill>
                  <a:ea typeface="宋体" panose="02010600030101010101" pitchFamily="2" charset="-122"/>
                  <a:cs typeface="Times New Roman" panose="02020603050405020304" pitchFamily="18" charset="0"/>
                </a:rPr>
                <a:t>int     44</a:t>
              </a:r>
            </a:p>
          </p:txBody>
        </p:sp>
        <p:sp>
          <p:nvSpPr>
            <p:cNvPr id="122905" name="Rectangle 28"/>
            <p:cNvSpPr>
              <a:spLocks noChangeArrowheads="1"/>
            </p:cNvSpPr>
            <p:nvPr/>
          </p:nvSpPr>
          <p:spPr bwMode="auto">
            <a:xfrm>
              <a:off x="4465638" y="1835206"/>
              <a:ext cx="1314394"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readarray</a:t>
              </a:r>
            </a:p>
          </p:txBody>
        </p:sp>
        <p:sp>
          <p:nvSpPr>
            <p:cNvPr id="122906" name="Rectangle 31"/>
            <p:cNvSpPr>
              <a:spLocks noChangeArrowheads="1"/>
            </p:cNvSpPr>
            <p:nvPr/>
          </p:nvSpPr>
          <p:spPr bwMode="auto">
            <a:xfrm>
              <a:off x="7169582" y="970179"/>
              <a:ext cx="1271534" cy="4031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dirty="0">
                  <a:solidFill>
                    <a:srgbClr val="000000"/>
                  </a:solidFill>
                  <a:ea typeface="宋体" panose="02010600030101010101" pitchFamily="2" charset="-122"/>
                  <a:cs typeface="Times New Roman" panose="02020603050405020304" pitchFamily="18" charset="0"/>
                </a:rPr>
                <a:t>exchange</a:t>
              </a:r>
            </a:p>
          </p:txBody>
        </p:sp>
        <p:sp>
          <p:nvSpPr>
            <p:cNvPr id="122907" name="Line 32"/>
            <p:cNvSpPr>
              <a:spLocks noChangeShapeType="1"/>
            </p:cNvSpPr>
            <p:nvPr/>
          </p:nvSpPr>
          <p:spPr bwMode="auto">
            <a:xfrm>
              <a:off x="7090260" y="1375449"/>
              <a:ext cx="0" cy="29205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08" name="Line 33"/>
            <p:cNvSpPr>
              <a:spLocks noChangeShapeType="1"/>
            </p:cNvSpPr>
            <p:nvPr/>
          </p:nvSpPr>
          <p:spPr bwMode="auto">
            <a:xfrm>
              <a:off x="8321661" y="1375449"/>
              <a:ext cx="0" cy="322211"/>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09" name="Line 34"/>
            <p:cNvSpPr>
              <a:spLocks noChangeShapeType="1"/>
            </p:cNvSpPr>
            <p:nvPr/>
          </p:nvSpPr>
          <p:spPr bwMode="auto">
            <a:xfrm>
              <a:off x="7076607" y="1684961"/>
              <a:ext cx="125618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10" name="Rectangle 35"/>
            <p:cNvSpPr>
              <a:spLocks noChangeArrowheads="1"/>
            </p:cNvSpPr>
            <p:nvPr/>
          </p:nvSpPr>
          <p:spPr bwMode="auto">
            <a:xfrm>
              <a:off x="7313591" y="1323070"/>
              <a:ext cx="1078362" cy="363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r>
                <a:rPr lang="en-US" altLang="zh-CN" sz="2100">
                  <a:solidFill>
                    <a:srgbClr val="000000"/>
                  </a:solidFill>
                  <a:ea typeface="宋体" panose="02010600030101010101" pitchFamily="2" charset="-122"/>
                  <a:cs typeface="Times New Roman" panose="02020603050405020304" pitchFamily="18" charset="0"/>
                </a:rPr>
                <a:t>0</a:t>
              </a:r>
            </a:p>
          </p:txBody>
        </p:sp>
        <p:sp>
          <p:nvSpPr>
            <p:cNvPr id="122911" name="Line 36"/>
            <p:cNvSpPr>
              <a:spLocks noChangeShapeType="1"/>
            </p:cNvSpPr>
            <p:nvPr/>
          </p:nvSpPr>
          <p:spPr bwMode="auto">
            <a:xfrm flipV="1">
              <a:off x="7081687" y="1375449"/>
              <a:ext cx="12511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12" name="Line 37"/>
            <p:cNvSpPr>
              <a:spLocks noChangeShapeType="1"/>
            </p:cNvSpPr>
            <p:nvPr/>
          </p:nvSpPr>
          <p:spPr bwMode="auto">
            <a:xfrm>
              <a:off x="7313591" y="1389734"/>
              <a:ext cx="0" cy="28411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13" name="Rectangle 39"/>
            <p:cNvSpPr>
              <a:spLocks noChangeArrowheads="1"/>
            </p:cNvSpPr>
            <p:nvPr/>
          </p:nvSpPr>
          <p:spPr bwMode="auto">
            <a:xfrm>
              <a:off x="4465638" y="2132022"/>
              <a:ext cx="1260422" cy="363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exchange</a:t>
              </a:r>
            </a:p>
          </p:txBody>
        </p:sp>
        <p:sp>
          <p:nvSpPr>
            <p:cNvPr id="122914" name="Line 42"/>
            <p:cNvSpPr>
              <a:spLocks noChangeShapeType="1"/>
            </p:cNvSpPr>
            <p:nvPr/>
          </p:nvSpPr>
          <p:spPr bwMode="auto">
            <a:xfrm>
              <a:off x="7058113" y="1997027"/>
              <a:ext cx="1587" cy="117932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15" name="Line 43"/>
            <p:cNvSpPr>
              <a:spLocks noChangeShapeType="1"/>
            </p:cNvSpPr>
            <p:nvPr/>
          </p:nvSpPr>
          <p:spPr bwMode="auto">
            <a:xfrm flipH="1">
              <a:off x="8694756" y="1995440"/>
              <a:ext cx="4763" cy="119678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16" name="Line 44"/>
            <p:cNvSpPr>
              <a:spLocks noChangeShapeType="1"/>
            </p:cNvSpPr>
            <p:nvPr/>
          </p:nvSpPr>
          <p:spPr bwMode="auto">
            <a:xfrm flipV="1">
              <a:off x="7047001" y="3177941"/>
              <a:ext cx="1639819" cy="15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17" name="Line 45"/>
            <p:cNvSpPr>
              <a:spLocks noChangeShapeType="1"/>
            </p:cNvSpPr>
            <p:nvPr/>
          </p:nvSpPr>
          <p:spPr bwMode="auto">
            <a:xfrm flipV="1">
              <a:off x="7070813" y="2895410"/>
              <a:ext cx="1642992" cy="15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18" name="Line 46"/>
            <p:cNvSpPr>
              <a:spLocks noChangeShapeType="1"/>
            </p:cNvSpPr>
            <p:nvPr/>
          </p:nvSpPr>
          <p:spPr bwMode="auto">
            <a:xfrm flipV="1">
              <a:off x="7070813" y="2601770"/>
              <a:ext cx="1639818"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19" name="Line 47"/>
            <p:cNvSpPr>
              <a:spLocks noChangeShapeType="1"/>
            </p:cNvSpPr>
            <p:nvPr/>
          </p:nvSpPr>
          <p:spPr bwMode="auto">
            <a:xfrm flipV="1">
              <a:off x="7059700" y="2306541"/>
              <a:ext cx="1639819"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20" name="Rectangle 48"/>
            <p:cNvSpPr>
              <a:spLocks noChangeArrowheads="1"/>
            </p:cNvSpPr>
            <p:nvPr/>
          </p:nvSpPr>
          <p:spPr bwMode="auto">
            <a:xfrm>
              <a:off x="7550217" y="1944649"/>
              <a:ext cx="1304001"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r>
                <a:rPr lang="en-US" altLang="zh-CN" sz="2100">
                  <a:solidFill>
                    <a:srgbClr val="000000"/>
                  </a:solidFill>
                  <a:ea typeface="宋体" panose="02010600030101010101" pitchFamily="2" charset="-122"/>
                  <a:cs typeface="Times New Roman" panose="02020603050405020304" pitchFamily="18" charset="0"/>
                </a:rPr>
                <a:t>8</a:t>
              </a:r>
            </a:p>
          </p:txBody>
        </p:sp>
        <p:sp>
          <p:nvSpPr>
            <p:cNvPr id="122921" name="Rectangle 49"/>
            <p:cNvSpPr>
              <a:spLocks noChangeArrowheads="1"/>
            </p:cNvSpPr>
            <p:nvPr/>
          </p:nvSpPr>
          <p:spPr bwMode="auto">
            <a:xfrm>
              <a:off x="7270109" y="1658944"/>
              <a:ext cx="1350906" cy="387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dirty="0">
                  <a:solidFill>
                    <a:srgbClr val="000000"/>
                  </a:solidFill>
                  <a:ea typeface="宋体" panose="02010600030101010101" pitchFamily="2" charset="-122"/>
                  <a:cs typeface="Times New Roman" panose="02020603050405020304" pitchFamily="18" charset="0"/>
                </a:rPr>
                <a:t>quicksort</a:t>
              </a:r>
            </a:p>
          </p:txBody>
        </p:sp>
        <p:sp>
          <p:nvSpPr>
            <p:cNvPr id="122922" name="Line 50"/>
            <p:cNvSpPr>
              <a:spLocks noChangeShapeType="1"/>
            </p:cNvSpPr>
            <p:nvPr/>
          </p:nvSpPr>
          <p:spPr bwMode="auto">
            <a:xfrm flipV="1">
              <a:off x="7070813" y="1995440"/>
              <a:ext cx="1639818" cy="158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23" name="Line 51"/>
            <p:cNvSpPr>
              <a:spLocks noChangeShapeType="1"/>
            </p:cNvSpPr>
            <p:nvPr/>
          </p:nvSpPr>
          <p:spPr bwMode="auto">
            <a:xfrm>
              <a:off x="7435922" y="2011313"/>
              <a:ext cx="1587" cy="2825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24" name="Line 52"/>
            <p:cNvSpPr>
              <a:spLocks noChangeShapeType="1"/>
            </p:cNvSpPr>
            <p:nvPr/>
          </p:nvSpPr>
          <p:spPr bwMode="auto">
            <a:xfrm>
              <a:off x="7990159" y="2330350"/>
              <a:ext cx="0" cy="860289"/>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25" name="Line 56"/>
            <p:cNvSpPr>
              <a:spLocks noChangeShapeType="1"/>
            </p:cNvSpPr>
            <p:nvPr/>
          </p:nvSpPr>
          <p:spPr bwMode="auto">
            <a:xfrm flipH="1">
              <a:off x="7507358" y="3589487"/>
              <a:ext cx="0" cy="90314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26" name="Line 57"/>
            <p:cNvSpPr>
              <a:spLocks noChangeShapeType="1"/>
            </p:cNvSpPr>
            <p:nvPr/>
          </p:nvSpPr>
          <p:spPr bwMode="auto">
            <a:xfrm flipH="1">
              <a:off x="8802827" y="3589487"/>
              <a:ext cx="0" cy="90314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27" name="Line 58"/>
            <p:cNvSpPr>
              <a:spLocks noChangeShapeType="1"/>
            </p:cNvSpPr>
            <p:nvPr/>
          </p:nvSpPr>
          <p:spPr bwMode="auto">
            <a:xfrm>
              <a:off x="7532757" y="4489458"/>
              <a:ext cx="1278009"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28" name="Line 59"/>
            <p:cNvSpPr>
              <a:spLocks noChangeShapeType="1"/>
            </p:cNvSpPr>
            <p:nvPr/>
          </p:nvSpPr>
          <p:spPr bwMode="auto">
            <a:xfrm flipV="1">
              <a:off x="7531171" y="4175605"/>
              <a:ext cx="12795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29" name="Line 60"/>
            <p:cNvSpPr>
              <a:spLocks noChangeShapeType="1"/>
            </p:cNvSpPr>
            <p:nvPr/>
          </p:nvSpPr>
          <p:spPr bwMode="auto">
            <a:xfrm flipV="1">
              <a:off x="7520058" y="3883550"/>
              <a:ext cx="129070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30" name="Rectangle 61"/>
            <p:cNvSpPr>
              <a:spLocks noChangeArrowheads="1"/>
            </p:cNvSpPr>
            <p:nvPr/>
          </p:nvSpPr>
          <p:spPr bwMode="auto">
            <a:xfrm>
              <a:off x="7794758" y="3537108"/>
              <a:ext cx="1188914"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r>
                <a:rPr lang="en-US" altLang="zh-CN" sz="2100">
                  <a:solidFill>
                    <a:srgbClr val="000000"/>
                  </a:solidFill>
                  <a:ea typeface="宋体" panose="02010600030101010101" pitchFamily="2" charset="-122"/>
                  <a:cs typeface="Times New Roman" panose="02020603050405020304" pitchFamily="18" charset="0"/>
                </a:rPr>
                <a:t>8</a:t>
              </a:r>
            </a:p>
          </p:txBody>
        </p:sp>
        <p:sp>
          <p:nvSpPr>
            <p:cNvPr id="122931" name="Rectangle 62"/>
            <p:cNvSpPr>
              <a:spLocks noChangeArrowheads="1"/>
            </p:cNvSpPr>
            <p:nvPr/>
          </p:nvSpPr>
          <p:spPr bwMode="auto">
            <a:xfrm>
              <a:off x="7680290" y="3252197"/>
              <a:ext cx="1350906" cy="387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a:r>
                <a:rPr lang="en-US" altLang="zh-CN" sz="2100" i="1">
                  <a:solidFill>
                    <a:srgbClr val="000000"/>
                  </a:solidFill>
                  <a:ea typeface="宋体" panose="02010600030101010101" pitchFamily="2" charset="-122"/>
                  <a:cs typeface="Times New Roman" panose="02020603050405020304" pitchFamily="18" charset="0"/>
                </a:rPr>
                <a:t>partition</a:t>
              </a:r>
            </a:p>
          </p:txBody>
        </p:sp>
        <p:sp>
          <p:nvSpPr>
            <p:cNvPr id="122932" name="Line 63"/>
            <p:cNvSpPr>
              <a:spLocks noChangeShapeType="1"/>
            </p:cNvSpPr>
            <p:nvPr/>
          </p:nvSpPr>
          <p:spPr bwMode="auto">
            <a:xfrm>
              <a:off x="7531170" y="3591074"/>
              <a:ext cx="1269945" cy="1587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33" name="Line 64"/>
            <p:cNvSpPr>
              <a:spLocks noChangeShapeType="1"/>
            </p:cNvSpPr>
            <p:nvPr/>
          </p:nvSpPr>
          <p:spPr bwMode="auto">
            <a:xfrm>
              <a:off x="7794758" y="3603773"/>
              <a:ext cx="1587" cy="2825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34" name="Line 65"/>
            <p:cNvSpPr>
              <a:spLocks noChangeShapeType="1"/>
            </p:cNvSpPr>
            <p:nvPr/>
          </p:nvSpPr>
          <p:spPr bwMode="auto">
            <a:xfrm flipH="1">
              <a:off x="7801108" y="3902175"/>
              <a:ext cx="0" cy="577759"/>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35" name="Rectangle 69"/>
            <p:cNvSpPr>
              <a:spLocks noChangeArrowheads="1"/>
            </p:cNvSpPr>
            <p:nvPr/>
          </p:nvSpPr>
          <p:spPr bwMode="auto">
            <a:xfrm>
              <a:off x="7054938" y="2817636"/>
              <a:ext cx="1166763" cy="417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partition</a:t>
              </a:r>
            </a:p>
          </p:txBody>
        </p:sp>
        <p:sp>
          <p:nvSpPr>
            <p:cNvPr id="122936" name="Rectangle 72"/>
            <p:cNvSpPr>
              <a:spLocks noChangeArrowheads="1"/>
            </p:cNvSpPr>
            <p:nvPr/>
          </p:nvSpPr>
          <p:spPr bwMode="auto">
            <a:xfrm>
              <a:off x="4465638" y="2417726"/>
              <a:ext cx="1242959" cy="3888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quicksort</a:t>
              </a:r>
            </a:p>
          </p:txBody>
        </p:sp>
        <p:sp>
          <p:nvSpPr>
            <p:cNvPr id="239" name="Line 103"/>
            <p:cNvSpPr>
              <a:spLocks noChangeShapeType="1"/>
            </p:cNvSpPr>
            <p:nvPr/>
          </p:nvSpPr>
          <p:spPr bwMode="auto">
            <a:xfrm flipH="1" flipV="1">
              <a:off x="6365875" y="2092325"/>
              <a:ext cx="269875"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22938" name="Line 17"/>
            <p:cNvSpPr>
              <a:spLocks noChangeShapeType="1"/>
            </p:cNvSpPr>
            <p:nvPr/>
          </p:nvSpPr>
          <p:spPr bwMode="auto">
            <a:xfrm>
              <a:off x="7094996" y="360303"/>
              <a:ext cx="0" cy="59204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39" name="Line 18"/>
            <p:cNvSpPr>
              <a:spLocks noChangeShapeType="1"/>
            </p:cNvSpPr>
            <p:nvPr/>
          </p:nvSpPr>
          <p:spPr bwMode="auto">
            <a:xfrm flipH="1">
              <a:off x="8386619" y="360303"/>
              <a:ext cx="0" cy="59296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dirty="0">
                <a:solidFill>
                  <a:prstClr val="black"/>
                </a:solidFill>
              </a:endParaRPr>
            </a:p>
          </p:txBody>
        </p:sp>
        <p:sp>
          <p:nvSpPr>
            <p:cNvPr id="122940" name="Line 19"/>
            <p:cNvSpPr>
              <a:spLocks noChangeShapeType="1"/>
            </p:cNvSpPr>
            <p:nvPr/>
          </p:nvSpPr>
          <p:spPr bwMode="auto">
            <a:xfrm flipV="1">
              <a:off x="7084835" y="952347"/>
              <a:ext cx="130711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41" name="Line 20"/>
            <p:cNvSpPr>
              <a:spLocks noChangeShapeType="1"/>
            </p:cNvSpPr>
            <p:nvPr/>
          </p:nvSpPr>
          <p:spPr bwMode="auto">
            <a:xfrm flipV="1">
              <a:off x="7096583" y="653945"/>
              <a:ext cx="128582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42" name="Rectangle 21"/>
            <p:cNvSpPr>
              <a:spLocks noChangeArrowheads="1"/>
            </p:cNvSpPr>
            <p:nvPr/>
          </p:nvSpPr>
          <p:spPr bwMode="auto">
            <a:xfrm>
              <a:off x="7339460" y="287463"/>
              <a:ext cx="1119165" cy="36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a:solidFill>
                    <a:srgbClr val="000000"/>
                  </a:solidFill>
                  <a:ea typeface="宋体" panose="02010600030101010101" pitchFamily="2" charset="-122"/>
                  <a:cs typeface="Times New Roman" panose="02020603050405020304" pitchFamily="18" charset="0"/>
                </a:rPr>
                <a:t>header  </a:t>
              </a:r>
              <a:r>
                <a:rPr lang="en-US" altLang="zh-CN" sz="2100">
                  <a:solidFill>
                    <a:srgbClr val="000000"/>
                  </a:solidFill>
                  <a:ea typeface="宋体" panose="02010600030101010101" pitchFamily="2" charset="-122"/>
                  <a:cs typeface="Times New Roman" panose="02020603050405020304" pitchFamily="18" charset="0"/>
                </a:rPr>
                <a:t>4</a:t>
              </a:r>
              <a:r>
                <a:rPr lang="en-US" altLang="zh-CN" sz="2100" i="1">
                  <a:solidFill>
                    <a:srgbClr val="000000"/>
                  </a:solidFill>
                  <a:ea typeface="宋体" panose="02010600030101010101" pitchFamily="2" charset="-122"/>
                  <a:cs typeface="Times New Roman" panose="02020603050405020304" pitchFamily="18" charset="0"/>
                </a:rPr>
                <a:t> </a:t>
              </a:r>
            </a:p>
          </p:txBody>
        </p:sp>
        <p:sp>
          <p:nvSpPr>
            <p:cNvPr id="122943" name="Line 22"/>
            <p:cNvSpPr>
              <a:spLocks noChangeShapeType="1"/>
            </p:cNvSpPr>
            <p:nvPr/>
          </p:nvSpPr>
          <p:spPr bwMode="auto">
            <a:xfrm>
              <a:off x="7092456" y="360303"/>
              <a:ext cx="1299497"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44" name="Line 23"/>
            <p:cNvSpPr>
              <a:spLocks noChangeShapeType="1"/>
            </p:cNvSpPr>
            <p:nvPr/>
          </p:nvSpPr>
          <p:spPr bwMode="auto">
            <a:xfrm>
              <a:off x="7378551" y="374588"/>
              <a:ext cx="0" cy="284117"/>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45" name="Rectangle 40"/>
            <p:cNvSpPr>
              <a:spLocks noChangeArrowheads="1"/>
            </p:cNvSpPr>
            <p:nvPr/>
          </p:nvSpPr>
          <p:spPr bwMode="auto">
            <a:xfrm>
              <a:off x="7126744" y="615850"/>
              <a:ext cx="1220390" cy="3618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68580" tIns="34290" rIns="68580" bIns="34290"/>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r>
                <a:rPr lang="en-US" altLang="zh-CN" sz="1800" i="1" dirty="0" err="1">
                  <a:solidFill>
                    <a:srgbClr val="000000"/>
                  </a:solidFill>
                  <a:ea typeface="宋体" panose="02010600030101010101" pitchFamily="2" charset="-122"/>
                  <a:cs typeface="Times New Roman" panose="02020603050405020304" pitchFamily="18" charset="0"/>
                </a:rPr>
                <a:t>i</a:t>
              </a:r>
              <a:r>
                <a:rPr lang="en-US" altLang="zh-CN" sz="1800" i="1" dirty="0">
                  <a:solidFill>
                    <a:srgbClr val="000000"/>
                  </a:solidFill>
                  <a:ea typeface="宋体" panose="02010600030101010101" pitchFamily="2" charset="-122"/>
                  <a:cs typeface="Times New Roman" panose="02020603050405020304" pitchFamily="18" charset="0"/>
                </a:rPr>
                <a:t>      </a:t>
              </a:r>
              <a:r>
                <a:rPr lang="en-US" altLang="zh-CN" sz="1800" dirty="0">
                  <a:solidFill>
                    <a:srgbClr val="000000"/>
                  </a:solidFill>
                  <a:ea typeface="宋体" panose="02010600030101010101" pitchFamily="2" charset="-122"/>
                  <a:cs typeface="Times New Roman" panose="02020603050405020304" pitchFamily="18" charset="0"/>
                </a:rPr>
                <a:t>int     0</a:t>
              </a:r>
            </a:p>
          </p:txBody>
        </p:sp>
        <p:sp>
          <p:nvSpPr>
            <p:cNvPr id="122946" name="Line 24"/>
            <p:cNvSpPr>
              <a:spLocks noChangeShapeType="1"/>
            </p:cNvSpPr>
            <p:nvPr/>
          </p:nvSpPr>
          <p:spPr bwMode="auto">
            <a:xfrm>
              <a:off x="7378550" y="650943"/>
              <a:ext cx="2869" cy="30140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249" name="Line 95"/>
            <p:cNvSpPr>
              <a:spLocks noChangeShapeType="1"/>
            </p:cNvSpPr>
            <p:nvPr/>
          </p:nvSpPr>
          <p:spPr bwMode="auto">
            <a:xfrm>
              <a:off x="6819900" y="2066925"/>
              <a:ext cx="0" cy="631825"/>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50" name="Line 43"/>
            <p:cNvSpPr>
              <a:spLocks noChangeShapeType="1"/>
            </p:cNvSpPr>
            <p:nvPr/>
          </p:nvSpPr>
          <p:spPr bwMode="auto">
            <a:xfrm>
              <a:off x="6804025" y="2066925"/>
              <a:ext cx="246063"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122949" name="Line 51"/>
            <p:cNvSpPr>
              <a:spLocks noChangeShapeType="1"/>
            </p:cNvSpPr>
            <p:nvPr/>
          </p:nvSpPr>
          <p:spPr bwMode="auto">
            <a:xfrm flipH="1" flipV="1">
              <a:off x="6498916" y="2198608"/>
              <a:ext cx="821399" cy="438"/>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50" name="Line 3"/>
            <p:cNvSpPr>
              <a:spLocks noChangeShapeType="1"/>
            </p:cNvSpPr>
            <p:nvPr/>
          </p:nvSpPr>
          <p:spPr bwMode="auto">
            <a:xfrm>
              <a:off x="6519877" y="1026930"/>
              <a:ext cx="0" cy="176026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51" name="Line 18"/>
            <p:cNvSpPr>
              <a:spLocks noChangeShapeType="1"/>
            </p:cNvSpPr>
            <p:nvPr/>
          </p:nvSpPr>
          <p:spPr bwMode="auto">
            <a:xfrm>
              <a:off x="8098600" y="362956"/>
              <a:ext cx="1587" cy="62061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52" name="Line 33"/>
            <p:cNvSpPr>
              <a:spLocks noChangeShapeType="1"/>
            </p:cNvSpPr>
            <p:nvPr/>
          </p:nvSpPr>
          <p:spPr bwMode="auto">
            <a:xfrm>
              <a:off x="8105646" y="1370687"/>
              <a:ext cx="0" cy="322211"/>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53" name="Line 57"/>
            <p:cNvSpPr>
              <a:spLocks noChangeShapeType="1"/>
            </p:cNvSpPr>
            <p:nvPr/>
          </p:nvSpPr>
          <p:spPr bwMode="auto">
            <a:xfrm flipH="1">
              <a:off x="8586812" y="3610543"/>
              <a:ext cx="0" cy="903145"/>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54" name="Line 43"/>
            <p:cNvSpPr>
              <a:spLocks noChangeShapeType="1"/>
            </p:cNvSpPr>
            <p:nvPr/>
          </p:nvSpPr>
          <p:spPr bwMode="auto">
            <a:xfrm flipH="1">
              <a:off x="8350184" y="1980237"/>
              <a:ext cx="4763" cy="119678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258" name="Line 103"/>
            <p:cNvSpPr>
              <a:spLocks noChangeShapeType="1"/>
            </p:cNvSpPr>
            <p:nvPr/>
          </p:nvSpPr>
          <p:spPr bwMode="auto">
            <a:xfrm flipH="1">
              <a:off x="6356350" y="2381250"/>
              <a:ext cx="374650"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59" name="Line 103"/>
            <p:cNvSpPr>
              <a:spLocks noChangeShapeType="1"/>
            </p:cNvSpPr>
            <p:nvPr/>
          </p:nvSpPr>
          <p:spPr bwMode="auto">
            <a:xfrm flipH="1" flipV="1">
              <a:off x="6376988" y="2692400"/>
              <a:ext cx="431800"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60" name="Line 95"/>
            <p:cNvSpPr>
              <a:spLocks noChangeShapeType="1"/>
            </p:cNvSpPr>
            <p:nvPr/>
          </p:nvSpPr>
          <p:spPr bwMode="auto">
            <a:xfrm flipH="1">
              <a:off x="6732588" y="1511300"/>
              <a:ext cx="0" cy="865188"/>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61" name="Line 95"/>
            <p:cNvSpPr>
              <a:spLocks noChangeShapeType="1"/>
            </p:cNvSpPr>
            <p:nvPr/>
          </p:nvSpPr>
          <p:spPr bwMode="auto">
            <a:xfrm flipH="1">
              <a:off x="6626225" y="852488"/>
              <a:ext cx="0" cy="1252537"/>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62" name="Line 43"/>
            <p:cNvSpPr>
              <a:spLocks noChangeShapeType="1"/>
            </p:cNvSpPr>
            <p:nvPr/>
          </p:nvSpPr>
          <p:spPr bwMode="auto">
            <a:xfrm flipV="1">
              <a:off x="6732588" y="1511300"/>
              <a:ext cx="284162"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263" name="Line 43"/>
            <p:cNvSpPr>
              <a:spLocks noChangeShapeType="1"/>
            </p:cNvSpPr>
            <p:nvPr/>
          </p:nvSpPr>
          <p:spPr bwMode="auto">
            <a:xfrm>
              <a:off x="6635750" y="825500"/>
              <a:ext cx="471488" cy="0"/>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264" name="Line 95"/>
            <p:cNvSpPr>
              <a:spLocks noChangeShapeType="1"/>
            </p:cNvSpPr>
            <p:nvPr/>
          </p:nvSpPr>
          <p:spPr bwMode="auto">
            <a:xfrm flipH="1">
              <a:off x="8440737" y="3030538"/>
              <a:ext cx="0" cy="21590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265" name="Line 43"/>
            <p:cNvSpPr>
              <a:spLocks noChangeShapeType="1"/>
            </p:cNvSpPr>
            <p:nvPr/>
          </p:nvSpPr>
          <p:spPr bwMode="auto">
            <a:xfrm>
              <a:off x="7740649" y="3262313"/>
              <a:ext cx="0" cy="280987"/>
            </a:xfrm>
            <a:prstGeom prst="line">
              <a:avLst/>
            </a:prstGeom>
            <a:noFill/>
            <a:ln w="25400">
              <a:solidFill>
                <a:schemeClr val="tx2">
                  <a:lumMod val="60000"/>
                  <a:lumOff val="40000"/>
                </a:schemeClr>
              </a:solidFill>
              <a:round/>
              <a:headEnd/>
              <a:tailEnd type="stealth" w="lg" len="lg"/>
            </a:ln>
          </p:spPr>
          <p:txBody>
            <a:bodyPr lIns="68580" tIns="34290" rIns="68580" bIns="34290"/>
            <a:lstStyle/>
            <a:p>
              <a:pPr>
                <a:defRPr/>
              </a:pPr>
              <a:endParaRPr lang="zh-CN" altLang="en-US">
                <a:solidFill>
                  <a:prstClr val="black"/>
                </a:solidFill>
              </a:endParaRPr>
            </a:p>
          </p:txBody>
        </p:sp>
        <p:sp>
          <p:nvSpPr>
            <p:cNvPr id="266" name="Line 103"/>
            <p:cNvSpPr>
              <a:spLocks noChangeShapeType="1"/>
            </p:cNvSpPr>
            <p:nvPr/>
          </p:nvSpPr>
          <p:spPr bwMode="auto">
            <a:xfrm flipH="1" flipV="1">
              <a:off x="7740649" y="3233738"/>
              <a:ext cx="696913" cy="0"/>
            </a:xfrm>
            <a:prstGeom prst="line">
              <a:avLst/>
            </a:prstGeom>
            <a:noFill/>
            <a:ln w="25400">
              <a:solidFill>
                <a:schemeClr val="tx2">
                  <a:lumMod val="60000"/>
                  <a:lumOff val="40000"/>
                </a:schemeClr>
              </a:solidFill>
              <a:round/>
              <a:headEnd/>
              <a:tailEnd/>
            </a:ln>
          </p:spPr>
          <p:txBody>
            <a:bodyPr lIns="68580" tIns="34290" rIns="68580" bIns="34290"/>
            <a:lstStyle/>
            <a:p>
              <a:pPr>
                <a:defRPr/>
              </a:pPr>
              <a:endParaRPr lang="zh-CN" altLang="en-US">
                <a:solidFill>
                  <a:prstClr val="black"/>
                </a:solidFill>
              </a:endParaRPr>
            </a:p>
          </p:txBody>
        </p:sp>
        <p:sp>
          <p:nvSpPr>
            <p:cNvPr id="122964" name="Line 51"/>
            <p:cNvSpPr>
              <a:spLocks noChangeShapeType="1"/>
            </p:cNvSpPr>
            <p:nvPr/>
          </p:nvSpPr>
          <p:spPr bwMode="auto">
            <a:xfrm flipV="1">
              <a:off x="7570011" y="3277643"/>
              <a:ext cx="1" cy="384628"/>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65" name="Line 51"/>
            <p:cNvSpPr>
              <a:spLocks noChangeShapeType="1"/>
            </p:cNvSpPr>
            <p:nvPr/>
          </p:nvSpPr>
          <p:spPr bwMode="auto">
            <a:xfrm flipH="1">
              <a:off x="6464638" y="1609715"/>
              <a:ext cx="736791" cy="16598"/>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66" name="Line 103"/>
            <p:cNvSpPr>
              <a:spLocks noChangeShapeType="1"/>
            </p:cNvSpPr>
            <p:nvPr/>
          </p:nvSpPr>
          <p:spPr bwMode="auto">
            <a:xfrm flipH="1" flipV="1">
              <a:off x="6282255" y="556698"/>
              <a:ext cx="968484" cy="0"/>
            </a:xfrm>
            <a:prstGeom prst="line">
              <a:avLst/>
            </a:prstGeom>
            <a:noFill/>
            <a:ln w="25400">
              <a:solidFill>
                <a:srgbClr val="FF0000"/>
              </a:solidFill>
              <a:round/>
              <a:headEnd/>
              <a:tailEnd/>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sp>
          <p:nvSpPr>
            <p:cNvPr id="122967" name="Line 51"/>
            <p:cNvSpPr>
              <a:spLocks noChangeShapeType="1"/>
            </p:cNvSpPr>
            <p:nvPr/>
          </p:nvSpPr>
          <p:spPr bwMode="auto">
            <a:xfrm flipH="1">
              <a:off x="6300658" y="542412"/>
              <a:ext cx="0" cy="458199"/>
            </a:xfrm>
            <a:prstGeom prst="line">
              <a:avLst/>
            </a:prstGeom>
            <a:noFill/>
            <a:ln w="25400">
              <a:solidFill>
                <a:srgbClr val="FF0000"/>
              </a:solidFill>
              <a:round/>
              <a:headEnd/>
              <a:tailEnd type="stealth" w="lg" len="lg"/>
            </a:ln>
            <a:extLst>
              <a:ext uri="{909E8E84-426E-40DD-AFC4-6F175D3DCCD1}">
                <a14:hiddenFill xmlns:a14="http://schemas.microsoft.com/office/drawing/2010/main">
                  <a:noFill/>
                </a14:hiddenFill>
              </a:ext>
            </a:extLst>
          </p:spPr>
          <p:txBody>
            <a:bodyPr lIns="68580" tIns="34290" rIns="68580" bIns="34290"/>
            <a:lstStyle/>
            <a:p>
              <a:endParaRPr lang="zh-CN" altLang="en-US">
                <a:solidFill>
                  <a:prstClr val="black"/>
                </a:solidFill>
              </a:endParaRPr>
            </a:p>
          </p:txBody>
        </p:sp>
      </p:grpSp>
      <p:sp>
        <p:nvSpPr>
          <p:cNvPr id="3" name="线形标注 2 2"/>
          <p:cNvSpPr/>
          <p:nvPr/>
        </p:nvSpPr>
        <p:spPr>
          <a:xfrm>
            <a:off x="899592" y="4259702"/>
            <a:ext cx="864096" cy="181741"/>
          </a:xfrm>
          <a:prstGeom prst="borderCallout2">
            <a:avLst>
              <a:gd name="adj1" fmla="val 74653"/>
              <a:gd name="adj2" fmla="val 100428"/>
              <a:gd name="adj3" fmla="val 123569"/>
              <a:gd name="adj4" fmla="val 125898"/>
              <a:gd name="adj5" fmla="val 91537"/>
              <a:gd name="adj6" fmla="val 245813"/>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prstClr val="black"/>
                </a:solidFill>
                <a:latin typeface="Times New Roman" panose="02020603050405020304" pitchFamily="18" charset="0"/>
                <a:cs typeface="Times New Roman" panose="02020603050405020304" pitchFamily="18" charset="0"/>
              </a:rPr>
              <a:t>[</a:t>
            </a:r>
            <a:r>
              <a:rPr lang="en-US" altLang="zh-CN" sz="1400" i="1" dirty="0">
                <a:solidFill>
                  <a:prstClr val="black"/>
                </a:solidFill>
                <a:latin typeface="Times New Roman" panose="02020603050405020304" pitchFamily="18" charset="0"/>
                <a:cs typeface="Times New Roman" panose="02020603050405020304" pitchFamily="18" charset="0"/>
              </a:rPr>
              <a:t>a</a:t>
            </a:r>
            <a:r>
              <a:rPr lang="en-US" altLang="zh-CN" sz="1400" dirty="0">
                <a:solidFill>
                  <a:prstClr val="black"/>
                </a:solidFill>
                <a:latin typeface="Times New Roman" panose="02020603050405020304" pitchFamily="18" charset="0"/>
                <a:cs typeface="Times New Roman" panose="02020603050405020304" pitchFamily="18" charset="0"/>
              </a:rPr>
              <a:t>(1,0)]</a:t>
            </a:r>
            <a:endParaRPr lang="zh-CN" altLang="en-US" sz="1400" dirty="0">
              <a:solidFill>
                <a:prstClr val="black"/>
              </a:solidFill>
              <a:latin typeface="Times New Roman" panose="02020603050405020304" pitchFamily="18" charset="0"/>
              <a:cs typeface="Times New Roman" panose="02020603050405020304" pitchFamily="18" charset="0"/>
            </a:endParaRPr>
          </a:p>
        </p:txBody>
      </p:sp>
      <p:sp>
        <p:nvSpPr>
          <p:cNvPr id="90" name="线形标注 2 89"/>
          <p:cNvSpPr/>
          <p:nvPr/>
        </p:nvSpPr>
        <p:spPr>
          <a:xfrm>
            <a:off x="4069432" y="3950188"/>
            <a:ext cx="864096" cy="181741"/>
          </a:xfrm>
          <a:prstGeom prst="borderCallout2">
            <a:avLst>
              <a:gd name="adj1" fmla="val 88629"/>
              <a:gd name="adj2" fmla="val -984"/>
              <a:gd name="adj3" fmla="val 102605"/>
              <a:gd name="adj4" fmla="val -26955"/>
              <a:gd name="adj5" fmla="val 161417"/>
              <a:gd name="adj6" fmla="val -40787"/>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prstClr val="black"/>
                </a:solidFill>
                <a:latin typeface="Times New Roman" panose="02020603050405020304" pitchFamily="18" charset="0"/>
                <a:cs typeface="Times New Roman" panose="02020603050405020304" pitchFamily="18" charset="0"/>
              </a:rPr>
              <a:t>[</a:t>
            </a:r>
            <a:r>
              <a:rPr lang="en-US" altLang="zh-CN" sz="1400" i="1" dirty="0">
                <a:solidFill>
                  <a:prstClr val="black"/>
                </a:solidFill>
                <a:latin typeface="Times New Roman" panose="02020603050405020304" pitchFamily="18" charset="0"/>
                <a:cs typeface="Times New Roman" panose="02020603050405020304" pitchFamily="18" charset="0"/>
              </a:rPr>
              <a:t>v</a:t>
            </a:r>
            <a:r>
              <a:rPr lang="en-US" altLang="zh-CN" sz="1400" dirty="0">
                <a:solidFill>
                  <a:prstClr val="black"/>
                </a:solidFill>
                <a:latin typeface="Times New Roman" panose="02020603050405020304" pitchFamily="18" charset="0"/>
                <a:cs typeface="Times New Roman" panose="02020603050405020304" pitchFamily="18" charset="0"/>
              </a:rPr>
              <a:t>(2,4)]</a:t>
            </a:r>
            <a:endParaRPr lang="zh-CN" altLang="en-US" sz="1400" dirty="0">
              <a:solidFill>
                <a:prstClr val="black"/>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12088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90"/>
                                        </p:tgtEl>
                                        <p:attrNameLst>
                                          <p:attrName>style.visibility</p:attrName>
                                        </p:attrNameLst>
                                      </p:cBhvr>
                                      <p:to>
                                        <p:strVal val="visible"/>
                                      </p:to>
                                    </p:set>
                                    <p:anim calcmode="lin" valueType="num">
                                      <p:cBhvr>
                                        <p:cTn id="14" dur="500" fill="hold"/>
                                        <p:tgtEl>
                                          <p:spTgt spid="90"/>
                                        </p:tgtEl>
                                        <p:attrNameLst>
                                          <p:attrName>ppt_w</p:attrName>
                                        </p:attrNameLst>
                                      </p:cBhvr>
                                      <p:tavLst>
                                        <p:tav tm="0">
                                          <p:val>
                                            <p:fltVal val="0"/>
                                          </p:val>
                                        </p:tav>
                                        <p:tav tm="100000">
                                          <p:val>
                                            <p:strVal val="#ppt_w"/>
                                          </p:val>
                                        </p:tav>
                                      </p:tavLst>
                                    </p:anim>
                                    <p:anim calcmode="lin" valueType="num">
                                      <p:cBhvr>
                                        <p:cTn id="15" dur="500" fill="hold"/>
                                        <p:tgtEl>
                                          <p:spTgt spid="90"/>
                                        </p:tgtEl>
                                        <p:attrNameLst>
                                          <p:attrName>ppt_h</p:attrName>
                                        </p:attrNameLst>
                                      </p:cBhvr>
                                      <p:tavLst>
                                        <p:tav tm="0">
                                          <p:val>
                                            <p:fltVal val="0"/>
                                          </p:val>
                                        </p:tav>
                                        <p:tav tm="100000">
                                          <p:val>
                                            <p:strVal val="#ppt_h"/>
                                          </p:val>
                                        </p:tav>
                                      </p:tavLst>
                                    </p:anim>
                                    <p:animEffect transition="in" filter="fade">
                                      <p:cBhvr>
                                        <p:cTn id="16" dur="5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9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5" name="内容占位符 2"/>
          <p:cNvSpPr>
            <a:spLocks noGrp="1"/>
          </p:cNvSpPr>
          <p:nvPr>
            <p:ph idx="1"/>
          </p:nvPr>
        </p:nvSpPr>
        <p:spPr>
          <a:xfrm>
            <a:off x="357189" y="842964"/>
            <a:ext cx="8501062" cy="3889027"/>
          </a:xfrm>
        </p:spPr>
        <p:txBody>
          <a:bodyPr/>
          <a:lstStyle/>
          <a:p>
            <a:pPr eaLnBrk="1" hangingPunct="1">
              <a:lnSpc>
                <a:spcPts val="2880"/>
              </a:lnSpc>
              <a:buClrTx/>
              <a:buFont typeface="Wingdings" pitchFamily="2" charset="2"/>
              <a:buChar char="Ø"/>
              <a:defRPr/>
            </a:pPr>
            <a:r>
              <a:rPr lang="zh-CN" altLang="en-US" b="1" dirty="0">
                <a:solidFill>
                  <a:schemeClr val="tx1"/>
                </a:solidFill>
                <a:latin typeface="+mn-ea"/>
              </a:rPr>
              <a:t>将所有</a:t>
            </a:r>
            <a:r>
              <a:rPr lang="zh-CN" altLang="en-US" b="1" dirty="0">
                <a:solidFill>
                  <a:schemeClr val="tx2">
                    <a:lumMod val="60000"/>
                    <a:lumOff val="40000"/>
                  </a:schemeClr>
                </a:solidFill>
                <a:latin typeface="+mn-ea"/>
              </a:rPr>
              <a:t>块</a:t>
            </a:r>
            <a:r>
              <a:rPr lang="zh-CN" altLang="en-US" b="1" dirty="0">
                <a:solidFill>
                  <a:schemeClr val="tx1"/>
                </a:solidFill>
                <a:latin typeface="+mn-ea"/>
              </a:rPr>
              <a:t>的符号表放在一个</a:t>
            </a:r>
            <a:r>
              <a:rPr lang="zh-CN" altLang="en-US" b="1" dirty="0">
                <a:solidFill>
                  <a:schemeClr val="tx2">
                    <a:lumMod val="60000"/>
                    <a:lumOff val="40000"/>
                  </a:schemeClr>
                </a:solidFill>
                <a:latin typeface="+mn-ea"/>
              </a:rPr>
              <a:t>大数组</a:t>
            </a:r>
            <a:r>
              <a:rPr lang="zh-CN" altLang="en-US" b="1" dirty="0">
                <a:solidFill>
                  <a:schemeClr val="tx1"/>
                </a:solidFill>
                <a:latin typeface="+mn-ea"/>
              </a:rPr>
              <a:t>中，然后再引入一个</a:t>
            </a:r>
            <a:r>
              <a:rPr lang="zh-CN" altLang="en-US" b="1" dirty="0">
                <a:solidFill>
                  <a:schemeClr val="tx2">
                    <a:lumMod val="60000"/>
                    <a:lumOff val="40000"/>
                  </a:schemeClr>
                </a:solidFill>
                <a:latin typeface="+mn-ea"/>
              </a:rPr>
              <a:t>块表</a:t>
            </a:r>
            <a:r>
              <a:rPr lang="zh-CN" altLang="en-US" b="1" dirty="0">
                <a:solidFill>
                  <a:schemeClr val="tx1"/>
                </a:solidFill>
                <a:latin typeface="+mn-ea"/>
              </a:rPr>
              <a:t>来描述各</a:t>
            </a:r>
            <a:r>
              <a:rPr lang="zh-CN" altLang="en-US" b="1" dirty="0">
                <a:solidFill>
                  <a:schemeClr val="tx2">
                    <a:lumMod val="60000"/>
                    <a:lumOff val="40000"/>
                  </a:schemeClr>
                </a:solidFill>
                <a:latin typeface="+mn-ea"/>
              </a:rPr>
              <a:t>块</a:t>
            </a:r>
            <a:r>
              <a:rPr lang="zh-CN" altLang="en-US" b="1" dirty="0">
                <a:solidFill>
                  <a:schemeClr val="tx1"/>
                </a:solidFill>
                <a:latin typeface="+mn-ea"/>
              </a:rPr>
              <a:t>的符号表在大数组中的位置及其相互关系</a:t>
            </a:r>
            <a:endParaRPr lang="en-US" altLang="zh-CN" b="1" dirty="0">
              <a:solidFill>
                <a:schemeClr val="tx1"/>
              </a:solidFill>
              <a:latin typeface="+mn-ea"/>
            </a:endParaRPr>
          </a:p>
          <a:p>
            <a:pPr lvl="1" eaLnBrk="1" hangingPunct="1">
              <a:lnSpc>
                <a:spcPts val="2880"/>
              </a:lnSpc>
              <a:buClrTx/>
              <a:buFont typeface="Wingdings" pitchFamily="2" charset="2"/>
              <a:buChar char="Ø"/>
              <a:defRPr/>
            </a:pPr>
            <a:r>
              <a:rPr lang="zh-CN" altLang="en-US" b="1" dirty="0">
                <a:solidFill>
                  <a:schemeClr val="tx1"/>
                </a:solidFill>
                <a:cs typeface="Times New Roman" panose="02020603050405020304" pitchFamily="18" charset="0"/>
              </a:rPr>
              <a:t>一个</a:t>
            </a:r>
            <a:r>
              <a:rPr lang="zh-CN" altLang="en-US" b="1" dirty="0">
                <a:solidFill>
                  <a:schemeClr val="tx2">
                    <a:lumMod val="60000"/>
                    <a:lumOff val="40000"/>
                  </a:schemeClr>
                </a:solidFill>
                <a:cs typeface="Times New Roman" panose="02020603050405020304" pitchFamily="18" charset="0"/>
              </a:rPr>
              <a:t>过程</a:t>
            </a:r>
            <a:r>
              <a:rPr lang="zh-CN" altLang="en-US" b="1" dirty="0">
                <a:solidFill>
                  <a:schemeClr val="tx1"/>
                </a:solidFill>
                <a:cs typeface="Times New Roman" panose="02020603050405020304" pitchFamily="18" charset="0"/>
              </a:rPr>
              <a:t>可以看作是一个</a:t>
            </a:r>
            <a:r>
              <a:rPr lang="zh-CN" altLang="en-US" b="1" dirty="0">
                <a:solidFill>
                  <a:schemeClr val="tx2">
                    <a:lumMod val="60000"/>
                    <a:lumOff val="40000"/>
                  </a:schemeClr>
                </a:solidFill>
                <a:cs typeface="Times New Roman" panose="02020603050405020304" pitchFamily="18" charset="0"/>
              </a:rPr>
              <a:t>块</a:t>
            </a:r>
            <a:endParaRPr lang="en-US" altLang="zh-CN" sz="1300" b="1" dirty="0">
              <a:solidFill>
                <a:schemeClr val="tx2">
                  <a:lumMod val="60000"/>
                  <a:lumOff val="40000"/>
                </a:schemeClr>
              </a:solidFill>
              <a:cs typeface="Times New Roman" panose="02020603050405020304" pitchFamily="18" charset="0"/>
            </a:endParaRPr>
          </a:p>
          <a:p>
            <a:pPr eaLnBrk="1" hangingPunct="1">
              <a:lnSpc>
                <a:spcPts val="2880"/>
              </a:lnSpc>
              <a:buClrTx/>
              <a:buFont typeface="Wingdings" pitchFamily="2" charset="2"/>
              <a:buChar char="Ø"/>
              <a:defRPr/>
            </a:pPr>
            <a:endParaRPr lang="en-US" altLang="zh-CN" b="1" dirty="0">
              <a:solidFill>
                <a:schemeClr val="tx1"/>
              </a:solidFill>
              <a:latin typeface="+mn-ea"/>
            </a:endParaRPr>
          </a:p>
        </p:txBody>
      </p:sp>
      <p:sp>
        <p:nvSpPr>
          <p:cNvPr id="62468" name="标题 1"/>
          <p:cNvSpPr>
            <a:spLocks noGrp="1"/>
          </p:cNvSpPr>
          <p:nvPr>
            <p:ph type="title"/>
          </p:nvPr>
        </p:nvSpPr>
        <p:spPr>
          <a:xfrm>
            <a:off x="755650" y="268289"/>
            <a:ext cx="7931150" cy="358775"/>
          </a:xfrm>
        </p:spPr>
        <p:txBody>
          <a:bodyPr/>
          <a:lstStyle/>
          <a:p>
            <a:pPr eaLnBrk="1" hangingPunct="1">
              <a:defRPr/>
            </a:pPr>
            <a:r>
              <a:rPr lang="zh-CN" altLang="en-US" sz="3000" spc="300" dirty="0">
                <a:solidFill>
                  <a:schemeClr val="tx1"/>
                </a:solidFill>
                <a:latin typeface="微软雅黑" pitchFamily="34" charset="-122"/>
                <a:ea typeface="微软雅黑" pitchFamily="34" charset="-122"/>
              </a:rPr>
              <a:t>符号表的另一种组织方式</a:t>
            </a:r>
            <a:r>
              <a:rPr lang="en-US" altLang="zh-CN" sz="3000" spc="300" dirty="0">
                <a:solidFill>
                  <a:schemeClr val="tx1"/>
                </a:solidFill>
                <a:latin typeface="微软雅黑" pitchFamily="34" charset="-122"/>
                <a:ea typeface="微软雅黑" pitchFamily="34" charset="-122"/>
              </a:rPr>
              <a:t>*</a:t>
            </a:r>
            <a:endParaRPr lang="zh-CN" altLang="en-US" sz="3000" spc="300" dirty="0">
              <a:solidFill>
                <a:schemeClr val="tx1"/>
              </a:solidFill>
              <a:latin typeface="微软雅黑" pitchFamily="34" charset="-122"/>
              <a:ea typeface="微软雅黑" pitchFamily="34" charset="-122"/>
            </a:endParaRPr>
          </a:p>
        </p:txBody>
      </p:sp>
      <p:grpSp>
        <p:nvGrpSpPr>
          <p:cNvPr id="146436" name="组合 44"/>
          <p:cNvGrpSpPr>
            <a:grpSpLocks/>
          </p:cNvGrpSpPr>
          <p:nvPr/>
        </p:nvGrpSpPr>
        <p:grpSpPr bwMode="auto">
          <a:xfrm>
            <a:off x="0" y="195264"/>
            <a:ext cx="755650" cy="431800"/>
            <a:chOff x="-786" y="195486"/>
            <a:chExt cx="756363" cy="432048"/>
          </a:xfrm>
        </p:grpSpPr>
        <p:sp>
          <p:nvSpPr>
            <p:cNvPr id="6" name="五边形 5"/>
            <p:cNvSpPr/>
            <p:nvPr/>
          </p:nvSpPr>
          <p:spPr>
            <a:xfrm>
              <a:off x="-786" y="195486"/>
              <a:ext cx="756363" cy="432048"/>
            </a:xfrm>
            <a:prstGeom prst="homePlate">
              <a:avLst/>
            </a:prstGeom>
            <a:solidFill>
              <a:schemeClr val="bg2">
                <a:lumMod val="50000"/>
              </a:schemeClr>
            </a:solidFill>
            <a:ln w="25400" cap="flat" cmpd="sng" algn="ctr">
              <a:noFill/>
              <a:prstDash val="solid"/>
            </a:ln>
            <a:effectLst/>
          </p:spPr>
          <p:txBody>
            <a:bodyPr anchor="ct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lgn="ctr" defTabSz="914378" eaLnBrk="1" hangingPunct="1">
                <a:defRPr/>
              </a:pPr>
              <a:endParaRPr lang="zh-CN" altLang="en-US" sz="1800" b="0">
                <a:solidFill>
                  <a:srgbClr val="FFFFFF"/>
                </a:solidFill>
                <a:latin typeface="Calibri" panose="020F0502020204030204" pitchFamily="34" charset="0"/>
              </a:endParaRPr>
            </a:p>
          </p:txBody>
        </p:sp>
        <p:sp>
          <p:nvSpPr>
            <p:cNvPr id="146438" name="五边形 46"/>
            <p:cNvSpPr>
              <a:spLocks noChangeArrowheads="1"/>
            </p:cNvSpPr>
            <p:nvPr/>
          </p:nvSpPr>
          <p:spPr bwMode="auto">
            <a:xfrm>
              <a:off x="-786" y="197074"/>
              <a:ext cx="756363" cy="88951"/>
            </a:xfrm>
            <a:prstGeom prst="homePlate">
              <a:avLst>
                <a:gd name="adj" fmla="val 49995"/>
              </a:avLst>
            </a:prstGeom>
            <a:solidFill>
              <a:schemeClr val="bg1">
                <a:alpha val="30196"/>
              </a:schemeClr>
            </a:solidFill>
            <a:ln>
              <a:noFill/>
            </a:ln>
            <a:extLst>
              <a:ext uri="{91240B29-F687-4F45-9708-019B960494DF}">
                <a14:hiddenLine xmlns:a14="http://schemas.microsoft.com/office/drawing/2010/main" w="25400" algn="ctr">
                  <a:solidFill>
                    <a:srgbClr val="000000"/>
                  </a:solidFill>
                  <a:miter lim="800000"/>
                  <a:headEnd/>
                  <a:tailEnd/>
                </a14:hiddenLine>
              </a:ext>
            </a:extLst>
          </p:spPr>
          <p:txBody>
            <a:bodyPr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defTabSz="914378" eaLnBrk="1" hangingPunct="1"/>
              <a:endParaRPr lang="zh-CN" altLang="en-US" sz="1800" b="0">
                <a:solidFill>
                  <a:srgbClr val="FFFFFF"/>
                </a:solidFill>
                <a:latin typeface="Calibri" panose="020F0502020204030204" pitchFamily="34" charset="0"/>
                <a:ea typeface="宋体" panose="02010600030101010101" pitchFamily="2" charset="-122"/>
              </a:endParaRPr>
            </a:p>
          </p:txBody>
        </p:sp>
      </p:grpSp>
    </p:spTree>
    <p:extLst>
      <p:ext uri="{BB962C8B-B14F-4D97-AF65-F5344CB8AC3E}">
        <p14:creationId xmlns:p14="http://schemas.microsoft.com/office/powerpoint/2010/main" val="3825774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9395">
                                            <p:txEl>
                                              <p:pRg st="0" end="0"/>
                                            </p:txEl>
                                          </p:spTgt>
                                        </p:tgtEl>
                                        <p:attrNameLst>
                                          <p:attrName>style.visibility</p:attrName>
                                        </p:attrNameLst>
                                      </p:cBhvr>
                                      <p:to>
                                        <p:strVal val="visible"/>
                                      </p:to>
                                    </p:set>
                                    <p:anim calcmode="lin" valueType="num">
                                      <p:cBhvr>
                                        <p:cTn id="7" dur="500" fill="hold"/>
                                        <p:tgtEl>
                                          <p:spTgt spid="59395">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59395">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59395">
                                            <p:txEl>
                                              <p:pRg st="0" end="0"/>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59395">
                                            <p:txEl>
                                              <p:pRg st="1" end="1"/>
                                            </p:txEl>
                                          </p:spTgt>
                                        </p:tgtEl>
                                        <p:attrNameLst>
                                          <p:attrName>style.visibility</p:attrName>
                                        </p:attrNameLst>
                                      </p:cBhvr>
                                      <p:to>
                                        <p:strVal val="visible"/>
                                      </p:to>
                                    </p:set>
                                    <p:anim calcmode="lin" valueType="num">
                                      <p:cBhvr>
                                        <p:cTn id="14" dur="500" fill="hold"/>
                                        <p:tgtEl>
                                          <p:spTgt spid="59395">
                                            <p:txEl>
                                              <p:pRg st="1" end="1"/>
                                            </p:txEl>
                                          </p:spTgt>
                                        </p:tgtEl>
                                        <p:attrNameLst>
                                          <p:attrName>ppt_w</p:attrName>
                                        </p:attrNameLst>
                                      </p:cBhvr>
                                      <p:tavLst>
                                        <p:tav tm="0">
                                          <p:val>
                                            <p:fltVal val="0"/>
                                          </p:val>
                                        </p:tav>
                                        <p:tav tm="100000">
                                          <p:val>
                                            <p:strVal val="#ppt_w"/>
                                          </p:val>
                                        </p:tav>
                                      </p:tavLst>
                                    </p:anim>
                                    <p:anim calcmode="lin" valueType="num">
                                      <p:cBhvr>
                                        <p:cTn id="15" dur="500" fill="hold"/>
                                        <p:tgtEl>
                                          <p:spTgt spid="59395">
                                            <p:txEl>
                                              <p:pRg st="1" end="1"/>
                                            </p:txEl>
                                          </p:spTgt>
                                        </p:tgtEl>
                                        <p:attrNameLst>
                                          <p:attrName>ppt_h</p:attrName>
                                        </p:attrNameLst>
                                      </p:cBhvr>
                                      <p:tavLst>
                                        <p:tav tm="0">
                                          <p:val>
                                            <p:fltVal val="0"/>
                                          </p:val>
                                        </p:tav>
                                        <p:tav tm="100000">
                                          <p:val>
                                            <p:strVal val="#ppt_h"/>
                                          </p:val>
                                        </p:tav>
                                      </p:tavLst>
                                    </p:anim>
                                    <p:animEffect transition="in" filter="fade">
                                      <p:cBhvr>
                                        <p:cTn id="16" dur="500"/>
                                        <p:tgtEl>
                                          <p:spTgt spid="5939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199"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grpSp>
        <p:nvGrpSpPr>
          <p:cNvPr id="2" name="组合 1"/>
          <p:cNvGrpSpPr/>
          <p:nvPr/>
        </p:nvGrpSpPr>
        <p:grpSpPr>
          <a:xfrm>
            <a:off x="3107557" y="-102117"/>
            <a:ext cx="5980527" cy="5201676"/>
            <a:chOff x="3107556" y="-102117"/>
            <a:chExt cx="5980527" cy="5201676"/>
          </a:xfrm>
        </p:grpSpPr>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6" y="123478"/>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2"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3"/>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1"/>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79" y="146179"/>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0" y="-102117"/>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0"/>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4"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6"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29"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4"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29"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29"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4"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4" y="586159"/>
              <a:ext cx="874713" cy="669925"/>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5"/>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5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9</a:t>
              </a:r>
            </a:p>
          </p:txBody>
        </p:sp>
        <p:sp>
          <p:nvSpPr>
            <p:cNvPr id="105" name="Text Box 157"/>
            <p:cNvSpPr txBox="1">
              <a:spLocks noChangeArrowheads="1"/>
            </p:cNvSpPr>
            <p:nvPr/>
          </p:nvSpPr>
          <p:spPr bwMode="auto">
            <a:xfrm>
              <a:off x="5199082" y="121988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6" y="1250602"/>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1"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1" y="516503"/>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5"/>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7"/>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5" y="189356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5"/>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5" y="255781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29"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110" name="Group 31"/>
            <p:cNvGrpSpPr>
              <a:grpSpLocks/>
            </p:cNvGrpSpPr>
            <p:nvPr/>
          </p:nvGrpSpPr>
          <p:grpSpPr bwMode="auto">
            <a:xfrm>
              <a:off x="6584029" y="2443159"/>
              <a:ext cx="2497139" cy="285750"/>
              <a:chOff x="4029" y="527"/>
              <a:chExt cx="1573" cy="180"/>
            </a:xfrm>
          </p:grpSpPr>
          <p:sp>
            <p:nvSpPr>
              <p:cNvPr id="11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11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11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grpSp>
          <p:nvGrpSpPr>
            <p:cNvPr id="114" name="Group 153"/>
            <p:cNvGrpSpPr>
              <a:grpSpLocks/>
            </p:cNvGrpSpPr>
            <p:nvPr/>
          </p:nvGrpSpPr>
          <p:grpSpPr bwMode="auto">
            <a:xfrm>
              <a:off x="3118669" y="1464060"/>
              <a:ext cx="877888" cy="434975"/>
              <a:chOff x="1511" y="516"/>
              <a:chExt cx="553" cy="274"/>
            </a:xfrm>
          </p:grpSpPr>
          <p:sp>
            <p:nvSpPr>
              <p:cNvPr id="116" name="Rectangle 154"/>
              <p:cNvSpPr>
                <a:spLocks noChangeArrowheads="1"/>
              </p:cNvSpPr>
              <p:nvPr/>
            </p:nvSpPr>
            <p:spPr bwMode="auto">
              <a:xfrm>
                <a:off x="1733" y="516"/>
                <a:ext cx="331" cy="273"/>
              </a:xfrm>
              <a:prstGeom prst="rect">
                <a:avLst/>
              </a:prstGeom>
              <a:solidFill>
                <a:srgbClr val="FF00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17"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119" name="组合 118"/>
            <p:cNvGrpSpPr/>
            <p:nvPr/>
          </p:nvGrpSpPr>
          <p:grpSpPr>
            <a:xfrm>
              <a:off x="4748719" y="3278127"/>
              <a:ext cx="874713" cy="669925"/>
              <a:chOff x="4756817" y="602902"/>
              <a:chExt cx="874713" cy="669925"/>
            </a:xfrm>
          </p:grpSpPr>
          <p:sp>
            <p:nvSpPr>
              <p:cNvPr id="120" name="Rectangle 21"/>
              <p:cNvSpPr>
                <a:spLocks noChangeArrowheads="1"/>
              </p:cNvSpPr>
              <p:nvPr/>
            </p:nvSpPr>
            <p:spPr bwMode="auto">
              <a:xfrm>
                <a:off x="5099713" y="937864"/>
                <a:ext cx="530225" cy="334963"/>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1" name="Group 19"/>
              <p:cNvGrpSpPr>
                <a:grpSpLocks/>
              </p:cNvGrpSpPr>
              <p:nvPr/>
            </p:nvGrpSpPr>
            <p:grpSpPr bwMode="auto">
              <a:xfrm>
                <a:off x="4756817" y="602902"/>
                <a:ext cx="874713" cy="669925"/>
                <a:chOff x="2919" y="527"/>
                <a:chExt cx="551" cy="422"/>
              </a:xfrm>
            </p:grpSpPr>
            <p:grpSp>
              <p:nvGrpSpPr>
                <p:cNvPr id="122" name="Group 20"/>
                <p:cNvGrpSpPr>
                  <a:grpSpLocks/>
                </p:cNvGrpSpPr>
                <p:nvPr/>
              </p:nvGrpSpPr>
              <p:grpSpPr bwMode="auto">
                <a:xfrm>
                  <a:off x="3135" y="527"/>
                  <a:ext cx="335" cy="422"/>
                  <a:chOff x="4133" y="890"/>
                  <a:chExt cx="335" cy="422"/>
                </a:xfrm>
              </p:grpSpPr>
              <p:sp>
                <p:nvSpPr>
                  <p:cNvPr id="124" name="Rectangle 21"/>
                  <p:cNvSpPr>
                    <a:spLocks noChangeArrowheads="1"/>
                  </p:cNvSpPr>
                  <p:nvPr/>
                </p:nvSpPr>
                <p:spPr bwMode="auto">
                  <a:xfrm>
                    <a:off x="4133" y="890"/>
                    <a:ext cx="335" cy="211"/>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5"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3"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grpSp>
        </p:grpSp>
        <p:sp>
          <p:nvSpPr>
            <p:cNvPr id="126" name="Text Box 156"/>
            <p:cNvSpPr txBox="1">
              <a:spLocks noChangeArrowheads="1"/>
            </p:cNvSpPr>
            <p:nvPr/>
          </p:nvSpPr>
          <p:spPr bwMode="auto">
            <a:xfrm>
              <a:off x="5100345" y="3561529"/>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14</a:t>
              </a:r>
            </a:p>
          </p:txBody>
        </p:sp>
        <p:sp>
          <p:nvSpPr>
            <p:cNvPr id="127" name="Text Box 157"/>
            <p:cNvSpPr txBox="1">
              <a:spLocks noChangeArrowheads="1"/>
            </p:cNvSpPr>
            <p:nvPr/>
          </p:nvSpPr>
          <p:spPr bwMode="auto">
            <a:xfrm>
              <a:off x="5103543" y="3229308"/>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11</a:t>
              </a:r>
            </a:p>
          </p:txBody>
        </p:sp>
        <p:grpSp>
          <p:nvGrpSpPr>
            <p:cNvPr id="128" name="Group 31"/>
            <p:cNvGrpSpPr>
              <a:grpSpLocks/>
            </p:cNvGrpSpPr>
            <p:nvPr/>
          </p:nvGrpSpPr>
          <p:grpSpPr bwMode="auto">
            <a:xfrm>
              <a:off x="6516330" y="2680941"/>
              <a:ext cx="2571752" cy="285750"/>
              <a:chOff x="3982" y="527"/>
              <a:chExt cx="1620" cy="180"/>
            </a:xfrm>
          </p:grpSpPr>
          <p:sp>
            <p:nvSpPr>
              <p:cNvPr id="12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m</a:t>
                </a:r>
              </a:p>
            </p:txBody>
          </p:sp>
          <p:sp>
            <p:nvSpPr>
              <p:cNvPr id="13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10</a:t>
                </a:r>
              </a:p>
            </p:txBody>
          </p:sp>
          <p:sp>
            <p:nvSpPr>
              <p:cNvPr id="131"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132" name="Group 31"/>
            <p:cNvGrpSpPr>
              <a:grpSpLocks/>
            </p:cNvGrpSpPr>
            <p:nvPr/>
          </p:nvGrpSpPr>
          <p:grpSpPr bwMode="auto">
            <a:xfrm>
              <a:off x="6509416" y="2894633"/>
              <a:ext cx="2571752" cy="285750"/>
              <a:chOff x="3982" y="527"/>
              <a:chExt cx="1620" cy="180"/>
            </a:xfrm>
          </p:grpSpPr>
          <p:sp>
            <p:nvSpPr>
              <p:cNvPr id="133"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n</a:t>
                </a:r>
              </a:p>
            </p:txBody>
          </p:sp>
          <p:sp>
            <p:nvSpPr>
              <p:cNvPr id="134"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11</a:t>
                </a:r>
              </a:p>
            </p:txBody>
          </p:sp>
          <p:sp>
            <p:nvSpPr>
              <p:cNvPr id="135"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10</a:t>
                </a:r>
              </a:p>
            </p:txBody>
          </p:sp>
        </p:grpSp>
        <p:grpSp>
          <p:nvGrpSpPr>
            <p:cNvPr id="136" name="Group 31"/>
            <p:cNvGrpSpPr>
              <a:grpSpLocks/>
            </p:cNvGrpSpPr>
            <p:nvPr/>
          </p:nvGrpSpPr>
          <p:grpSpPr bwMode="auto">
            <a:xfrm>
              <a:off x="6516328" y="3120577"/>
              <a:ext cx="2571752" cy="285750"/>
              <a:chOff x="3982" y="527"/>
              <a:chExt cx="1620" cy="180"/>
            </a:xfrm>
          </p:grpSpPr>
          <p:sp>
            <p:nvSpPr>
              <p:cNvPr id="137"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k</a:t>
                </a:r>
              </a:p>
            </p:txBody>
          </p:sp>
          <p:sp>
            <p:nvSpPr>
              <p:cNvPr id="15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12</a:t>
                </a:r>
              </a:p>
            </p:txBody>
          </p:sp>
          <p:sp>
            <p:nvSpPr>
              <p:cNvPr id="153"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11</a:t>
                </a:r>
              </a:p>
            </p:txBody>
          </p:sp>
        </p:grpSp>
        <p:grpSp>
          <p:nvGrpSpPr>
            <p:cNvPr id="154" name="Group 31"/>
            <p:cNvGrpSpPr>
              <a:grpSpLocks/>
            </p:cNvGrpSpPr>
            <p:nvPr/>
          </p:nvGrpSpPr>
          <p:grpSpPr bwMode="auto">
            <a:xfrm>
              <a:off x="6509416" y="3335795"/>
              <a:ext cx="2571752" cy="285750"/>
              <a:chOff x="3982" y="527"/>
              <a:chExt cx="1620" cy="180"/>
            </a:xfrm>
          </p:grpSpPr>
          <p:sp>
            <p:nvSpPr>
              <p:cNvPr id="155"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v</a:t>
                </a:r>
              </a:p>
            </p:txBody>
          </p:sp>
          <p:sp>
            <p:nvSpPr>
              <p:cNvPr id="15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13</a:t>
                </a:r>
              </a:p>
            </p:txBody>
          </p:sp>
          <p:sp>
            <p:nvSpPr>
              <p:cNvPr id="157"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12</a:t>
                </a:r>
              </a:p>
            </p:txBody>
          </p:sp>
        </p:grpSp>
        <p:grpSp>
          <p:nvGrpSpPr>
            <p:cNvPr id="158" name="Group 31"/>
            <p:cNvGrpSpPr>
              <a:grpSpLocks/>
            </p:cNvGrpSpPr>
            <p:nvPr/>
          </p:nvGrpSpPr>
          <p:grpSpPr bwMode="auto">
            <a:xfrm>
              <a:off x="6516328" y="3560370"/>
              <a:ext cx="2571752" cy="285750"/>
              <a:chOff x="3982" y="527"/>
              <a:chExt cx="1620" cy="180"/>
            </a:xfrm>
          </p:grpSpPr>
          <p:sp>
            <p:nvSpPr>
              <p:cNvPr id="15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partition</a:t>
                </a:r>
              </a:p>
            </p:txBody>
          </p:sp>
          <p:sp>
            <p:nvSpPr>
              <p:cNvPr id="16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14</a:t>
                </a:r>
              </a:p>
            </p:txBody>
          </p:sp>
          <p:sp>
            <p:nvSpPr>
              <p:cNvPr id="170"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13</a:t>
                </a:r>
              </a:p>
            </p:txBody>
          </p:sp>
        </p:grpSp>
        <p:grpSp>
          <p:nvGrpSpPr>
            <p:cNvPr id="200" name="组合 199"/>
            <p:cNvGrpSpPr/>
            <p:nvPr/>
          </p:nvGrpSpPr>
          <p:grpSpPr>
            <a:xfrm>
              <a:off x="3996557" y="1670908"/>
              <a:ext cx="1109520" cy="1685897"/>
              <a:chOff x="3996557" y="1670908"/>
              <a:chExt cx="1109520" cy="1685897"/>
            </a:xfrm>
          </p:grpSpPr>
          <p:cxnSp>
            <p:nvCxnSpPr>
              <p:cNvPr id="201" name="直接连接符 200"/>
              <p:cNvCxnSpPr/>
              <p:nvPr/>
            </p:nvCxnSpPr>
            <p:spPr>
              <a:xfrm>
                <a:off x="3996557" y="1680754"/>
                <a:ext cx="567348" cy="0"/>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202" name="直接连接符 201"/>
              <p:cNvCxnSpPr/>
              <p:nvPr/>
            </p:nvCxnSpPr>
            <p:spPr>
              <a:xfrm>
                <a:off x="4572000" y="1670908"/>
                <a:ext cx="0" cy="1685103"/>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209" name="直接连接符 208"/>
              <p:cNvCxnSpPr/>
              <p:nvPr/>
            </p:nvCxnSpPr>
            <p:spPr>
              <a:xfrm flipV="1">
                <a:off x="4563905" y="3356805"/>
                <a:ext cx="542172" cy="0"/>
              </a:xfrm>
              <a:prstGeom prst="line">
                <a:avLst/>
              </a:prstGeom>
              <a:ln w="19050">
                <a:solidFill>
                  <a:srgbClr val="FF6666"/>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211" name="Group 153"/>
            <p:cNvGrpSpPr>
              <a:grpSpLocks/>
            </p:cNvGrpSpPr>
            <p:nvPr/>
          </p:nvGrpSpPr>
          <p:grpSpPr bwMode="auto">
            <a:xfrm>
              <a:off x="3125209" y="1907705"/>
              <a:ext cx="877888" cy="434975"/>
              <a:chOff x="1511" y="516"/>
              <a:chExt cx="553" cy="274"/>
            </a:xfrm>
          </p:grpSpPr>
          <p:sp>
            <p:nvSpPr>
              <p:cNvPr id="212" name="Rectangle 154"/>
              <p:cNvSpPr>
                <a:spLocks noChangeArrowheads="1"/>
              </p:cNvSpPr>
              <p:nvPr/>
            </p:nvSpPr>
            <p:spPr bwMode="auto">
              <a:xfrm>
                <a:off x="1733" y="516"/>
                <a:ext cx="331" cy="273"/>
              </a:xfrm>
              <a:prstGeom prst="rect">
                <a:avLst/>
              </a:prstGeom>
              <a:solidFill>
                <a:schemeClr val="accent1">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213"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sp>
          <p:nvSpPr>
            <p:cNvPr id="216" name="Freeform 171"/>
            <p:cNvSpPr>
              <a:spLocks/>
            </p:cNvSpPr>
            <p:nvPr/>
          </p:nvSpPr>
          <p:spPr bwMode="auto">
            <a:xfrm>
              <a:off x="4009445" y="2179019"/>
              <a:ext cx="1079500" cy="1966558"/>
            </a:xfrm>
            <a:custGeom>
              <a:avLst/>
              <a:gdLst>
                <a:gd name="T0" fmla="*/ 0 w 725"/>
                <a:gd name="T1" fmla="*/ 0 h 1360"/>
                <a:gd name="T2" fmla="*/ 115 w 725"/>
                <a:gd name="T3" fmla="*/ 0 h 1360"/>
                <a:gd name="T4" fmla="*/ 115 w 725"/>
                <a:gd name="T5" fmla="*/ 1360 h 1360"/>
                <a:gd name="T6" fmla="*/ 462 w 725"/>
                <a:gd name="T7" fmla="*/ 1360 h 1360"/>
                <a:gd name="T8" fmla="*/ 0 60000 65536"/>
                <a:gd name="T9" fmla="*/ 0 60000 65536"/>
                <a:gd name="T10" fmla="*/ 0 60000 65536"/>
                <a:gd name="T11" fmla="*/ 0 60000 65536"/>
                <a:gd name="T12" fmla="*/ 0 w 725"/>
                <a:gd name="T13" fmla="*/ 0 h 1360"/>
                <a:gd name="T14" fmla="*/ 725 w 725"/>
                <a:gd name="T15" fmla="*/ 1360 h 1360"/>
              </a:gdLst>
              <a:ahLst/>
              <a:cxnLst>
                <a:cxn ang="T8">
                  <a:pos x="T0" y="T1"/>
                </a:cxn>
                <a:cxn ang="T9">
                  <a:pos x="T2" y="T3"/>
                </a:cxn>
                <a:cxn ang="T10">
                  <a:pos x="T4" y="T5"/>
                </a:cxn>
                <a:cxn ang="T11">
                  <a:pos x="T6" y="T7"/>
                </a:cxn>
              </a:cxnLst>
              <a:rect l="T12" t="T13" r="T14" b="T15"/>
              <a:pathLst>
                <a:path w="725" h="1360">
                  <a:moveTo>
                    <a:pt x="0" y="0"/>
                  </a:moveTo>
                  <a:lnTo>
                    <a:pt x="181" y="0"/>
                  </a:lnTo>
                  <a:lnTo>
                    <a:pt x="181" y="1360"/>
                  </a:lnTo>
                  <a:lnTo>
                    <a:pt x="725" y="1360"/>
                  </a:lnTo>
                </a:path>
              </a:pathLst>
            </a:custGeom>
            <a:noFill/>
            <a:ln w="19050" cap="flat" cmpd="sng">
              <a:solidFill>
                <a:schemeClr val="accent1"/>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217" name="组合 216"/>
            <p:cNvGrpSpPr/>
            <p:nvPr/>
          </p:nvGrpSpPr>
          <p:grpSpPr>
            <a:xfrm>
              <a:off x="4756309" y="3945400"/>
              <a:ext cx="874713" cy="669925"/>
              <a:chOff x="4756817" y="602902"/>
              <a:chExt cx="874713" cy="669925"/>
            </a:xfrm>
          </p:grpSpPr>
          <p:sp>
            <p:nvSpPr>
              <p:cNvPr id="218" name="Rectangle 21"/>
              <p:cNvSpPr>
                <a:spLocks noChangeArrowheads="1"/>
              </p:cNvSpPr>
              <p:nvPr/>
            </p:nvSpPr>
            <p:spPr bwMode="auto">
              <a:xfrm>
                <a:off x="5099713" y="937864"/>
                <a:ext cx="530225" cy="334963"/>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219" name="Group 19"/>
              <p:cNvGrpSpPr>
                <a:grpSpLocks/>
              </p:cNvGrpSpPr>
              <p:nvPr/>
            </p:nvGrpSpPr>
            <p:grpSpPr bwMode="auto">
              <a:xfrm>
                <a:off x="4756817" y="602902"/>
                <a:ext cx="874713" cy="669925"/>
                <a:chOff x="2919" y="527"/>
                <a:chExt cx="551" cy="422"/>
              </a:xfrm>
            </p:grpSpPr>
            <p:grpSp>
              <p:nvGrpSpPr>
                <p:cNvPr id="220" name="Group 20"/>
                <p:cNvGrpSpPr>
                  <a:grpSpLocks/>
                </p:cNvGrpSpPr>
                <p:nvPr/>
              </p:nvGrpSpPr>
              <p:grpSpPr bwMode="auto">
                <a:xfrm>
                  <a:off x="3135" y="527"/>
                  <a:ext cx="335" cy="422"/>
                  <a:chOff x="4133" y="890"/>
                  <a:chExt cx="335" cy="422"/>
                </a:xfrm>
              </p:grpSpPr>
              <p:sp>
                <p:nvSpPr>
                  <p:cNvPr id="222" name="Rectangle 21"/>
                  <p:cNvSpPr>
                    <a:spLocks noChangeArrowheads="1"/>
                  </p:cNvSpPr>
                  <p:nvPr/>
                </p:nvSpPr>
                <p:spPr bwMode="auto">
                  <a:xfrm>
                    <a:off x="4133" y="890"/>
                    <a:ext cx="335" cy="211"/>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22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22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grpSp>
        </p:grpSp>
        <p:sp>
          <p:nvSpPr>
            <p:cNvPr id="224" name="Text Box 156"/>
            <p:cNvSpPr txBox="1">
              <a:spLocks noChangeArrowheads="1"/>
            </p:cNvSpPr>
            <p:nvPr/>
          </p:nvSpPr>
          <p:spPr bwMode="auto">
            <a:xfrm>
              <a:off x="5100795" y="4242710"/>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18</a:t>
              </a:r>
            </a:p>
          </p:txBody>
        </p:sp>
        <p:sp>
          <p:nvSpPr>
            <p:cNvPr id="225" name="Text Box 157"/>
            <p:cNvSpPr txBox="1">
              <a:spLocks noChangeArrowheads="1"/>
            </p:cNvSpPr>
            <p:nvPr/>
          </p:nvSpPr>
          <p:spPr bwMode="auto">
            <a:xfrm>
              <a:off x="5095743" y="3903206"/>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16</a:t>
              </a:r>
            </a:p>
          </p:txBody>
        </p:sp>
        <p:grpSp>
          <p:nvGrpSpPr>
            <p:cNvPr id="226" name="Group 31"/>
            <p:cNvGrpSpPr>
              <a:grpSpLocks/>
            </p:cNvGrpSpPr>
            <p:nvPr/>
          </p:nvGrpSpPr>
          <p:grpSpPr bwMode="auto">
            <a:xfrm>
              <a:off x="6516330" y="4236016"/>
              <a:ext cx="2571753" cy="285750"/>
              <a:chOff x="3982" y="535"/>
              <a:chExt cx="1620" cy="180"/>
            </a:xfrm>
          </p:grpSpPr>
          <p:sp>
            <p:nvSpPr>
              <p:cNvPr id="227"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i</a:t>
                </a:r>
              </a:p>
            </p:txBody>
          </p:sp>
          <p:sp>
            <p:nvSpPr>
              <p:cNvPr id="228" name="Text Box 33"/>
              <p:cNvSpPr txBox="1">
                <a:spLocks noChangeArrowheads="1"/>
              </p:cNvSpPr>
              <p:nvPr/>
            </p:nvSpPr>
            <p:spPr bwMode="auto">
              <a:xfrm>
                <a:off x="3982" y="535"/>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17</a:t>
                </a:r>
              </a:p>
            </p:txBody>
          </p:sp>
          <p:sp>
            <p:nvSpPr>
              <p:cNvPr id="229"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16</a:t>
                </a:r>
              </a:p>
            </p:txBody>
          </p:sp>
        </p:grpSp>
        <p:grpSp>
          <p:nvGrpSpPr>
            <p:cNvPr id="230" name="Group 31"/>
            <p:cNvGrpSpPr>
              <a:grpSpLocks/>
            </p:cNvGrpSpPr>
            <p:nvPr/>
          </p:nvGrpSpPr>
          <p:grpSpPr bwMode="auto">
            <a:xfrm>
              <a:off x="6516328" y="3785945"/>
              <a:ext cx="2571752" cy="285750"/>
              <a:chOff x="3982" y="527"/>
              <a:chExt cx="1620" cy="180"/>
            </a:xfrm>
          </p:grpSpPr>
          <p:sp>
            <p:nvSpPr>
              <p:cNvPr id="231"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y</a:t>
                </a:r>
              </a:p>
            </p:txBody>
          </p:sp>
          <p:sp>
            <p:nvSpPr>
              <p:cNvPr id="23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15</a:t>
                </a:r>
              </a:p>
            </p:txBody>
          </p:sp>
          <p:sp>
            <p:nvSpPr>
              <p:cNvPr id="233"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234" name="Group 31"/>
            <p:cNvGrpSpPr>
              <a:grpSpLocks/>
            </p:cNvGrpSpPr>
            <p:nvPr/>
          </p:nvGrpSpPr>
          <p:grpSpPr bwMode="auto">
            <a:xfrm>
              <a:off x="6509416" y="4010717"/>
              <a:ext cx="2571752" cy="285750"/>
              <a:chOff x="3982" y="527"/>
              <a:chExt cx="1620" cy="180"/>
            </a:xfrm>
          </p:grpSpPr>
          <p:sp>
            <p:nvSpPr>
              <p:cNvPr id="235"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z</a:t>
                </a:r>
              </a:p>
            </p:txBody>
          </p:sp>
          <p:sp>
            <p:nvSpPr>
              <p:cNvPr id="23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16</a:t>
                </a:r>
              </a:p>
            </p:txBody>
          </p:sp>
          <p:sp>
            <p:nvSpPr>
              <p:cNvPr id="237"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15</a:t>
                </a:r>
              </a:p>
            </p:txBody>
          </p:sp>
        </p:grpSp>
        <p:grpSp>
          <p:nvGrpSpPr>
            <p:cNvPr id="238" name="Group 31"/>
            <p:cNvGrpSpPr>
              <a:grpSpLocks/>
            </p:cNvGrpSpPr>
            <p:nvPr/>
          </p:nvGrpSpPr>
          <p:grpSpPr bwMode="auto">
            <a:xfrm>
              <a:off x="6509415" y="4460788"/>
              <a:ext cx="2571753" cy="285750"/>
              <a:chOff x="3982" y="535"/>
              <a:chExt cx="1620" cy="180"/>
            </a:xfrm>
          </p:grpSpPr>
          <p:sp>
            <p:nvSpPr>
              <p:cNvPr id="239"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j</a:t>
                </a:r>
              </a:p>
            </p:txBody>
          </p:sp>
          <p:sp>
            <p:nvSpPr>
              <p:cNvPr id="240" name="Text Box 33"/>
              <p:cNvSpPr txBox="1">
                <a:spLocks noChangeArrowheads="1"/>
              </p:cNvSpPr>
              <p:nvPr/>
            </p:nvSpPr>
            <p:spPr bwMode="auto">
              <a:xfrm>
                <a:off x="3982" y="535"/>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18</a:t>
                </a:r>
              </a:p>
            </p:txBody>
          </p:sp>
          <p:sp>
            <p:nvSpPr>
              <p:cNvPr id="241"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17</a:t>
                </a:r>
              </a:p>
            </p:txBody>
          </p:sp>
        </p:grpSp>
        <p:sp>
          <p:nvSpPr>
            <p:cNvPr id="171" name="Freeform 172"/>
            <p:cNvSpPr>
              <a:spLocks/>
            </p:cNvSpPr>
            <p:nvPr/>
          </p:nvSpPr>
          <p:spPr bwMode="auto">
            <a:xfrm flipV="1">
              <a:off x="5651355" y="3738439"/>
              <a:ext cx="935038" cy="45719"/>
            </a:xfrm>
            <a:custGeom>
              <a:avLst/>
              <a:gdLst>
                <a:gd name="T0" fmla="*/ 0 w 725"/>
                <a:gd name="T1" fmla="*/ 0 h 1360"/>
                <a:gd name="T2" fmla="*/ 42 w 725"/>
                <a:gd name="T3" fmla="*/ 0 h 1360"/>
                <a:gd name="T4" fmla="*/ 42 w 725"/>
                <a:gd name="T5" fmla="*/ 79 h 1360"/>
                <a:gd name="T6" fmla="*/ 170 w 725"/>
                <a:gd name="T7" fmla="*/ 79 h 1360"/>
                <a:gd name="T8" fmla="*/ 0 60000 65536"/>
                <a:gd name="T9" fmla="*/ 0 60000 65536"/>
                <a:gd name="T10" fmla="*/ 0 60000 65536"/>
                <a:gd name="T11" fmla="*/ 0 60000 65536"/>
                <a:gd name="T12" fmla="*/ 0 w 725"/>
                <a:gd name="T13" fmla="*/ 0 h 1360"/>
                <a:gd name="T14" fmla="*/ 725 w 725"/>
                <a:gd name="T15" fmla="*/ 1360 h 1360"/>
              </a:gdLst>
              <a:ahLst/>
              <a:cxnLst>
                <a:cxn ang="T8">
                  <a:pos x="T0" y="T1"/>
                </a:cxn>
                <a:cxn ang="T9">
                  <a:pos x="T2" y="T3"/>
                </a:cxn>
                <a:cxn ang="T10">
                  <a:pos x="T4" y="T5"/>
                </a:cxn>
                <a:cxn ang="T11">
                  <a:pos x="T6" y="T7"/>
                </a:cxn>
              </a:cxnLst>
              <a:rect l="T12" t="T13" r="T14" b="T15"/>
              <a:pathLst>
                <a:path w="725" h="1360">
                  <a:moveTo>
                    <a:pt x="0" y="0"/>
                  </a:moveTo>
                  <a:lnTo>
                    <a:pt x="181" y="0"/>
                  </a:lnTo>
                  <a:lnTo>
                    <a:pt x="181" y="1360"/>
                  </a:lnTo>
                  <a:lnTo>
                    <a:pt x="725" y="1360"/>
                  </a:lnTo>
                </a:path>
              </a:pathLst>
            </a:custGeom>
            <a:noFill/>
            <a:ln w="19050" cap="flat" cmpd="sng">
              <a:solidFill>
                <a:srgbClr val="FF0000"/>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sp>
          <p:nvSpPr>
            <p:cNvPr id="172" name="Freeform 176"/>
            <p:cNvSpPr>
              <a:spLocks/>
            </p:cNvSpPr>
            <p:nvPr/>
          </p:nvSpPr>
          <p:spPr bwMode="auto">
            <a:xfrm flipV="1">
              <a:off x="5642191" y="719410"/>
              <a:ext cx="1008063" cy="309701"/>
            </a:xfrm>
            <a:custGeom>
              <a:avLst/>
              <a:gdLst>
                <a:gd name="T0" fmla="*/ 0 w 635"/>
                <a:gd name="T1" fmla="*/ 0 h 454"/>
                <a:gd name="T2" fmla="*/ 499 w 635"/>
                <a:gd name="T3" fmla="*/ 0 h 454"/>
                <a:gd name="T4" fmla="*/ 499 w 635"/>
                <a:gd name="T5" fmla="*/ 454 h 454"/>
                <a:gd name="T6" fmla="*/ 635 w 635"/>
                <a:gd name="T7" fmla="*/ 454 h 454"/>
                <a:gd name="T8" fmla="*/ 0 60000 65536"/>
                <a:gd name="T9" fmla="*/ 0 60000 65536"/>
                <a:gd name="T10" fmla="*/ 0 60000 65536"/>
                <a:gd name="T11" fmla="*/ 0 60000 65536"/>
                <a:gd name="T12" fmla="*/ 0 w 635"/>
                <a:gd name="T13" fmla="*/ 0 h 454"/>
                <a:gd name="T14" fmla="*/ 635 w 635"/>
                <a:gd name="T15" fmla="*/ 454 h 454"/>
              </a:gdLst>
              <a:ahLst/>
              <a:cxnLst>
                <a:cxn ang="T8">
                  <a:pos x="T0" y="T1"/>
                </a:cxn>
                <a:cxn ang="T9">
                  <a:pos x="T2" y="T3"/>
                </a:cxn>
                <a:cxn ang="T10">
                  <a:pos x="T4" y="T5"/>
                </a:cxn>
                <a:cxn ang="T11">
                  <a:pos x="T6" y="T7"/>
                </a:cxn>
              </a:cxnLst>
              <a:rect l="T12" t="T13" r="T14" b="T15"/>
              <a:pathLst>
                <a:path w="635" h="454">
                  <a:moveTo>
                    <a:pt x="0" y="0"/>
                  </a:moveTo>
                  <a:lnTo>
                    <a:pt x="499" y="0"/>
                  </a:lnTo>
                  <a:lnTo>
                    <a:pt x="499" y="454"/>
                  </a:lnTo>
                  <a:lnTo>
                    <a:pt x="635" y="454"/>
                  </a:lnTo>
                </a:path>
              </a:pathLst>
            </a:custGeom>
            <a:noFill/>
            <a:ln w="19050" cap="flat" cmpd="sng">
              <a:solidFill>
                <a:schemeClr val="accent2">
                  <a:lumMod val="75000"/>
                </a:schemeClr>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sp>
          <p:nvSpPr>
            <p:cNvPr id="173" name="Freeform 174"/>
            <p:cNvSpPr>
              <a:spLocks/>
            </p:cNvSpPr>
            <p:nvPr/>
          </p:nvSpPr>
          <p:spPr bwMode="auto">
            <a:xfrm>
              <a:off x="5651361" y="1784115"/>
              <a:ext cx="1008063" cy="837413"/>
            </a:xfrm>
            <a:custGeom>
              <a:avLst/>
              <a:gdLst>
                <a:gd name="T0" fmla="*/ 0 w 680"/>
                <a:gd name="T1" fmla="*/ 0 h 227"/>
                <a:gd name="T2" fmla="*/ 281 w 680"/>
                <a:gd name="T3" fmla="*/ 0 h 227"/>
                <a:gd name="T4" fmla="*/ 281 w 680"/>
                <a:gd name="T5" fmla="*/ 38944729 h 227"/>
                <a:gd name="T6" fmla="*/ 421 w 680"/>
                <a:gd name="T7" fmla="*/ 38944729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sp>
          <p:nvSpPr>
            <p:cNvPr id="174" name="Freeform 173"/>
            <p:cNvSpPr>
              <a:spLocks/>
            </p:cNvSpPr>
            <p:nvPr/>
          </p:nvSpPr>
          <p:spPr bwMode="auto">
            <a:xfrm flipV="1">
              <a:off x="5653186" y="2415055"/>
              <a:ext cx="935038" cy="699525"/>
            </a:xfrm>
            <a:custGeom>
              <a:avLst/>
              <a:gdLst>
                <a:gd name="T0" fmla="*/ 0 w 680"/>
                <a:gd name="T1" fmla="*/ 0 h 1044"/>
                <a:gd name="T2" fmla="*/ 149 w 680"/>
                <a:gd name="T3" fmla="*/ 0 h 1044"/>
                <a:gd name="T4" fmla="*/ 149 w 680"/>
                <a:gd name="T5" fmla="*/ 187 h 1044"/>
                <a:gd name="T6" fmla="*/ 249 w 680"/>
                <a:gd name="T7" fmla="*/ 187 h 1044"/>
                <a:gd name="T8" fmla="*/ 0 60000 65536"/>
                <a:gd name="T9" fmla="*/ 0 60000 65536"/>
                <a:gd name="T10" fmla="*/ 0 60000 65536"/>
                <a:gd name="T11" fmla="*/ 0 60000 65536"/>
                <a:gd name="T12" fmla="*/ 0 w 680"/>
                <a:gd name="T13" fmla="*/ 0 h 1044"/>
                <a:gd name="T14" fmla="*/ 680 w 680"/>
                <a:gd name="T15" fmla="*/ 1044 h 1044"/>
              </a:gdLst>
              <a:ahLst/>
              <a:cxnLst>
                <a:cxn ang="T8">
                  <a:pos x="T0" y="T1"/>
                </a:cxn>
                <a:cxn ang="T9">
                  <a:pos x="T2" y="T3"/>
                </a:cxn>
                <a:cxn ang="T10">
                  <a:pos x="T4" y="T5"/>
                </a:cxn>
                <a:cxn ang="T11">
                  <a:pos x="T6" y="T7"/>
                </a:cxn>
              </a:cxnLst>
              <a:rect l="T12" t="T13" r="T14" b="T15"/>
              <a:pathLst>
                <a:path w="680" h="1044">
                  <a:moveTo>
                    <a:pt x="0" y="0"/>
                  </a:moveTo>
                  <a:lnTo>
                    <a:pt x="408" y="0"/>
                  </a:lnTo>
                  <a:lnTo>
                    <a:pt x="408" y="1044"/>
                  </a:lnTo>
                  <a:lnTo>
                    <a:pt x="680" y="1044"/>
                  </a:lnTo>
                </a:path>
              </a:pathLst>
            </a:custGeom>
            <a:noFill/>
            <a:ln w="19050" cap="flat" cmpd="sng">
              <a:solidFill>
                <a:srgbClr val="9900CC"/>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sp>
          <p:nvSpPr>
            <p:cNvPr id="175" name="Freeform 175"/>
            <p:cNvSpPr>
              <a:spLocks/>
            </p:cNvSpPr>
            <p:nvPr/>
          </p:nvSpPr>
          <p:spPr bwMode="auto">
            <a:xfrm>
              <a:off x="5688012" y="4514574"/>
              <a:ext cx="935038" cy="171513"/>
            </a:xfrm>
            <a:custGeom>
              <a:avLst/>
              <a:gdLst>
                <a:gd name="T0" fmla="*/ 0 w 589"/>
                <a:gd name="T1" fmla="*/ 0 h 1089"/>
                <a:gd name="T2" fmla="*/ 226 w 589"/>
                <a:gd name="T3" fmla="*/ 0 h 1089"/>
                <a:gd name="T4" fmla="*/ 226 w 589"/>
                <a:gd name="T5" fmla="*/ 1089 h 1089"/>
                <a:gd name="T6" fmla="*/ 589 w 589"/>
                <a:gd name="T7" fmla="*/ 1089 h 1089"/>
                <a:gd name="T8" fmla="*/ 0 60000 65536"/>
                <a:gd name="T9" fmla="*/ 0 60000 65536"/>
                <a:gd name="T10" fmla="*/ 0 60000 65536"/>
                <a:gd name="T11" fmla="*/ 0 60000 65536"/>
                <a:gd name="T12" fmla="*/ 0 w 589"/>
                <a:gd name="T13" fmla="*/ 0 h 1089"/>
                <a:gd name="T14" fmla="*/ 589 w 589"/>
                <a:gd name="T15" fmla="*/ 1089 h 1089"/>
              </a:gdLst>
              <a:ahLst/>
              <a:cxnLst>
                <a:cxn ang="T8">
                  <a:pos x="T0" y="T1"/>
                </a:cxn>
                <a:cxn ang="T9">
                  <a:pos x="T2" y="T3"/>
                </a:cxn>
                <a:cxn ang="T10">
                  <a:pos x="T4" y="T5"/>
                </a:cxn>
                <a:cxn ang="T11">
                  <a:pos x="T6" y="T7"/>
                </a:cxn>
              </a:cxnLst>
              <a:rect l="T12" t="T13" r="T14" b="T15"/>
              <a:pathLst>
                <a:path w="589" h="1089">
                  <a:moveTo>
                    <a:pt x="0" y="0"/>
                  </a:moveTo>
                  <a:lnTo>
                    <a:pt x="226" y="0"/>
                  </a:lnTo>
                  <a:lnTo>
                    <a:pt x="226" y="1089"/>
                  </a:lnTo>
                  <a:lnTo>
                    <a:pt x="589" y="1089"/>
                  </a:lnTo>
                </a:path>
              </a:pathLst>
            </a:custGeom>
            <a:noFill/>
            <a:ln w="19050" cap="flat" cmpd="sng">
              <a:solidFill>
                <a:schemeClr val="accent1"/>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grpSp>
      <p:sp>
        <p:nvSpPr>
          <p:cNvPr id="176" name="矩形 175"/>
          <p:cNvSpPr/>
          <p:nvPr/>
        </p:nvSpPr>
        <p:spPr>
          <a:xfrm>
            <a:off x="38776" y="1028001"/>
            <a:ext cx="3085076" cy="1754326"/>
          </a:xfrm>
          <a:prstGeom prst="rect">
            <a:avLst/>
          </a:prstGeom>
        </p:spPr>
        <p:txBody>
          <a:bodyPr wrap="square">
            <a:spAutoFit/>
          </a:bodyPr>
          <a:lstStyle/>
          <a:p>
            <a:pPr marL="285743" indent="-285743" algn="just" defTabSz="914378">
              <a:buClr>
                <a:srgbClr val="3B3418"/>
              </a:buClr>
              <a:buFont typeface="Wingdings" panose="05000000000000000000" pitchFamily="2" charset="2"/>
              <a:buChar char="Ø"/>
            </a:pPr>
            <a:r>
              <a:rPr lang="en-US" altLang="zh-CN" sz="1800" dirty="0">
                <a:solidFill>
                  <a:srgbClr val="9900CC"/>
                </a:solidFill>
                <a:latin typeface="华文楷体" panose="02010600040101010101" pitchFamily="2" charset="-122"/>
                <a:ea typeface="华文楷体" panose="02010600040101010101" pitchFamily="2" charset="-122"/>
              </a:rPr>
              <a:t>lastpar</a:t>
            </a:r>
            <a:r>
              <a:rPr lang="zh-CN" altLang="en-US" sz="1800" dirty="0">
                <a:solidFill>
                  <a:prstClr val="black"/>
                </a:solidFill>
                <a:latin typeface="华文楷体" panose="02010600040101010101" pitchFamily="2" charset="-122"/>
                <a:ea typeface="华文楷体" panose="02010600040101010101" pitchFamily="2" charset="-122"/>
              </a:rPr>
              <a:t>指向本过程体中</a:t>
            </a:r>
            <a:r>
              <a:rPr lang="zh-CN" altLang="en-US" sz="1800" dirty="0">
                <a:solidFill>
                  <a:srgbClr val="073E87">
                    <a:lumMod val="60000"/>
                    <a:lumOff val="40000"/>
                  </a:srgbClr>
                </a:solidFill>
                <a:latin typeface="华文楷体" panose="02010600040101010101" pitchFamily="2" charset="-122"/>
                <a:ea typeface="华文楷体" panose="02010600040101010101" pitchFamily="2" charset="-122"/>
              </a:rPr>
              <a:t>最后一个形参</a:t>
            </a:r>
            <a:r>
              <a:rPr lang="zh-CN" altLang="en-US" sz="1800" dirty="0">
                <a:solidFill>
                  <a:prstClr val="black"/>
                </a:solidFill>
                <a:latin typeface="华文楷体" panose="02010600040101010101" pitchFamily="2" charset="-122"/>
                <a:ea typeface="华文楷体" panose="02010600040101010101" pitchFamily="2" charset="-122"/>
              </a:rPr>
              <a:t>在</a:t>
            </a:r>
            <a:r>
              <a:rPr lang="en-US" altLang="zh-CN" sz="1800" dirty="0" err="1">
                <a:solidFill>
                  <a:prstClr val="black"/>
                </a:solidFill>
                <a:latin typeface="华文楷体" panose="02010600040101010101" pitchFamily="2" charset="-122"/>
                <a:ea typeface="华文楷体" panose="02010600040101010101" pitchFamily="2" charset="-122"/>
              </a:rPr>
              <a:t>nametab</a:t>
            </a:r>
            <a:r>
              <a:rPr lang="zh-CN" altLang="en-US" sz="1800" dirty="0">
                <a:solidFill>
                  <a:prstClr val="black"/>
                </a:solidFill>
                <a:latin typeface="华文楷体" panose="02010600040101010101" pitchFamily="2" charset="-122"/>
                <a:ea typeface="华文楷体" panose="02010600040101010101" pitchFamily="2" charset="-122"/>
              </a:rPr>
              <a:t>中的位置</a:t>
            </a:r>
          </a:p>
          <a:p>
            <a:pPr marL="285743" indent="-285743" algn="just" defTabSz="914378">
              <a:buClr>
                <a:srgbClr val="3B3418"/>
              </a:buClr>
              <a:buFont typeface="Wingdings" panose="05000000000000000000" pitchFamily="2" charset="2"/>
              <a:buChar char="Ø"/>
            </a:pPr>
            <a:r>
              <a:rPr lang="en-US" altLang="zh-CN" sz="1800" dirty="0">
                <a:solidFill>
                  <a:srgbClr val="9900CC"/>
                </a:solidFill>
                <a:latin typeface="华文楷体" panose="02010600040101010101" pitchFamily="2" charset="-122"/>
                <a:ea typeface="华文楷体" panose="02010600040101010101" pitchFamily="2" charset="-122"/>
              </a:rPr>
              <a:t>last</a:t>
            </a:r>
            <a:r>
              <a:rPr lang="zh-CN" altLang="en-US" sz="1800" dirty="0">
                <a:solidFill>
                  <a:prstClr val="black"/>
                </a:solidFill>
                <a:latin typeface="华文楷体" panose="02010600040101010101" pitchFamily="2" charset="-122"/>
                <a:ea typeface="华文楷体" panose="02010600040101010101" pitchFamily="2" charset="-122"/>
              </a:rPr>
              <a:t>指向本过程体中</a:t>
            </a:r>
            <a:r>
              <a:rPr lang="zh-CN" altLang="en-US" sz="1800" dirty="0">
                <a:solidFill>
                  <a:srgbClr val="073E87">
                    <a:lumMod val="60000"/>
                    <a:lumOff val="40000"/>
                  </a:srgbClr>
                </a:solidFill>
                <a:latin typeface="华文楷体" panose="02010600040101010101" pitchFamily="2" charset="-122"/>
                <a:ea typeface="华文楷体" panose="02010600040101010101" pitchFamily="2" charset="-122"/>
              </a:rPr>
              <a:t>最后一个名字</a:t>
            </a:r>
            <a:r>
              <a:rPr lang="zh-CN" altLang="en-US" sz="1800" dirty="0">
                <a:solidFill>
                  <a:prstClr val="black"/>
                </a:solidFill>
                <a:latin typeface="华文楷体" panose="02010600040101010101" pitchFamily="2" charset="-122"/>
                <a:ea typeface="华文楷体" panose="02010600040101010101" pitchFamily="2" charset="-122"/>
              </a:rPr>
              <a:t>在</a:t>
            </a:r>
            <a:r>
              <a:rPr lang="en-US" altLang="zh-CN" sz="1800" dirty="0" err="1">
                <a:solidFill>
                  <a:prstClr val="black"/>
                </a:solidFill>
                <a:latin typeface="华文楷体" panose="02010600040101010101" pitchFamily="2" charset="-122"/>
                <a:ea typeface="华文楷体" panose="02010600040101010101" pitchFamily="2" charset="-122"/>
              </a:rPr>
              <a:t>nametab</a:t>
            </a:r>
            <a:r>
              <a:rPr lang="zh-CN" altLang="en-US" sz="1800" dirty="0">
                <a:solidFill>
                  <a:prstClr val="black"/>
                </a:solidFill>
                <a:latin typeface="华文楷体" panose="02010600040101010101" pitchFamily="2" charset="-122"/>
                <a:ea typeface="华文楷体" panose="02010600040101010101" pitchFamily="2" charset="-122"/>
              </a:rPr>
              <a:t>中的位置</a:t>
            </a:r>
            <a:endParaRPr lang="en-US" altLang="zh-CN" sz="1800" dirty="0">
              <a:solidFill>
                <a:prstClr val="black"/>
              </a:solidFill>
              <a:latin typeface="华文楷体" panose="02010600040101010101" pitchFamily="2" charset="-122"/>
              <a:ea typeface="华文楷体" panose="02010600040101010101" pitchFamily="2" charset="-122"/>
            </a:endParaRPr>
          </a:p>
          <a:p>
            <a:pPr marL="285743" indent="-285743" defTabSz="914378">
              <a:buClr>
                <a:srgbClr val="3B3418"/>
              </a:buClr>
              <a:buFont typeface="Wingdings" panose="05000000000000000000" pitchFamily="2" charset="2"/>
              <a:buChar char="Ø"/>
            </a:pPr>
            <a:endParaRPr lang="zh-CN" altLang="en-US" sz="1800" dirty="0">
              <a:solidFill>
                <a:prstClr val="black"/>
              </a:solidFill>
              <a:latin typeface="华文楷体" panose="02010600040101010101" pitchFamily="2" charset="-122"/>
              <a:ea typeface="华文楷体" panose="02010600040101010101" pitchFamily="2" charset="-122"/>
            </a:endParaRPr>
          </a:p>
        </p:txBody>
      </p:sp>
      <p:grpSp>
        <p:nvGrpSpPr>
          <p:cNvPr id="9" name="组合 8">
            <a:extLst>
              <a:ext uri="{FF2B5EF4-FFF2-40B4-BE49-F238E27FC236}">
                <a16:creationId xmlns:a16="http://schemas.microsoft.com/office/drawing/2014/main" id="{F86685DA-2913-4B23-B7B5-C8F8277F5736}"/>
              </a:ext>
            </a:extLst>
          </p:cNvPr>
          <p:cNvGrpSpPr/>
          <p:nvPr/>
        </p:nvGrpSpPr>
        <p:grpSpPr>
          <a:xfrm>
            <a:off x="4374178" y="1673826"/>
            <a:ext cx="795411" cy="2984099"/>
            <a:chOff x="4374177" y="1673825"/>
            <a:chExt cx="795411" cy="2984099"/>
          </a:xfrm>
        </p:grpSpPr>
        <p:sp>
          <p:nvSpPr>
            <p:cNvPr id="3" name="矩形 2">
              <a:extLst>
                <a:ext uri="{FF2B5EF4-FFF2-40B4-BE49-F238E27FC236}">
                  <a16:creationId xmlns:a16="http://schemas.microsoft.com/office/drawing/2014/main" id="{4BC28E41-3965-4BB9-B356-8B34C2B212D0}"/>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4" name="矩形 3">
              <a:extLst>
                <a:ext uri="{FF2B5EF4-FFF2-40B4-BE49-F238E27FC236}">
                  <a16:creationId xmlns:a16="http://schemas.microsoft.com/office/drawing/2014/main" id="{5C48BDB8-BFC4-4D54-B43B-627F2973C06A}"/>
                </a:ext>
              </a:extLst>
            </p:cNvPr>
            <p:cNvSpPr/>
            <p:nvPr/>
          </p:nvSpPr>
          <p:spPr>
            <a:xfrm>
              <a:off x="4374177"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5" name="矩形 4">
              <a:extLst>
                <a:ext uri="{FF2B5EF4-FFF2-40B4-BE49-F238E27FC236}">
                  <a16:creationId xmlns:a16="http://schemas.microsoft.com/office/drawing/2014/main" id="{8F68086D-2D0D-499F-AE08-09F155748851}"/>
                </a:ext>
              </a:extLst>
            </p:cNvPr>
            <p:cNvSpPr/>
            <p:nvPr/>
          </p:nvSpPr>
          <p:spPr>
            <a:xfrm>
              <a:off x="4390582"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
          <p:nvSpPr>
            <p:cNvPr id="6" name="矩形 5">
              <a:extLst>
                <a:ext uri="{FF2B5EF4-FFF2-40B4-BE49-F238E27FC236}">
                  <a16:creationId xmlns:a16="http://schemas.microsoft.com/office/drawing/2014/main" id="{FAAC98A7-249C-447F-B75F-722203E886DD}"/>
                </a:ext>
              </a:extLst>
            </p:cNvPr>
            <p:cNvSpPr/>
            <p:nvPr/>
          </p:nvSpPr>
          <p:spPr>
            <a:xfrm>
              <a:off x="4394214" y="3681217"/>
              <a:ext cx="755335" cy="261610"/>
            </a:xfrm>
            <a:prstGeom prst="rect">
              <a:avLst/>
            </a:prstGeom>
          </p:spPr>
          <p:txBody>
            <a:bodyPr wrap="none">
              <a:spAutoFit/>
            </a:bodyPr>
            <a:lstStyle/>
            <a:p>
              <a:pPr defTabSz="914378"/>
              <a:r>
                <a:rPr lang="en-US" altLang="zh-CN" dirty="0">
                  <a:solidFill>
                    <a:prstClr val="black"/>
                  </a:solidFill>
                </a:rPr>
                <a:t>quicksort</a:t>
              </a:r>
              <a:endParaRPr lang="zh-CN" altLang="en-US" dirty="0">
                <a:solidFill>
                  <a:prstClr val="black"/>
                </a:solidFill>
              </a:endParaRPr>
            </a:p>
          </p:txBody>
        </p:sp>
        <p:sp>
          <p:nvSpPr>
            <p:cNvPr id="8" name="矩形 7">
              <a:extLst>
                <a:ext uri="{FF2B5EF4-FFF2-40B4-BE49-F238E27FC236}">
                  <a16:creationId xmlns:a16="http://schemas.microsoft.com/office/drawing/2014/main" id="{FB13415E-E2D2-416C-93C6-320802749EA5}"/>
                </a:ext>
              </a:extLst>
            </p:cNvPr>
            <p:cNvSpPr/>
            <p:nvPr/>
          </p:nvSpPr>
          <p:spPr>
            <a:xfrm>
              <a:off x="4403406" y="4396314"/>
              <a:ext cx="715260" cy="261610"/>
            </a:xfrm>
            <a:prstGeom prst="rect">
              <a:avLst/>
            </a:prstGeom>
          </p:spPr>
          <p:txBody>
            <a:bodyPr wrap="none">
              <a:spAutoFit/>
            </a:bodyPr>
            <a:lstStyle/>
            <a:p>
              <a:pPr defTabSz="914378"/>
              <a:r>
                <a:rPr lang="en-US" altLang="zh-CN" dirty="0">
                  <a:solidFill>
                    <a:prstClr val="black"/>
                  </a:solidFill>
                </a:rPr>
                <a:t>partition</a:t>
              </a:r>
              <a:endParaRPr lang="zh-CN" altLang="en-US" dirty="0">
                <a:solidFill>
                  <a:prstClr val="black"/>
                </a:solidFill>
              </a:endParaRPr>
            </a:p>
          </p:txBody>
        </p:sp>
      </p:grpSp>
    </p:spTree>
    <p:extLst>
      <p:ext uri="{BB962C8B-B14F-4D97-AF65-F5344CB8AC3E}">
        <p14:creationId xmlns:p14="http://schemas.microsoft.com/office/powerpoint/2010/main" val="134515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par>
                                <p:cTn id="10" presetID="53" presetClass="entr" presetSubtype="16"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animEffect transition="in" filter="fade">
                                      <p:cBhvr>
                                        <p:cTn id="14" dur="5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53" presetClass="entr" presetSubtype="16" fill="hold" nodeType="clickEffect">
                                  <p:stCondLst>
                                    <p:cond delay="0"/>
                                  </p:stCondLst>
                                  <p:childTnLst>
                                    <p:set>
                                      <p:cBhvr>
                                        <p:cTn id="18" dur="1" fill="hold">
                                          <p:stCondLst>
                                            <p:cond delay="0"/>
                                          </p:stCondLst>
                                        </p:cTn>
                                        <p:tgtEl>
                                          <p:spTgt spid="176">
                                            <p:txEl>
                                              <p:pRg st="0" end="0"/>
                                            </p:txEl>
                                          </p:spTgt>
                                        </p:tgtEl>
                                        <p:attrNameLst>
                                          <p:attrName>style.visibility</p:attrName>
                                        </p:attrNameLst>
                                      </p:cBhvr>
                                      <p:to>
                                        <p:strVal val="visible"/>
                                      </p:to>
                                    </p:set>
                                    <p:anim calcmode="lin" valueType="num">
                                      <p:cBhvr>
                                        <p:cTn id="19" dur="500" fill="hold"/>
                                        <p:tgtEl>
                                          <p:spTgt spid="176">
                                            <p:txEl>
                                              <p:pRg st="0" end="0"/>
                                            </p:txEl>
                                          </p:spTgt>
                                        </p:tgtEl>
                                        <p:attrNameLst>
                                          <p:attrName>ppt_w</p:attrName>
                                        </p:attrNameLst>
                                      </p:cBhvr>
                                      <p:tavLst>
                                        <p:tav tm="0">
                                          <p:val>
                                            <p:fltVal val="0"/>
                                          </p:val>
                                        </p:tav>
                                        <p:tav tm="100000">
                                          <p:val>
                                            <p:strVal val="#ppt_w"/>
                                          </p:val>
                                        </p:tav>
                                      </p:tavLst>
                                    </p:anim>
                                    <p:anim calcmode="lin" valueType="num">
                                      <p:cBhvr>
                                        <p:cTn id="20" dur="500" fill="hold"/>
                                        <p:tgtEl>
                                          <p:spTgt spid="176">
                                            <p:txEl>
                                              <p:pRg st="0" end="0"/>
                                            </p:txEl>
                                          </p:spTgt>
                                        </p:tgtEl>
                                        <p:attrNameLst>
                                          <p:attrName>ppt_h</p:attrName>
                                        </p:attrNameLst>
                                      </p:cBhvr>
                                      <p:tavLst>
                                        <p:tav tm="0">
                                          <p:val>
                                            <p:fltVal val="0"/>
                                          </p:val>
                                        </p:tav>
                                        <p:tav tm="100000">
                                          <p:val>
                                            <p:strVal val="#ppt_h"/>
                                          </p:val>
                                        </p:tav>
                                      </p:tavLst>
                                    </p:anim>
                                    <p:animEffect transition="in" filter="fade">
                                      <p:cBhvr>
                                        <p:cTn id="21" dur="500"/>
                                        <p:tgtEl>
                                          <p:spTgt spid="176">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nodeType="clickEffect">
                                  <p:stCondLst>
                                    <p:cond delay="0"/>
                                  </p:stCondLst>
                                  <p:childTnLst>
                                    <p:set>
                                      <p:cBhvr>
                                        <p:cTn id="25" dur="1" fill="hold">
                                          <p:stCondLst>
                                            <p:cond delay="0"/>
                                          </p:stCondLst>
                                        </p:cTn>
                                        <p:tgtEl>
                                          <p:spTgt spid="176">
                                            <p:txEl>
                                              <p:pRg st="1" end="1"/>
                                            </p:txEl>
                                          </p:spTgt>
                                        </p:tgtEl>
                                        <p:attrNameLst>
                                          <p:attrName>style.visibility</p:attrName>
                                        </p:attrNameLst>
                                      </p:cBhvr>
                                      <p:to>
                                        <p:strVal val="visible"/>
                                      </p:to>
                                    </p:set>
                                    <p:anim calcmode="lin" valueType="num">
                                      <p:cBhvr>
                                        <p:cTn id="26" dur="500" fill="hold"/>
                                        <p:tgtEl>
                                          <p:spTgt spid="176">
                                            <p:txEl>
                                              <p:pRg st="1" end="1"/>
                                            </p:txEl>
                                          </p:spTgt>
                                        </p:tgtEl>
                                        <p:attrNameLst>
                                          <p:attrName>ppt_w</p:attrName>
                                        </p:attrNameLst>
                                      </p:cBhvr>
                                      <p:tavLst>
                                        <p:tav tm="0">
                                          <p:val>
                                            <p:fltVal val="0"/>
                                          </p:val>
                                        </p:tav>
                                        <p:tav tm="100000">
                                          <p:val>
                                            <p:strVal val="#ppt_w"/>
                                          </p:val>
                                        </p:tav>
                                      </p:tavLst>
                                    </p:anim>
                                    <p:anim calcmode="lin" valueType="num">
                                      <p:cBhvr>
                                        <p:cTn id="27" dur="500" fill="hold"/>
                                        <p:tgtEl>
                                          <p:spTgt spid="176">
                                            <p:txEl>
                                              <p:pRg st="1" end="1"/>
                                            </p:txEl>
                                          </p:spTgt>
                                        </p:tgtEl>
                                        <p:attrNameLst>
                                          <p:attrName>ppt_h</p:attrName>
                                        </p:attrNameLst>
                                      </p:cBhvr>
                                      <p:tavLst>
                                        <p:tav tm="0">
                                          <p:val>
                                            <p:fltVal val="0"/>
                                          </p:val>
                                        </p:tav>
                                        <p:tav tm="100000">
                                          <p:val>
                                            <p:strVal val="#ppt_h"/>
                                          </p:val>
                                        </p:tav>
                                      </p:tavLst>
                                    </p:anim>
                                    <p:animEffect transition="in" filter="fade">
                                      <p:cBhvr>
                                        <p:cTn id="28" dur="500"/>
                                        <p:tgtEl>
                                          <p:spTgt spid="17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199"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sp>
        <p:nvSpPr>
          <p:cNvPr id="176" name="矩形 175"/>
          <p:cNvSpPr/>
          <p:nvPr/>
        </p:nvSpPr>
        <p:spPr>
          <a:xfrm>
            <a:off x="159335" y="1025976"/>
            <a:ext cx="2873619" cy="1477328"/>
          </a:xfrm>
          <a:prstGeom prst="rect">
            <a:avLst/>
          </a:prstGeom>
        </p:spPr>
        <p:txBody>
          <a:bodyPr wrap="square">
            <a:spAutoFit/>
          </a:bodyPr>
          <a:lstStyle/>
          <a:p>
            <a:pPr marL="285743" indent="-285743" algn="just" defTabSz="914378">
              <a:buClr>
                <a:srgbClr val="3B3418"/>
              </a:buClr>
              <a:buFont typeface="Wingdings" panose="05000000000000000000" pitchFamily="2" charset="2"/>
              <a:buChar char="Ø"/>
            </a:pPr>
            <a:r>
              <a:rPr lang="en-US" altLang="zh-CN" sz="1800" dirty="0">
                <a:solidFill>
                  <a:srgbClr val="FF0000"/>
                </a:solidFill>
                <a:latin typeface="华文楷体" panose="02010600040101010101" pitchFamily="2" charset="-122"/>
                <a:ea typeface="华文楷体" panose="02010600040101010101" pitchFamily="2" charset="-122"/>
              </a:rPr>
              <a:t>link</a:t>
            </a:r>
            <a:r>
              <a:rPr lang="zh-CN" altLang="en-US" sz="1800" dirty="0">
                <a:solidFill>
                  <a:prstClr val="black"/>
                </a:solidFill>
                <a:latin typeface="华文楷体" panose="02010600040101010101" pitchFamily="2" charset="-122"/>
                <a:ea typeface="华文楷体" panose="02010600040101010101" pitchFamily="2" charset="-122"/>
              </a:rPr>
              <a:t>指向同一过程体中定义的</a:t>
            </a:r>
            <a:r>
              <a:rPr lang="zh-CN" altLang="en-US" sz="1800" dirty="0">
                <a:solidFill>
                  <a:srgbClr val="073E87">
                    <a:lumMod val="60000"/>
                    <a:lumOff val="40000"/>
                  </a:srgbClr>
                </a:solidFill>
                <a:latin typeface="华文楷体" panose="02010600040101010101" pitchFamily="2" charset="-122"/>
                <a:ea typeface="华文楷体" panose="02010600040101010101" pitchFamily="2" charset="-122"/>
              </a:rPr>
              <a:t>上一个名字</a:t>
            </a:r>
            <a:r>
              <a:rPr lang="zh-CN" altLang="en-US" sz="1800" dirty="0">
                <a:solidFill>
                  <a:prstClr val="black"/>
                </a:solidFill>
                <a:latin typeface="华文楷体" panose="02010600040101010101" pitchFamily="2" charset="-122"/>
                <a:ea typeface="华文楷体" panose="02010600040101010101" pitchFamily="2" charset="-122"/>
              </a:rPr>
              <a:t>在</a:t>
            </a:r>
            <a:r>
              <a:rPr lang="en-US" altLang="zh-CN" sz="1800" dirty="0" err="1">
                <a:solidFill>
                  <a:prstClr val="black"/>
                </a:solidFill>
                <a:latin typeface="华文楷体" panose="02010600040101010101" pitchFamily="2" charset="-122"/>
                <a:ea typeface="华文楷体" panose="02010600040101010101" pitchFamily="2" charset="-122"/>
              </a:rPr>
              <a:t>nametab</a:t>
            </a:r>
            <a:r>
              <a:rPr lang="zh-CN" altLang="en-US" sz="1800" dirty="0">
                <a:solidFill>
                  <a:prstClr val="black"/>
                </a:solidFill>
                <a:latin typeface="华文楷体" panose="02010600040101010101" pitchFamily="2" charset="-122"/>
                <a:ea typeface="华文楷体" panose="02010600040101010101" pitchFamily="2" charset="-122"/>
              </a:rPr>
              <a:t>中的位置，每个过程体在</a:t>
            </a:r>
            <a:r>
              <a:rPr lang="en-US" altLang="zh-CN" sz="1800" dirty="0" err="1">
                <a:solidFill>
                  <a:prstClr val="black"/>
                </a:solidFill>
                <a:latin typeface="华文楷体" panose="02010600040101010101" pitchFamily="2" charset="-122"/>
                <a:ea typeface="华文楷体" panose="02010600040101010101" pitchFamily="2" charset="-122"/>
              </a:rPr>
              <a:t>nametab</a:t>
            </a:r>
            <a:r>
              <a:rPr lang="zh-CN" altLang="en-US" sz="1800" dirty="0">
                <a:solidFill>
                  <a:prstClr val="black"/>
                </a:solidFill>
                <a:latin typeface="华文楷体" panose="02010600040101010101" pitchFamily="2" charset="-122"/>
                <a:ea typeface="华文楷体" panose="02010600040101010101" pitchFamily="2" charset="-122"/>
              </a:rPr>
              <a:t>中登记的</a:t>
            </a:r>
            <a:r>
              <a:rPr lang="zh-CN" altLang="en-US" sz="1800" dirty="0">
                <a:solidFill>
                  <a:srgbClr val="073E87">
                    <a:lumMod val="60000"/>
                    <a:lumOff val="40000"/>
                  </a:srgbClr>
                </a:solidFill>
                <a:latin typeface="华文楷体" panose="02010600040101010101" pitchFamily="2" charset="-122"/>
                <a:ea typeface="华文楷体" panose="02010600040101010101" pitchFamily="2" charset="-122"/>
              </a:rPr>
              <a:t>第一个名字</a:t>
            </a:r>
            <a:r>
              <a:rPr lang="zh-CN" altLang="en-US" sz="1800" dirty="0">
                <a:solidFill>
                  <a:prstClr val="black"/>
                </a:solidFill>
                <a:latin typeface="华文楷体" panose="02010600040101010101" pitchFamily="2" charset="-122"/>
                <a:ea typeface="华文楷体" panose="02010600040101010101" pitchFamily="2" charset="-122"/>
              </a:rPr>
              <a:t>的</a:t>
            </a:r>
            <a:r>
              <a:rPr lang="en-US" altLang="zh-CN" sz="1800" dirty="0">
                <a:solidFill>
                  <a:prstClr val="black"/>
                </a:solidFill>
                <a:latin typeface="华文楷体" panose="02010600040101010101" pitchFamily="2" charset="-122"/>
                <a:ea typeface="华文楷体" panose="02010600040101010101" pitchFamily="2" charset="-122"/>
              </a:rPr>
              <a:t>link</a:t>
            </a:r>
            <a:r>
              <a:rPr lang="zh-CN" altLang="en-US" sz="1800" dirty="0">
                <a:solidFill>
                  <a:prstClr val="black"/>
                </a:solidFill>
                <a:latin typeface="华文楷体" panose="02010600040101010101" pitchFamily="2" charset="-122"/>
                <a:ea typeface="华文楷体" panose="02010600040101010101" pitchFamily="2" charset="-122"/>
              </a:rPr>
              <a:t>为</a:t>
            </a:r>
            <a:r>
              <a:rPr lang="en-US" altLang="zh-CN" sz="1800" dirty="0">
                <a:solidFill>
                  <a:srgbClr val="073E87">
                    <a:lumMod val="60000"/>
                    <a:lumOff val="40000"/>
                  </a:srgbClr>
                </a:solidFill>
                <a:latin typeface="华文楷体" panose="02010600040101010101" pitchFamily="2" charset="-122"/>
                <a:ea typeface="华文楷体" panose="02010600040101010101" pitchFamily="2" charset="-122"/>
              </a:rPr>
              <a:t>0</a:t>
            </a:r>
          </a:p>
        </p:txBody>
      </p:sp>
      <p:grpSp>
        <p:nvGrpSpPr>
          <p:cNvPr id="381" name="组合 380"/>
          <p:cNvGrpSpPr/>
          <p:nvPr/>
        </p:nvGrpSpPr>
        <p:grpSpPr>
          <a:xfrm>
            <a:off x="3107557" y="-102117"/>
            <a:ext cx="5980527" cy="5201676"/>
            <a:chOff x="3107556" y="-102117"/>
            <a:chExt cx="5980527" cy="5201676"/>
          </a:xfrm>
        </p:grpSpPr>
        <p:grpSp>
          <p:nvGrpSpPr>
            <p:cNvPr id="382" name="Group 12"/>
            <p:cNvGrpSpPr>
              <a:grpSpLocks/>
            </p:cNvGrpSpPr>
            <p:nvPr/>
          </p:nvGrpSpPr>
          <p:grpSpPr bwMode="auto">
            <a:xfrm>
              <a:off x="3107556" y="542577"/>
              <a:ext cx="889000" cy="476250"/>
              <a:chOff x="1504" y="489"/>
              <a:chExt cx="560" cy="300"/>
            </a:xfrm>
          </p:grpSpPr>
          <p:sp>
            <p:nvSpPr>
              <p:cNvPr id="541"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542"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83" name="Text Box 15"/>
            <p:cNvSpPr txBox="1">
              <a:spLocks noChangeArrowheads="1"/>
            </p:cNvSpPr>
            <p:nvPr/>
          </p:nvSpPr>
          <p:spPr bwMode="auto">
            <a:xfrm>
              <a:off x="3236936" y="123478"/>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84" name="Freeform 16"/>
            <p:cNvSpPr>
              <a:spLocks/>
            </p:cNvSpPr>
            <p:nvPr/>
          </p:nvSpPr>
          <p:spPr bwMode="auto">
            <a:xfrm>
              <a:off x="3471482"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5" name="Freeform 17"/>
            <p:cNvSpPr>
              <a:spLocks/>
            </p:cNvSpPr>
            <p:nvPr/>
          </p:nvSpPr>
          <p:spPr bwMode="auto">
            <a:xfrm>
              <a:off x="5098127" y="602903"/>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6" name="Freeform 18"/>
            <p:cNvSpPr>
              <a:spLocks/>
            </p:cNvSpPr>
            <p:nvPr/>
          </p:nvSpPr>
          <p:spPr bwMode="auto">
            <a:xfrm>
              <a:off x="6926927" y="287561"/>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7" name="Text Box 25"/>
            <p:cNvSpPr txBox="1">
              <a:spLocks noChangeArrowheads="1"/>
            </p:cNvSpPr>
            <p:nvPr/>
          </p:nvSpPr>
          <p:spPr bwMode="auto">
            <a:xfrm>
              <a:off x="4977479" y="146179"/>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388" name="Text Box 26"/>
            <p:cNvSpPr txBox="1">
              <a:spLocks noChangeArrowheads="1"/>
            </p:cNvSpPr>
            <p:nvPr/>
          </p:nvSpPr>
          <p:spPr bwMode="auto">
            <a:xfrm>
              <a:off x="7314480" y="-102117"/>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389" name="Group 27"/>
            <p:cNvGrpSpPr>
              <a:grpSpLocks/>
            </p:cNvGrpSpPr>
            <p:nvPr/>
          </p:nvGrpSpPr>
          <p:grpSpPr bwMode="auto">
            <a:xfrm>
              <a:off x="6584029" y="282800"/>
              <a:ext cx="2503488" cy="296863"/>
              <a:chOff x="4025" y="529"/>
              <a:chExt cx="1577" cy="187"/>
            </a:xfrm>
          </p:grpSpPr>
          <p:sp>
            <p:nvSpPr>
              <p:cNvPr id="538"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539"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540"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390" name="Group 31"/>
            <p:cNvGrpSpPr>
              <a:grpSpLocks/>
            </p:cNvGrpSpPr>
            <p:nvPr/>
          </p:nvGrpSpPr>
          <p:grpSpPr bwMode="auto">
            <a:xfrm>
              <a:off x="6588794" y="557436"/>
              <a:ext cx="2497139" cy="285750"/>
              <a:chOff x="4029" y="527"/>
              <a:chExt cx="1573" cy="180"/>
            </a:xfrm>
          </p:grpSpPr>
          <p:sp>
            <p:nvSpPr>
              <p:cNvPr id="535"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53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537"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391" name="Line 168"/>
            <p:cNvSpPr>
              <a:spLocks noChangeShapeType="1"/>
            </p:cNvSpPr>
            <p:nvPr/>
          </p:nvSpPr>
          <p:spPr bwMode="auto">
            <a:xfrm>
              <a:off x="3996556"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392" name="Group 31"/>
            <p:cNvGrpSpPr>
              <a:grpSpLocks/>
            </p:cNvGrpSpPr>
            <p:nvPr/>
          </p:nvGrpSpPr>
          <p:grpSpPr bwMode="auto">
            <a:xfrm>
              <a:off x="6584029" y="795562"/>
              <a:ext cx="2497139" cy="285750"/>
              <a:chOff x="4029" y="527"/>
              <a:chExt cx="1573" cy="180"/>
            </a:xfrm>
          </p:grpSpPr>
          <p:sp>
            <p:nvSpPr>
              <p:cNvPr id="532"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53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534"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393" name="Group 147"/>
            <p:cNvGrpSpPr>
              <a:grpSpLocks/>
            </p:cNvGrpSpPr>
            <p:nvPr/>
          </p:nvGrpSpPr>
          <p:grpSpPr bwMode="auto">
            <a:xfrm>
              <a:off x="3107556" y="987077"/>
              <a:ext cx="889000" cy="466725"/>
              <a:chOff x="1504" y="495"/>
              <a:chExt cx="560" cy="294"/>
            </a:xfrm>
          </p:grpSpPr>
          <p:sp>
            <p:nvSpPr>
              <p:cNvPr id="530"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31"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394" name="Group 31"/>
            <p:cNvGrpSpPr>
              <a:grpSpLocks/>
            </p:cNvGrpSpPr>
            <p:nvPr/>
          </p:nvGrpSpPr>
          <p:grpSpPr bwMode="auto">
            <a:xfrm>
              <a:off x="6588224" y="1033114"/>
              <a:ext cx="2497139" cy="285750"/>
              <a:chOff x="4029" y="527"/>
              <a:chExt cx="1573" cy="180"/>
            </a:xfrm>
          </p:grpSpPr>
          <p:sp>
            <p:nvSpPr>
              <p:cNvPr id="527"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52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529"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395" name="Group 31"/>
            <p:cNvGrpSpPr>
              <a:grpSpLocks/>
            </p:cNvGrpSpPr>
            <p:nvPr/>
          </p:nvGrpSpPr>
          <p:grpSpPr bwMode="auto">
            <a:xfrm>
              <a:off x="6584029" y="1270896"/>
              <a:ext cx="2497139" cy="285750"/>
              <a:chOff x="4029" y="527"/>
              <a:chExt cx="1573" cy="180"/>
            </a:xfrm>
          </p:grpSpPr>
          <p:sp>
            <p:nvSpPr>
              <p:cNvPr id="524"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525"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526"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396" name="Group 31"/>
            <p:cNvGrpSpPr>
              <a:grpSpLocks/>
            </p:cNvGrpSpPr>
            <p:nvPr/>
          </p:nvGrpSpPr>
          <p:grpSpPr bwMode="auto">
            <a:xfrm>
              <a:off x="6584029" y="1506660"/>
              <a:ext cx="2497139" cy="285750"/>
              <a:chOff x="4029" y="527"/>
              <a:chExt cx="1573" cy="180"/>
            </a:xfrm>
          </p:grpSpPr>
          <p:sp>
            <p:nvSpPr>
              <p:cNvPr id="521"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52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523"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397" name="Group 31"/>
            <p:cNvGrpSpPr>
              <a:grpSpLocks/>
            </p:cNvGrpSpPr>
            <p:nvPr/>
          </p:nvGrpSpPr>
          <p:grpSpPr bwMode="auto">
            <a:xfrm>
              <a:off x="6588224" y="1739687"/>
              <a:ext cx="2497139" cy="285750"/>
              <a:chOff x="4029" y="527"/>
              <a:chExt cx="1573" cy="180"/>
            </a:xfrm>
          </p:grpSpPr>
          <p:sp>
            <p:nvSpPr>
              <p:cNvPr id="518"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519"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520"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398" name="组合 397"/>
            <p:cNvGrpSpPr/>
            <p:nvPr/>
          </p:nvGrpSpPr>
          <p:grpSpPr>
            <a:xfrm>
              <a:off x="4754584" y="586159"/>
              <a:ext cx="874713" cy="669925"/>
              <a:chOff x="4756817" y="602902"/>
              <a:chExt cx="874713" cy="669925"/>
            </a:xfrm>
          </p:grpSpPr>
          <p:grpSp>
            <p:nvGrpSpPr>
              <p:cNvPr id="512" name="Group 19"/>
              <p:cNvGrpSpPr>
                <a:grpSpLocks/>
              </p:cNvGrpSpPr>
              <p:nvPr/>
            </p:nvGrpSpPr>
            <p:grpSpPr bwMode="auto">
              <a:xfrm>
                <a:off x="4756817" y="602902"/>
                <a:ext cx="874713" cy="669925"/>
                <a:chOff x="2919" y="527"/>
                <a:chExt cx="551" cy="422"/>
              </a:xfrm>
            </p:grpSpPr>
            <p:grpSp>
              <p:nvGrpSpPr>
                <p:cNvPr id="514" name="Group 20"/>
                <p:cNvGrpSpPr>
                  <a:grpSpLocks/>
                </p:cNvGrpSpPr>
                <p:nvPr/>
              </p:nvGrpSpPr>
              <p:grpSpPr bwMode="auto">
                <a:xfrm>
                  <a:off x="3135" y="527"/>
                  <a:ext cx="335" cy="422"/>
                  <a:chOff x="4133" y="890"/>
                  <a:chExt cx="335" cy="422"/>
                </a:xfrm>
              </p:grpSpPr>
              <p:sp>
                <p:nvSpPr>
                  <p:cNvPr id="516"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51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51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513"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399" name="Text Box 156"/>
            <p:cNvSpPr txBox="1">
              <a:spLocks noChangeArrowheads="1"/>
            </p:cNvSpPr>
            <p:nvPr/>
          </p:nvSpPr>
          <p:spPr bwMode="auto">
            <a:xfrm>
              <a:off x="5200674" y="90308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400" name="Text Box 157"/>
            <p:cNvSpPr txBox="1">
              <a:spLocks noChangeArrowheads="1"/>
            </p:cNvSpPr>
            <p:nvPr/>
          </p:nvSpPr>
          <p:spPr bwMode="auto">
            <a:xfrm>
              <a:off x="5200675" y="54620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401" name="组合 400"/>
            <p:cNvGrpSpPr/>
            <p:nvPr/>
          </p:nvGrpSpPr>
          <p:grpSpPr>
            <a:xfrm>
              <a:off x="4752992" y="1259838"/>
              <a:ext cx="874713" cy="669925"/>
              <a:chOff x="4756817" y="602902"/>
              <a:chExt cx="874713" cy="669925"/>
            </a:xfrm>
          </p:grpSpPr>
          <p:grpSp>
            <p:nvGrpSpPr>
              <p:cNvPr id="506" name="Group 19"/>
              <p:cNvGrpSpPr>
                <a:grpSpLocks/>
              </p:cNvGrpSpPr>
              <p:nvPr/>
            </p:nvGrpSpPr>
            <p:grpSpPr bwMode="auto">
              <a:xfrm>
                <a:off x="4756817" y="602902"/>
                <a:ext cx="874713" cy="669925"/>
                <a:chOff x="2919" y="527"/>
                <a:chExt cx="551" cy="422"/>
              </a:xfrm>
            </p:grpSpPr>
            <p:grpSp>
              <p:nvGrpSpPr>
                <p:cNvPr id="508" name="Group 20"/>
                <p:cNvGrpSpPr>
                  <a:grpSpLocks/>
                </p:cNvGrpSpPr>
                <p:nvPr/>
              </p:nvGrpSpPr>
              <p:grpSpPr bwMode="auto">
                <a:xfrm>
                  <a:off x="3135" y="527"/>
                  <a:ext cx="335" cy="422"/>
                  <a:chOff x="4133" y="890"/>
                  <a:chExt cx="335" cy="422"/>
                </a:xfrm>
              </p:grpSpPr>
              <p:sp>
                <p:nvSpPr>
                  <p:cNvPr id="510"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511"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509"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507"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402" name="Text Box 156"/>
            <p:cNvSpPr txBox="1">
              <a:spLocks noChangeArrowheads="1"/>
            </p:cNvSpPr>
            <p:nvPr/>
          </p:nvSpPr>
          <p:spPr bwMode="auto">
            <a:xfrm>
              <a:off x="5199082" y="157675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9</a:t>
              </a:r>
            </a:p>
          </p:txBody>
        </p:sp>
        <p:sp>
          <p:nvSpPr>
            <p:cNvPr id="403" name="Text Box 157"/>
            <p:cNvSpPr txBox="1">
              <a:spLocks noChangeArrowheads="1"/>
            </p:cNvSpPr>
            <p:nvPr/>
          </p:nvSpPr>
          <p:spPr bwMode="auto">
            <a:xfrm>
              <a:off x="5199082" y="121988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404" name="Freeform 169"/>
            <p:cNvSpPr>
              <a:spLocks/>
            </p:cNvSpPr>
            <p:nvPr/>
          </p:nvSpPr>
          <p:spPr bwMode="auto">
            <a:xfrm>
              <a:off x="3996556" y="1250602"/>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05" name="Group 31"/>
            <p:cNvGrpSpPr>
              <a:grpSpLocks/>
            </p:cNvGrpSpPr>
            <p:nvPr/>
          </p:nvGrpSpPr>
          <p:grpSpPr bwMode="auto">
            <a:xfrm>
              <a:off x="6590941" y="1975420"/>
              <a:ext cx="2497139" cy="285750"/>
              <a:chOff x="4029" y="527"/>
              <a:chExt cx="1573" cy="180"/>
            </a:xfrm>
          </p:grpSpPr>
          <p:sp>
            <p:nvSpPr>
              <p:cNvPr id="503"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5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505"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406" name="Text Box 178"/>
            <p:cNvSpPr txBox="1">
              <a:spLocks noChangeArrowheads="1"/>
            </p:cNvSpPr>
            <p:nvPr/>
          </p:nvSpPr>
          <p:spPr bwMode="auto">
            <a:xfrm>
              <a:off x="5617711" y="516503"/>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407" name="组合 406"/>
            <p:cNvGrpSpPr/>
            <p:nvPr/>
          </p:nvGrpSpPr>
          <p:grpSpPr>
            <a:xfrm>
              <a:off x="4752992" y="1929762"/>
              <a:ext cx="874713" cy="669925"/>
              <a:chOff x="4756817" y="602902"/>
              <a:chExt cx="874713" cy="669925"/>
            </a:xfrm>
          </p:grpSpPr>
          <p:sp>
            <p:nvSpPr>
              <p:cNvPr id="497"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498" name="Group 19"/>
              <p:cNvGrpSpPr>
                <a:grpSpLocks/>
              </p:cNvGrpSpPr>
              <p:nvPr/>
            </p:nvGrpSpPr>
            <p:grpSpPr bwMode="auto">
              <a:xfrm>
                <a:off x="4756817" y="602902"/>
                <a:ext cx="874713" cy="669925"/>
                <a:chOff x="2919" y="527"/>
                <a:chExt cx="551" cy="422"/>
              </a:xfrm>
            </p:grpSpPr>
            <p:grpSp>
              <p:nvGrpSpPr>
                <p:cNvPr id="499" name="Group 20"/>
                <p:cNvGrpSpPr>
                  <a:grpSpLocks/>
                </p:cNvGrpSpPr>
                <p:nvPr/>
              </p:nvGrpSpPr>
              <p:grpSpPr bwMode="auto">
                <a:xfrm>
                  <a:off x="3135" y="527"/>
                  <a:ext cx="335" cy="422"/>
                  <a:chOff x="4133" y="890"/>
                  <a:chExt cx="335" cy="422"/>
                </a:xfrm>
              </p:grpSpPr>
              <p:sp>
                <p:nvSpPr>
                  <p:cNvPr id="501"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502"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500"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408" name="Text Box 156"/>
            <p:cNvSpPr txBox="1">
              <a:spLocks noChangeArrowheads="1"/>
            </p:cNvSpPr>
            <p:nvPr/>
          </p:nvSpPr>
          <p:spPr bwMode="auto">
            <a:xfrm>
              <a:off x="5196895" y="2250437"/>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409" name="Text Box 157"/>
            <p:cNvSpPr txBox="1">
              <a:spLocks noChangeArrowheads="1"/>
            </p:cNvSpPr>
            <p:nvPr/>
          </p:nvSpPr>
          <p:spPr bwMode="auto">
            <a:xfrm>
              <a:off x="5196895" y="189356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410" name="组合 409"/>
            <p:cNvGrpSpPr/>
            <p:nvPr/>
          </p:nvGrpSpPr>
          <p:grpSpPr>
            <a:xfrm>
              <a:off x="4752992" y="2594013"/>
              <a:ext cx="874713" cy="669925"/>
              <a:chOff x="4756817" y="602902"/>
              <a:chExt cx="874713" cy="669925"/>
            </a:xfrm>
          </p:grpSpPr>
          <p:sp>
            <p:nvSpPr>
              <p:cNvPr id="491"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492" name="Group 19"/>
              <p:cNvGrpSpPr>
                <a:grpSpLocks/>
              </p:cNvGrpSpPr>
              <p:nvPr/>
            </p:nvGrpSpPr>
            <p:grpSpPr bwMode="auto">
              <a:xfrm>
                <a:off x="4756817" y="602902"/>
                <a:ext cx="874713" cy="669925"/>
                <a:chOff x="2919" y="527"/>
                <a:chExt cx="551" cy="422"/>
              </a:xfrm>
            </p:grpSpPr>
            <p:grpSp>
              <p:nvGrpSpPr>
                <p:cNvPr id="493" name="Group 20"/>
                <p:cNvGrpSpPr>
                  <a:grpSpLocks/>
                </p:cNvGrpSpPr>
                <p:nvPr/>
              </p:nvGrpSpPr>
              <p:grpSpPr bwMode="auto">
                <a:xfrm>
                  <a:off x="3135" y="527"/>
                  <a:ext cx="335" cy="422"/>
                  <a:chOff x="4133" y="890"/>
                  <a:chExt cx="335" cy="422"/>
                </a:xfrm>
              </p:grpSpPr>
              <p:sp>
                <p:nvSpPr>
                  <p:cNvPr id="495"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496"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494"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411" name="Text Box 156"/>
            <p:cNvSpPr txBox="1">
              <a:spLocks noChangeArrowheads="1"/>
            </p:cNvSpPr>
            <p:nvPr/>
          </p:nvSpPr>
          <p:spPr bwMode="auto">
            <a:xfrm>
              <a:off x="5196895" y="291468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412" name="Text Box 157"/>
            <p:cNvSpPr txBox="1">
              <a:spLocks noChangeArrowheads="1"/>
            </p:cNvSpPr>
            <p:nvPr/>
          </p:nvSpPr>
          <p:spPr bwMode="auto">
            <a:xfrm>
              <a:off x="5196895" y="255781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413" name="Group 31"/>
            <p:cNvGrpSpPr>
              <a:grpSpLocks/>
            </p:cNvGrpSpPr>
            <p:nvPr/>
          </p:nvGrpSpPr>
          <p:grpSpPr bwMode="auto">
            <a:xfrm>
              <a:off x="6584029" y="2212351"/>
              <a:ext cx="2497139" cy="285750"/>
              <a:chOff x="4029" y="527"/>
              <a:chExt cx="1573" cy="180"/>
            </a:xfrm>
          </p:grpSpPr>
          <p:sp>
            <p:nvSpPr>
              <p:cNvPr id="488"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489"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490"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414" name="Group 31"/>
            <p:cNvGrpSpPr>
              <a:grpSpLocks/>
            </p:cNvGrpSpPr>
            <p:nvPr/>
          </p:nvGrpSpPr>
          <p:grpSpPr bwMode="auto">
            <a:xfrm>
              <a:off x="6584029" y="2443159"/>
              <a:ext cx="2497139" cy="285750"/>
              <a:chOff x="4029" y="527"/>
              <a:chExt cx="1573" cy="180"/>
            </a:xfrm>
          </p:grpSpPr>
          <p:sp>
            <p:nvSpPr>
              <p:cNvPr id="48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48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48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grpSp>
          <p:nvGrpSpPr>
            <p:cNvPr id="415" name="Group 153"/>
            <p:cNvGrpSpPr>
              <a:grpSpLocks/>
            </p:cNvGrpSpPr>
            <p:nvPr/>
          </p:nvGrpSpPr>
          <p:grpSpPr bwMode="auto">
            <a:xfrm>
              <a:off x="3118669" y="1464060"/>
              <a:ext cx="877888" cy="434975"/>
              <a:chOff x="1511" y="516"/>
              <a:chExt cx="553" cy="274"/>
            </a:xfrm>
          </p:grpSpPr>
          <p:sp>
            <p:nvSpPr>
              <p:cNvPr id="483" name="Rectangle 154"/>
              <p:cNvSpPr>
                <a:spLocks noChangeArrowheads="1"/>
              </p:cNvSpPr>
              <p:nvPr/>
            </p:nvSpPr>
            <p:spPr bwMode="auto">
              <a:xfrm>
                <a:off x="1733" y="516"/>
                <a:ext cx="331" cy="273"/>
              </a:xfrm>
              <a:prstGeom prst="rect">
                <a:avLst/>
              </a:prstGeom>
              <a:solidFill>
                <a:srgbClr val="FF00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484"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416" name="组合 415"/>
            <p:cNvGrpSpPr/>
            <p:nvPr/>
          </p:nvGrpSpPr>
          <p:grpSpPr>
            <a:xfrm>
              <a:off x="4748719" y="3278127"/>
              <a:ext cx="874713" cy="669925"/>
              <a:chOff x="4756817" y="602902"/>
              <a:chExt cx="874713" cy="669925"/>
            </a:xfrm>
          </p:grpSpPr>
          <p:sp>
            <p:nvSpPr>
              <p:cNvPr id="477" name="Rectangle 21"/>
              <p:cNvSpPr>
                <a:spLocks noChangeArrowheads="1"/>
              </p:cNvSpPr>
              <p:nvPr/>
            </p:nvSpPr>
            <p:spPr bwMode="auto">
              <a:xfrm>
                <a:off x="5099713" y="937864"/>
                <a:ext cx="530225" cy="334963"/>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478" name="Group 19"/>
              <p:cNvGrpSpPr>
                <a:grpSpLocks/>
              </p:cNvGrpSpPr>
              <p:nvPr/>
            </p:nvGrpSpPr>
            <p:grpSpPr bwMode="auto">
              <a:xfrm>
                <a:off x="4756817" y="602902"/>
                <a:ext cx="874713" cy="669925"/>
                <a:chOff x="2919" y="527"/>
                <a:chExt cx="551" cy="422"/>
              </a:xfrm>
            </p:grpSpPr>
            <p:grpSp>
              <p:nvGrpSpPr>
                <p:cNvPr id="479" name="Group 20"/>
                <p:cNvGrpSpPr>
                  <a:grpSpLocks/>
                </p:cNvGrpSpPr>
                <p:nvPr/>
              </p:nvGrpSpPr>
              <p:grpSpPr bwMode="auto">
                <a:xfrm>
                  <a:off x="3135" y="527"/>
                  <a:ext cx="335" cy="422"/>
                  <a:chOff x="4133" y="890"/>
                  <a:chExt cx="335" cy="422"/>
                </a:xfrm>
              </p:grpSpPr>
              <p:sp>
                <p:nvSpPr>
                  <p:cNvPr id="481" name="Rectangle 21"/>
                  <p:cNvSpPr>
                    <a:spLocks noChangeArrowheads="1"/>
                  </p:cNvSpPr>
                  <p:nvPr/>
                </p:nvSpPr>
                <p:spPr bwMode="auto">
                  <a:xfrm>
                    <a:off x="4133" y="890"/>
                    <a:ext cx="335" cy="211"/>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482"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480"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grpSp>
        </p:grpSp>
        <p:sp>
          <p:nvSpPr>
            <p:cNvPr id="417" name="Text Box 156"/>
            <p:cNvSpPr txBox="1">
              <a:spLocks noChangeArrowheads="1"/>
            </p:cNvSpPr>
            <p:nvPr/>
          </p:nvSpPr>
          <p:spPr bwMode="auto">
            <a:xfrm>
              <a:off x="5100345" y="3561529"/>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14</a:t>
              </a:r>
            </a:p>
          </p:txBody>
        </p:sp>
        <p:sp>
          <p:nvSpPr>
            <p:cNvPr id="418" name="Text Box 157"/>
            <p:cNvSpPr txBox="1">
              <a:spLocks noChangeArrowheads="1"/>
            </p:cNvSpPr>
            <p:nvPr/>
          </p:nvSpPr>
          <p:spPr bwMode="auto">
            <a:xfrm>
              <a:off x="5103543" y="3229308"/>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11</a:t>
              </a:r>
            </a:p>
          </p:txBody>
        </p:sp>
        <p:grpSp>
          <p:nvGrpSpPr>
            <p:cNvPr id="419" name="Group 31"/>
            <p:cNvGrpSpPr>
              <a:grpSpLocks/>
            </p:cNvGrpSpPr>
            <p:nvPr/>
          </p:nvGrpSpPr>
          <p:grpSpPr bwMode="auto">
            <a:xfrm>
              <a:off x="6516330" y="2680941"/>
              <a:ext cx="2571752" cy="285750"/>
              <a:chOff x="3982" y="527"/>
              <a:chExt cx="1620" cy="180"/>
            </a:xfrm>
          </p:grpSpPr>
          <p:sp>
            <p:nvSpPr>
              <p:cNvPr id="474"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m</a:t>
                </a:r>
              </a:p>
            </p:txBody>
          </p:sp>
          <p:sp>
            <p:nvSpPr>
              <p:cNvPr id="475"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10</a:t>
                </a:r>
              </a:p>
            </p:txBody>
          </p:sp>
          <p:sp>
            <p:nvSpPr>
              <p:cNvPr id="476"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420" name="Group 31"/>
            <p:cNvGrpSpPr>
              <a:grpSpLocks/>
            </p:cNvGrpSpPr>
            <p:nvPr/>
          </p:nvGrpSpPr>
          <p:grpSpPr bwMode="auto">
            <a:xfrm>
              <a:off x="6509416" y="2894633"/>
              <a:ext cx="2571752" cy="285750"/>
              <a:chOff x="3982" y="527"/>
              <a:chExt cx="1620" cy="180"/>
            </a:xfrm>
          </p:grpSpPr>
          <p:sp>
            <p:nvSpPr>
              <p:cNvPr id="471"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n</a:t>
                </a:r>
              </a:p>
            </p:txBody>
          </p:sp>
          <p:sp>
            <p:nvSpPr>
              <p:cNvPr id="47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11</a:t>
                </a:r>
              </a:p>
            </p:txBody>
          </p:sp>
          <p:sp>
            <p:nvSpPr>
              <p:cNvPr id="473"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10</a:t>
                </a:r>
              </a:p>
            </p:txBody>
          </p:sp>
        </p:grpSp>
        <p:grpSp>
          <p:nvGrpSpPr>
            <p:cNvPr id="421" name="Group 31"/>
            <p:cNvGrpSpPr>
              <a:grpSpLocks/>
            </p:cNvGrpSpPr>
            <p:nvPr/>
          </p:nvGrpSpPr>
          <p:grpSpPr bwMode="auto">
            <a:xfrm>
              <a:off x="6516328" y="3120577"/>
              <a:ext cx="2571752" cy="285750"/>
              <a:chOff x="3982" y="527"/>
              <a:chExt cx="1620" cy="180"/>
            </a:xfrm>
          </p:grpSpPr>
          <p:sp>
            <p:nvSpPr>
              <p:cNvPr id="468"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k</a:t>
                </a:r>
              </a:p>
            </p:txBody>
          </p:sp>
          <p:sp>
            <p:nvSpPr>
              <p:cNvPr id="469"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12</a:t>
                </a:r>
              </a:p>
            </p:txBody>
          </p:sp>
          <p:sp>
            <p:nvSpPr>
              <p:cNvPr id="470"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11</a:t>
                </a:r>
              </a:p>
            </p:txBody>
          </p:sp>
        </p:grpSp>
        <p:grpSp>
          <p:nvGrpSpPr>
            <p:cNvPr id="422" name="Group 31"/>
            <p:cNvGrpSpPr>
              <a:grpSpLocks/>
            </p:cNvGrpSpPr>
            <p:nvPr/>
          </p:nvGrpSpPr>
          <p:grpSpPr bwMode="auto">
            <a:xfrm>
              <a:off x="6509416" y="3335795"/>
              <a:ext cx="2571752" cy="285750"/>
              <a:chOff x="3982" y="527"/>
              <a:chExt cx="1620" cy="180"/>
            </a:xfrm>
          </p:grpSpPr>
          <p:sp>
            <p:nvSpPr>
              <p:cNvPr id="465"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v</a:t>
                </a:r>
              </a:p>
            </p:txBody>
          </p:sp>
          <p:sp>
            <p:nvSpPr>
              <p:cNvPr id="46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13</a:t>
                </a:r>
              </a:p>
            </p:txBody>
          </p:sp>
          <p:sp>
            <p:nvSpPr>
              <p:cNvPr id="467"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12</a:t>
                </a:r>
              </a:p>
            </p:txBody>
          </p:sp>
        </p:grpSp>
        <p:grpSp>
          <p:nvGrpSpPr>
            <p:cNvPr id="423" name="Group 31"/>
            <p:cNvGrpSpPr>
              <a:grpSpLocks/>
            </p:cNvGrpSpPr>
            <p:nvPr/>
          </p:nvGrpSpPr>
          <p:grpSpPr bwMode="auto">
            <a:xfrm>
              <a:off x="6516328" y="3560370"/>
              <a:ext cx="2571752" cy="285750"/>
              <a:chOff x="3982" y="527"/>
              <a:chExt cx="1620" cy="180"/>
            </a:xfrm>
          </p:grpSpPr>
          <p:sp>
            <p:nvSpPr>
              <p:cNvPr id="462"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partition</a:t>
                </a:r>
              </a:p>
            </p:txBody>
          </p:sp>
          <p:sp>
            <p:nvSpPr>
              <p:cNvPr id="463"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14</a:t>
                </a:r>
              </a:p>
            </p:txBody>
          </p:sp>
          <p:sp>
            <p:nvSpPr>
              <p:cNvPr id="464"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13</a:t>
                </a:r>
              </a:p>
            </p:txBody>
          </p:sp>
        </p:grpSp>
        <p:grpSp>
          <p:nvGrpSpPr>
            <p:cNvPr id="424" name="组合 423"/>
            <p:cNvGrpSpPr/>
            <p:nvPr/>
          </p:nvGrpSpPr>
          <p:grpSpPr>
            <a:xfrm>
              <a:off x="3996557" y="1670908"/>
              <a:ext cx="1109520" cy="1685897"/>
              <a:chOff x="3996557" y="1670908"/>
              <a:chExt cx="1109520" cy="1685897"/>
            </a:xfrm>
          </p:grpSpPr>
          <p:cxnSp>
            <p:nvCxnSpPr>
              <p:cNvPr id="459" name="直接连接符 458"/>
              <p:cNvCxnSpPr/>
              <p:nvPr/>
            </p:nvCxnSpPr>
            <p:spPr>
              <a:xfrm>
                <a:off x="3996557" y="1680754"/>
                <a:ext cx="567348" cy="0"/>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460" name="直接连接符 459"/>
              <p:cNvCxnSpPr/>
              <p:nvPr/>
            </p:nvCxnSpPr>
            <p:spPr>
              <a:xfrm>
                <a:off x="4572000" y="1670908"/>
                <a:ext cx="0" cy="1685103"/>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461" name="直接连接符 460"/>
              <p:cNvCxnSpPr/>
              <p:nvPr/>
            </p:nvCxnSpPr>
            <p:spPr>
              <a:xfrm flipV="1">
                <a:off x="4563905" y="3356805"/>
                <a:ext cx="542172" cy="0"/>
              </a:xfrm>
              <a:prstGeom prst="line">
                <a:avLst/>
              </a:prstGeom>
              <a:ln w="19050">
                <a:solidFill>
                  <a:srgbClr val="FF6666"/>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425" name="Group 153"/>
            <p:cNvGrpSpPr>
              <a:grpSpLocks/>
            </p:cNvGrpSpPr>
            <p:nvPr/>
          </p:nvGrpSpPr>
          <p:grpSpPr bwMode="auto">
            <a:xfrm>
              <a:off x="3125209" y="1907705"/>
              <a:ext cx="877888" cy="434975"/>
              <a:chOff x="1511" y="516"/>
              <a:chExt cx="553" cy="274"/>
            </a:xfrm>
          </p:grpSpPr>
          <p:sp>
            <p:nvSpPr>
              <p:cNvPr id="457" name="Rectangle 154"/>
              <p:cNvSpPr>
                <a:spLocks noChangeArrowheads="1"/>
              </p:cNvSpPr>
              <p:nvPr/>
            </p:nvSpPr>
            <p:spPr bwMode="auto">
              <a:xfrm>
                <a:off x="1733" y="516"/>
                <a:ext cx="331" cy="273"/>
              </a:xfrm>
              <a:prstGeom prst="rect">
                <a:avLst/>
              </a:prstGeom>
              <a:solidFill>
                <a:schemeClr val="accent1">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458"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sp>
          <p:nvSpPr>
            <p:cNvPr id="426" name="Freeform 171"/>
            <p:cNvSpPr>
              <a:spLocks/>
            </p:cNvSpPr>
            <p:nvPr/>
          </p:nvSpPr>
          <p:spPr bwMode="auto">
            <a:xfrm>
              <a:off x="4009445" y="2179019"/>
              <a:ext cx="1079500" cy="1966558"/>
            </a:xfrm>
            <a:custGeom>
              <a:avLst/>
              <a:gdLst>
                <a:gd name="T0" fmla="*/ 0 w 725"/>
                <a:gd name="T1" fmla="*/ 0 h 1360"/>
                <a:gd name="T2" fmla="*/ 115 w 725"/>
                <a:gd name="T3" fmla="*/ 0 h 1360"/>
                <a:gd name="T4" fmla="*/ 115 w 725"/>
                <a:gd name="T5" fmla="*/ 1360 h 1360"/>
                <a:gd name="T6" fmla="*/ 462 w 725"/>
                <a:gd name="T7" fmla="*/ 1360 h 1360"/>
                <a:gd name="T8" fmla="*/ 0 60000 65536"/>
                <a:gd name="T9" fmla="*/ 0 60000 65536"/>
                <a:gd name="T10" fmla="*/ 0 60000 65536"/>
                <a:gd name="T11" fmla="*/ 0 60000 65536"/>
                <a:gd name="T12" fmla="*/ 0 w 725"/>
                <a:gd name="T13" fmla="*/ 0 h 1360"/>
                <a:gd name="T14" fmla="*/ 725 w 725"/>
                <a:gd name="T15" fmla="*/ 1360 h 1360"/>
              </a:gdLst>
              <a:ahLst/>
              <a:cxnLst>
                <a:cxn ang="T8">
                  <a:pos x="T0" y="T1"/>
                </a:cxn>
                <a:cxn ang="T9">
                  <a:pos x="T2" y="T3"/>
                </a:cxn>
                <a:cxn ang="T10">
                  <a:pos x="T4" y="T5"/>
                </a:cxn>
                <a:cxn ang="T11">
                  <a:pos x="T6" y="T7"/>
                </a:cxn>
              </a:cxnLst>
              <a:rect l="T12" t="T13" r="T14" b="T15"/>
              <a:pathLst>
                <a:path w="725" h="1360">
                  <a:moveTo>
                    <a:pt x="0" y="0"/>
                  </a:moveTo>
                  <a:lnTo>
                    <a:pt x="181" y="0"/>
                  </a:lnTo>
                  <a:lnTo>
                    <a:pt x="181" y="1360"/>
                  </a:lnTo>
                  <a:lnTo>
                    <a:pt x="725" y="1360"/>
                  </a:lnTo>
                </a:path>
              </a:pathLst>
            </a:custGeom>
            <a:noFill/>
            <a:ln w="19050" cap="flat" cmpd="sng">
              <a:solidFill>
                <a:schemeClr val="accent1"/>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27" name="组合 426"/>
            <p:cNvGrpSpPr/>
            <p:nvPr/>
          </p:nvGrpSpPr>
          <p:grpSpPr>
            <a:xfrm>
              <a:off x="4756309" y="3945400"/>
              <a:ext cx="874713" cy="669925"/>
              <a:chOff x="4756817" y="602902"/>
              <a:chExt cx="874713" cy="669925"/>
            </a:xfrm>
          </p:grpSpPr>
          <p:sp>
            <p:nvSpPr>
              <p:cNvPr id="451" name="Rectangle 21"/>
              <p:cNvSpPr>
                <a:spLocks noChangeArrowheads="1"/>
              </p:cNvSpPr>
              <p:nvPr/>
            </p:nvSpPr>
            <p:spPr bwMode="auto">
              <a:xfrm>
                <a:off x="5099713" y="937864"/>
                <a:ext cx="530225" cy="334963"/>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452" name="Group 19"/>
              <p:cNvGrpSpPr>
                <a:grpSpLocks/>
              </p:cNvGrpSpPr>
              <p:nvPr/>
            </p:nvGrpSpPr>
            <p:grpSpPr bwMode="auto">
              <a:xfrm>
                <a:off x="4756817" y="602902"/>
                <a:ext cx="874713" cy="669925"/>
                <a:chOff x="2919" y="527"/>
                <a:chExt cx="551" cy="422"/>
              </a:xfrm>
            </p:grpSpPr>
            <p:grpSp>
              <p:nvGrpSpPr>
                <p:cNvPr id="453" name="Group 20"/>
                <p:cNvGrpSpPr>
                  <a:grpSpLocks/>
                </p:cNvGrpSpPr>
                <p:nvPr/>
              </p:nvGrpSpPr>
              <p:grpSpPr bwMode="auto">
                <a:xfrm>
                  <a:off x="3135" y="527"/>
                  <a:ext cx="335" cy="422"/>
                  <a:chOff x="4133" y="890"/>
                  <a:chExt cx="335" cy="422"/>
                </a:xfrm>
              </p:grpSpPr>
              <p:sp>
                <p:nvSpPr>
                  <p:cNvPr id="455" name="Rectangle 21"/>
                  <p:cNvSpPr>
                    <a:spLocks noChangeArrowheads="1"/>
                  </p:cNvSpPr>
                  <p:nvPr/>
                </p:nvSpPr>
                <p:spPr bwMode="auto">
                  <a:xfrm>
                    <a:off x="4133" y="890"/>
                    <a:ext cx="335" cy="211"/>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456"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454"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grpSp>
        </p:grpSp>
        <p:sp>
          <p:nvSpPr>
            <p:cNvPr id="428" name="Text Box 156"/>
            <p:cNvSpPr txBox="1">
              <a:spLocks noChangeArrowheads="1"/>
            </p:cNvSpPr>
            <p:nvPr/>
          </p:nvSpPr>
          <p:spPr bwMode="auto">
            <a:xfrm>
              <a:off x="5100795" y="4242710"/>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18</a:t>
              </a:r>
            </a:p>
          </p:txBody>
        </p:sp>
        <p:sp>
          <p:nvSpPr>
            <p:cNvPr id="429" name="Text Box 157"/>
            <p:cNvSpPr txBox="1">
              <a:spLocks noChangeArrowheads="1"/>
            </p:cNvSpPr>
            <p:nvPr/>
          </p:nvSpPr>
          <p:spPr bwMode="auto">
            <a:xfrm>
              <a:off x="5095743" y="3903206"/>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16</a:t>
              </a:r>
            </a:p>
          </p:txBody>
        </p:sp>
        <p:grpSp>
          <p:nvGrpSpPr>
            <p:cNvPr id="430" name="Group 31"/>
            <p:cNvGrpSpPr>
              <a:grpSpLocks/>
            </p:cNvGrpSpPr>
            <p:nvPr/>
          </p:nvGrpSpPr>
          <p:grpSpPr bwMode="auto">
            <a:xfrm>
              <a:off x="6516330" y="4236016"/>
              <a:ext cx="2571753" cy="285750"/>
              <a:chOff x="3982" y="535"/>
              <a:chExt cx="1620" cy="180"/>
            </a:xfrm>
          </p:grpSpPr>
          <p:sp>
            <p:nvSpPr>
              <p:cNvPr id="448"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i</a:t>
                </a:r>
              </a:p>
            </p:txBody>
          </p:sp>
          <p:sp>
            <p:nvSpPr>
              <p:cNvPr id="449" name="Text Box 33"/>
              <p:cNvSpPr txBox="1">
                <a:spLocks noChangeArrowheads="1"/>
              </p:cNvSpPr>
              <p:nvPr/>
            </p:nvSpPr>
            <p:spPr bwMode="auto">
              <a:xfrm>
                <a:off x="3982" y="535"/>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17</a:t>
                </a:r>
              </a:p>
            </p:txBody>
          </p:sp>
          <p:sp>
            <p:nvSpPr>
              <p:cNvPr id="450"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16</a:t>
                </a:r>
              </a:p>
            </p:txBody>
          </p:sp>
        </p:grpSp>
        <p:grpSp>
          <p:nvGrpSpPr>
            <p:cNvPr id="431" name="Group 31"/>
            <p:cNvGrpSpPr>
              <a:grpSpLocks/>
            </p:cNvGrpSpPr>
            <p:nvPr/>
          </p:nvGrpSpPr>
          <p:grpSpPr bwMode="auto">
            <a:xfrm>
              <a:off x="6516328" y="3785945"/>
              <a:ext cx="2571752" cy="285750"/>
              <a:chOff x="3982" y="527"/>
              <a:chExt cx="1620" cy="180"/>
            </a:xfrm>
          </p:grpSpPr>
          <p:sp>
            <p:nvSpPr>
              <p:cNvPr id="445"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y</a:t>
                </a:r>
              </a:p>
            </p:txBody>
          </p:sp>
          <p:sp>
            <p:nvSpPr>
              <p:cNvPr id="44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15</a:t>
                </a:r>
              </a:p>
            </p:txBody>
          </p:sp>
          <p:sp>
            <p:nvSpPr>
              <p:cNvPr id="447"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432" name="Group 31"/>
            <p:cNvGrpSpPr>
              <a:grpSpLocks/>
            </p:cNvGrpSpPr>
            <p:nvPr/>
          </p:nvGrpSpPr>
          <p:grpSpPr bwMode="auto">
            <a:xfrm>
              <a:off x="6509416" y="4010717"/>
              <a:ext cx="2571752" cy="285750"/>
              <a:chOff x="3982" y="527"/>
              <a:chExt cx="1620" cy="180"/>
            </a:xfrm>
          </p:grpSpPr>
          <p:sp>
            <p:nvSpPr>
              <p:cNvPr id="442"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z</a:t>
                </a:r>
              </a:p>
            </p:txBody>
          </p:sp>
          <p:sp>
            <p:nvSpPr>
              <p:cNvPr id="443"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16</a:t>
                </a:r>
              </a:p>
            </p:txBody>
          </p:sp>
          <p:sp>
            <p:nvSpPr>
              <p:cNvPr id="444"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15</a:t>
                </a:r>
              </a:p>
            </p:txBody>
          </p:sp>
        </p:grpSp>
        <p:grpSp>
          <p:nvGrpSpPr>
            <p:cNvPr id="433" name="Group 31"/>
            <p:cNvGrpSpPr>
              <a:grpSpLocks/>
            </p:cNvGrpSpPr>
            <p:nvPr/>
          </p:nvGrpSpPr>
          <p:grpSpPr bwMode="auto">
            <a:xfrm>
              <a:off x="6509415" y="4460788"/>
              <a:ext cx="2571753" cy="285750"/>
              <a:chOff x="3982" y="535"/>
              <a:chExt cx="1620" cy="180"/>
            </a:xfrm>
          </p:grpSpPr>
          <p:sp>
            <p:nvSpPr>
              <p:cNvPr id="439"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j</a:t>
                </a:r>
              </a:p>
            </p:txBody>
          </p:sp>
          <p:sp>
            <p:nvSpPr>
              <p:cNvPr id="440" name="Text Box 33"/>
              <p:cNvSpPr txBox="1">
                <a:spLocks noChangeArrowheads="1"/>
              </p:cNvSpPr>
              <p:nvPr/>
            </p:nvSpPr>
            <p:spPr bwMode="auto">
              <a:xfrm>
                <a:off x="3982" y="535"/>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18</a:t>
                </a:r>
              </a:p>
            </p:txBody>
          </p:sp>
          <p:sp>
            <p:nvSpPr>
              <p:cNvPr id="441"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17</a:t>
                </a:r>
              </a:p>
            </p:txBody>
          </p:sp>
        </p:grpSp>
        <p:sp>
          <p:nvSpPr>
            <p:cNvPr id="434" name="Freeform 172"/>
            <p:cNvSpPr>
              <a:spLocks/>
            </p:cNvSpPr>
            <p:nvPr/>
          </p:nvSpPr>
          <p:spPr bwMode="auto">
            <a:xfrm flipV="1">
              <a:off x="5651355" y="3738439"/>
              <a:ext cx="935038" cy="45719"/>
            </a:xfrm>
            <a:custGeom>
              <a:avLst/>
              <a:gdLst>
                <a:gd name="T0" fmla="*/ 0 w 725"/>
                <a:gd name="T1" fmla="*/ 0 h 1360"/>
                <a:gd name="T2" fmla="*/ 42 w 725"/>
                <a:gd name="T3" fmla="*/ 0 h 1360"/>
                <a:gd name="T4" fmla="*/ 42 w 725"/>
                <a:gd name="T5" fmla="*/ 79 h 1360"/>
                <a:gd name="T6" fmla="*/ 170 w 725"/>
                <a:gd name="T7" fmla="*/ 79 h 1360"/>
                <a:gd name="T8" fmla="*/ 0 60000 65536"/>
                <a:gd name="T9" fmla="*/ 0 60000 65536"/>
                <a:gd name="T10" fmla="*/ 0 60000 65536"/>
                <a:gd name="T11" fmla="*/ 0 60000 65536"/>
                <a:gd name="T12" fmla="*/ 0 w 725"/>
                <a:gd name="T13" fmla="*/ 0 h 1360"/>
                <a:gd name="T14" fmla="*/ 725 w 725"/>
                <a:gd name="T15" fmla="*/ 1360 h 1360"/>
              </a:gdLst>
              <a:ahLst/>
              <a:cxnLst>
                <a:cxn ang="T8">
                  <a:pos x="T0" y="T1"/>
                </a:cxn>
                <a:cxn ang="T9">
                  <a:pos x="T2" y="T3"/>
                </a:cxn>
                <a:cxn ang="T10">
                  <a:pos x="T4" y="T5"/>
                </a:cxn>
                <a:cxn ang="T11">
                  <a:pos x="T6" y="T7"/>
                </a:cxn>
              </a:cxnLst>
              <a:rect l="T12" t="T13" r="T14" b="T15"/>
              <a:pathLst>
                <a:path w="725" h="1360">
                  <a:moveTo>
                    <a:pt x="0" y="0"/>
                  </a:moveTo>
                  <a:lnTo>
                    <a:pt x="181" y="0"/>
                  </a:lnTo>
                  <a:lnTo>
                    <a:pt x="181" y="1360"/>
                  </a:lnTo>
                  <a:lnTo>
                    <a:pt x="725" y="1360"/>
                  </a:lnTo>
                </a:path>
              </a:pathLst>
            </a:custGeom>
            <a:noFill/>
            <a:ln w="19050" cap="flat" cmpd="sng">
              <a:solidFill>
                <a:srgbClr val="FF0000"/>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sp>
          <p:nvSpPr>
            <p:cNvPr id="435" name="Freeform 176"/>
            <p:cNvSpPr>
              <a:spLocks/>
            </p:cNvSpPr>
            <p:nvPr/>
          </p:nvSpPr>
          <p:spPr bwMode="auto">
            <a:xfrm flipV="1">
              <a:off x="5642191" y="719410"/>
              <a:ext cx="1008063" cy="309701"/>
            </a:xfrm>
            <a:custGeom>
              <a:avLst/>
              <a:gdLst>
                <a:gd name="T0" fmla="*/ 0 w 635"/>
                <a:gd name="T1" fmla="*/ 0 h 454"/>
                <a:gd name="T2" fmla="*/ 499 w 635"/>
                <a:gd name="T3" fmla="*/ 0 h 454"/>
                <a:gd name="T4" fmla="*/ 499 w 635"/>
                <a:gd name="T5" fmla="*/ 454 h 454"/>
                <a:gd name="T6" fmla="*/ 635 w 635"/>
                <a:gd name="T7" fmla="*/ 454 h 454"/>
                <a:gd name="T8" fmla="*/ 0 60000 65536"/>
                <a:gd name="T9" fmla="*/ 0 60000 65536"/>
                <a:gd name="T10" fmla="*/ 0 60000 65536"/>
                <a:gd name="T11" fmla="*/ 0 60000 65536"/>
                <a:gd name="T12" fmla="*/ 0 w 635"/>
                <a:gd name="T13" fmla="*/ 0 h 454"/>
                <a:gd name="T14" fmla="*/ 635 w 635"/>
                <a:gd name="T15" fmla="*/ 454 h 454"/>
              </a:gdLst>
              <a:ahLst/>
              <a:cxnLst>
                <a:cxn ang="T8">
                  <a:pos x="T0" y="T1"/>
                </a:cxn>
                <a:cxn ang="T9">
                  <a:pos x="T2" y="T3"/>
                </a:cxn>
                <a:cxn ang="T10">
                  <a:pos x="T4" y="T5"/>
                </a:cxn>
                <a:cxn ang="T11">
                  <a:pos x="T6" y="T7"/>
                </a:cxn>
              </a:cxnLst>
              <a:rect l="T12" t="T13" r="T14" b="T15"/>
              <a:pathLst>
                <a:path w="635" h="454">
                  <a:moveTo>
                    <a:pt x="0" y="0"/>
                  </a:moveTo>
                  <a:lnTo>
                    <a:pt x="499" y="0"/>
                  </a:lnTo>
                  <a:lnTo>
                    <a:pt x="499" y="454"/>
                  </a:lnTo>
                  <a:lnTo>
                    <a:pt x="635" y="454"/>
                  </a:lnTo>
                </a:path>
              </a:pathLst>
            </a:custGeom>
            <a:noFill/>
            <a:ln w="19050" cap="flat" cmpd="sng">
              <a:solidFill>
                <a:schemeClr val="accent2">
                  <a:lumMod val="75000"/>
                </a:schemeClr>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sp>
          <p:nvSpPr>
            <p:cNvPr id="436" name="Freeform 174"/>
            <p:cNvSpPr>
              <a:spLocks/>
            </p:cNvSpPr>
            <p:nvPr/>
          </p:nvSpPr>
          <p:spPr bwMode="auto">
            <a:xfrm>
              <a:off x="5651361" y="1784115"/>
              <a:ext cx="1008063" cy="837413"/>
            </a:xfrm>
            <a:custGeom>
              <a:avLst/>
              <a:gdLst>
                <a:gd name="T0" fmla="*/ 0 w 680"/>
                <a:gd name="T1" fmla="*/ 0 h 227"/>
                <a:gd name="T2" fmla="*/ 281 w 680"/>
                <a:gd name="T3" fmla="*/ 0 h 227"/>
                <a:gd name="T4" fmla="*/ 281 w 680"/>
                <a:gd name="T5" fmla="*/ 38944729 h 227"/>
                <a:gd name="T6" fmla="*/ 421 w 680"/>
                <a:gd name="T7" fmla="*/ 38944729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sp>
          <p:nvSpPr>
            <p:cNvPr id="437" name="Freeform 173"/>
            <p:cNvSpPr>
              <a:spLocks/>
            </p:cNvSpPr>
            <p:nvPr/>
          </p:nvSpPr>
          <p:spPr bwMode="auto">
            <a:xfrm flipV="1">
              <a:off x="5653186" y="2415055"/>
              <a:ext cx="935038" cy="699525"/>
            </a:xfrm>
            <a:custGeom>
              <a:avLst/>
              <a:gdLst>
                <a:gd name="T0" fmla="*/ 0 w 680"/>
                <a:gd name="T1" fmla="*/ 0 h 1044"/>
                <a:gd name="T2" fmla="*/ 149 w 680"/>
                <a:gd name="T3" fmla="*/ 0 h 1044"/>
                <a:gd name="T4" fmla="*/ 149 w 680"/>
                <a:gd name="T5" fmla="*/ 187 h 1044"/>
                <a:gd name="T6" fmla="*/ 249 w 680"/>
                <a:gd name="T7" fmla="*/ 187 h 1044"/>
                <a:gd name="T8" fmla="*/ 0 60000 65536"/>
                <a:gd name="T9" fmla="*/ 0 60000 65536"/>
                <a:gd name="T10" fmla="*/ 0 60000 65536"/>
                <a:gd name="T11" fmla="*/ 0 60000 65536"/>
                <a:gd name="T12" fmla="*/ 0 w 680"/>
                <a:gd name="T13" fmla="*/ 0 h 1044"/>
                <a:gd name="T14" fmla="*/ 680 w 680"/>
                <a:gd name="T15" fmla="*/ 1044 h 1044"/>
              </a:gdLst>
              <a:ahLst/>
              <a:cxnLst>
                <a:cxn ang="T8">
                  <a:pos x="T0" y="T1"/>
                </a:cxn>
                <a:cxn ang="T9">
                  <a:pos x="T2" y="T3"/>
                </a:cxn>
                <a:cxn ang="T10">
                  <a:pos x="T4" y="T5"/>
                </a:cxn>
                <a:cxn ang="T11">
                  <a:pos x="T6" y="T7"/>
                </a:cxn>
              </a:cxnLst>
              <a:rect l="T12" t="T13" r="T14" b="T15"/>
              <a:pathLst>
                <a:path w="680" h="1044">
                  <a:moveTo>
                    <a:pt x="0" y="0"/>
                  </a:moveTo>
                  <a:lnTo>
                    <a:pt x="408" y="0"/>
                  </a:lnTo>
                  <a:lnTo>
                    <a:pt x="408" y="1044"/>
                  </a:lnTo>
                  <a:lnTo>
                    <a:pt x="680" y="1044"/>
                  </a:lnTo>
                </a:path>
              </a:pathLst>
            </a:custGeom>
            <a:noFill/>
            <a:ln w="19050" cap="flat" cmpd="sng">
              <a:solidFill>
                <a:srgbClr val="9900CC"/>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sp>
          <p:nvSpPr>
            <p:cNvPr id="438" name="Freeform 175"/>
            <p:cNvSpPr>
              <a:spLocks/>
            </p:cNvSpPr>
            <p:nvPr/>
          </p:nvSpPr>
          <p:spPr bwMode="auto">
            <a:xfrm>
              <a:off x="5688012" y="4514574"/>
              <a:ext cx="935038" cy="171513"/>
            </a:xfrm>
            <a:custGeom>
              <a:avLst/>
              <a:gdLst>
                <a:gd name="T0" fmla="*/ 0 w 589"/>
                <a:gd name="T1" fmla="*/ 0 h 1089"/>
                <a:gd name="T2" fmla="*/ 226 w 589"/>
                <a:gd name="T3" fmla="*/ 0 h 1089"/>
                <a:gd name="T4" fmla="*/ 226 w 589"/>
                <a:gd name="T5" fmla="*/ 1089 h 1089"/>
                <a:gd name="T6" fmla="*/ 589 w 589"/>
                <a:gd name="T7" fmla="*/ 1089 h 1089"/>
                <a:gd name="T8" fmla="*/ 0 60000 65536"/>
                <a:gd name="T9" fmla="*/ 0 60000 65536"/>
                <a:gd name="T10" fmla="*/ 0 60000 65536"/>
                <a:gd name="T11" fmla="*/ 0 60000 65536"/>
                <a:gd name="T12" fmla="*/ 0 w 589"/>
                <a:gd name="T13" fmla="*/ 0 h 1089"/>
                <a:gd name="T14" fmla="*/ 589 w 589"/>
                <a:gd name="T15" fmla="*/ 1089 h 1089"/>
              </a:gdLst>
              <a:ahLst/>
              <a:cxnLst>
                <a:cxn ang="T8">
                  <a:pos x="T0" y="T1"/>
                </a:cxn>
                <a:cxn ang="T9">
                  <a:pos x="T2" y="T3"/>
                </a:cxn>
                <a:cxn ang="T10">
                  <a:pos x="T4" y="T5"/>
                </a:cxn>
                <a:cxn ang="T11">
                  <a:pos x="T6" y="T7"/>
                </a:cxn>
              </a:cxnLst>
              <a:rect l="T12" t="T13" r="T14" b="T15"/>
              <a:pathLst>
                <a:path w="589" h="1089">
                  <a:moveTo>
                    <a:pt x="0" y="0"/>
                  </a:moveTo>
                  <a:lnTo>
                    <a:pt x="226" y="0"/>
                  </a:lnTo>
                  <a:lnTo>
                    <a:pt x="226" y="1089"/>
                  </a:lnTo>
                  <a:lnTo>
                    <a:pt x="589" y="1089"/>
                  </a:lnTo>
                </a:path>
              </a:pathLst>
            </a:custGeom>
            <a:noFill/>
            <a:ln w="19050" cap="flat" cmpd="sng">
              <a:solidFill>
                <a:schemeClr val="accent1"/>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grpSp>
      <p:grpSp>
        <p:nvGrpSpPr>
          <p:cNvPr id="169" name="组合 168">
            <a:extLst>
              <a:ext uri="{FF2B5EF4-FFF2-40B4-BE49-F238E27FC236}">
                <a16:creationId xmlns:a16="http://schemas.microsoft.com/office/drawing/2014/main" id="{58E73ED3-79C3-423A-946C-0C8D536A4AA4}"/>
              </a:ext>
            </a:extLst>
          </p:cNvPr>
          <p:cNvGrpSpPr/>
          <p:nvPr/>
        </p:nvGrpSpPr>
        <p:grpSpPr>
          <a:xfrm>
            <a:off x="4374178" y="1673826"/>
            <a:ext cx="795411" cy="2984099"/>
            <a:chOff x="4374177" y="1673825"/>
            <a:chExt cx="795411" cy="2984099"/>
          </a:xfrm>
        </p:grpSpPr>
        <p:sp>
          <p:nvSpPr>
            <p:cNvPr id="170" name="矩形 169">
              <a:extLst>
                <a:ext uri="{FF2B5EF4-FFF2-40B4-BE49-F238E27FC236}">
                  <a16:creationId xmlns:a16="http://schemas.microsoft.com/office/drawing/2014/main" id="{9642EDD7-C3E4-42D6-9EE3-4206A022FA4F}"/>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71" name="矩形 170">
              <a:extLst>
                <a:ext uri="{FF2B5EF4-FFF2-40B4-BE49-F238E27FC236}">
                  <a16:creationId xmlns:a16="http://schemas.microsoft.com/office/drawing/2014/main" id="{B0985D79-F348-41EB-B40F-CC62BC942480}"/>
                </a:ext>
              </a:extLst>
            </p:cNvPr>
            <p:cNvSpPr/>
            <p:nvPr/>
          </p:nvSpPr>
          <p:spPr>
            <a:xfrm>
              <a:off x="4374177"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72" name="矩形 171">
              <a:extLst>
                <a:ext uri="{FF2B5EF4-FFF2-40B4-BE49-F238E27FC236}">
                  <a16:creationId xmlns:a16="http://schemas.microsoft.com/office/drawing/2014/main" id="{70F578F3-461A-46C1-B40F-A92C281BC8AA}"/>
                </a:ext>
              </a:extLst>
            </p:cNvPr>
            <p:cNvSpPr/>
            <p:nvPr/>
          </p:nvSpPr>
          <p:spPr>
            <a:xfrm>
              <a:off x="4390582"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
          <p:nvSpPr>
            <p:cNvPr id="173" name="矩形 172">
              <a:extLst>
                <a:ext uri="{FF2B5EF4-FFF2-40B4-BE49-F238E27FC236}">
                  <a16:creationId xmlns:a16="http://schemas.microsoft.com/office/drawing/2014/main" id="{03998728-3020-402D-B835-6015F15D24C8}"/>
                </a:ext>
              </a:extLst>
            </p:cNvPr>
            <p:cNvSpPr/>
            <p:nvPr/>
          </p:nvSpPr>
          <p:spPr>
            <a:xfrm>
              <a:off x="4394214" y="3681217"/>
              <a:ext cx="755335" cy="261610"/>
            </a:xfrm>
            <a:prstGeom prst="rect">
              <a:avLst/>
            </a:prstGeom>
          </p:spPr>
          <p:txBody>
            <a:bodyPr wrap="none">
              <a:spAutoFit/>
            </a:bodyPr>
            <a:lstStyle/>
            <a:p>
              <a:pPr defTabSz="914378"/>
              <a:r>
                <a:rPr lang="en-US" altLang="zh-CN" dirty="0">
                  <a:solidFill>
                    <a:prstClr val="black"/>
                  </a:solidFill>
                </a:rPr>
                <a:t>quicksort</a:t>
              </a:r>
              <a:endParaRPr lang="zh-CN" altLang="en-US" dirty="0">
                <a:solidFill>
                  <a:prstClr val="black"/>
                </a:solidFill>
              </a:endParaRPr>
            </a:p>
          </p:txBody>
        </p:sp>
        <p:sp>
          <p:nvSpPr>
            <p:cNvPr id="174" name="矩形 173">
              <a:extLst>
                <a:ext uri="{FF2B5EF4-FFF2-40B4-BE49-F238E27FC236}">
                  <a16:creationId xmlns:a16="http://schemas.microsoft.com/office/drawing/2014/main" id="{682906FC-C1AC-4F58-9DEE-0274935FE826}"/>
                </a:ext>
              </a:extLst>
            </p:cNvPr>
            <p:cNvSpPr/>
            <p:nvPr/>
          </p:nvSpPr>
          <p:spPr>
            <a:xfrm>
              <a:off x="4403406" y="4396314"/>
              <a:ext cx="715260" cy="261610"/>
            </a:xfrm>
            <a:prstGeom prst="rect">
              <a:avLst/>
            </a:prstGeom>
          </p:spPr>
          <p:txBody>
            <a:bodyPr wrap="none">
              <a:spAutoFit/>
            </a:bodyPr>
            <a:lstStyle/>
            <a:p>
              <a:pPr defTabSz="914378"/>
              <a:r>
                <a:rPr lang="en-US" altLang="zh-CN" dirty="0">
                  <a:solidFill>
                    <a:prstClr val="black"/>
                  </a:solidFill>
                </a:rPr>
                <a:t>partition</a:t>
              </a:r>
              <a:endParaRPr lang="zh-CN" altLang="en-US" dirty="0">
                <a:solidFill>
                  <a:prstClr val="black"/>
                </a:solidFill>
              </a:endParaRPr>
            </a:p>
          </p:txBody>
        </p:sp>
      </p:grpSp>
    </p:spTree>
    <p:extLst>
      <p:ext uri="{BB962C8B-B14F-4D97-AF65-F5344CB8AC3E}">
        <p14:creationId xmlns:p14="http://schemas.microsoft.com/office/powerpoint/2010/main" val="798181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76"/>
                                        </p:tgtEl>
                                        <p:attrNameLst>
                                          <p:attrName>style.visibility</p:attrName>
                                        </p:attrNameLst>
                                      </p:cBhvr>
                                      <p:to>
                                        <p:strVal val="visible"/>
                                      </p:to>
                                    </p:set>
                                    <p:anim calcmode="lin" valueType="num">
                                      <p:cBhvr>
                                        <p:cTn id="7" dur="500" fill="hold"/>
                                        <p:tgtEl>
                                          <p:spTgt spid="176"/>
                                        </p:tgtEl>
                                        <p:attrNameLst>
                                          <p:attrName>ppt_w</p:attrName>
                                        </p:attrNameLst>
                                      </p:cBhvr>
                                      <p:tavLst>
                                        <p:tav tm="0">
                                          <p:val>
                                            <p:fltVal val="0"/>
                                          </p:val>
                                        </p:tav>
                                        <p:tav tm="100000">
                                          <p:val>
                                            <p:strVal val="#ppt_w"/>
                                          </p:val>
                                        </p:tav>
                                      </p:tavLst>
                                    </p:anim>
                                    <p:anim calcmode="lin" valueType="num">
                                      <p:cBhvr>
                                        <p:cTn id="8" dur="500" fill="hold"/>
                                        <p:tgtEl>
                                          <p:spTgt spid="176"/>
                                        </p:tgtEl>
                                        <p:attrNameLst>
                                          <p:attrName>ppt_h</p:attrName>
                                        </p:attrNameLst>
                                      </p:cBhvr>
                                      <p:tavLst>
                                        <p:tav tm="0">
                                          <p:val>
                                            <p:fltVal val="0"/>
                                          </p:val>
                                        </p:tav>
                                        <p:tav tm="100000">
                                          <p:val>
                                            <p:strVal val="#ppt_h"/>
                                          </p:val>
                                        </p:tav>
                                      </p:tavLst>
                                    </p:anim>
                                    <p:animEffect transition="in" filter="fade">
                                      <p:cBhvr>
                                        <p:cTn id="9" dur="500"/>
                                        <p:tgtEl>
                                          <p:spTgt spid="1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6"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60"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grpSp>
        <p:nvGrpSpPr>
          <p:cNvPr id="76" name="组合 75"/>
          <p:cNvGrpSpPr/>
          <p:nvPr/>
        </p:nvGrpSpPr>
        <p:grpSpPr>
          <a:xfrm>
            <a:off x="4754585" y="586159"/>
            <a:ext cx="874713" cy="669926"/>
            <a:chOff x="4756817" y="602902"/>
            <a:chExt cx="874713" cy="669925"/>
          </a:xfrm>
        </p:grpSpPr>
        <p:grpSp>
          <p:nvGrpSpPr>
            <p:cNvPr id="77" name="Group 19"/>
            <p:cNvGrpSpPr>
              <a:grpSpLocks/>
            </p:cNvGrpSpPr>
            <p:nvPr/>
          </p:nvGrpSpPr>
          <p:grpSpPr bwMode="auto">
            <a:xfrm>
              <a:off x="4756817" y="602902"/>
              <a:ext cx="874713" cy="669925"/>
              <a:chOff x="2919" y="527"/>
              <a:chExt cx="551" cy="422"/>
            </a:xfrm>
          </p:grpSpPr>
          <p:grpSp>
            <p:nvGrpSpPr>
              <p:cNvPr id="79" name="Group 20"/>
              <p:cNvGrpSpPr>
                <a:grpSpLocks/>
              </p:cNvGrpSpPr>
              <p:nvPr/>
            </p:nvGrpSpPr>
            <p:grpSpPr bwMode="auto">
              <a:xfrm>
                <a:off x="3135" y="527"/>
                <a:ext cx="335" cy="422"/>
                <a:chOff x="4133" y="890"/>
                <a:chExt cx="335" cy="422"/>
              </a:xfrm>
            </p:grpSpPr>
            <p:sp>
              <p:nvSpPr>
                <p:cNvPr id="81"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82"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0"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78"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1"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92"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51"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spTree>
    <p:extLst>
      <p:ext uri="{BB962C8B-B14F-4D97-AF65-F5344CB8AC3E}">
        <p14:creationId xmlns:p14="http://schemas.microsoft.com/office/powerpoint/2010/main" val="290393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6"/>
                                        </p:tgtEl>
                                        <p:attrNameLst>
                                          <p:attrName>style.visibility</p:attrName>
                                        </p:attrNameLst>
                                      </p:cBhvr>
                                      <p:to>
                                        <p:strVal val="visible"/>
                                      </p:to>
                                    </p:set>
                                    <p:anim calcmode="lin" valueType="num">
                                      <p:cBhvr>
                                        <p:cTn id="7" dur="500" fill="hold"/>
                                        <p:tgtEl>
                                          <p:spTgt spid="36"/>
                                        </p:tgtEl>
                                        <p:attrNameLst>
                                          <p:attrName>ppt_w</p:attrName>
                                        </p:attrNameLst>
                                      </p:cBhvr>
                                      <p:tavLst>
                                        <p:tav tm="0">
                                          <p:val>
                                            <p:fltVal val="0"/>
                                          </p:val>
                                        </p:tav>
                                        <p:tav tm="100000">
                                          <p:val>
                                            <p:strVal val="#ppt_w"/>
                                          </p:val>
                                        </p:tav>
                                      </p:tavLst>
                                    </p:anim>
                                    <p:anim calcmode="lin" valueType="num">
                                      <p:cBhvr>
                                        <p:cTn id="8" dur="500" fill="hold"/>
                                        <p:tgtEl>
                                          <p:spTgt spid="36"/>
                                        </p:tgtEl>
                                        <p:attrNameLst>
                                          <p:attrName>ppt_h</p:attrName>
                                        </p:attrNameLst>
                                      </p:cBhvr>
                                      <p:tavLst>
                                        <p:tav tm="0">
                                          <p:val>
                                            <p:fltVal val="0"/>
                                          </p:val>
                                        </p:tav>
                                        <p:tav tm="100000">
                                          <p:val>
                                            <p:strVal val="#ppt_h"/>
                                          </p:val>
                                        </p:tav>
                                      </p:tavLst>
                                    </p:anim>
                                    <p:animEffect transition="in" filter="fade">
                                      <p:cBhvr>
                                        <p:cTn id="9" dur="500"/>
                                        <p:tgtEl>
                                          <p:spTgt spid="36"/>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35"/>
                                        </p:tgtEl>
                                        <p:attrNameLst>
                                          <p:attrName>style.visibility</p:attrName>
                                        </p:attrNameLst>
                                      </p:cBhvr>
                                      <p:to>
                                        <p:strVal val="visible"/>
                                      </p:to>
                                    </p:set>
                                    <p:anim calcmode="lin" valueType="num">
                                      <p:cBhvr>
                                        <p:cTn id="12" dur="500" fill="hold"/>
                                        <p:tgtEl>
                                          <p:spTgt spid="35"/>
                                        </p:tgtEl>
                                        <p:attrNameLst>
                                          <p:attrName>ppt_w</p:attrName>
                                        </p:attrNameLst>
                                      </p:cBhvr>
                                      <p:tavLst>
                                        <p:tav tm="0">
                                          <p:val>
                                            <p:fltVal val="0"/>
                                          </p:val>
                                        </p:tav>
                                        <p:tav tm="100000">
                                          <p:val>
                                            <p:strVal val="#ppt_w"/>
                                          </p:val>
                                        </p:tav>
                                      </p:tavLst>
                                    </p:anim>
                                    <p:anim calcmode="lin" valueType="num">
                                      <p:cBhvr>
                                        <p:cTn id="13" dur="500" fill="hold"/>
                                        <p:tgtEl>
                                          <p:spTgt spid="35"/>
                                        </p:tgtEl>
                                        <p:attrNameLst>
                                          <p:attrName>ppt_h</p:attrName>
                                        </p:attrNameLst>
                                      </p:cBhvr>
                                      <p:tavLst>
                                        <p:tav tm="0">
                                          <p:val>
                                            <p:fltVal val="0"/>
                                          </p:val>
                                        </p:tav>
                                        <p:tav tm="100000">
                                          <p:val>
                                            <p:strVal val="#ppt_h"/>
                                          </p:val>
                                        </p:tav>
                                      </p:tavLst>
                                    </p:anim>
                                    <p:animEffect transition="in" filter="fade">
                                      <p:cBhvr>
                                        <p:cTn id="14" dur="500"/>
                                        <p:tgtEl>
                                          <p:spTgt spid="35"/>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 calcmode="lin" valueType="num">
                                      <p:cBhvr>
                                        <p:cTn id="17" dur="500" fill="hold"/>
                                        <p:tgtEl>
                                          <p:spTgt spid="40"/>
                                        </p:tgtEl>
                                        <p:attrNameLst>
                                          <p:attrName>ppt_w</p:attrName>
                                        </p:attrNameLst>
                                      </p:cBhvr>
                                      <p:tavLst>
                                        <p:tav tm="0">
                                          <p:val>
                                            <p:fltVal val="0"/>
                                          </p:val>
                                        </p:tav>
                                        <p:tav tm="100000">
                                          <p:val>
                                            <p:strVal val="#ppt_w"/>
                                          </p:val>
                                        </p:tav>
                                      </p:tavLst>
                                    </p:anim>
                                    <p:anim calcmode="lin" valueType="num">
                                      <p:cBhvr>
                                        <p:cTn id="18" dur="500" fill="hold"/>
                                        <p:tgtEl>
                                          <p:spTgt spid="40"/>
                                        </p:tgtEl>
                                        <p:attrNameLst>
                                          <p:attrName>ppt_h</p:attrName>
                                        </p:attrNameLst>
                                      </p:cBhvr>
                                      <p:tavLst>
                                        <p:tav tm="0">
                                          <p:val>
                                            <p:fltVal val="0"/>
                                          </p:val>
                                        </p:tav>
                                        <p:tav tm="100000">
                                          <p:val>
                                            <p:strVal val="#ppt_h"/>
                                          </p:val>
                                        </p:tav>
                                      </p:tavLst>
                                    </p:anim>
                                    <p:animEffect transition="in" filter="fade">
                                      <p:cBhvr>
                                        <p:cTn id="19" dur="500"/>
                                        <p:tgtEl>
                                          <p:spTgt spid="40"/>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37"/>
                                        </p:tgtEl>
                                        <p:attrNameLst>
                                          <p:attrName>style.visibility</p:attrName>
                                        </p:attrNameLst>
                                      </p:cBhvr>
                                      <p:to>
                                        <p:strVal val="visible"/>
                                      </p:to>
                                    </p:set>
                                    <p:anim calcmode="lin" valueType="num">
                                      <p:cBhvr>
                                        <p:cTn id="22" dur="500" fill="hold"/>
                                        <p:tgtEl>
                                          <p:spTgt spid="37"/>
                                        </p:tgtEl>
                                        <p:attrNameLst>
                                          <p:attrName>ppt_w</p:attrName>
                                        </p:attrNameLst>
                                      </p:cBhvr>
                                      <p:tavLst>
                                        <p:tav tm="0">
                                          <p:val>
                                            <p:fltVal val="0"/>
                                          </p:val>
                                        </p:tav>
                                        <p:tav tm="100000">
                                          <p:val>
                                            <p:strVal val="#ppt_w"/>
                                          </p:val>
                                        </p:tav>
                                      </p:tavLst>
                                    </p:anim>
                                    <p:anim calcmode="lin" valueType="num">
                                      <p:cBhvr>
                                        <p:cTn id="23" dur="500" fill="hold"/>
                                        <p:tgtEl>
                                          <p:spTgt spid="37"/>
                                        </p:tgtEl>
                                        <p:attrNameLst>
                                          <p:attrName>ppt_h</p:attrName>
                                        </p:attrNameLst>
                                      </p:cBhvr>
                                      <p:tavLst>
                                        <p:tav tm="0">
                                          <p:val>
                                            <p:fltVal val="0"/>
                                          </p:val>
                                        </p:tav>
                                        <p:tav tm="100000">
                                          <p:val>
                                            <p:strVal val="#ppt_h"/>
                                          </p:val>
                                        </p:tav>
                                      </p:tavLst>
                                    </p:anim>
                                    <p:animEffect transition="in" filter="fade">
                                      <p:cBhvr>
                                        <p:cTn id="24" dur="500"/>
                                        <p:tgtEl>
                                          <p:spTgt spid="37"/>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38"/>
                                        </p:tgtEl>
                                        <p:attrNameLst>
                                          <p:attrName>style.visibility</p:attrName>
                                        </p:attrNameLst>
                                      </p:cBhvr>
                                      <p:to>
                                        <p:strVal val="visible"/>
                                      </p:to>
                                    </p:set>
                                    <p:anim calcmode="lin" valueType="num">
                                      <p:cBhvr>
                                        <p:cTn id="27" dur="500" fill="hold"/>
                                        <p:tgtEl>
                                          <p:spTgt spid="38"/>
                                        </p:tgtEl>
                                        <p:attrNameLst>
                                          <p:attrName>ppt_w</p:attrName>
                                        </p:attrNameLst>
                                      </p:cBhvr>
                                      <p:tavLst>
                                        <p:tav tm="0">
                                          <p:val>
                                            <p:fltVal val="0"/>
                                          </p:val>
                                        </p:tav>
                                        <p:tav tm="100000">
                                          <p:val>
                                            <p:strVal val="#ppt_w"/>
                                          </p:val>
                                        </p:tav>
                                      </p:tavLst>
                                    </p:anim>
                                    <p:anim calcmode="lin" valueType="num">
                                      <p:cBhvr>
                                        <p:cTn id="28" dur="500" fill="hold"/>
                                        <p:tgtEl>
                                          <p:spTgt spid="38"/>
                                        </p:tgtEl>
                                        <p:attrNameLst>
                                          <p:attrName>ppt_h</p:attrName>
                                        </p:attrNameLst>
                                      </p:cBhvr>
                                      <p:tavLst>
                                        <p:tav tm="0">
                                          <p:val>
                                            <p:fltVal val="0"/>
                                          </p:val>
                                        </p:tav>
                                        <p:tav tm="100000">
                                          <p:val>
                                            <p:strVal val="#ppt_h"/>
                                          </p:val>
                                        </p:tav>
                                      </p:tavLst>
                                    </p:anim>
                                    <p:animEffect transition="in" filter="fade">
                                      <p:cBhvr>
                                        <p:cTn id="29" dur="500"/>
                                        <p:tgtEl>
                                          <p:spTgt spid="38"/>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41"/>
                                        </p:tgtEl>
                                        <p:attrNameLst>
                                          <p:attrName>style.visibility</p:attrName>
                                        </p:attrNameLst>
                                      </p:cBhvr>
                                      <p:to>
                                        <p:strVal val="visible"/>
                                      </p:to>
                                    </p:set>
                                    <p:anim calcmode="lin" valueType="num">
                                      <p:cBhvr>
                                        <p:cTn id="32" dur="500" fill="hold"/>
                                        <p:tgtEl>
                                          <p:spTgt spid="41"/>
                                        </p:tgtEl>
                                        <p:attrNameLst>
                                          <p:attrName>ppt_w</p:attrName>
                                        </p:attrNameLst>
                                      </p:cBhvr>
                                      <p:tavLst>
                                        <p:tav tm="0">
                                          <p:val>
                                            <p:fltVal val="0"/>
                                          </p:val>
                                        </p:tav>
                                        <p:tav tm="100000">
                                          <p:val>
                                            <p:strVal val="#ppt_w"/>
                                          </p:val>
                                        </p:tav>
                                      </p:tavLst>
                                    </p:anim>
                                    <p:anim calcmode="lin" valueType="num">
                                      <p:cBhvr>
                                        <p:cTn id="33" dur="500" fill="hold"/>
                                        <p:tgtEl>
                                          <p:spTgt spid="41"/>
                                        </p:tgtEl>
                                        <p:attrNameLst>
                                          <p:attrName>ppt_h</p:attrName>
                                        </p:attrNameLst>
                                      </p:cBhvr>
                                      <p:tavLst>
                                        <p:tav tm="0">
                                          <p:val>
                                            <p:fltVal val="0"/>
                                          </p:val>
                                        </p:tav>
                                        <p:tav tm="100000">
                                          <p:val>
                                            <p:strVal val="#ppt_h"/>
                                          </p:val>
                                        </p:tav>
                                      </p:tavLst>
                                    </p:anim>
                                    <p:animEffect transition="in" filter="fade">
                                      <p:cBhvr>
                                        <p:cTn id="34" dur="500"/>
                                        <p:tgtEl>
                                          <p:spTgt spid="41"/>
                                        </p:tgtEl>
                                      </p:cBhvr>
                                    </p:animEffect>
                                  </p:childTnLst>
                                </p:cTn>
                              </p:par>
                              <p:par>
                                <p:cTn id="35" presetID="53" presetClass="entr" presetSubtype="16" fill="hold" nodeType="withEffect">
                                  <p:stCondLst>
                                    <p:cond delay="0"/>
                                  </p:stCondLst>
                                  <p:childTnLst>
                                    <p:set>
                                      <p:cBhvr>
                                        <p:cTn id="36" dur="1" fill="hold">
                                          <p:stCondLst>
                                            <p:cond delay="0"/>
                                          </p:stCondLst>
                                        </p:cTn>
                                        <p:tgtEl>
                                          <p:spTgt spid="42"/>
                                        </p:tgtEl>
                                        <p:attrNameLst>
                                          <p:attrName>style.visibility</p:attrName>
                                        </p:attrNameLst>
                                      </p:cBhvr>
                                      <p:to>
                                        <p:strVal val="visible"/>
                                      </p:to>
                                    </p:set>
                                    <p:anim calcmode="lin" valueType="num">
                                      <p:cBhvr>
                                        <p:cTn id="37" dur="500" fill="hold"/>
                                        <p:tgtEl>
                                          <p:spTgt spid="42"/>
                                        </p:tgtEl>
                                        <p:attrNameLst>
                                          <p:attrName>ppt_w</p:attrName>
                                        </p:attrNameLst>
                                      </p:cBhvr>
                                      <p:tavLst>
                                        <p:tav tm="0">
                                          <p:val>
                                            <p:fltVal val="0"/>
                                          </p:val>
                                        </p:tav>
                                        <p:tav tm="100000">
                                          <p:val>
                                            <p:strVal val="#ppt_w"/>
                                          </p:val>
                                        </p:tav>
                                      </p:tavLst>
                                    </p:anim>
                                    <p:anim calcmode="lin" valueType="num">
                                      <p:cBhvr>
                                        <p:cTn id="38" dur="500" fill="hold"/>
                                        <p:tgtEl>
                                          <p:spTgt spid="42"/>
                                        </p:tgtEl>
                                        <p:attrNameLst>
                                          <p:attrName>ppt_h</p:attrName>
                                        </p:attrNameLst>
                                      </p:cBhvr>
                                      <p:tavLst>
                                        <p:tav tm="0">
                                          <p:val>
                                            <p:fltVal val="0"/>
                                          </p:val>
                                        </p:tav>
                                        <p:tav tm="100000">
                                          <p:val>
                                            <p:strVal val="#ppt_h"/>
                                          </p:val>
                                        </p:tav>
                                      </p:tavLst>
                                    </p:anim>
                                    <p:animEffect transition="in" filter="fade">
                                      <p:cBhvr>
                                        <p:cTn id="39" dur="500"/>
                                        <p:tgtEl>
                                          <p:spTgt spid="42"/>
                                        </p:tgtEl>
                                      </p:cBhvr>
                                    </p:animEffect>
                                  </p:childTnLst>
                                </p:cTn>
                              </p:par>
                            </p:childTnLst>
                          </p:cTn>
                        </p:par>
                      </p:childTnLst>
                    </p:cTn>
                  </p:par>
                  <p:par>
                    <p:cTn id="40" fill="hold">
                      <p:stCondLst>
                        <p:cond delay="indefinite"/>
                      </p:stCondLst>
                      <p:childTnLst>
                        <p:par>
                          <p:cTn id="41" fill="hold">
                            <p:stCondLst>
                              <p:cond delay="0"/>
                            </p:stCondLst>
                            <p:childTnLst>
                              <p:par>
                                <p:cTn id="42" presetID="53" presetClass="entr" presetSubtype="16" fill="hold" nodeType="clickEffect">
                                  <p:stCondLst>
                                    <p:cond delay="0"/>
                                  </p:stCondLst>
                                  <p:childTnLst>
                                    <p:set>
                                      <p:cBhvr>
                                        <p:cTn id="43" dur="1" fill="hold">
                                          <p:stCondLst>
                                            <p:cond delay="0"/>
                                          </p:stCondLst>
                                        </p:cTn>
                                        <p:tgtEl>
                                          <p:spTgt spid="34"/>
                                        </p:tgtEl>
                                        <p:attrNameLst>
                                          <p:attrName>style.visibility</p:attrName>
                                        </p:attrNameLst>
                                      </p:cBhvr>
                                      <p:to>
                                        <p:strVal val="visible"/>
                                      </p:to>
                                    </p:set>
                                    <p:anim calcmode="lin" valueType="num">
                                      <p:cBhvr>
                                        <p:cTn id="44" dur="500" fill="hold"/>
                                        <p:tgtEl>
                                          <p:spTgt spid="34"/>
                                        </p:tgtEl>
                                        <p:attrNameLst>
                                          <p:attrName>ppt_w</p:attrName>
                                        </p:attrNameLst>
                                      </p:cBhvr>
                                      <p:tavLst>
                                        <p:tav tm="0">
                                          <p:val>
                                            <p:fltVal val="0"/>
                                          </p:val>
                                        </p:tav>
                                        <p:tav tm="100000">
                                          <p:val>
                                            <p:strVal val="#ppt_w"/>
                                          </p:val>
                                        </p:tav>
                                      </p:tavLst>
                                    </p:anim>
                                    <p:anim calcmode="lin" valueType="num">
                                      <p:cBhvr>
                                        <p:cTn id="45" dur="500" fill="hold"/>
                                        <p:tgtEl>
                                          <p:spTgt spid="34"/>
                                        </p:tgtEl>
                                        <p:attrNameLst>
                                          <p:attrName>ppt_h</p:attrName>
                                        </p:attrNameLst>
                                      </p:cBhvr>
                                      <p:tavLst>
                                        <p:tav tm="0">
                                          <p:val>
                                            <p:fltVal val="0"/>
                                          </p:val>
                                        </p:tav>
                                        <p:tav tm="100000">
                                          <p:val>
                                            <p:strVal val="#ppt_h"/>
                                          </p:val>
                                        </p:tav>
                                      </p:tavLst>
                                    </p:anim>
                                    <p:animEffect transition="in" filter="fade">
                                      <p:cBhvr>
                                        <p:cTn id="46" dur="500"/>
                                        <p:tgtEl>
                                          <p:spTgt spid="34"/>
                                        </p:tgtEl>
                                      </p:cBhvr>
                                    </p:animEffect>
                                  </p:childTnLst>
                                </p:cTn>
                              </p:par>
                              <p:par>
                                <p:cTn id="47" presetID="53" presetClass="entr" presetSubtype="16" fill="hold" grpId="0" nodeType="withEffect">
                                  <p:stCondLst>
                                    <p:cond delay="0"/>
                                  </p:stCondLst>
                                  <p:childTnLst>
                                    <p:set>
                                      <p:cBhvr>
                                        <p:cTn id="48" dur="1" fill="hold">
                                          <p:stCondLst>
                                            <p:cond delay="0"/>
                                          </p:stCondLst>
                                        </p:cTn>
                                        <p:tgtEl>
                                          <p:spTgt spid="87"/>
                                        </p:tgtEl>
                                        <p:attrNameLst>
                                          <p:attrName>style.visibility</p:attrName>
                                        </p:attrNameLst>
                                      </p:cBhvr>
                                      <p:to>
                                        <p:strVal val="visible"/>
                                      </p:to>
                                    </p:set>
                                    <p:anim calcmode="lin" valueType="num">
                                      <p:cBhvr>
                                        <p:cTn id="49" dur="500" fill="hold"/>
                                        <p:tgtEl>
                                          <p:spTgt spid="87"/>
                                        </p:tgtEl>
                                        <p:attrNameLst>
                                          <p:attrName>ppt_w</p:attrName>
                                        </p:attrNameLst>
                                      </p:cBhvr>
                                      <p:tavLst>
                                        <p:tav tm="0">
                                          <p:val>
                                            <p:fltVal val="0"/>
                                          </p:val>
                                        </p:tav>
                                        <p:tav tm="100000">
                                          <p:val>
                                            <p:strVal val="#ppt_w"/>
                                          </p:val>
                                        </p:tav>
                                      </p:tavLst>
                                    </p:anim>
                                    <p:anim calcmode="lin" valueType="num">
                                      <p:cBhvr>
                                        <p:cTn id="50" dur="500" fill="hold"/>
                                        <p:tgtEl>
                                          <p:spTgt spid="87"/>
                                        </p:tgtEl>
                                        <p:attrNameLst>
                                          <p:attrName>ppt_h</p:attrName>
                                        </p:attrNameLst>
                                      </p:cBhvr>
                                      <p:tavLst>
                                        <p:tav tm="0">
                                          <p:val>
                                            <p:fltVal val="0"/>
                                          </p:val>
                                        </p:tav>
                                        <p:tav tm="100000">
                                          <p:val>
                                            <p:strVal val="#ppt_h"/>
                                          </p:val>
                                        </p:tav>
                                      </p:tavLst>
                                    </p:anim>
                                    <p:animEffect transition="in" filter="fade">
                                      <p:cBhvr>
                                        <p:cTn id="51" dur="500"/>
                                        <p:tgtEl>
                                          <p:spTgt spid="87"/>
                                        </p:tgtEl>
                                      </p:cBhvr>
                                    </p:animEffect>
                                  </p:childTnLst>
                                </p:cTn>
                              </p:par>
                              <p:par>
                                <p:cTn id="52" presetID="53" presetClass="entr" presetSubtype="16" fill="hold" nodeType="withEffect">
                                  <p:stCondLst>
                                    <p:cond delay="0"/>
                                  </p:stCondLst>
                                  <p:childTnLst>
                                    <p:set>
                                      <p:cBhvr>
                                        <p:cTn id="53" dur="1" fill="hold">
                                          <p:stCondLst>
                                            <p:cond delay="0"/>
                                          </p:stCondLst>
                                        </p:cTn>
                                        <p:tgtEl>
                                          <p:spTgt spid="76"/>
                                        </p:tgtEl>
                                        <p:attrNameLst>
                                          <p:attrName>style.visibility</p:attrName>
                                        </p:attrNameLst>
                                      </p:cBhvr>
                                      <p:to>
                                        <p:strVal val="visible"/>
                                      </p:to>
                                    </p:set>
                                    <p:anim calcmode="lin" valueType="num">
                                      <p:cBhvr>
                                        <p:cTn id="54" dur="500" fill="hold"/>
                                        <p:tgtEl>
                                          <p:spTgt spid="76"/>
                                        </p:tgtEl>
                                        <p:attrNameLst>
                                          <p:attrName>ppt_w</p:attrName>
                                        </p:attrNameLst>
                                      </p:cBhvr>
                                      <p:tavLst>
                                        <p:tav tm="0">
                                          <p:val>
                                            <p:fltVal val="0"/>
                                          </p:val>
                                        </p:tav>
                                        <p:tav tm="100000">
                                          <p:val>
                                            <p:strVal val="#ppt_w"/>
                                          </p:val>
                                        </p:tav>
                                      </p:tavLst>
                                    </p:anim>
                                    <p:anim calcmode="lin" valueType="num">
                                      <p:cBhvr>
                                        <p:cTn id="55" dur="500" fill="hold"/>
                                        <p:tgtEl>
                                          <p:spTgt spid="76"/>
                                        </p:tgtEl>
                                        <p:attrNameLst>
                                          <p:attrName>ppt_h</p:attrName>
                                        </p:attrNameLst>
                                      </p:cBhvr>
                                      <p:tavLst>
                                        <p:tav tm="0">
                                          <p:val>
                                            <p:fltVal val="0"/>
                                          </p:val>
                                        </p:tav>
                                        <p:tav tm="100000">
                                          <p:val>
                                            <p:strVal val="#ppt_h"/>
                                          </p:val>
                                        </p:tav>
                                      </p:tavLst>
                                    </p:anim>
                                    <p:animEffect transition="in" filter="fade">
                                      <p:cBhvr>
                                        <p:cTn id="56" dur="500"/>
                                        <p:tgtEl>
                                          <p:spTgt spid="76"/>
                                        </p:tgtEl>
                                      </p:cBhvr>
                                    </p:animEffect>
                                  </p:childTnLst>
                                </p:cTn>
                              </p:par>
                              <p:par>
                                <p:cTn id="57" presetID="53" presetClass="entr" presetSubtype="16" fill="hold" grpId="0" nodeType="withEffect">
                                  <p:stCondLst>
                                    <p:cond delay="0"/>
                                  </p:stCondLst>
                                  <p:childTnLst>
                                    <p:set>
                                      <p:cBhvr>
                                        <p:cTn id="58" dur="1" fill="hold">
                                          <p:stCondLst>
                                            <p:cond delay="0"/>
                                          </p:stCondLst>
                                        </p:cTn>
                                        <p:tgtEl>
                                          <p:spTgt spid="51"/>
                                        </p:tgtEl>
                                        <p:attrNameLst>
                                          <p:attrName>style.visibility</p:attrName>
                                        </p:attrNameLst>
                                      </p:cBhvr>
                                      <p:to>
                                        <p:strVal val="visible"/>
                                      </p:to>
                                    </p:set>
                                    <p:anim calcmode="lin" valueType="num">
                                      <p:cBhvr>
                                        <p:cTn id="59" dur="500" fill="hold"/>
                                        <p:tgtEl>
                                          <p:spTgt spid="51"/>
                                        </p:tgtEl>
                                        <p:attrNameLst>
                                          <p:attrName>ppt_w</p:attrName>
                                        </p:attrNameLst>
                                      </p:cBhvr>
                                      <p:tavLst>
                                        <p:tav tm="0">
                                          <p:val>
                                            <p:fltVal val="0"/>
                                          </p:val>
                                        </p:tav>
                                        <p:tav tm="100000">
                                          <p:val>
                                            <p:strVal val="#ppt_w"/>
                                          </p:val>
                                        </p:tav>
                                      </p:tavLst>
                                    </p:anim>
                                    <p:anim calcmode="lin" valueType="num">
                                      <p:cBhvr>
                                        <p:cTn id="60" dur="500" fill="hold"/>
                                        <p:tgtEl>
                                          <p:spTgt spid="51"/>
                                        </p:tgtEl>
                                        <p:attrNameLst>
                                          <p:attrName>ppt_h</p:attrName>
                                        </p:attrNameLst>
                                      </p:cBhvr>
                                      <p:tavLst>
                                        <p:tav tm="0">
                                          <p:val>
                                            <p:fltVal val="0"/>
                                          </p:val>
                                        </p:tav>
                                        <p:tav tm="100000">
                                          <p:val>
                                            <p:strVal val="#ppt_h"/>
                                          </p:val>
                                        </p:tav>
                                      </p:tavLst>
                                    </p:anim>
                                    <p:animEffect transition="in" filter="fade">
                                      <p:cBhvr>
                                        <p:cTn id="61" dur="500"/>
                                        <p:tgtEl>
                                          <p:spTgt spid="51"/>
                                        </p:tgtEl>
                                      </p:cBhvr>
                                    </p:animEffect>
                                  </p:childTnLst>
                                </p:cTn>
                              </p:par>
                            </p:childTnLst>
                          </p:cTn>
                        </p:par>
                      </p:childTnLst>
                    </p:cTn>
                  </p:par>
                  <p:par>
                    <p:cTn id="62" fill="hold">
                      <p:stCondLst>
                        <p:cond delay="indefinite"/>
                      </p:stCondLst>
                      <p:childTnLst>
                        <p:par>
                          <p:cTn id="63" fill="hold">
                            <p:stCondLst>
                              <p:cond delay="0"/>
                            </p:stCondLst>
                            <p:childTnLst>
                              <p:par>
                                <p:cTn id="64" presetID="53" presetClass="entr" presetSubtype="16" fill="hold" grpId="0" nodeType="clickEffect">
                                  <p:stCondLst>
                                    <p:cond delay="0"/>
                                  </p:stCondLst>
                                  <p:childTnLst>
                                    <p:set>
                                      <p:cBhvr>
                                        <p:cTn id="65" dur="1" fill="hold">
                                          <p:stCondLst>
                                            <p:cond delay="0"/>
                                          </p:stCondLst>
                                        </p:cTn>
                                        <p:tgtEl>
                                          <p:spTgt spid="92"/>
                                        </p:tgtEl>
                                        <p:attrNameLst>
                                          <p:attrName>style.visibility</p:attrName>
                                        </p:attrNameLst>
                                      </p:cBhvr>
                                      <p:to>
                                        <p:strVal val="visible"/>
                                      </p:to>
                                    </p:set>
                                    <p:anim calcmode="lin" valueType="num">
                                      <p:cBhvr>
                                        <p:cTn id="66" dur="500" fill="hold"/>
                                        <p:tgtEl>
                                          <p:spTgt spid="92"/>
                                        </p:tgtEl>
                                        <p:attrNameLst>
                                          <p:attrName>ppt_w</p:attrName>
                                        </p:attrNameLst>
                                      </p:cBhvr>
                                      <p:tavLst>
                                        <p:tav tm="0">
                                          <p:val>
                                            <p:fltVal val="0"/>
                                          </p:val>
                                        </p:tav>
                                        <p:tav tm="100000">
                                          <p:val>
                                            <p:strVal val="#ppt_w"/>
                                          </p:val>
                                        </p:tav>
                                      </p:tavLst>
                                    </p:anim>
                                    <p:anim calcmode="lin" valueType="num">
                                      <p:cBhvr>
                                        <p:cTn id="67" dur="500" fill="hold"/>
                                        <p:tgtEl>
                                          <p:spTgt spid="92"/>
                                        </p:tgtEl>
                                        <p:attrNameLst>
                                          <p:attrName>ppt_h</p:attrName>
                                        </p:attrNameLst>
                                      </p:cBhvr>
                                      <p:tavLst>
                                        <p:tav tm="0">
                                          <p:val>
                                            <p:fltVal val="0"/>
                                          </p:val>
                                        </p:tav>
                                        <p:tav tm="100000">
                                          <p:val>
                                            <p:strVal val="#ppt_h"/>
                                          </p:val>
                                        </p:tav>
                                      </p:tavLst>
                                    </p:anim>
                                    <p:animEffect transition="in" filter="fade">
                                      <p:cBhvr>
                                        <p:cTn id="68" dur="500"/>
                                        <p:tgtEl>
                                          <p:spTgt spid="92"/>
                                        </p:tgtEl>
                                      </p:cBhvr>
                                    </p:animEffect>
                                  </p:childTnLst>
                                </p:cTn>
                              </p:par>
                              <p:par>
                                <p:cTn id="69" presetID="53" presetClass="entr" presetSubtype="16" fill="hold" grpId="0" nodeType="withEffect">
                                  <p:stCondLst>
                                    <p:cond delay="0"/>
                                  </p:stCondLst>
                                  <p:childTnLst>
                                    <p:set>
                                      <p:cBhvr>
                                        <p:cTn id="70" dur="1" fill="hold">
                                          <p:stCondLst>
                                            <p:cond delay="0"/>
                                          </p:stCondLst>
                                        </p:cTn>
                                        <p:tgtEl>
                                          <p:spTgt spid="91"/>
                                        </p:tgtEl>
                                        <p:attrNameLst>
                                          <p:attrName>style.visibility</p:attrName>
                                        </p:attrNameLst>
                                      </p:cBhvr>
                                      <p:to>
                                        <p:strVal val="visible"/>
                                      </p:to>
                                    </p:set>
                                    <p:anim calcmode="lin" valueType="num">
                                      <p:cBhvr>
                                        <p:cTn id="71" dur="500" fill="hold"/>
                                        <p:tgtEl>
                                          <p:spTgt spid="91"/>
                                        </p:tgtEl>
                                        <p:attrNameLst>
                                          <p:attrName>ppt_w</p:attrName>
                                        </p:attrNameLst>
                                      </p:cBhvr>
                                      <p:tavLst>
                                        <p:tav tm="0">
                                          <p:val>
                                            <p:fltVal val="0"/>
                                          </p:val>
                                        </p:tav>
                                        <p:tav tm="100000">
                                          <p:val>
                                            <p:strVal val="#ppt_w"/>
                                          </p:val>
                                        </p:tav>
                                      </p:tavLst>
                                    </p:anim>
                                    <p:anim calcmode="lin" valueType="num">
                                      <p:cBhvr>
                                        <p:cTn id="72" dur="500" fill="hold"/>
                                        <p:tgtEl>
                                          <p:spTgt spid="91"/>
                                        </p:tgtEl>
                                        <p:attrNameLst>
                                          <p:attrName>ppt_h</p:attrName>
                                        </p:attrNameLst>
                                      </p:cBhvr>
                                      <p:tavLst>
                                        <p:tav tm="0">
                                          <p:val>
                                            <p:fltVal val="0"/>
                                          </p:val>
                                        </p:tav>
                                        <p:tav tm="100000">
                                          <p:val>
                                            <p:strVal val="#ppt_h"/>
                                          </p:val>
                                        </p:tav>
                                      </p:tavLst>
                                    </p:anim>
                                    <p:animEffect transition="in" filter="fade">
                                      <p:cBhvr>
                                        <p:cTn id="73" dur="500"/>
                                        <p:tgtEl>
                                          <p:spTgt spid="91"/>
                                        </p:tgtEl>
                                      </p:cBhvr>
                                    </p:animEffect>
                                  </p:childTnLst>
                                </p:cTn>
                              </p:par>
                            </p:childTnLst>
                          </p:cTn>
                        </p:par>
                      </p:childTnLst>
                    </p:cTn>
                  </p:par>
                  <p:par>
                    <p:cTn id="74" fill="hold">
                      <p:stCondLst>
                        <p:cond delay="indefinite"/>
                      </p:stCondLst>
                      <p:childTnLst>
                        <p:par>
                          <p:cTn id="75" fill="hold">
                            <p:stCondLst>
                              <p:cond delay="0"/>
                            </p:stCondLst>
                            <p:childTnLst>
                              <p:par>
                                <p:cTn id="76" presetID="53" presetClass="entr" presetSubtype="16" fill="hold" nodeType="clickEffect">
                                  <p:stCondLst>
                                    <p:cond delay="0"/>
                                  </p:stCondLst>
                                  <p:childTnLst>
                                    <p:set>
                                      <p:cBhvr>
                                        <p:cTn id="77" dur="1" fill="hold">
                                          <p:stCondLst>
                                            <p:cond delay="0"/>
                                          </p:stCondLst>
                                        </p:cTn>
                                        <p:tgtEl>
                                          <p:spTgt spid="43"/>
                                        </p:tgtEl>
                                        <p:attrNameLst>
                                          <p:attrName>style.visibility</p:attrName>
                                        </p:attrNameLst>
                                      </p:cBhvr>
                                      <p:to>
                                        <p:strVal val="visible"/>
                                      </p:to>
                                    </p:set>
                                    <p:anim calcmode="lin" valueType="num">
                                      <p:cBhvr>
                                        <p:cTn id="78" dur="500" fill="hold"/>
                                        <p:tgtEl>
                                          <p:spTgt spid="43"/>
                                        </p:tgtEl>
                                        <p:attrNameLst>
                                          <p:attrName>ppt_w</p:attrName>
                                        </p:attrNameLst>
                                      </p:cBhvr>
                                      <p:tavLst>
                                        <p:tav tm="0">
                                          <p:val>
                                            <p:fltVal val="0"/>
                                          </p:val>
                                        </p:tav>
                                        <p:tav tm="100000">
                                          <p:val>
                                            <p:strVal val="#ppt_w"/>
                                          </p:val>
                                        </p:tav>
                                      </p:tavLst>
                                    </p:anim>
                                    <p:anim calcmode="lin" valueType="num">
                                      <p:cBhvr>
                                        <p:cTn id="79" dur="500" fill="hold"/>
                                        <p:tgtEl>
                                          <p:spTgt spid="43"/>
                                        </p:tgtEl>
                                        <p:attrNameLst>
                                          <p:attrName>ppt_h</p:attrName>
                                        </p:attrNameLst>
                                      </p:cBhvr>
                                      <p:tavLst>
                                        <p:tav tm="0">
                                          <p:val>
                                            <p:fltVal val="0"/>
                                          </p:val>
                                        </p:tav>
                                        <p:tav tm="100000">
                                          <p:val>
                                            <p:strVal val="#ppt_h"/>
                                          </p:val>
                                        </p:tav>
                                      </p:tavLst>
                                    </p:anim>
                                    <p:animEffect transition="in" filter="fade">
                                      <p:cBhvr>
                                        <p:cTn id="80"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6" grpId="0" animBg="1"/>
      <p:bldP spid="37" grpId="0" animBg="1"/>
      <p:bldP spid="38" grpId="0" animBg="1"/>
      <p:bldP spid="40" grpId="0"/>
      <p:bldP spid="41" grpId="0"/>
      <p:bldP spid="87" grpId="0" animBg="1"/>
      <p:bldP spid="91" grpId="0"/>
      <p:bldP spid="92" grpId="0"/>
      <p:bldP spid="51"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57"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76" name="组合 75"/>
          <p:cNvGrpSpPr/>
          <p:nvPr/>
        </p:nvGrpSpPr>
        <p:grpSpPr>
          <a:xfrm>
            <a:off x="4754585" y="586159"/>
            <a:ext cx="874713" cy="669926"/>
            <a:chOff x="4756817" y="602902"/>
            <a:chExt cx="874713" cy="669925"/>
          </a:xfrm>
        </p:grpSpPr>
        <p:grpSp>
          <p:nvGrpSpPr>
            <p:cNvPr id="77" name="Group 19"/>
            <p:cNvGrpSpPr>
              <a:grpSpLocks/>
            </p:cNvGrpSpPr>
            <p:nvPr/>
          </p:nvGrpSpPr>
          <p:grpSpPr bwMode="auto">
            <a:xfrm>
              <a:off x="4756817" y="602902"/>
              <a:ext cx="874713" cy="669925"/>
              <a:chOff x="2919" y="527"/>
              <a:chExt cx="551" cy="422"/>
            </a:xfrm>
          </p:grpSpPr>
          <p:grpSp>
            <p:nvGrpSpPr>
              <p:cNvPr id="79" name="Group 20"/>
              <p:cNvGrpSpPr>
                <a:grpSpLocks/>
              </p:cNvGrpSpPr>
              <p:nvPr/>
            </p:nvGrpSpPr>
            <p:grpSpPr bwMode="auto">
              <a:xfrm>
                <a:off x="3135" y="527"/>
                <a:ext cx="335" cy="422"/>
                <a:chOff x="4133" y="890"/>
                <a:chExt cx="335" cy="422"/>
              </a:xfrm>
            </p:grpSpPr>
            <p:sp>
              <p:nvSpPr>
                <p:cNvPr id="81"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82"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0"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78"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1"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2"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3" name="组合 92"/>
          <p:cNvGrpSpPr/>
          <p:nvPr/>
        </p:nvGrpSpPr>
        <p:grpSpPr>
          <a:xfrm>
            <a:off x="4752992" y="1259838"/>
            <a:ext cx="874713" cy="669926"/>
            <a:chOff x="4756817" y="602902"/>
            <a:chExt cx="874713" cy="669925"/>
          </a:xfrm>
        </p:grpSpPr>
        <p:grpSp>
          <p:nvGrpSpPr>
            <p:cNvPr id="94" name="Group 19"/>
            <p:cNvGrpSpPr>
              <a:grpSpLocks/>
            </p:cNvGrpSpPr>
            <p:nvPr/>
          </p:nvGrpSpPr>
          <p:grpSpPr bwMode="auto">
            <a:xfrm>
              <a:off x="4756817" y="602902"/>
              <a:ext cx="874713" cy="669925"/>
              <a:chOff x="2919" y="527"/>
              <a:chExt cx="551" cy="422"/>
            </a:xfrm>
          </p:grpSpPr>
          <p:grpSp>
            <p:nvGrpSpPr>
              <p:cNvPr id="96" name="Group 20"/>
              <p:cNvGrpSpPr>
                <a:grpSpLocks/>
              </p:cNvGrpSpPr>
              <p:nvPr/>
            </p:nvGrpSpPr>
            <p:grpSpPr bwMode="auto">
              <a:xfrm>
                <a:off x="3135" y="527"/>
                <a:ext cx="335" cy="422"/>
                <a:chOff x="4133" y="890"/>
                <a:chExt cx="335" cy="422"/>
              </a:xfrm>
            </p:grpSpPr>
            <p:sp>
              <p:nvSpPr>
                <p:cNvPr id="98"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9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5"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0"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01"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51"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sp>
        <p:nvSpPr>
          <p:cNvPr id="52"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sp>
        <p:nvSpPr>
          <p:cNvPr id="53" name="矩形 52">
            <a:extLst>
              <a:ext uri="{FF2B5EF4-FFF2-40B4-BE49-F238E27FC236}">
                <a16:creationId xmlns:a16="http://schemas.microsoft.com/office/drawing/2014/main" id="{4C1EB366-EDC0-49DF-AA91-621E8B9BC820}"/>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Tree>
    <p:extLst>
      <p:ext uri="{BB962C8B-B14F-4D97-AF65-F5344CB8AC3E}">
        <p14:creationId xmlns:p14="http://schemas.microsoft.com/office/powerpoint/2010/main" val="1137669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91"/>
                                        </p:tgtEl>
                                        <p:attrNameLst>
                                          <p:attrName>style.visibility</p:attrName>
                                        </p:attrNameLst>
                                      </p:cBhvr>
                                      <p:to>
                                        <p:strVal val="visible"/>
                                      </p:to>
                                    </p:set>
                                    <p:anim calcmode="lin" valueType="num">
                                      <p:cBhvr>
                                        <p:cTn id="7" dur="500" fill="hold"/>
                                        <p:tgtEl>
                                          <p:spTgt spid="91"/>
                                        </p:tgtEl>
                                        <p:attrNameLst>
                                          <p:attrName>ppt_w</p:attrName>
                                        </p:attrNameLst>
                                      </p:cBhvr>
                                      <p:tavLst>
                                        <p:tav tm="0">
                                          <p:val>
                                            <p:fltVal val="0"/>
                                          </p:val>
                                        </p:tav>
                                        <p:tav tm="100000">
                                          <p:val>
                                            <p:strVal val="#ppt_w"/>
                                          </p:val>
                                        </p:tav>
                                      </p:tavLst>
                                    </p:anim>
                                    <p:anim calcmode="lin" valueType="num">
                                      <p:cBhvr>
                                        <p:cTn id="8" dur="500" fill="hold"/>
                                        <p:tgtEl>
                                          <p:spTgt spid="91"/>
                                        </p:tgtEl>
                                        <p:attrNameLst>
                                          <p:attrName>ppt_h</p:attrName>
                                        </p:attrNameLst>
                                      </p:cBhvr>
                                      <p:tavLst>
                                        <p:tav tm="0">
                                          <p:val>
                                            <p:fltVal val="0"/>
                                          </p:val>
                                        </p:tav>
                                        <p:tav tm="100000">
                                          <p:val>
                                            <p:strVal val="#ppt_h"/>
                                          </p:val>
                                        </p:tav>
                                      </p:tavLst>
                                    </p:anim>
                                    <p:animEffect transition="in" filter="fade">
                                      <p:cBhvr>
                                        <p:cTn id="9" dur="500"/>
                                        <p:tgtEl>
                                          <p:spTgt spid="91"/>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54"/>
                                        </p:tgtEl>
                                        <p:attrNameLst>
                                          <p:attrName>style.visibility</p:attrName>
                                        </p:attrNameLst>
                                      </p:cBhvr>
                                      <p:to>
                                        <p:strVal val="visible"/>
                                      </p:to>
                                    </p:set>
                                    <p:anim calcmode="lin" valueType="num">
                                      <p:cBhvr>
                                        <p:cTn id="14" dur="500" fill="hold"/>
                                        <p:tgtEl>
                                          <p:spTgt spid="54"/>
                                        </p:tgtEl>
                                        <p:attrNameLst>
                                          <p:attrName>ppt_w</p:attrName>
                                        </p:attrNameLst>
                                      </p:cBhvr>
                                      <p:tavLst>
                                        <p:tav tm="0">
                                          <p:val>
                                            <p:fltVal val="0"/>
                                          </p:val>
                                        </p:tav>
                                        <p:tav tm="100000">
                                          <p:val>
                                            <p:strVal val="#ppt_w"/>
                                          </p:val>
                                        </p:tav>
                                      </p:tavLst>
                                    </p:anim>
                                    <p:anim calcmode="lin" valueType="num">
                                      <p:cBhvr>
                                        <p:cTn id="15" dur="500" fill="hold"/>
                                        <p:tgtEl>
                                          <p:spTgt spid="54"/>
                                        </p:tgtEl>
                                        <p:attrNameLst>
                                          <p:attrName>ppt_h</p:attrName>
                                        </p:attrNameLst>
                                      </p:cBhvr>
                                      <p:tavLst>
                                        <p:tav tm="0">
                                          <p:val>
                                            <p:fltVal val="0"/>
                                          </p:val>
                                        </p:tav>
                                        <p:tav tm="100000">
                                          <p:val>
                                            <p:strVal val="#ppt_h"/>
                                          </p:val>
                                        </p:tav>
                                      </p:tavLst>
                                    </p:anim>
                                    <p:animEffect transition="in" filter="fade">
                                      <p:cBhvr>
                                        <p:cTn id="16" dur="500"/>
                                        <p:tgtEl>
                                          <p:spTgt spid="54"/>
                                        </p:tgtEl>
                                      </p:cBhvr>
                                    </p:animEffect>
                                  </p:childTnLst>
                                </p:cTn>
                              </p:par>
                              <p:par>
                                <p:cTn id="17" presetID="53" presetClass="entr" presetSubtype="16" fill="hold" grpId="0" nodeType="withEffect">
                                  <p:stCondLst>
                                    <p:cond delay="0"/>
                                  </p:stCondLst>
                                  <p:childTnLst>
                                    <p:set>
                                      <p:cBhvr>
                                        <p:cTn id="18" dur="1" fill="hold">
                                          <p:stCondLst>
                                            <p:cond delay="0"/>
                                          </p:stCondLst>
                                        </p:cTn>
                                        <p:tgtEl>
                                          <p:spTgt spid="57"/>
                                        </p:tgtEl>
                                        <p:attrNameLst>
                                          <p:attrName>style.visibility</p:attrName>
                                        </p:attrNameLst>
                                      </p:cBhvr>
                                      <p:to>
                                        <p:strVal val="visible"/>
                                      </p:to>
                                    </p:set>
                                    <p:anim calcmode="lin" valueType="num">
                                      <p:cBhvr>
                                        <p:cTn id="19" dur="500" fill="hold"/>
                                        <p:tgtEl>
                                          <p:spTgt spid="57"/>
                                        </p:tgtEl>
                                        <p:attrNameLst>
                                          <p:attrName>ppt_w</p:attrName>
                                        </p:attrNameLst>
                                      </p:cBhvr>
                                      <p:tavLst>
                                        <p:tav tm="0">
                                          <p:val>
                                            <p:fltVal val="0"/>
                                          </p:val>
                                        </p:tav>
                                        <p:tav tm="100000">
                                          <p:val>
                                            <p:strVal val="#ppt_w"/>
                                          </p:val>
                                        </p:tav>
                                      </p:tavLst>
                                    </p:anim>
                                    <p:anim calcmode="lin" valueType="num">
                                      <p:cBhvr>
                                        <p:cTn id="20" dur="500" fill="hold"/>
                                        <p:tgtEl>
                                          <p:spTgt spid="57"/>
                                        </p:tgtEl>
                                        <p:attrNameLst>
                                          <p:attrName>ppt_h</p:attrName>
                                        </p:attrNameLst>
                                      </p:cBhvr>
                                      <p:tavLst>
                                        <p:tav tm="0">
                                          <p:val>
                                            <p:fltVal val="0"/>
                                          </p:val>
                                        </p:tav>
                                        <p:tav tm="100000">
                                          <p:val>
                                            <p:strVal val="#ppt_h"/>
                                          </p:val>
                                        </p:tav>
                                      </p:tavLst>
                                    </p:anim>
                                    <p:animEffect transition="in" filter="fade">
                                      <p:cBhvr>
                                        <p:cTn id="21" dur="500"/>
                                        <p:tgtEl>
                                          <p:spTgt spid="57"/>
                                        </p:tgtEl>
                                      </p:cBhvr>
                                    </p:animEffect>
                                  </p:childTnLst>
                                </p:cTn>
                              </p:par>
                              <p:par>
                                <p:cTn id="22" presetID="53" presetClass="entr" presetSubtype="16" fill="hold" nodeType="withEffect">
                                  <p:stCondLst>
                                    <p:cond delay="0"/>
                                  </p:stCondLst>
                                  <p:childTnLst>
                                    <p:set>
                                      <p:cBhvr>
                                        <p:cTn id="23" dur="1" fill="hold">
                                          <p:stCondLst>
                                            <p:cond delay="0"/>
                                          </p:stCondLst>
                                        </p:cTn>
                                        <p:tgtEl>
                                          <p:spTgt spid="93"/>
                                        </p:tgtEl>
                                        <p:attrNameLst>
                                          <p:attrName>style.visibility</p:attrName>
                                        </p:attrNameLst>
                                      </p:cBhvr>
                                      <p:to>
                                        <p:strVal val="visible"/>
                                      </p:to>
                                    </p:set>
                                    <p:anim calcmode="lin" valueType="num">
                                      <p:cBhvr>
                                        <p:cTn id="24" dur="500" fill="hold"/>
                                        <p:tgtEl>
                                          <p:spTgt spid="93"/>
                                        </p:tgtEl>
                                        <p:attrNameLst>
                                          <p:attrName>ppt_w</p:attrName>
                                        </p:attrNameLst>
                                      </p:cBhvr>
                                      <p:tavLst>
                                        <p:tav tm="0">
                                          <p:val>
                                            <p:fltVal val="0"/>
                                          </p:val>
                                        </p:tav>
                                        <p:tav tm="100000">
                                          <p:val>
                                            <p:strVal val="#ppt_w"/>
                                          </p:val>
                                        </p:tav>
                                      </p:tavLst>
                                    </p:anim>
                                    <p:anim calcmode="lin" valueType="num">
                                      <p:cBhvr>
                                        <p:cTn id="25" dur="500" fill="hold"/>
                                        <p:tgtEl>
                                          <p:spTgt spid="93"/>
                                        </p:tgtEl>
                                        <p:attrNameLst>
                                          <p:attrName>ppt_h</p:attrName>
                                        </p:attrNameLst>
                                      </p:cBhvr>
                                      <p:tavLst>
                                        <p:tav tm="0">
                                          <p:val>
                                            <p:fltVal val="0"/>
                                          </p:val>
                                        </p:tav>
                                        <p:tav tm="100000">
                                          <p:val>
                                            <p:strVal val="#ppt_h"/>
                                          </p:val>
                                        </p:tav>
                                      </p:tavLst>
                                    </p:anim>
                                    <p:animEffect transition="in" filter="fade">
                                      <p:cBhvr>
                                        <p:cTn id="26" dur="500"/>
                                        <p:tgtEl>
                                          <p:spTgt spid="93"/>
                                        </p:tgtEl>
                                      </p:cBhvr>
                                    </p:animEffect>
                                  </p:childTnLst>
                                </p:cTn>
                              </p:par>
                              <p:par>
                                <p:cTn id="27" presetID="53" presetClass="entr" presetSubtype="16" fill="hold" grpId="0" nodeType="withEffect">
                                  <p:stCondLst>
                                    <p:cond delay="0"/>
                                  </p:stCondLst>
                                  <p:childTnLst>
                                    <p:set>
                                      <p:cBhvr>
                                        <p:cTn id="28" dur="1" fill="hold">
                                          <p:stCondLst>
                                            <p:cond delay="0"/>
                                          </p:stCondLst>
                                        </p:cTn>
                                        <p:tgtEl>
                                          <p:spTgt spid="100"/>
                                        </p:tgtEl>
                                        <p:attrNameLst>
                                          <p:attrName>style.visibility</p:attrName>
                                        </p:attrNameLst>
                                      </p:cBhvr>
                                      <p:to>
                                        <p:strVal val="visible"/>
                                      </p:to>
                                    </p:set>
                                    <p:anim calcmode="lin" valueType="num">
                                      <p:cBhvr>
                                        <p:cTn id="29" dur="500" fill="hold"/>
                                        <p:tgtEl>
                                          <p:spTgt spid="100"/>
                                        </p:tgtEl>
                                        <p:attrNameLst>
                                          <p:attrName>ppt_w</p:attrName>
                                        </p:attrNameLst>
                                      </p:cBhvr>
                                      <p:tavLst>
                                        <p:tav tm="0">
                                          <p:val>
                                            <p:fltVal val="0"/>
                                          </p:val>
                                        </p:tav>
                                        <p:tav tm="100000">
                                          <p:val>
                                            <p:strVal val="#ppt_w"/>
                                          </p:val>
                                        </p:tav>
                                      </p:tavLst>
                                    </p:anim>
                                    <p:anim calcmode="lin" valueType="num">
                                      <p:cBhvr>
                                        <p:cTn id="30" dur="500" fill="hold"/>
                                        <p:tgtEl>
                                          <p:spTgt spid="100"/>
                                        </p:tgtEl>
                                        <p:attrNameLst>
                                          <p:attrName>ppt_h</p:attrName>
                                        </p:attrNameLst>
                                      </p:cBhvr>
                                      <p:tavLst>
                                        <p:tav tm="0">
                                          <p:val>
                                            <p:fltVal val="0"/>
                                          </p:val>
                                        </p:tav>
                                        <p:tav tm="100000">
                                          <p:val>
                                            <p:strVal val="#ppt_h"/>
                                          </p:val>
                                        </p:tav>
                                      </p:tavLst>
                                    </p:anim>
                                    <p:animEffect transition="in" filter="fade">
                                      <p:cBhvr>
                                        <p:cTn id="31" dur="500"/>
                                        <p:tgtEl>
                                          <p:spTgt spid="100"/>
                                        </p:tgtEl>
                                      </p:cBhvr>
                                    </p:animEffect>
                                  </p:childTnLst>
                                </p:cTn>
                              </p:par>
                              <p:par>
                                <p:cTn id="32" presetID="53" presetClass="entr" presetSubtype="16" fill="hold" grpId="0" nodeType="withEffect">
                                  <p:stCondLst>
                                    <p:cond delay="0"/>
                                  </p:stCondLst>
                                  <p:childTnLst>
                                    <p:set>
                                      <p:cBhvr>
                                        <p:cTn id="33" dur="1" fill="hold">
                                          <p:stCondLst>
                                            <p:cond delay="0"/>
                                          </p:stCondLst>
                                        </p:cTn>
                                        <p:tgtEl>
                                          <p:spTgt spid="101"/>
                                        </p:tgtEl>
                                        <p:attrNameLst>
                                          <p:attrName>style.visibility</p:attrName>
                                        </p:attrNameLst>
                                      </p:cBhvr>
                                      <p:to>
                                        <p:strVal val="visible"/>
                                      </p:to>
                                    </p:set>
                                    <p:anim calcmode="lin" valueType="num">
                                      <p:cBhvr>
                                        <p:cTn id="34" dur="500" fill="hold"/>
                                        <p:tgtEl>
                                          <p:spTgt spid="101"/>
                                        </p:tgtEl>
                                        <p:attrNameLst>
                                          <p:attrName>ppt_w</p:attrName>
                                        </p:attrNameLst>
                                      </p:cBhvr>
                                      <p:tavLst>
                                        <p:tav tm="0">
                                          <p:val>
                                            <p:fltVal val="0"/>
                                          </p:val>
                                        </p:tav>
                                        <p:tav tm="100000">
                                          <p:val>
                                            <p:strVal val="#ppt_w"/>
                                          </p:val>
                                        </p:tav>
                                      </p:tavLst>
                                    </p:anim>
                                    <p:anim calcmode="lin" valueType="num">
                                      <p:cBhvr>
                                        <p:cTn id="35" dur="500" fill="hold"/>
                                        <p:tgtEl>
                                          <p:spTgt spid="101"/>
                                        </p:tgtEl>
                                        <p:attrNameLst>
                                          <p:attrName>ppt_h</p:attrName>
                                        </p:attrNameLst>
                                      </p:cBhvr>
                                      <p:tavLst>
                                        <p:tav tm="0">
                                          <p:val>
                                            <p:fltVal val="0"/>
                                          </p:val>
                                        </p:tav>
                                        <p:tav tm="100000">
                                          <p:val>
                                            <p:strVal val="#ppt_h"/>
                                          </p:val>
                                        </p:tav>
                                      </p:tavLst>
                                    </p:anim>
                                    <p:animEffect transition="in" filter="fade">
                                      <p:cBhvr>
                                        <p:cTn id="36" dur="500"/>
                                        <p:tgtEl>
                                          <p:spTgt spid="101"/>
                                        </p:tgtEl>
                                      </p:cBhvr>
                                    </p:animEffect>
                                  </p:childTnLst>
                                </p:cTn>
                              </p:par>
                              <p:par>
                                <p:cTn id="37" presetID="53" presetClass="entr" presetSubtype="16" fill="hold" grpId="0" nodeType="withEffect">
                                  <p:stCondLst>
                                    <p:cond delay="0"/>
                                  </p:stCondLst>
                                  <p:childTnLst>
                                    <p:set>
                                      <p:cBhvr>
                                        <p:cTn id="38" dur="1" fill="hold">
                                          <p:stCondLst>
                                            <p:cond delay="0"/>
                                          </p:stCondLst>
                                        </p:cTn>
                                        <p:tgtEl>
                                          <p:spTgt spid="53"/>
                                        </p:tgtEl>
                                        <p:attrNameLst>
                                          <p:attrName>style.visibility</p:attrName>
                                        </p:attrNameLst>
                                      </p:cBhvr>
                                      <p:to>
                                        <p:strVal val="visible"/>
                                      </p:to>
                                    </p:set>
                                    <p:anim calcmode="lin" valueType="num">
                                      <p:cBhvr>
                                        <p:cTn id="39" dur="500" fill="hold"/>
                                        <p:tgtEl>
                                          <p:spTgt spid="53"/>
                                        </p:tgtEl>
                                        <p:attrNameLst>
                                          <p:attrName>ppt_w</p:attrName>
                                        </p:attrNameLst>
                                      </p:cBhvr>
                                      <p:tavLst>
                                        <p:tav tm="0">
                                          <p:val>
                                            <p:fltVal val="0"/>
                                          </p:val>
                                        </p:tav>
                                        <p:tav tm="100000">
                                          <p:val>
                                            <p:strVal val="#ppt_w"/>
                                          </p:val>
                                        </p:tav>
                                      </p:tavLst>
                                    </p:anim>
                                    <p:anim calcmode="lin" valueType="num">
                                      <p:cBhvr>
                                        <p:cTn id="40" dur="500" fill="hold"/>
                                        <p:tgtEl>
                                          <p:spTgt spid="53"/>
                                        </p:tgtEl>
                                        <p:attrNameLst>
                                          <p:attrName>ppt_h</p:attrName>
                                        </p:attrNameLst>
                                      </p:cBhvr>
                                      <p:tavLst>
                                        <p:tav tm="0">
                                          <p:val>
                                            <p:fltVal val="0"/>
                                          </p:val>
                                        </p:tav>
                                        <p:tav tm="100000">
                                          <p:val>
                                            <p:strVal val="#ppt_h"/>
                                          </p:val>
                                        </p:tav>
                                      </p:tavLst>
                                    </p:anim>
                                    <p:animEffect transition="in" filter="fade">
                                      <p:cBhvr>
                                        <p:cTn id="41" dur="500"/>
                                        <p:tgtEl>
                                          <p:spTgt spid="53"/>
                                        </p:tgtEl>
                                      </p:cBhvr>
                                    </p:animEffect>
                                  </p:childTnLst>
                                </p:cTn>
                              </p:par>
                            </p:childTnLst>
                          </p:cTn>
                        </p:par>
                      </p:childTnLst>
                    </p:cTn>
                  </p:par>
                  <p:par>
                    <p:cTn id="42" fill="hold">
                      <p:stCondLst>
                        <p:cond delay="indefinite"/>
                      </p:stCondLst>
                      <p:childTnLst>
                        <p:par>
                          <p:cTn id="43" fill="hold">
                            <p:stCondLst>
                              <p:cond delay="0"/>
                            </p:stCondLst>
                            <p:childTnLst>
                              <p:par>
                                <p:cTn id="44" presetID="53" presetClass="entr" presetSubtype="16" fill="hold" nodeType="clickEffect">
                                  <p:stCondLst>
                                    <p:cond delay="0"/>
                                  </p:stCondLst>
                                  <p:childTnLst>
                                    <p:set>
                                      <p:cBhvr>
                                        <p:cTn id="45" dur="1" fill="hold">
                                          <p:stCondLst>
                                            <p:cond delay="0"/>
                                          </p:stCondLst>
                                        </p:cTn>
                                        <p:tgtEl>
                                          <p:spTgt spid="44"/>
                                        </p:tgtEl>
                                        <p:attrNameLst>
                                          <p:attrName>style.visibility</p:attrName>
                                        </p:attrNameLst>
                                      </p:cBhvr>
                                      <p:to>
                                        <p:strVal val="visible"/>
                                      </p:to>
                                    </p:set>
                                    <p:anim calcmode="lin" valueType="num">
                                      <p:cBhvr>
                                        <p:cTn id="46" dur="500" fill="hold"/>
                                        <p:tgtEl>
                                          <p:spTgt spid="44"/>
                                        </p:tgtEl>
                                        <p:attrNameLst>
                                          <p:attrName>ppt_w</p:attrName>
                                        </p:attrNameLst>
                                      </p:cBhvr>
                                      <p:tavLst>
                                        <p:tav tm="0">
                                          <p:val>
                                            <p:fltVal val="0"/>
                                          </p:val>
                                        </p:tav>
                                        <p:tav tm="100000">
                                          <p:val>
                                            <p:strVal val="#ppt_w"/>
                                          </p:val>
                                        </p:tav>
                                      </p:tavLst>
                                    </p:anim>
                                    <p:anim calcmode="lin" valueType="num">
                                      <p:cBhvr>
                                        <p:cTn id="47" dur="500" fill="hold"/>
                                        <p:tgtEl>
                                          <p:spTgt spid="44"/>
                                        </p:tgtEl>
                                        <p:attrNameLst>
                                          <p:attrName>ppt_h</p:attrName>
                                        </p:attrNameLst>
                                      </p:cBhvr>
                                      <p:tavLst>
                                        <p:tav tm="0">
                                          <p:val>
                                            <p:fltVal val="0"/>
                                          </p:val>
                                        </p:tav>
                                        <p:tav tm="100000">
                                          <p:val>
                                            <p:strVal val="#ppt_h"/>
                                          </p:val>
                                        </p:tav>
                                      </p:tavLst>
                                    </p:anim>
                                    <p:animEffect transition="in" filter="fade">
                                      <p:cBhvr>
                                        <p:cTn id="48"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91" grpId="0"/>
      <p:bldP spid="100" grpId="0"/>
      <p:bldP spid="101" grpId="0"/>
      <p:bldP spid="53"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6" name="组合 65"/>
          <p:cNvGrpSpPr/>
          <p:nvPr/>
        </p:nvGrpSpPr>
        <p:grpSpPr>
          <a:xfrm>
            <a:off x="4754585" y="586159"/>
            <a:ext cx="874713" cy="669926"/>
            <a:chOff x="4756817" y="602902"/>
            <a:chExt cx="874713" cy="669925"/>
          </a:xfrm>
        </p:grpSpPr>
        <p:grpSp>
          <p:nvGrpSpPr>
            <p:cNvPr id="67" name="Group 19"/>
            <p:cNvGrpSpPr>
              <a:grpSpLocks/>
            </p:cNvGrpSpPr>
            <p:nvPr/>
          </p:nvGrpSpPr>
          <p:grpSpPr bwMode="auto">
            <a:xfrm>
              <a:off x="4756817" y="602902"/>
              <a:ext cx="874713" cy="669925"/>
              <a:chOff x="2919" y="527"/>
              <a:chExt cx="551" cy="422"/>
            </a:xfrm>
          </p:grpSpPr>
          <p:grpSp>
            <p:nvGrpSpPr>
              <p:cNvPr id="69" name="Group 20"/>
              <p:cNvGrpSpPr>
                <a:grpSpLocks/>
              </p:cNvGrpSpPr>
              <p:nvPr/>
            </p:nvGrpSpPr>
            <p:grpSpPr bwMode="auto">
              <a:xfrm>
                <a:off x="3135" y="527"/>
                <a:ext cx="335" cy="422"/>
                <a:chOff x="4133" y="890"/>
                <a:chExt cx="335" cy="422"/>
              </a:xfrm>
            </p:grpSpPr>
            <p:sp>
              <p:nvSpPr>
                <p:cNvPr id="71"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72"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70"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68"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73"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74"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76" name="组合 75"/>
          <p:cNvGrpSpPr/>
          <p:nvPr/>
        </p:nvGrpSpPr>
        <p:grpSpPr>
          <a:xfrm>
            <a:off x="4752992" y="1259838"/>
            <a:ext cx="874713" cy="669926"/>
            <a:chOff x="4756817" y="602902"/>
            <a:chExt cx="874713" cy="669925"/>
          </a:xfrm>
        </p:grpSpPr>
        <p:grpSp>
          <p:nvGrpSpPr>
            <p:cNvPr id="77" name="Group 19"/>
            <p:cNvGrpSpPr>
              <a:grpSpLocks/>
            </p:cNvGrpSpPr>
            <p:nvPr/>
          </p:nvGrpSpPr>
          <p:grpSpPr bwMode="auto">
            <a:xfrm>
              <a:off x="4756817" y="602902"/>
              <a:ext cx="874713" cy="669925"/>
              <a:chOff x="2919" y="527"/>
              <a:chExt cx="551" cy="422"/>
            </a:xfrm>
          </p:grpSpPr>
          <p:grpSp>
            <p:nvGrpSpPr>
              <p:cNvPr id="79" name="Group 20"/>
              <p:cNvGrpSpPr>
                <a:grpSpLocks/>
              </p:cNvGrpSpPr>
              <p:nvPr/>
            </p:nvGrpSpPr>
            <p:grpSpPr bwMode="auto">
              <a:xfrm>
                <a:off x="3135" y="527"/>
                <a:ext cx="335" cy="422"/>
                <a:chOff x="4133" y="890"/>
                <a:chExt cx="335" cy="422"/>
              </a:xfrm>
            </p:grpSpPr>
            <p:sp>
              <p:nvSpPr>
                <p:cNvPr id="81"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82"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0"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78"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83"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sp>
        <p:nvSpPr>
          <p:cNvPr id="84"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8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86"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sp>
        <p:nvSpPr>
          <p:cNvPr id="88"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sp>
        <p:nvSpPr>
          <p:cNvPr id="57" name="矩形 56">
            <a:extLst>
              <a:ext uri="{FF2B5EF4-FFF2-40B4-BE49-F238E27FC236}">
                <a16:creationId xmlns:a16="http://schemas.microsoft.com/office/drawing/2014/main" id="{3646E7BD-AF51-491F-B024-481101ACC69C}"/>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Tree>
    <p:extLst>
      <p:ext uri="{BB962C8B-B14F-4D97-AF65-F5344CB8AC3E}">
        <p14:creationId xmlns:p14="http://schemas.microsoft.com/office/powerpoint/2010/main" val="1112786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83"/>
                                        </p:tgtEl>
                                        <p:attrNameLst>
                                          <p:attrName>style.visibility</p:attrName>
                                        </p:attrNameLst>
                                      </p:cBhvr>
                                      <p:to>
                                        <p:strVal val="visible"/>
                                      </p:to>
                                    </p:set>
                                    <p:anim calcmode="lin" valueType="num">
                                      <p:cBhvr>
                                        <p:cTn id="7" dur="500" fill="hold"/>
                                        <p:tgtEl>
                                          <p:spTgt spid="83"/>
                                        </p:tgtEl>
                                        <p:attrNameLst>
                                          <p:attrName>ppt_w</p:attrName>
                                        </p:attrNameLst>
                                      </p:cBhvr>
                                      <p:tavLst>
                                        <p:tav tm="0">
                                          <p:val>
                                            <p:fltVal val="0"/>
                                          </p:val>
                                        </p:tav>
                                        <p:tav tm="100000">
                                          <p:val>
                                            <p:strVal val="#ppt_w"/>
                                          </p:val>
                                        </p:tav>
                                      </p:tavLst>
                                    </p:anim>
                                    <p:anim calcmode="lin" valueType="num">
                                      <p:cBhvr>
                                        <p:cTn id="8" dur="500" fill="hold"/>
                                        <p:tgtEl>
                                          <p:spTgt spid="83"/>
                                        </p:tgtEl>
                                        <p:attrNameLst>
                                          <p:attrName>ppt_h</p:attrName>
                                        </p:attrNameLst>
                                      </p:cBhvr>
                                      <p:tavLst>
                                        <p:tav tm="0">
                                          <p:val>
                                            <p:fltVal val="0"/>
                                          </p:val>
                                        </p:tav>
                                        <p:tav tm="100000">
                                          <p:val>
                                            <p:strVal val="#ppt_h"/>
                                          </p:val>
                                        </p:tav>
                                      </p:tavLst>
                                    </p:anim>
                                    <p:animEffect transition="in" filter="fade">
                                      <p:cBhvr>
                                        <p:cTn id="9" dur="500"/>
                                        <p:tgtEl>
                                          <p:spTgt spid="83"/>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60"/>
                                        </p:tgtEl>
                                        <p:attrNameLst>
                                          <p:attrName>style.visibility</p:attrName>
                                        </p:attrNameLst>
                                      </p:cBhvr>
                                      <p:to>
                                        <p:strVal val="visible"/>
                                      </p:to>
                                    </p:set>
                                    <p:anim calcmode="lin" valueType="num">
                                      <p:cBhvr>
                                        <p:cTn id="14" dur="500" fill="hold"/>
                                        <p:tgtEl>
                                          <p:spTgt spid="60"/>
                                        </p:tgtEl>
                                        <p:attrNameLst>
                                          <p:attrName>ppt_w</p:attrName>
                                        </p:attrNameLst>
                                      </p:cBhvr>
                                      <p:tavLst>
                                        <p:tav tm="0">
                                          <p:val>
                                            <p:fltVal val="0"/>
                                          </p:val>
                                        </p:tav>
                                        <p:tav tm="100000">
                                          <p:val>
                                            <p:strVal val="#ppt_w"/>
                                          </p:val>
                                        </p:tav>
                                      </p:tavLst>
                                    </p:anim>
                                    <p:anim calcmode="lin" valueType="num">
                                      <p:cBhvr>
                                        <p:cTn id="15" dur="500" fill="hold"/>
                                        <p:tgtEl>
                                          <p:spTgt spid="60"/>
                                        </p:tgtEl>
                                        <p:attrNameLst>
                                          <p:attrName>ppt_h</p:attrName>
                                        </p:attrNameLst>
                                      </p:cBhvr>
                                      <p:tavLst>
                                        <p:tav tm="0">
                                          <p:val>
                                            <p:fltVal val="0"/>
                                          </p:val>
                                        </p:tav>
                                        <p:tav tm="100000">
                                          <p:val>
                                            <p:strVal val="#ppt_h"/>
                                          </p:val>
                                        </p:tav>
                                      </p:tavLst>
                                    </p:anim>
                                    <p:animEffect transition="in" filter="fade">
                                      <p:cBhvr>
                                        <p:cTn id="16"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70" name="组合 69"/>
          <p:cNvGrpSpPr/>
          <p:nvPr/>
        </p:nvGrpSpPr>
        <p:grpSpPr>
          <a:xfrm>
            <a:off x="4754585" y="586159"/>
            <a:ext cx="874713" cy="669926"/>
            <a:chOff x="4756817" y="602902"/>
            <a:chExt cx="874713" cy="669925"/>
          </a:xfrm>
        </p:grpSpPr>
        <p:grpSp>
          <p:nvGrpSpPr>
            <p:cNvPr id="71" name="Group 19"/>
            <p:cNvGrpSpPr>
              <a:grpSpLocks/>
            </p:cNvGrpSpPr>
            <p:nvPr/>
          </p:nvGrpSpPr>
          <p:grpSpPr bwMode="auto">
            <a:xfrm>
              <a:off x="4756817" y="602902"/>
              <a:ext cx="874713" cy="669925"/>
              <a:chOff x="2919" y="527"/>
              <a:chExt cx="551" cy="422"/>
            </a:xfrm>
          </p:grpSpPr>
          <p:grpSp>
            <p:nvGrpSpPr>
              <p:cNvPr id="73" name="Group 20"/>
              <p:cNvGrpSpPr>
                <a:grpSpLocks/>
              </p:cNvGrpSpPr>
              <p:nvPr/>
            </p:nvGrpSpPr>
            <p:grpSpPr bwMode="auto">
              <a:xfrm>
                <a:off x="3135" y="527"/>
                <a:ext cx="335" cy="422"/>
                <a:chOff x="4133" y="890"/>
                <a:chExt cx="335" cy="422"/>
              </a:xfrm>
            </p:grpSpPr>
            <p:sp>
              <p:nvSpPr>
                <p:cNvPr id="76"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7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74"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72"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78"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79"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80" name="组合 79"/>
          <p:cNvGrpSpPr/>
          <p:nvPr/>
        </p:nvGrpSpPr>
        <p:grpSpPr>
          <a:xfrm>
            <a:off x="4752992" y="1259838"/>
            <a:ext cx="874713" cy="669926"/>
            <a:chOff x="4756817" y="602902"/>
            <a:chExt cx="874713" cy="669925"/>
          </a:xfrm>
        </p:grpSpPr>
        <p:grpSp>
          <p:nvGrpSpPr>
            <p:cNvPr id="81" name="Group 19"/>
            <p:cNvGrpSpPr>
              <a:grpSpLocks/>
            </p:cNvGrpSpPr>
            <p:nvPr/>
          </p:nvGrpSpPr>
          <p:grpSpPr bwMode="auto">
            <a:xfrm>
              <a:off x="4756817" y="602902"/>
              <a:ext cx="874713" cy="669925"/>
              <a:chOff x="2919" y="527"/>
              <a:chExt cx="551" cy="422"/>
            </a:xfrm>
          </p:grpSpPr>
          <p:grpSp>
            <p:nvGrpSpPr>
              <p:cNvPr id="83" name="Group 20"/>
              <p:cNvGrpSpPr>
                <a:grpSpLocks/>
              </p:cNvGrpSpPr>
              <p:nvPr/>
            </p:nvGrpSpPr>
            <p:grpSpPr bwMode="auto">
              <a:xfrm>
                <a:off x="3135" y="527"/>
                <a:ext cx="335" cy="422"/>
                <a:chOff x="4133" y="890"/>
                <a:chExt cx="335" cy="422"/>
              </a:xfrm>
            </p:grpSpPr>
            <p:sp>
              <p:nvSpPr>
                <p:cNvPr id="85"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86"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4"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82"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88"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sp>
        <p:nvSpPr>
          <p:cNvPr id="89"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90"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91"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sp>
        <p:nvSpPr>
          <p:cNvPr id="92"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sp>
        <p:nvSpPr>
          <p:cNvPr id="59" name="矩形 58">
            <a:extLst>
              <a:ext uri="{FF2B5EF4-FFF2-40B4-BE49-F238E27FC236}">
                <a16:creationId xmlns:a16="http://schemas.microsoft.com/office/drawing/2014/main" id="{F6F26A05-672B-4B53-8738-EEBBADCB9991}"/>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Tree>
    <p:extLst>
      <p:ext uri="{BB962C8B-B14F-4D97-AF65-F5344CB8AC3E}">
        <p14:creationId xmlns:p14="http://schemas.microsoft.com/office/powerpoint/2010/main" val="701398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88"/>
                                        </p:tgtEl>
                                        <p:attrNameLst>
                                          <p:attrName>style.visibility</p:attrName>
                                        </p:attrNameLst>
                                      </p:cBhvr>
                                      <p:to>
                                        <p:strVal val="visible"/>
                                      </p:to>
                                    </p:set>
                                    <p:anim calcmode="lin" valueType="num">
                                      <p:cBhvr>
                                        <p:cTn id="7" dur="500" fill="hold"/>
                                        <p:tgtEl>
                                          <p:spTgt spid="88"/>
                                        </p:tgtEl>
                                        <p:attrNameLst>
                                          <p:attrName>ppt_w</p:attrName>
                                        </p:attrNameLst>
                                      </p:cBhvr>
                                      <p:tavLst>
                                        <p:tav tm="0">
                                          <p:val>
                                            <p:fltVal val="0"/>
                                          </p:val>
                                        </p:tav>
                                        <p:tav tm="100000">
                                          <p:val>
                                            <p:strVal val="#ppt_w"/>
                                          </p:val>
                                        </p:tav>
                                      </p:tavLst>
                                    </p:anim>
                                    <p:anim calcmode="lin" valueType="num">
                                      <p:cBhvr>
                                        <p:cTn id="8" dur="500" fill="hold"/>
                                        <p:tgtEl>
                                          <p:spTgt spid="88"/>
                                        </p:tgtEl>
                                        <p:attrNameLst>
                                          <p:attrName>ppt_h</p:attrName>
                                        </p:attrNameLst>
                                      </p:cBhvr>
                                      <p:tavLst>
                                        <p:tav tm="0">
                                          <p:val>
                                            <p:fltVal val="0"/>
                                          </p:val>
                                        </p:tav>
                                        <p:tav tm="100000">
                                          <p:val>
                                            <p:strVal val="#ppt_h"/>
                                          </p:val>
                                        </p:tav>
                                      </p:tavLst>
                                    </p:anim>
                                    <p:animEffect transition="in" filter="fade">
                                      <p:cBhvr>
                                        <p:cTn id="9" dur="500"/>
                                        <p:tgtEl>
                                          <p:spTgt spid="88"/>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64"/>
                                        </p:tgtEl>
                                        <p:attrNameLst>
                                          <p:attrName>style.visibility</p:attrName>
                                        </p:attrNameLst>
                                      </p:cBhvr>
                                      <p:to>
                                        <p:strVal val="visible"/>
                                      </p:to>
                                    </p:set>
                                    <p:anim calcmode="lin" valueType="num">
                                      <p:cBhvr>
                                        <p:cTn id="14" dur="500" fill="hold"/>
                                        <p:tgtEl>
                                          <p:spTgt spid="64"/>
                                        </p:tgtEl>
                                        <p:attrNameLst>
                                          <p:attrName>ppt_w</p:attrName>
                                        </p:attrNameLst>
                                      </p:cBhvr>
                                      <p:tavLst>
                                        <p:tav tm="0">
                                          <p:val>
                                            <p:fltVal val="0"/>
                                          </p:val>
                                        </p:tav>
                                        <p:tav tm="100000">
                                          <p:val>
                                            <p:strVal val="#ppt_w"/>
                                          </p:val>
                                        </p:tav>
                                      </p:tavLst>
                                    </p:anim>
                                    <p:anim calcmode="lin" valueType="num">
                                      <p:cBhvr>
                                        <p:cTn id="15" dur="500" fill="hold"/>
                                        <p:tgtEl>
                                          <p:spTgt spid="64"/>
                                        </p:tgtEl>
                                        <p:attrNameLst>
                                          <p:attrName>ppt_h</p:attrName>
                                        </p:attrNameLst>
                                      </p:cBhvr>
                                      <p:tavLst>
                                        <p:tav tm="0">
                                          <p:val>
                                            <p:fltVal val="0"/>
                                          </p:val>
                                        </p:tav>
                                        <p:tav tm="100000">
                                          <p:val>
                                            <p:strVal val="#ppt_h"/>
                                          </p:val>
                                        </p:tav>
                                      </p:tavLst>
                                    </p:anim>
                                    <p:animEffect transition="in" filter="fade">
                                      <p:cBhvr>
                                        <p:cTn id="16"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74" name="Group 150"/>
          <p:cNvGrpSpPr>
            <a:grpSpLocks/>
          </p:cNvGrpSpPr>
          <p:nvPr/>
        </p:nvGrpSpPr>
        <p:grpSpPr bwMode="auto">
          <a:xfrm>
            <a:off x="3120257" y="1428403"/>
            <a:ext cx="869950" cy="454025"/>
            <a:chOff x="1512" y="503"/>
            <a:chExt cx="548" cy="286"/>
          </a:xfrm>
        </p:grpSpPr>
        <p:sp>
          <p:nvSpPr>
            <p:cNvPr id="76" name="Rectangle 151"/>
            <p:cNvSpPr>
              <a:spLocks noChangeArrowheads="1"/>
            </p:cNvSpPr>
            <p:nvPr/>
          </p:nvSpPr>
          <p:spPr bwMode="auto">
            <a:xfrm>
              <a:off x="1733" y="516"/>
              <a:ext cx="327" cy="273"/>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sp>
          <p:nvSpPr>
            <p:cNvPr id="77" name="Text Box 152"/>
            <p:cNvSpPr txBox="1">
              <a:spLocks noChangeArrowheads="1"/>
            </p:cNvSpPr>
            <p:nvPr/>
          </p:nvSpPr>
          <p:spPr bwMode="auto">
            <a:xfrm>
              <a:off x="1512" y="503"/>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sp>
        <p:nvSpPr>
          <p:cNvPr id="78" name="Freeform 170"/>
          <p:cNvSpPr>
            <a:spLocks/>
          </p:cNvSpPr>
          <p:nvPr/>
        </p:nvSpPr>
        <p:spPr bwMode="auto">
          <a:xfrm>
            <a:off x="3996557" y="1682402"/>
            <a:ext cx="1079500" cy="442914"/>
          </a:xfrm>
          <a:custGeom>
            <a:avLst/>
            <a:gdLst>
              <a:gd name="T0" fmla="*/ 0 w 680"/>
              <a:gd name="T1" fmla="*/ 0 h 1044"/>
              <a:gd name="T2" fmla="*/ 408 w 680"/>
              <a:gd name="T3" fmla="*/ 0 h 1044"/>
              <a:gd name="T4" fmla="*/ 408 w 680"/>
              <a:gd name="T5" fmla="*/ 1044 h 1044"/>
              <a:gd name="T6" fmla="*/ 680 w 680"/>
              <a:gd name="T7" fmla="*/ 1044 h 1044"/>
              <a:gd name="T8" fmla="*/ 0 60000 65536"/>
              <a:gd name="T9" fmla="*/ 0 60000 65536"/>
              <a:gd name="T10" fmla="*/ 0 60000 65536"/>
              <a:gd name="T11" fmla="*/ 0 60000 65536"/>
              <a:gd name="T12" fmla="*/ 0 w 680"/>
              <a:gd name="T13" fmla="*/ 0 h 1044"/>
              <a:gd name="T14" fmla="*/ 680 w 680"/>
              <a:gd name="T15" fmla="*/ 1044 h 1044"/>
            </a:gdLst>
            <a:ahLst/>
            <a:cxnLst>
              <a:cxn ang="T8">
                <a:pos x="T0" y="T1"/>
              </a:cxn>
              <a:cxn ang="T9">
                <a:pos x="T2" y="T3"/>
              </a:cxn>
              <a:cxn ang="T10">
                <a:pos x="T4" y="T5"/>
              </a:cxn>
              <a:cxn ang="T11">
                <a:pos x="T6" y="T7"/>
              </a:cxn>
            </a:cxnLst>
            <a:rect l="T12" t="T13" r="T14" b="T15"/>
            <a:pathLst>
              <a:path w="680" h="1044">
                <a:moveTo>
                  <a:pt x="0" y="0"/>
                </a:moveTo>
                <a:lnTo>
                  <a:pt x="408" y="0"/>
                </a:lnTo>
                <a:lnTo>
                  <a:pt x="408" y="1044"/>
                </a:lnTo>
                <a:lnTo>
                  <a:pt x="680" y="1044"/>
                </a:lnTo>
              </a:path>
            </a:pathLst>
          </a:custGeom>
          <a:noFill/>
          <a:ln w="19050" cap="flat" cmpd="sng">
            <a:solidFill>
              <a:schemeClr val="accent5">
                <a:lumMod val="75000"/>
              </a:schemeClr>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88" name="组合 87"/>
          <p:cNvGrpSpPr/>
          <p:nvPr/>
        </p:nvGrpSpPr>
        <p:grpSpPr>
          <a:xfrm>
            <a:off x="4754585" y="586159"/>
            <a:ext cx="874713" cy="669926"/>
            <a:chOff x="4756817" y="602902"/>
            <a:chExt cx="874713" cy="669925"/>
          </a:xfrm>
        </p:grpSpPr>
        <p:grpSp>
          <p:nvGrpSpPr>
            <p:cNvPr id="89" name="Group 19"/>
            <p:cNvGrpSpPr>
              <a:grpSpLocks/>
            </p:cNvGrpSpPr>
            <p:nvPr/>
          </p:nvGrpSpPr>
          <p:grpSpPr bwMode="auto">
            <a:xfrm>
              <a:off x="4756817" y="602902"/>
              <a:ext cx="874713" cy="669925"/>
              <a:chOff x="2919" y="527"/>
              <a:chExt cx="551" cy="422"/>
            </a:xfrm>
          </p:grpSpPr>
          <p:grpSp>
            <p:nvGrpSpPr>
              <p:cNvPr id="91" name="Group 20"/>
              <p:cNvGrpSpPr>
                <a:grpSpLocks/>
              </p:cNvGrpSpPr>
              <p:nvPr/>
            </p:nvGrpSpPr>
            <p:grpSpPr bwMode="auto">
              <a:xfrm>
                <a:off x="3135" y="527"/>
                <a:ext cx="335" cy="422"/>
                <a:chOff x="4133" y="890"/>
                <a:chExt cx="335" cy="422"/>
              </a:xfrm>
            </p:grpSpPr>
            <p:sp>
              <p:nvSpPr>
                <p:cNvPr id="93"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92"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90"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116"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26" name="组合 125"/>
          <p:cNvGrpSpPr/>
          <p:nvPr/>
        </p:nvGrpSpPr>
        <p:grpSpPr>
          <a:xfrm>
            <a:off x="4752992" y="1929762"/>
            <a:ext cx="874713" cy="669926"/>
            <a:chOff x="4756817" y="602902"/>
            <a:chExt cx="874713" cy="669925"/>
          </a:xfrm>
        </p:grpSpPr>
        <p:sp>
          <p:nvSpPr>
            <p:cNvPr id="128"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7" name="Group 19"/>
            <p:cNvGrpSpPr>
              <a:grpSpLocks/>
            </p:cNvGrpSpPr>
            <p:nvPr/>
          </p:nvGrpSpPr>
          <p:grpSpPr bwMode="auto">
            <a:xfrm>
              <a:off x="4756817" y="602902"/>
              <a:ext cx="874713" cy="669925"/>
              <a:chOff x="2919" y="527"/>
              <a:chExt cx="551" cy="422"/>
            </a:xfrm>
          </p:grpSpPr>
          <p:grpSp>
            <p:nvGrpSpPr>
              <p:cNvPr id="129" name="Group 20"/>
              <p:cNvGrpSpPr>
                <a:grpSpLocks/>
              </p:cNvGrpSpPr>
              <p:nvPr/>
            </p:nvGrpSpPr>
            <p:grpSpPr bwMode="auto">
              <a:xfrm>
                <a:off x="3135" y="527"/>
                <a:ext cx="335" cy="422"/>
                <a:chOff x="4133" y="890"/>
                <a:chExt cx="335" cy="422"/>
              </a:xfrm>
            </p:grpSpPr>
            <p:sp>
              <p:nvSpPr>
                <p:cNvPr id="131"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32"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30"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33"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34"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35"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sp>
        <p:nvSpPr>
          <p:cNvPr id="79" name="矩形 78">
            <a:extLst>
              <a:ext uri="{FF2B5EF4-FFF2-40B4-BE49-F238E27FC236}">
                <a16:creationId xmlns:a16="http://schemas.microsoft.com/office/drawing/2014/main" id="{363648BC-D45C-4D39-8C07-1E757666EB35}"/>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80" name="矩形 79">
            <a:extLst>
              <a:ext uri="{FF2B5EF4-FFF2-40B4-BE49-F238E27FC236}">
                <a16:creationId xmlns:a16="http://schemas.microsoft.com/office/drawing/2014/main" id="{5EB12BB1-0E87-4831-B041-F9DD2264CCC5}"/>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Tree>
    <p:extLst>
      <p:ext uri="{BB962C8B-B14F-4D97-AF65-F5344CB8AC3E}">
        <p14:creationId xmlns:p14="http://schemas.microsoft.com/office/powerpoint/2010/main" val="4276843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04"/>
                                        </p:tgtEl>
                                        <p:attrNameLst>
                                          <p:attrName>style.visibility</p:attrName>
                                        </p:attrNameLst>
                                      </p:cBhvr>
                                      <p:to>
                                        <p:strVal val="visible"/>
                                      </p:to>
                                    </p:set>
                                    <p:anim calcmode="lin" valueType="num">
                                      <p:cBhvr>
                                        <p:cTn id="7" dur="500" fill="hold"/>
                                        <p:tgtEl>
                                          <p:spTgt spid="104"/>
                                        </p:tgtEl>
                                        <p:attrNameLst>
                                          <p:attrName>ppt_w</p:attrName>
                                        </p:attrNameLst>
                                      </p:cBhvr>
                                      <p:tavLst>
                                        <p:tav tm="0">
                                          <p:val>
                                            <p:fltVal val="0"/>
                                          </p:val>
                                        </p:tav>
                                        <p:tav tm="100000">
                                          <p:val>
                                            <p:strVal val="#ppt_w"/>
                                          </p:val>
                                        </p:tav>
                                      </p:tavLst>
                                    </p:anim>
                                    <p:anim calcmode="lin" valueType="num">
                                      <p:cBhvr>
                                        <p:cTn id="8" dur="500" fill="hold"/>
                                        <p:tgtEl>
                                          <p:spTgt spid="104"/>
                                        </p:tgtEl>
                                        <p:attrNameLst>
                                          <p:attrName>ppt_h</p:attrName>
                                        </p:attrNameLst>
                                      </p:cBhvr>
                                      <p:tavLst>
                                        <p:tav tm="0">
                                          <p:val>
                                            <p:fltVal val="0"/>
                                          </p:val>
                                        </p:tav>
                                        <p:tav tm="100000">
                                          <p:val>
                                            <p:strVal val="#ppt_h"/>
                                          </p:val>
                                        </p:tav>
                                      </p:tavLst>
                                    </p:anim>
                                    <p:animEffect transition="in" filter="fade">
                                      <p:cBhvr>
                                        <p:cTn id="9" dur="500"/>
                                        <p:tgtEl>
                                          <p:spTgt spid="104"/>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74"/>
                                        </p:tgtEl>
                                        <p:attrNameLst>
                                          <p:attrName>style.visibility</p:attrName>
                                        </p:attrNameLst>
                                      </p:cBhvr>
                                      <p:to>
                                        <p:strVal val="visible"/>
                                      </p:to>
                                    </p:set>
                                    <p:anim calcmode="lin" valueType="num">
                                      <p:cBhvr>
                                        <p:cTn id="14" dur="500" fill="hold"/>
                                        <p:tgtEl>
                                          <p:spTgt spid="74"/>
                                        </p:tgtEl>
                                        <p:attrNameLst>
                                          <p:attrName>ppt_w</p:attrName>
                                        </p:attrNameLst>
                                      </p:cBhvr>
                                      <p:tavLst>
                                        <p:tav tm="0">
                                          <p:val>
                                            <p:fltVal val="0"/>
                                          </p:val>
                                        </p:tav>
                                        <p:tav tm="100000">
                                          <p:val>
                                            <p:strVal val="#ppt_w"/>
                                          </p:val>
                                        </p:tav>
                                      </p:tavLst>
                                    </p:anim>
                                    <p:anim calcmode="lin" valueType="num">
                                      <p:cBhvr>
                                        <p:cTn id="15" dur="500" fill="hold"/>
                                        <p:tgtEl>
                                          <p:spTgt spid="74"/>
                                        </p:tgtEl>
                                        <p:attrNameLst>
                                          <p:attrName>ppt_h</p:attrName>
                                        </p:attrNameLst>
                                      </p:cBhvr>
                                      <p:tavLst>
                                        <p:tav tm="0">
                                          <p:val>
                                            <p:fltVal val="0"/>
                                          </p:val>
                                        </p:tav>
                                        <p:tav tm="100000">
                                          <p:val>
                                            <p:strVal val="#ppt_h"/>
                                          </p:val>
                                        </p:tav>
                                      </p:tavLst>
                                    </p:anim>
                                    <p:animEffect transition="in" filter="fade">
                                      <p:cBhvr>
                                        <p:cTn id="16" dur="500"/>
                                        <p:tgtEl>
                                          <p:spTgt spid="74"/>
                                        </p:tgtEl>
                                      </p:cBhvr>
                                    </p:animEffect>
                                  </p:childTnLst>
                                </p:cTn>
                              </p:par>
                              <p:par>
                                <p:cTn id="17" presetID="53" presetClass="entr" presetSubtype="16" fill="hold" grpId="0" nodeType="withEffect">
                                  <p:stCondLst>
                                    <p:cond delay="0"/>
                                  </p:stCondLst>
                                  <p:childTnLst>
                                    <p:set>
                                      <p:cBhvr>
                                        <p:cTn id="18" dur="1" fill="hold">
                                          <p:stCondLst>
                                            <p:cond delay="0"/>
                                          </p:stCondLst>
                                        </p:cTn>
                                        <p:tgtEl>
                                          <p:spTgt spid="78"/>
                                        </p:tgtEl>
                                        <p:attrNameLst>
                                          <p:attrName>style.visibility</p:attrName>
                                        </p:attrNameLst>
                                      </p:cBhvr>
                                      <p:to>
                                        <p:strVal val="visible"/>
                                      </p:to>
                                    </p:set>
                                    <p:anim calcmode="lin" valueType="num">
                                      <p:cBhvr>
                                        <p:cTn id="19" dur="500" fill="hold"/>
                                        <p:tgtEl>
                                          <p:spTgt spid="78"/>
                                        </p:tgtEl>
                                        <p:attrNameLst>
                                          <p:attrName>ppt_w</p:attrName>
                                        </p:attrNameLst>
                                      </p:cBhvr>
                                      <p:tavLst>
                                        <p:tav tm="0">
                                          <p:val>
                                            <p:fltVal val="0"/>
                                          </p:val>
                                        </p:tav>
                                        <p:tav tm="100000">
                                          <p:val>
                                            <p:strVal val="#ppt_w"/>
                                          </p:val>
                                        </p:tav>
                                      </p:tavLst>
                                    </p:anim>
                                    <p:anim calcmode="lin" valueType="num">
                                      <p:cBhvr>
                                        <p:cTn id="20" dur="500" fill="hold"/>
                                        <p:tgtEl>
                                          <p:spTgt spid="78"/>
                                        </p:tgtEl>
                                        <p:attrNameLst>
                                          <p:attrName>ppt_h</p:attrName>
                                        </p:attrNameLst>
                                      </p:cBhvr>
                                      <p:tavLst>
                                        <p:tav tm="0">
                                          <p:val>
                                            <p:fltVal val="0"/>
                                          </p:val>
                                        </p:tav>
                                        <p:tav tm="100000">
                                          <p:val>
                                            <p:strVal val="#ppt_h"/>
                                          </p:val>
                                        </p:tav>
                                      </p:tavLst>
                                    </p:anim>
                                    <p:animEffect transition="in" filter="fade">
                                      <p:cBhvr>
                                        <p:cTn id="21" dur="500"/>
                                        <p:tgtEl>
                                          <p:spTgt spid="78"/>
                                        </p:tgtEl>
                                      </p:cBhvr>
                                    </p:animEffect>
                                  </p:childTnLst>
                                </p:cTn>
                              </p:par>
                              <p:par>
                                <p:cTn id="22" presetID="53" presetClass="entr" presetSubtype="16" fill="hold" nodeType="withEffect">
                                  <p:stCondLst>
                                    <p:cond delay="0"/>
                                  </p:stCondLst>
                                  <p:childTnLst>
                                    <p:set>
                                      <p:cBhvr>
                                        <p:cTn id="23" dur="1" fill="hold">
                                          <p:stCondLst>
                                            <p:cond delay="0"/>
                                          </p:stCondLst>
                                        </p:cTn>
                                        <p:tgtEl>
                                          <p:spTgt spid="126"/>
                                        </p:tgtEl>
                                        <p:attrNameLst>
                                          <p:attrName>style.visibility</p:attrName>
                                        </p:attrNameLst>
                                      </p:cBhvr>
                                      <p:to>
                                        <p:strVal val="visible"/>
                                      </p:to>
                                    </p:set>
                                    <p:anim calcmode="lin" valueType="num">
                                      <p:cBhvr>
                                        <p:cTn id="24" dur="500" fill="hold"/>
                                        <p:tgtEl>
                                          <p:spTgt spid="126"/>
                                        </p:tgtEl>
                                        <p:attrNameLst>
                                          <p:attrName>ppt_w</p:attrName>
                                        </p:attrNameLst>
                                      </p:cBhvr>
                                      <p:tavLst>
                                        <p:tav tm="0">
                                          <p:val>
                                            <p:fltVal val="0"/>
                                          </p:val>
                                        </p:tav>
                                        <p:tav tm="100000">
                                          <p:val>
                                            <p:strVal val="#ppt_w"/>
                                          </p:val>
                                        </p:tav>
                                      </p:tavLst>
                                    </p:anim>
                                    <p:anim calcmode="lin" valueType="num">
                                      <p:cBhvr>
                                        <p:cTn id="25" dur="500" fill="hold"/>
                                        <p:tgtEl>
                                          <p:spTgt spid="126"/>
                                        </p:tgtEl>
                                        <p:attrNameLst>
                                          <p:attrName>ppt_h</p:attrName>
                                        </p:attrNameLst>
                                      </p:cBhvr>
                                      <p:tavLst>
                                        <p:tav tm="0">
                                          <p:val>
                                            <p:fltVal val="0"/>
                                          </p:val>
                                        </p:tav>
                                        <p:tav tm="100000">
                                          <p:val>
                                            <p:strVal val="#ppt_h"/>
                                          </p:val>
                                        </p:tav>
                                      </p:tavLst>
                                    </p:anim>
                                    <p:animEffect transition="in" filter="fade">
                                      <p:cBhvr>
                                        <p:cTn id="26" dur="500"/>
                                        <p:tgtEl>
                                          <p:spTgt spid="126"/>
                                        </p:tgtEl>
                                      </p:cBhvr>
                                    </p:animEffect>
                                  </p:childTnLst>
                                </p:cTn>
                              </p:par>
                              <p:par>
                                <p:cTn id="27" presetID="53" presetClass="entr" presetSubtype="16" fill="hold" grpId="0" nodeType="withEffect">
                                  <p:stCondLst>
                                    <p:cond delay="0"/>
                                  </p:stCondLst>
                                  <p:childTnLst>
                                    <p:set>
                                      <p:cBhvr>
                                        <p:cTn id="28" dur="1" fill="hold">
                                          <p:stCondLst>
                                            <p:cond delay="0"/>
                                          </p:stCondLst>
                                        </p:cTn>
                                        <p:tgtEl>
                                          <p:spTgt spid="133"/>
                                        </p:tgtEl>
                                        <p:attrNameLst>
                                          <p:attrName>style.visibility</p:attrName>
                                        </p:attrNameLst>
                                      </p:cBhvr>
                                      <p:to>
                                        <p:strVal val="visible"/>
                                      </p:to>
                                    </p:set>
                                    <p:anim calcmode="lin" valueType="num">
                                      <p:cBhvr>
                                        <p:cTn id="29" dur="500" fill="hold"/>
                                        <p:tgtEl>
                                          <p:spTgt spid="133"/>
                                        </p:tgtEl>
                                        <p:attrNameLst>
                                          <p:attrName>ppt_w</p:attrName>
                                        </p:attrNameLst>
                                      </p:cBhvr>
                                      <p:tavLst>
                                        <p:tav tm="0">
                                          <p:val>
                                            <p:fltVal val="0"/>
                                          </p:val>
                                        </p:tav>
                                        <p:tav tm="100000">
                                          <p:val>
                                            <p:strVal val="#ppt_w"/>
                                          </p:val>
                                        </p:tav>
                                      </p:tavLst>
                                    </p:anim>
                                    <p:anim calcmode="lin" valueType="num">
                                      <p:cBhvr>
                                        <p:cTn id="30" dur="500" fill="hold"/>
                                        <p:tgtEl>
                                          <p:spTgt spid="133"/>
                                        </p:tgtEl>
                                        <p:attrNameLst>
                                          <p:attrName>ppt_h</p:attrName>
                                        </p:attrNameLst>
                                      </p:cBhvr>
                                      <p:tavLst>
                                        <p:tav tm="0">
                                          <p:val>
                                            <p:fltVal val="0"/>
                                          </p:val>
                                        </p:tav>
                                        <p:tav tm="100000">
                                          <p:val>
                                            <p:strVal val="#ppt_h"/>
                                          </p:val>
                                        </p:tav>
                                      </p:tavLst>
                                    </p:anim>
                                    <p:animEffect transition="in" filter="fade">
                                      <p:cBhvr>
                                        <p:cTn id="31" dur="500"/>
                                        <p:tgtEl>
                                          <p:spTgt spid="133"/>
                                        </p:tgtEl>
                                      </p:cBhvr>
                                    </p:animEffect>
                                  </p:childTnLst>
                                </p:cTn>
                              </p:par>
                              <p:par>
                                <p:cTn id="32" presetID="53" presetClass="entr" presetSubtype="16" fill="hold" grpId="0" nodeType="withEffect">
                                  <p:stCondLst>
                                    <p:cond delay="0"/>
                                  </p:stCondLst>
                                  <p:childTnLst>
                                    <p:set>
                                      <p:cBhvr>
                                        <p:cTn id="33" dur="1" fill="hold">
                                          <p:stCondLst>
                                            <p:cond delay="0"/>
                                          </p:stCondLst>
                                        </p:cTn>
                                        <p:tgtEl>
                                          <p:spTgt spid="134"/>
                                        </p:tgtEl>
                                        <p:attrNameLst>
                                          <p:attrName>style.visibility</p:attrName>
                                        </p:attrNameLst>
                                      </p:cBhvr>
                                      <p:to>
                                        <p:strVal val="visible"/>
                                      </p:to>
                                    </p:set>
                                    <p:anim calcmode="lin" valueType="num">
                                      <p:cBhvr>
                                        <p:cTn id="34" dur="500" fill="hold"/>
                                        <p:tgtEl>
                                          <p:spTgt spid="134"/>
                                        </p:tgtEl>
                                        <p:attrNameLst>
                                          <p:attrName>ppt_w</p:attrName>
                                        </p:attrNameLst>
                                      </p:cBhvr>
                                      <p:tavLst>
                                        <p:tav tm="0">
                                          <p:val>
                                            <p:fltVal val="0"/>
                                          </p:val>
                                        </p:tav>
                                        <p:tav tm="100000">
                                          <p:val>
                                            <p:strVal val="#ppt_w"/>
                                          </p:val>
                                        </p:tav>
                                      </p:tavLst>
                                    </p:anim>
                                    <p:anim calcmode="lin" valueType="num">
                                      <p:cBhvr>
                                        <p:cTn id="35" dur="500" fill="hold"/>
                                        <p:tgtEl>
                                          <p:spTgt spid="134"/>
                                        </p:tgtEl>
                                        <p:attrNameLst>
                                          <p:attrName>ppt_h</p:attrName>
                                        </p:attrNameLst>
                                      </p:cBhvr>
                                      <p:tavLst>
                                        <p:tav tm="0">
                                          <p:val>
                                            <p:fltVal val="0"/>
                                          </p:val>
                                        </p:tav>
                                        <p:tav tm="100000">
                                          <p:val>
                                            <p:strVal val="#ppt_h"/>
                                          </p:val>
                                        </p:tav>
                                      </p:tavLst>
                                    </p:anim>
                                    <p:animEffect transition="in" filter="fade">
                                      <p:cBhvr>
                                        <p:cTn id="36" dur="500"/>
                                        <p:tgtEl>
                                          <p:spTgt spid="134"/>
                                        </p:tgtEl>
                                      </p:cBhvr>
                                    </p:animEffect>
                                  </p:childTnLst>
                                </p:cTn>
                              </p:par>
                              <p:par>
                                <p:cTn id="37" presetID="53" presetClass="entr" presetSubtype="16" fill="hold" grpId="0" nodeType="withEffect">
                                  <p:stCondLst>
                                    <p:cond delay="0"/>
                                  </p:stCondLst>
                                  <p:childTnLst>
                                    <p:set>
                                      <p:cBhvr>
                                        <p:cTn id="38" dur="1" fill="hold">
                                          <p:stCondLst>
                                            <p:cond delay="0"/>
                                          </p:stCondLst>
                                        </p:cTn>
                                        <p:tgtEl>
                                          <p:spTgt spid="80"/>
                                        </p:tgtEl>
                                        <p:attrNameLst>
                                          <p:attrName>style.visibility</p:attrName>
                                        </p:attrNameLst>
                                      </p:cBhvr>
                                      <p:to>
                                        <p:strVal val="visible"/>
                                      </p:to>
                                    </p:set>
                                    <p:anim calcmode="lin" valueType="num">
                                      <p:cBhvr>
                                        <p:cTn id="39" dur="500" fill="hold"/>
                                        <p:tgtEl>
                                          <p:spTgt spid="80"/>
                                        </p:tgtEl>
                                        <p:attrNameLst>
                                          <p:attrName>ppt_w</p:attrName>
                                        </p:attrNameLst>
                                      </p:cBhvr>
                                      <p:tavLst>
                                        <p:tav tm="0">
                                          <p:val>
                                            <p:fltVal val="0"/>
                                          </p:val>
                                        </p:tav>
                                        <p:tav tm="100000">
                                          <p:val>
                                            <p:strVal val="#ppt_w"/>
                                          </p:val>
                                        </p:tav>
                                      </p:tavLst>
                                    </p:anim>
                                    <p:anim calcmode="lin" valueType="num">
                                      <p:cBhvr>
                                        <p:cTn id="40" dur="500" fill="hold"/>
                                        <p:tgtEl>
                                          <p:spTgt spid="80"/>
                                        </p:tgtEl>
                                        <p:attrNameLst>
                                          <p:attrName>ppt_h</p:attrName>
                                        </p:attrNameLst>
                                      </p:cBhvr>
                                      <p:tavLst>
                                        <p:tav tm="0">
                                          <p:val>
                                            <p:fltVal val="0"/>
                                          </p:val>
                                        </p:tav>
                                        <p:tav tm="100000">
                                          <p:val>
                                            <p:strVal val="#ppt_h"/>
                                          </p:val>
                                        </p:tav>
                                      </p:tavLst>
                                    </p:anim>
                                    <p:animEffect transition="in" filter="fade">
                                      <p:cBhvr>
                                        <p:cTn id="41" dur="500"/>
                                        <p:tgtEl>
                                          <p:spTgt spid="80"/>
                                        </p:tgtEl>
                                      </p:cBhvr>
                                    </p:animEffect>
                                  </p:childTnLst>
                                </p:cTn>
                              </p:par>
                            </p:childTnLst>
                          </p:cTn>
                        </p:par>
                      </p:childTnLst>
                    </p:cTn>
                  </p:par>
                  <p:par>
                    <p:cTn id="42" fill="hold">
                      <p:stCondLst>
                        <p:cond delay="indefinite"/>
                      </p:stCondLst>
                      <p:childTnLst>
                        <p:par>
                          <p:cTn id="43" fill="hold">
                            <p:stCondLst>
                              <p:cond delay="0"/>
                            </p:stCondLst>
                            <p:childTnLst>
                              <p:par>
                                <p:cTn id="44" presetID="53" presetClass="entr" presetSubtype="16" fill="hold" nodeType="clickEffect">
                                  <p:stCondLst>
                                    <p:cond delay="0"/>
                                  </p:stCondLst>
                                  <p:childTnLst>
                                    <p:set>
                                      <p:cBhvr>
                                        <p:cTn id="45" dur="1" fill="hold">
                                          <p:stCondLst>
                                            <p:cond delay="0"/>
                                          </p:stCondLst>
                                        </p:cTn>
                                        <p:tgtEl>
                                          <p:spTgt spid="81"/>
                                        </p:tgtEl>
                                        <p:attrNameLst>
                                          <p:attrName>style.visibility</p:attrName>
                                        </p:attrNameLst>
                                      </p:cBhvr>
                                      <p:to>
                                        <p:strVal val="visible"/>
                                      </p:to>
                                    </p:set>
                                    <p:anim calcmode="lin" valueType="num">
                                      <p:cBhvr>
                                        <p:cTn id="46" dur="500" fill="hold"/>
                                        <p:tgtEl>
                                          <p:spTgt spid="81"/>
                                        </p:tgtEl>
                                        <p:attrNameLst>
                                          <p:attrName>ppt_w</p:attrName>
                                        </p:attrNameLst>
                                      </p:cBhvr>
                                      <p:tavLst>
                                        <p:tav tm="0">
                                          <p:val>
                                            <p:fltVal val="0"/>
                                          </p:val>
                                        </p:tav>
                                        <p:tav tm="100000">
                                          <p:val>
                                            <p:strVal val="#ppt_w"/>
                                          </p:val>
                                        </p:tav>
                                      </p:tavLst>
                                    </p:anim>
                                    <p:anim calcmode="lin" valueType="num">
                                      <p:cBhvr>
                                        <p:cTn id="47" dur="500" fill="hold"/>
                                        <p:tgtEl>
                                          <p:spTgt spid="81"/>
                                        </p:tgtEl>
                                        <p:attrNameLst>
                                          <p:attrName>ppt_h</p:attrName>
                                        </p:attrNameLst>
                                      </p:cBhvr>
                                      <p:tavLst>
                                        <p:tav tm="0">
                                          <p:val>
                                            <p:fltVal val="0"/>
                                          </p:val>
                                        </p:tav>
                                        <p:tav tm="100000">
                                          <p:val>
                                            <p:strVal val="#ppt_h"/>
                                          </p:val>
                                        </p:tav>
                                      </p:tavLst>
                                    </p:anim>
                                    <p:animEffect transition="in" filter="fade">
                                      <p:cBhvr>
                                        <p:cTn id="48" dur="5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8" grpId="0" animBg="1"/>
      <p:bldP spid="104" grpId="0"/>
      <p:bldP spid="133" grpId="0"/>
      <p:bldP spid="134" grpId="0"/>
      <p:bldP spid="80"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74" name="Group 150"/>
          <p:cNvGrpSpPr>
            <a:grpSpLocks/>
          </p:cNvGrpSpPr>
          <p:nvPr/>
        </p:nvGrpSpPr>
        <p:grpSpPr bwMode="auto">
          <a:xfrm>
            <a:off x="3120257" y="1428403"/>
            <a:ext cx="869950" cy="454025"/>
            <a:chOff x="1512" y="503"/>
            <a:chExt cx="548" cy="286"/>
          </a:xfrm>
        </p:grpSpPr>
        <p:sp>
          <p:nvSpPr>
            <p:cNvPr id="76" name="Rectangle 151"/>
            <p:cNvSpPr>
              <a:spLocks noChangeArrowheads="1"/>
            </p:cNvSpPr>
            <p:nvPr/>
          </p:nvSpPr>
          <p:spPr bwMode="auto">
            <a:xfrm>
              <a:off x="1733" y="516"/>
              <a:ext cx="327" cy="273"/>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sp>
          <p:nvSpPr>
            <p:cNvPr id="77" name="Text Box 152"/>
            <p:cNvSpPr txBox="1">
              <a:spLocks noChangeArrowheads="1"/>
            </p:cNvSpPr>
            <p:nvPr/>
          </p:nvSpPr>
          <p:spPr bwMode="auto">
            <a:xfrm>
              <a:off x="1512" y="503"/>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88" name="组合 87"/>
          <p:cNvGrpSpPr/>
          <p:nvPr/>
        </p:nvGrpSpPr>
        <p:grpSpPr>
          <a:xfrm>
            <a:off x="4754585" y="586159"/>
            <a:ext cx="874713" cy="669926"/>
            <a:chOff x="4756817" y="602902"/>
            <a:chExt cx="874713" cy="669925"/>
          </a:xfrm>
        </p:grpSpPr>
        <p:grpSp>
          <p:nvGrpSpPr>
            <p:cNvPr id="89" name="Group 19"/>
            <p:cNvGrpSpPr>
              <a:grpSpLocks/>
            </p:cNvGrpSpPr>
            <p:nvPr/>
          </p:nvGrpSpPr>
          <p:grpSpPr bwMode="auto">
            <a:xfrm>
              <a:off x="4756817" y="602902"/>
              <a:ext cx="874713" cy="669925"/>
              <a:chOff x="2919" y="527"/>
              <a:chExt cx="551" cy="422"/>
            </a:xfrm>
          </p:grpSpPr>
          <p:grpSp>
            <p:nvGrpSpPr>
              <p:cNvPr id="91" name="Group 20"/>
              <p:cNvGrpSpPr>
                <a:grpSpLocks/>
              </p:cNvGrpSpPr>
              <p:nvPr/>
            </p:nvGrpSpPr>
            <p:grpSpPr bwMode="auto">
              <a:xfrm>
                <a:off x="3135" y="527"/>
                <a:ext cx="335" cy="422"/>
                <a:chOff x="4133" y="890"/>
                <a:chExt cx="335" cy="422"/>
              </a:xfrm>
            </p:grpSpPr>
            <p:sp>
              <p:nvSpPr>
                <p:cNvPr id="93"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92"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90"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6" name="Freeform 170"/>
          <p:cNvSpPr>
            <a:spLocks/>
          </p:cNvSpPr>
          <p:nvPr/>
        </p:nvSpPr>
        <p:spPr bwMode="auto">
          <a:xfrm>
            <a:off x="3996557" y="1682402"/>
            <a:ext cx="1079500" cy="442914"/>
          </a:xfrm>
          <a:custGeom>
            <a:avLst/>
            <a:gdLst>
              <a:gd name="T0" fmla="*/ 0 w 680"/>
              <a:gd name="T1" fmla="*/ 0 h 1044"/>
              <a:gd name="T2" fmla="*/ 408 w 680"/>
              <a:gd name="T3" fmla="*/ 0 h 1044"/>
              <a:gd name="T4" fmla="*/ 408 w 680"/>
              <a:gd name="T5" fmla="*/ 1044 h 1044"/>
              <a:gd name="T6" fmla="*/ 680 w 680"/>
              <a:gd name="T7" fmla="*/ 1044 h 1044"/>
              <a:gd name="T8" fmla="*/ 0 60000 65536"/>
              <a:gd name="T9" fmla="*/ 0 60000 65536"/>
              <a:gd name="T10" fmla="*/ 0 60000 65536"/>
              <a:gd name="T11" fmla="*/ 0 60000 65536"/>
              <a:gd name="T12" fmla="*/ 0 w 680"/>
              <a:gd name="T13" fmla="*/ 0 h 1044"/>
              <a:gd name="T14" fmla="*/ 680 w 680"/>
              <a:gd name="T15" fmla="*/ 1044 h 1044"/>
            </a:gdLst>
            <a:ahLst/>
            <a:cxnLst>
              <a:cxn ang="T8">
                <a:pos x="T0" y="T1"/>
              </a:cxn>
              <a:cxn ang="T9">
                <a:pos x="T2" y="T3"/>
              </a:cxn>
              <a:cxn ang="T10">
                <a:pos x="T4" y="T5"/>
              </a:cxn>
              <a:cxn ang="T11">
                <a:pos x="T6" y="T7"/>
              </a:cxn>
            </a:cxnLst>
            <a:rect l="T12" t="T13" r="T14" b="T15"/>
            <a:pathLst>
              <a:path w="680" h="1044">
                <a:moveTo>
                  <a:pt x="0" y="0"/>
                </a:moveTo>
                <a:lnTo>
                  <a:pt x="408" y="0"/>
                </a:lnTo>
                <a:lnTo>
                  <a:pt x="408" y="1044"/>
                </a:lnTo>
                <a:lnTo>
                  <a:pt x="680" y="1044"/>
                </a:lnTo>
              </a:path>
            </a:pathLst>
          </a:custGeom>
          <a:noFill/>
          <a:ln w="19050" cap="flat" cmpd="sng">
            <a:solidFill>
              <a:schemeClr val="accent5">
                <a:lumMod val="75000"/>
              </a:schemeClr>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117"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118"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19" name="组合 118"/>
          <p:cNvGrpSpPr/>
          <p:nvPr/>
        </p:nvGrpSpPr>
        <p:grpSpPr>
          <a:xfrm>
            <a:off x="4752992" y="1929762"/>
            <a:ext cx="874713" cy="669926"/>
            <a:chOff x="4756817" y="602902"/>
            <a:chExt cx="874713" cy="669925"/>
          </a:xfrm>
        </p:grpSpPr>
        <p:sp>
          <p:nvSpPr>
            <p:cNvPr id="120"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1" name="Group 19"/>
            <p:cNvGrpSpPr>
              <a:grpSpLocks/>
            </p:cNvGrpSpPr>
            <p:nvPr/>
          </p:nvGrpSpPr>
          <p:grpSpPr bwMode="auto">
            <a:xfrm>
              <a:off x="4756817" y="602902"/>
              <a:ext cx="874713" cy="669925"/>
              <a:chOff x="2919" y="527"/>
              <a:chExt cx="551" cy="422"/>
            </a:xfrm>
          </p:grpSpPr>
          <p:grpSp>
            <p:nvGrpSpPr>
              <p:cNvPr id="122" name="Group 20"/>
              <p:cNvGrpSpPr>
                <a:grpSpLocks/>
              </p:cNvGrpSpPr>
              <p:nvPr/>
            </p:nvGrpSpPr>
            <p:grpSpPr bwMode="auto">
              <a:xfrm>
                <a:off x="3135" y="527"/>
                <a:ext cx="335" cy="422"/>
                <a:chOff x="4133" y="890"/>
                <a:chExt cx="335" cy="422"/>
              </a:xfrm>
            </p:grpSpPr>
            <p:sp>
              <p:nvSpPr>
                <p:cNvPr id="124"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5"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3"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26"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27"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28"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sp>
        <p:nvSpPr>
          <p:cNvPr id="78" name="矩形 77">
            <a:extLst>
              <a:ext uri="{FF2B5EF4-FFF2-40B4-BE49-F238E27FC236}">
                <a16:creationId xmlns:a16="http://schemas.microsoft.com/office/drawing/2014/main" id="{EF20E834-4875-4769-87E7-6C7A3B05AAD3}"/>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79" name="矩形 78">
            <a:extLst>
              <a:ext uri="{FF2B5EF4-FFF2-40B4-BE49-F238E27FC236}">
                <a16:creationId xmlns:a16="http://schemas.microsoft.com/office/drawing/2014/main" id="{BE49210E-EE73-46E8-9CF1-52E245435BCB}"/>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Tree>
    <p:extLst>
      <p:ext uri="{BB962C8B-B14F-4D97-AF65-F5344CB8AC3E}">
        <p14:creationId xmlns:p14="http://schemas.microsoft.com/office/powerpoint/2010/main" val="2806864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26"/>
                                        </p:tgtEl>
                                        <p:attrNameLst>
                                          <p:attrName>style.visibility</p:attrName>
                                        </p:attrNameLst>
                                      </p:cBhvr>
                                      <p:to>
                                        <p:strVal val="visible"/>
                                      </p:to>
                                    </p:set>
                                    <p:anim calcmode="lin" valueType="num">
                                      <p:cBhvr>
                                        <p:cTn id="7" dur="500" fill="hold"/>
                                        <p:tgtEl>
                                          <p:spTgt spid="126"/>
                                        </p:tgtEl>
                                        <p:attrNameLst>
                                          <p:attrName>ppt_w</p:attrName>
                                        </p:attrNameLst>
                                      </p:cBhvr>
                                      <p:tavLst>
                                        <p:tav tm="0">
                                          <p:val>
                                            <p:fltVal val="0"/>
                                          </p:val>
                                        </p:tav>
                                        <p:tav tm="100000">
                                          <p:val>
                                            <p:strVal val="#ppt_w"/>
                                          </p:val>
                                        </p:tav>
                                      </p:tavLst>
                                    </p:anim>
                                    <p:anim calcmode="lin" valueType="num">
                                      <p:cBhvr>
                                        <p:cTn id="8" dur="500" fill="hold"/>
                                        <p:tgtEl>
                                          <p:spTgt spid="126"/>
                                        </p:tgtEl>
                                        <p:attrNameLst>
                                          <p:attrName>ppt_h</p:attrName>
                                        </p:attrNameLst>
                                      </p:cBhvr>
                                      <p:tavLst>
                                        <p:tav tm="0">
                                          <p:val>
                                            <p:fltVal val="0"/>
                                          </p:val>
                                        </p:tav>
                                        <p:tav tm="100000">
                                          <p:val>
                                            <p:strVal val="#ppt_h"/>
                                          </p:val>
                                        </p:tav>
                                      </p:tavLst>
                                    </p:anim>
                                    <p:animEffect transition="in" filter="fade">
                                      <p:cBhvr>
                                        <p:cTn id="9" dur="500"/>
                                        <p:tgtEl>
                                          <p:spTgt spid="126"/>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xit" presetSubtype="32" fill="hold" nodeType="clickEffect">
                                  <p:stCondLst>
                                    <p:cond delay="0"/>
                                  </p:stCondLst>
                                  <p:childTnLst>
                                    <p:anim calcmode="lin" valueType="num">
                                      <p:cBhvr>
                                        <p:cTn id="13" dur="500"/>
                                        <p:tgtEl>
                                          <p:spTgt spid="74"/>
                                        </p:tgtEl>
                                        <p:attrNameLst>
                                          <p:attrName>ppt_w</p:attrName>
                                        </p:attrNameLst>
                                      </p:cBhvr>
                                      <p:tavLst>
                                        <p:tav tm="0">
                                          <p:val>
                                            <p:strVal val="ppt_w"/>
                                          </p:val>
                                        </p:tav>
                                        <p:tav tm="100000">
                                          <p:val>
                                            <p:fltVal val="0"/>
                                          </p:val>
                                        </p:tav>
                                      </p:tavLst>
                                    </p:anim>
                                    <p:anim calcmode="lin" valueType="num">
                                      <p:cBhvr>
                                        <p:cTn id="14" dur="500"/>
                                        <p:tgtEl>
                                          <p:spTgt spid="74"/>
                                        </p:tgtEl>
                                        <p:attrNameLst>
                                          <p:attrName>ppt_h</p:attrName>
                                        </p:attrNameLst>
                                      </p:cBhvr>
                                      <p:tavLst>
                                        <p:tav tm="0">
                                          <p:val>
                                            <p:strVal val="ppt_h"/>
                                          </p:val>
                                        </p:tav>
                                        <p:tav tm="100000">
                                          <p:val>
                                            <p:fltVal val="0"/>
                                          </p:val>
                                        </p:tav>
                                      </p:tavLst>
                                    </p:anim>
                                    <p:animEffect transition="out" filter="fade">
                                      <p:cBhvr>
                                        <p:cTn id="15" dur="500"/>
                                        <p:tgtEl>
                                          <p:spTgt spid="74"/>
                                        </p:tgtEl>
                                      </p:cBhvr>
                                    </p:animEffect>
                                    <p:set>
                                      <p:cBhvr>
                                        <p:cTn id="16" dur="1" fill="hold">
                                          <p:stCondLst>
                                            <p:cond delay="499"/>
                                          </p:stCondLst>
                                        </p:cTn>
                                        <p:tgtEl>
                                          <p:spTgt spid="74"/>
                                        </p:tgtEl>
                                        <p:attrNameLst>
                                          <p:attrName>style.visibility</p:attrName>
                                        </p:attrNameLst>
                                      </p:cBhvr>
                                      <p:to>
                                        <p:strVal val="hidden"/>
                                      </p:to>
                                    </p:set>
                                  </p:childTnLst>
                                </p:cTn>
                              </p:par>
                              <p:par>
                                <p:cTn id="17" presetID="53" presetClass="exit" presetSubtype="32" fill="hold" grpId="0" nodeType="withEffect">
                                  <p:stCondLst>
                                    <p:cond delay="0"/>
                                  </p:stCondLst>
                                  <p:childTnLst>
                                    <p:anim calcmode="lin" valueType="num">
                                      <p:cBhvr>
                                        <p:cTn id="18" dur="500"/>
                                        <p:tgtEl>
                                          <p:spTgt spid="116"/>
                                        </p:tgtEl>
                                        <p:attrNameLst>
                                          <p:attrName>ppt_w</p:attrName>
                                        </p:attrNameLst>
                                      </p:cBhvr>
                                      <p:tavLst>
                                        <p:tav tm="0">
                                          <p:val>
                                            <p:strVal val="ppt_w"/>
                                          </p:val>
                                        </p:tav>
                                        <p:tav tm="100000">
                                          <p:val>
                                            <p:fltVal val="0"/>
                                          </p:val>
                                        </p:tav>
                                      </p:tavLst>
                                    </p:anim>
                                    <p:anim calcmode="lin" valueType="num">
                                      <p:cBhvr>
                                        <p:cTn id="19" dur="500"/>
                                        <p:tgtEl>
                                          <p:spTgt spid="116"/>
                                        </p:tgtEl>
                                        <p:attrNameLst>
                                          <p:attrName>ppt_h</p:attrName>
                                        </p:attrNameLst>
                                      </p:cBhvr>
                                      <p:tavLst>
                                        <p:tav tm="0">
                                          <p:val>
                                            <p:strVal val="ppt_h"/>
                                          </p:val>
                                        </p:tav>
                                        <p:tav tm="100000">
                                          <p:val>
                                            <p:fltVal val="0"/>
                                          </p:val>
                                        </p:tav>
                                      </p:tavLst>
                                    </p:anim>
                                    <p:animEffect transition="out" filter="fade">
                                      <p:cBhvr>
                                        <p:cTn id="20" dur="500"/>
                                        <p:tgtEl>
                                          <p:spTgt spid="116"/>
                                        </p:tgtEl>
                                      </p:cBhvr>
                                    </p:animEffect>
                                    <p:set>
                                      <p:cBhvr>
                                        <p:cTn id="21" dur="1" fill="hold">
                                          <p:stCondLst>
                                            <p:cond delay="499"/>
                                          </p:stCondLst>
                                        </p:cTn>
                                        <p:tgtEl>
                                          <p:spTgt spid="1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 grpId="0" animBg="1"/>
      <p:bldP spid="126"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116"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17" name="组合 116"/>
          <p:cNvGrpSpPr/>
          <p:nvPr/>
        </p:nvGrpSpPr>
        <p:grpSpPr>
          <a:xfrm>
            <a:off x="4752992" y="1929762"/>
            <a:ext cx="874713" cy="669926"/>
            <a:chOff x="4756817" y="602902"/>
            <a:chExt cx="874713" cy="669925"/>
          </a:xfrm>
        </p:grpSpPr>
        <p:sp>
          <p:nvSpPr>
            <p:cNvPr id="118"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19" name="Group 19"/>
            <p:cNvGrpSpPr>
              <a:grpSpLocks/>
            </p:cNvGrpSpPr>
            <p:nvPr/>
          </p:nvGrpSpPr>
          <p:grpSpPr bwMode="auto">
            <a:xfrm>
              <a:off x="4756817" y="602902"/>
              <a:ext cx="874713" cy="669925"/>
              <a:chOff x="2919" y="527"/>
              <a:chExt cx="551" cy="422"/>
            </a:xfrm>
          </p:grpSpPr>
          <p:grpSp>
            <p:nvGrpSpPr>
              <p:cNvPr id="120" name="Group 20"/>
              <p:cNvGrpSpPr>
                <a:grpSpLocks/>
              </p:cNvGrpSpPr>
              <p:nvPr/>
            </p:nvGrpSpPr>
            <p:grpSpPr bwMode="auto">
              <a:xfrm>
                <a:off x="3135" y="527"/>
                <a:ext cx="335" cy="422"/>
                <a:chOff x="4133" y="890"/>
                <a:chExt cx="335" cy="422"/>
              </a:xfrm>
            </p:grpSpPr>
            <p:sp>
              <p:nvSpPr>
                <p:cNvPr id="122"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24"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25"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26"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sp>
        <p:nvSpPr>
          <p:cNvPr id="76" name="矩形 75">
            <a:extLst>
              <a:ext uri="{FF2B5EF4-FFF2-40B4-BE49-F238E27FC236}">
                <a16:creationId xmlns:a16="http://schemas.microsoft.com/office/drawing/2014/main" id="{85E02F52-1BCF-4D92-88F2-BC7D87E3D1C5}"/>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79" name="矩形 78">
            <a:extLst>
              <a:ext uri="{FF2B5EF4-FFF2-40B4-BE49-F238E27FC236}">
                <a16:creationId xmlns:a16="http://schemas.microsoft.com/office/drawing/2014/main" id="{0D3F267F-7E82-46E8-8A5A-D5103026EF3D}"/>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Tree>
    <p:extLst>
      <p:ext uri="{BB962C8B-B14F-4D97-AF65-F5344CB8AC3E}">
        <p14:creationId xmlns:p14="http://schemas.microsoft.com/office/powerpoint/2010/main" val="1900659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90"/>
                                        </p:tgtEl>
                                        <p:attrNameLst>
                                          <p:attrName>style.visibility</p:attrName>
                                        </p:attrNameLst>
                                      </p:cBhvr>
                                      <p:to>
                                        <p:strVal val="visible"/>
                                      </p:to>
                                    </p:set>
                                    <p:anim calcmode="lin" valueType="num">
                                      <p:cBhvr>
                                        <p:cTn id="7" dur="500" fill="hold"/>
                                        <p:tgtEl>
                                          <p:spTgt spid="90"/>
                                        </p:tgtEl>
                                        <p:attrNameLst>
                                          <p:attrName>ppt_w</p:attrName>
                                        </p:attrNameLst>
                                      </p:cBhvr>
                                      <p:tavLst>
                                        <p:tav tm="0">
                                          <p:val>
                                            <p:fltVal val="0"/>
                                          </p:val>
                                        </p:tav>
                                        <p:tav tm="100000">
                                          <p:val>
                                            <p:strVal val="#ppt_w"/>
                                          </p:val>
                                        </p:tav>
                                      </p:tavLst>
                                    </p:anim>
                                    <p:anim calcmode="lin" valueType="num">
                                      <p:cBhvr>
                                        <p:cTn id="8" dur="500" fill="hold"/>
                                        <p:tgtEl>
                                          <p:spTgt spid="90"/>
                                        </p:tgtEl>
                                        <p:attrNameLst>
                                          <p:attrName>ppt_h</p:attrName>
                                        </p:attrNameLst>
                                      </p:cBhvr>
                                      <p:tavLst>
                                        <p:tav tm="0">
                                          <p:val>
                                            <p:fltVal val="0"/>
                                          </p:val>
                                        </p:tav>
                                        <p:tav tm="100000">
                                          <p:val>
                                            <p:strVal val="#ppt_h"/>
                                          </p:val>
                                        </p:tav>
                                      </p:tavLst>
                                    </p:anim>
                                    <p:animEffect transition="in" filter="fade">
                                      <p:cBhvr>
                                        <p:cTn id="9" dur="5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6</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4" name="Group 150"/>
          <p:cNvGrpSpPr>
            <a:grpSpLocks/>
          </p:cNvGrpSpPr>
          <p:nvPr/>
        </p:nvGrpSpPr>
        <p:grpSpPr bwMode="auto">
          <a:xfrm>
            <a:off x="3117082" y="1439537"/>
            <a:ext cx="876300" cy="454025"/>
            <a:chOff x="1512" y="503"/>
            <a:chExt cx="552" cy="286"/>
          </a:xfrm>
        </p:grpSpPr>
        <p:sp>
          <p:nvSpPr>
            <p:cNvPr id="135" name="Rectangle 151"/>
            <p:cNvSpPr>
              <a:spLocks noChangeArrowheads="1"/>
            </p:cNvSpPr>
            <p:nvPr/>
          </p:nvSpPr>
          <p:spPr bwMode="auto">
            <a:xfrm>
              <a:off x="1741" y="516"/>
              <a:ext cx="323" cy="273"/>
            </a:xfrm>
            <a:prstGeom prst="rect">
              <a:avLst/>
            </a:prstGeom>
            <a:solidFill>
              <a:srgbClr val="800080">
                <a:alpha val="3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a:solidFill>
                    <a:prstClr val="black"/>
                  </a:solidFill>
                  <a:latin typeface="Times New Roman" panose="02020603050405020304" pitchFamily="18" charset="0"/>
                  <a:ea typeface="宋体" panose="02010600030101010101" pitchFamily="2" charset="-122"/>
                </a:rPr>
                <a:t>3</a:t>
              </a:r>
            </a:p>
          </p:txBody>
        </p:sp>
        <p:sp>
          <p:nvSpPr>
            <p:cNvPr id="136" name="Text Box 152"/>
            <p:cNvSpPr txBox="1">
              <a:spLocks noChangeArrowheads="1"/>
            </p:cNvSpPr>
            <p:nvPr/>
          </p:nvSpPr>
          <p:spPr bwMode="auto">
            <a:xfrm>
              <a:off x="1512" y="503"/>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sp>
        <p:nvSpPr>
          <p:cNvPr id="137" name="Freeform 170"/>
          <p:cNvSpPr>
            <a:spLocks/>
          </p:cNvSpPr>
          <p:nvPr/>
        </p:nvSpPr>
        <p:spPr bwMode="auto">
          <a:xfrm>
            <a:off x="3996557" y="1682403"/>
            <a:ext cx="1079500" cy="1007906"/>
          </a:xfrm>
          <a:custGeom>
            <a:avLst/>
            <a:gdLst>
              <a:gd name="T0" fmla="*/ 0 w 680"/>
              <a:gd name="T1" fmla="*/ 0 h 1044"/>
              <a:gd name="T2" fmla="*/ 408 w 680"/>
              <a:gd name="T3" fmla="*/ 0 h 1044"/>
              <a:gd name="T4" fmla="*/ 408 w 680"/>
              <a:gd name="T5" fmla="*/ 1044 h 1044"/>
              <a:gd name="T6" fmla="*/ 680 w 680"/>
              <a:gd name="T7" fmla="*/ 1044 h 1044"/>
              <a:gd name="T8" fmla="*/ 0 60000 65536"/>
              <a:gd name="T9" fmla="*/ 0 60000 65536"/>
              <a:gd name="T10" fmla="*/ 0 60000 65536"/>
              <a:gd name="T11" fmla="*/ 0 60000 65536"/>
              <a:gd name="T12" fmla="*/ 0 w 680"/>
              <a:gd name="T13" fmla="*/ 0 h 1044"/>
              <a:gd name="T14" fmla="*/ 680 w 680"/>
              <a:gd name="T15" fmla="*/ 1044 h 1044"/>
            </a:gdLst>
            <a:ahLst/>
            <a:cxnLst>
              <a:cxn ang="T8">
                <a:pos x="T0" y="T1"/>
              </a:cxn>
              <a:cxn ang="T9">
                <a:pos x="T2" y="T3"/>
              </a:cxn>
              <a:cxn ang="T10">
                <a:pos x="T4" y="T5"/>
              </a:cxn>
              <a:cxn ang="T11">
                <a:pos x="T6" y="T7"/>
              </a:cxn>
            </a:cxnLst>
            <a:rect l="T12" t="T13" r="T14" b="T15"/>
            <a:pathLst>
              <a:path w="680" h="1044">
                <a:moveTo>
                  <a:pt x="0" y="0"/>
                </a:moveTo>
                <a:lnTo>
                  <a:pt x="408" y="0"/>
                </a:lnTo>
                <a:lnTo>
                  <a:pt x="408" y="1044"/>
                </a:lnTo>
                <a:lnTo>
                  <a:pt x="680" y="1044"/>
                </a:lnTo>
              </a:path>
            </a:pathLst>
          </a:custGeom>
          <a:noFill/>
          <a:ln w="19050" cap="flat" cmpd="sng">
            <a:solidFill>
              <a:srgbClr val="9900CC"/>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70"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sp>
        <p:nvSpPr>
          <p:cNvPr id="106" name="矩形 105">
            <a:extLst>
              <a:ext uri="{FF2B5EF4-FFF2-40B4-BE49-F238E27FC236}">
                <a16:creationId xmlns:a16="http://schemas.microsoft.com/office/drawing/2014/main" id="{0DF9C9A2-D511-474C-B1BB-135B9CEBA96F}"/>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07" name="矩形 106">
            <a:extLst>
              <a:ext uri="{FF2B5EF4-FFF2-40B4-BE49-F238E27FC236}">
                <a16:creationId xmlns:a16="http://schemas.microsoft.com/office/drawing/2014/main" id="{3AE521B2-CC65-4D32-825B-5C5EE852DC47}"/>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08" name="矩形 107">
            <a:extLst>
              <a:ext uri="{FF2B5EF4-FFF2-40B4-BE49-F238E27FC236}">
                <a16:creationId xmlns:a16="http://schemas.microsoft.com/office/drawing/2014/main" id="{9074A4E5-E1AD-4936-A91D-D65C6C144BED}"/>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Tree>
    <p:extLst>
      <p:ext uri="{BB962C8B-B14F-4D97-AF65-F5344CB8AC3E}">
        <p14:creationId xmlns:p14="http://schemas.microsoft.com/office/powerpoint/2010/main" val="3691394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04"/>
                                        </p:tgtEl>
                                        <p:attrNameLst>
                                          <p:attrName>style.visibility</p:attrName>
                                        </p:attrNameLst>
                                      </p:cBhvr>
                                      <p:to>
                                        <p:strVal val="visible"/>
                                      </p:to>
                                    </p:set>
                                    <p:anim calcmode="lin" valueType="num">
                                      <p:cBhvr>
                                        <p:cTn id="7" dur="500" fill="hold"/>
                                        <p:tgtEl>
                                          <p:spTgt spid="104"/>
                                        </p:tgtEl>
                                        <p:attrNameLst>
                                          <p:attrName>ppt_w</p:attrName>
                                        </p:attrNameLst>
                                      </p:cBhvr>
                                      <p:tavLst>
                                        <p:tav tm="0">
                                          <p:val>
                                            <p:fltVal val="0"/>
                                          </p:val>
                                        </p:tav>
                                        <p:tav tm="100000">
                                          <p:val>
                                            <p:strVal val="#ppt_w"/>
                                          </p:val>
                                        </p:tav>
                                      </p:tavLst>
                                    </p:anim>
                                    <p:anim calcmode="lin" valueType="num">
                                      <p:cBhvr>
                                        <p:cTn id="8" dur="500" fill="hold"/>
                                        <p:tgtEl>
                                          <p:spTgt spid="104"/>
                                        </p:tgtEl>
                                        <p:attrNameLst>
                                          <p:attrName>ppt_h</p:attrName>
                                        </p:attrNameLst>
                                      </p:cBhvr>
                                      <p:tavLst>
                                        <p:tav tm="0">
                                          <p:val>
                                            <p:fltVal val="0"/>
                                          </p:val>
                                        </p:tav>
                                        <p:tav tm="100000">
                                          <p:val>
                                            <p:strVal val="#ppt_h"/>
                                          </p:val>
                                        </p:tav>
                                      </p:tavLst>
                                    </p:anim>
                                    <p:animEffect transition="in" filter="fade">
                                      <p:cBhvr>
                                        <p:cTn id="9" dur="500"/>
                                        <p:tgtEl>
                                          <p:spTgt spid="104"/>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134"/>
                                        </p:tgtEl>
                                        <p:attrNameLst>
                                          <p:attrName>style.visibility</p:attrName>
                                        </p:attrNameLst>
                                      </p:cBhvr>
                                      <p:to>
                                        <p:strVal val="visible"/>
                                      </p:to>
                                    </p:set>
                                    <p:anim calcmode="lin" valueType="num">
                                      <p:cBhvr>
                                        <p:cTn id="14" dur="500" fill="hold"/>
                                        <p:tgtEl>
                                          <p:spTgt spid="134"/>
                                        </p:tgtEl>
                                        <p:attrNameLst>
                                          <p:attrName>ppt_w</p:attrName>
                                        </p:attrNameLst>
                                      </p:cBhvr>
                                      <p:tavLst>
                                        <p:tav tm="0">
                                          <p:val>
                                            <p:fltVal val="0"/>
                                          </p:val>
                                        </p:tav>
                                        <p:tav tm="100000">
                                          <p:val>
                                            <p:strVal val="#ppt_w"/>
                                          </p:val>
                                        </p:tav>
                                      </p:tavLst>
                                    </p:anim>
                                    <p:anim calcmode="lin" valueType="num">
                                      <p:cBhvr>
                                        <p:cTn id="15" dur="500" fill="hold"/>
                                        <p:tgtEl>
                                          <p:spTgt spid="134"/>
                                        </p:tgtEl>
                                        <p:attrNameLst>
                                          <p:attrName>ppt_h</p:attrName>
                                        </p:attrNameLst>
                                      </p:cBhvr>
                                      <p:tavLst>
                                        <p:tav tm="0">
                                          <p:val>
                                            <p:fltVal val="0"/>
                                          </p:val>
                                        </p:tav>
                                        <p:tav tm="100000">
                                          <p:val>
                                            <p:strVal val="#ppt_h"/>
                                          </p:val>
                                        </p:tav>
                                      </p:tavLst>
                                    </p:anim>
                                    <p:animEffect transition="in" filter="fade">
                                      <p:cBhvr>
                                        <p:cTn id="16" dur="500"/>
                                        <p:tgtEl>
                                          <p:spTgt spid="134"/>
                                        </p:tgtEl>
                                      </p:cBhvr>
                                    </p:animEffect>
                                  </p:childTnLst>
                                </p:cTn>
                              </p:par>
                              <p:par>
                                <p:cTn id="17" presetID="53" presetClass="entr" presetSubtype="16" fill="hold" grpId="0" nodeType="withEffect">
                                  <p:stCondLst>
                                    <p:cond delay="0"/>
                                  </p:stCondLst>
                                  <p:childTnLst>
                                    <p:set>
                                      <p:cBhvr>
                                        <p:cTn id="18" dur="1" fill="hold">
                                          <p:stCondLst>
                                            <p:cond delay="0"/>
                                          </p:stCondLst>
                                        </p:cTn>
                                        <p:tgtEl>
                                          <p:spTgt spid="137"/>
                                        </p:tgtEl>
                                        <p:attrNameLst>
                                          <p:attrName>style.visibility</p:attrName>
                                        </p:attrNameLst>
                                      </p:cBhvr>
                                      <p:to>
                                        <p:strVal val="visible"/>
                                      </p:to>
                                    </p:set>
                                    <p:anim calcmode="lin" valueType="num">
                                      <p:cBhvr>
                                        <p:cTn id="19" dur="500" fill="hold"/>
                                        <p:tgtEl>
                                          <p:spTgt spid="137"/>
                                        </p:tgtEl>
                                        <p:attrNameLst>
                                          <p:attrName>ppt_w</p:attrName>
                                        </p:attrNameLst>
                                      </p:cBhvr>
                                      <p:tavLst>
                                        <p:tav tm="0">
                                          <p:val>
                                            <p:fltVal val="0"/>
                                          </p:val>
                                        </p:tav>
                                        <p:tav tm="100000">
                                          <p:val>
                                            <p:strVal val="#ppt_w"/>
                                          </p:val>
                                        </p:tav>
                                      </p:tavLst>
                                    </p:anim>
                                    <p:anim calcmode="lin" valueType="num">
                                      <p:cBhvr>
                                        <p:cTn id="20" dur="500" fill="hold"/>
                                        <p:tgtEl>
                                          <p:spTgt spid="137"/>
                                        </p:tgtEl>
                                        <p:attrNameLst>
                                          <p:attrName>ppt_h</p:attrName>
                                        </p:attrNameLst>
                                      </p:cBhvr>
                                      <p:tavLst>
                                        <p:tav tm="0">
                                          <p:val>
                                            <p:fltVal val="0"/>
                                          </p:val>
                                        </p:tav>
                                        <p:tav tm="100000">
                                          <p:val>
                                            <p:strVal val="#ppt_h"/>
                                          </p:val>
                                        </p:tav>
                                      </p:tavLst>
                                    </p:anim>
                                    <p:animEffect transition="in" filter="fade">
                                      <p:cBhvr>
                                        <p:cTn id="21" dur="500"/>
                                        <p:tgtEl>
                                          <p:spTgt spid="137"/>
                                        </p:tgtEl>
                                      </p:cBhvr>
                                    </p:animEffect>
                                  </p:childTnLst>
                                </p:cTn>
                              </p:par>
                              <p:par>
                                <p:cTn id="22" presetID="53" presetClass="entr" presetSubtype="16" fill="hold" nodeType="withEffect">
                                  <p:stCondLst>
                                    <p:cond delay="0"/>
                                  </p:stCondLst>
                                  <p:childTnLst>
                                    <p:set>
                                      <p:cBhvr>
                                        <p:cTn id="23" dur="1" fill="hold">
                                          <p:stCondLst>
                                            <p:cond delay="0"/>
                                          </p:stCondLst>
                                        </p:cTn>
                                        <p:tgtEl>
                                          <p:spTgt spid="161"/>
                                        </p:tgtEl>
                                        <p:attrNameLst>
                                          <p:attrName>style.visibility</p:attrName>
                                        </p:attrNameLst>
                                      </p:cBhvr>
                                      <p:to>
                                        <p:strVal val="visible"/>
                                      </p:to>
                                    </p:set>
                                    <p:anim calcmode="lin" valueType="num">
                                      <p:cBhvr>
                                        <p:cTn id="24" dur="500" fill="hold"/>
                                        <p:tgtEl>
                                          <p:spTgt spid="161"/>
                                        </p:tgtEl>
                                        <p:attrNameLst>
                                          <p:attrName>ppt_w</p:attrName>
                                        </p:attrNameLst>
                                      </p:cBhvr>
                                      <p:tavLst>
                                        <p:tav tm="0">
                                          <p:val>
                                            <p:fltVal val="0"/>
                                          </p:val>
                                        </p:tav>
                                        <p:tav tm="100000">
                                          <p:val>
                                            <p:strVal val="#ppt_w"/>
                                          </p:val>
                                        </p:tav>
                                      </p:tavLst>
                                    </p:anim>
                                    <p:anim calcmode="lin" valueType="num">
                                      <p:cBhvr>
                                        <p:cTn id="25" dur="500" fill="hold"/>
                                        <p:tgtEl>
                                          <p:spTgt spid="161"/>
                                        </p:tgtEl>
                                        <p:attrNameLst>
                                          <p:attrName>ppt_h</p:attrName>
                                        </p:attrNameLst>
                                      </p:cBhvr>
                                      <p:tavLst>
                                        <p:tav tm="0">
                                          <p:val>
                                            <p:fltVal val="0"/>
                                          </p:val>
                                        </p:tav>
                                        <p:tav tm="100000">
                                          <p:val>
                                            <p:strVal val="#ppt_h"/>
                                          </p:val>
                                        </p:tav>
                                      </p:tavLst>
                                    </p:anim>
                                    <p:animEffect transition="in" filter="fade">
                                      <p:cBhvr>
                                        <p:cTn id="26" dur="500"/>
                                        <p:tgtEl>
                                          <p:spTgt spid="161"/>
                                        </p:tgtEl>
                                      </p:cBhvr>
                                    </p:animEffect>
                                  </p:childTnLst>
                                </p:cTn>
                              </p:par>
                              <p:par>
                                <p:cTn id="27" presetID="53" presetClass="entr" presetSubtype="16" fill="hold" grpId="0" nodeType="withEffect">
                                  <p:stCondLst>
                                    <p:cond delay="0"/>
                                  </p:stCondLst>
                                  <p:childTnLst>
                                    <p:set>
                                      <p:cBhvr>
                                        <p:cTn id="28" dur="1" fill="hold">
                                          <p:stCondLst>
                                            <p:cond delay="0"/>
                                          </p:stCondLst>
                                        </p:cTn>
                                        <p:tgtEl>
                                          <p:spTgt spid="168"/>
                                        </p:tgtEl>
                                        <p:attrNameLst>
                                          <p:attrName>style.visibility</p:attrName>
                                        </p:attrNameLst>
                                      </p:cBhvr>
                                      <p:to>
                                        <p:strVal val="visible"/>
                                      </p:to>
                                    </p:set>
                                    <p:anim calcmode="lin" valueType="num">
                                      <p:cBhvr>
                                        <p:cTn id="29" dur="500" fill="hold"/>
                                        <p:tgtEl>
                                          <p:spTgt spid="168"/>
                                        </p:tgtEl>
                                        <p:attrNameLst>
                                          <p:attrName>ppt_w</p:attrName>
                                        </p:attrNameLst>
                                      </p:cBhvr>
                                      <p:tavLst>
                                        <p:tav tm="0">
                                          <p:val>
                                            <p:fltVal val="0"/>
                                          </p:val>
                                        </p:tav>
                                        <p:tav tm="100000">
                                          <p:val>
                                            <p:strVal val="#ppt_w"/>
                                          </p:val>
                                        </p:tav>
                                      </p:tavLst>
                                    </p:anim>
                                    <p:anim calcmode="lin" valueType="num">
                                      <p:cBhvr>
                                        <p:cTn id="30" dur="500" fill="hold"/>
                                        <p:tgtEl>
                                          <p:spTgt spid="168"/>
                                        </p:tgtEl>
                                        <p:attrNameLst>
                                          <p:attrName>ppt_h</p:attrName>
                                        </p:attrNameLst>
                                      </p:cBhvr>
                                      <p:tavLst>
                                        <p:tav tm="0">
                                          <p:val>
                                            <p:fltVal val="0"/>
                                          </p:val>
                                        </p:tav>
                                        <p:tav tm="100000">
                                          <p:val>
                                            <p:strVal val="#ppt_h"/>
                                          </p:val>
                                        </p:tav>
                                      </p:tavLst>
                                    </p:anim>
                                    <p:animEffect transition="in" filter="fade">
                                      <p:cBhvr>
                                        <p:cTn id="31" dur="500"/>
                                        <p:tgtEl>
                                          <p:spTgt spid="168"/>
                                        </p:tgtEl>
                                      </p:cBhvr>
                                    </p:animEffect>
                                  </p:childTnLst>
                                </p:cTn>
                              </p:par>
                              <p:par>
                                <p:cTn id="32" presetID="53" presetClass="entr" presetSubtype="16" fill="hold" grpId="0" nodeType="withEffect">
                                  <p:stCondLst>
                                    <p:cond delay="0"/>
                                  </p:stCondLst>
                                  <p:childTnLst>
                                    <p:set>
                                      <p:cBhvr>
                                        <p:cTn id="33" dur="1" fill="hold">
                                          <p:stCondLst>
                                            <p:cond delay="0"/>
                                          </p:stCondLst>
                                        </p:cTn>
                                        <p:tgtEl>
                                          <p:spTgt spid="169"/>
                                        </p:tgtEl>
                                        <p:attrNameLst>
                                          <p:attrName>style.visibility</p:attrName>
                                        </p:attrNameLst>
                                      </p:cBhvr>
                                      <p:to>
                                        <p:strVal val="visible"/>
                                      </p:to>
                                    </p:set>
                                    <p:anim calcmode="lin" valueType="num">
                                      <p:cBhvr>
                                        <p:cTn id="34" dur="500" fill="hold"/>
                                        <p:tgtEl>
                                          <p:spTgt spid="169"/>
                                        </p:tgtEl>
                                        <p:attrNameLst>
                                          <p:attrName>ppt_w</p:attrName>
                                        </p:attrNameLst>
                                      </p:cBhvr>
                                      <p:tavLst>
                                        <p:tav tm="0">
                                          <p:val>
                                            <p:fltVal val="0"/>
                                          </p:val>
                                        </p:tav>
                                        <p:tav tm="100000">
                                          <p:val>
                                            <p:strVal val="#ppt_w"/>
                                          </p:val>
                                        </p:tav>
                                      </p:tavLst>
                                    </p:anim>
                                    <p:anim calcmode="lin" valueType="num">
                                      <p:cBhvr>
                                        <p:cTn id="35" dur="500" fill="hold"/>
                                        <p:tgtEl>
                                          <p:spTgt spid="169"/>
                                        </p:tgtEl>
                                        <p:attrNameLst>
                                          <p:attrName>ppt_h</p:attrName>
                                        </p:attrNameLst>
                                      </p:cBhvr>
                                      <p:tavLst>
                                        <p:tav tm="0">
                                          <p:val>
                                            <p:fltVal val="0"/>
                                          </p:val>
                                        </p:tav>
                                        <p:tav tm="100000">
                                          <p:val>
                                            <p:strVal val="#ppt_h"/>
                                          </p:val>
                                        </p:tav>
                                      </p:tavLst>
                                    </p:anim>
                                    <p:animEffect transition="in" filter="fade">
                                      <p:cBhvr>
                                        <p:cTn id="36" dur="500"/>
                                        <p:tgtEl>
                                          <p:spTgt spid="169"/>
                                        </p:tgtEl>
                                      </p:cBhvr>
                                    </p:animEffect>
                                  </p:childTnLst>
                                </p:cTn>
                              </p:par>
                              <p:par>
                                <p:cTn id="37" presetID="53" presetClass="entr" presetSubtype="16" fill="hold" grpId="0" nodeType="withEffect">
                                  <p:stCondLst>
                                    <p:cond delay="0"/>
                                  </p:stCondLst>
                                  <p:childTnLst>
                                    <p:set>
                                      <p:cBhvr>
                                        <p:cTn id="38" dur="1" fill="hold">
                                          <p:stCondLst>
                                            <p:cond delay="0"/>
                                          </p:stCondLst>
                                        </p:cTn>
                                        <p:tgtEl>
                                          <p:spTgt spid="108"/>
                                        </p:tgtEl>
                                        <p:attrNameLst>
                                          <p:attrName>style.visibility</p:attrName>
                                        </p:attrNameLst>
                                      </p:cBhvr>
                                      <p:to>
                                        <p:strVal val="visible"/>
                                      </p:to>
                                    </p:set>
                                    <p:anim calcmode="lin" valueType="num">
                                      <p:cBhvr>
                                        <p:cTn id="39" dur="500" fill="hold"/>
                                        <p:tgtEl>
                                          <p:spTgt spid="108"/>
                                        </p:tgtEl>
                                        <p:attrNameLst>
                                          <p:attrName>ppt_w</p:attrName>
                                        </p:attrNameLst>
                                      </p:cBhvr>
                                      <p:tavLst>
                                        <p:tav tm="0">
                                          <p:val>
                                            <p:fltVal val="0"/>
                                          </p:val>
                                        </p:tav>
                                        <p:tav tm="100000">
                                          <p:val>
                                            <p:strVal val="#ppt_w"/>
                                          </p:val>
                                        </p:tav>
                                      </p:tavLst>
                                    </p:anim>
                                    <p:anim calcmode="lin" valueType="num">
                                      <p:cBhvr>
                                        <p:cTn id="40" dur="500" fill="hold"/>
                                        <p:tgtEl>
                                          <p:spTgt spid="108"/>
                                        </p:tgtEl>
                                        <p:attrNameLst>
                                          <p:attrName>ppt_h</p:attrName>
                                        </p:attrNameLst>
                                      </p:cBhvr>
                                      <p:tavLst>
                                        <p:tav tm="0">
                                          <p:val>
                                            <p:fltVal val="0"/>
                                          </p:val>
                                        </p:tav>
                                        <p:tav tm="100000">
                                          <p:val>
                                            <p:strVal val="#ppt_h"/>
                                          </p:val>
                                        </p:tav>
                                      </p:tavLst>
                                    </p:anim>
                                    <p:animEffect transition="in" filter="fade">
                                      <p:cBhvr>
                                        <p:cTn id="41" dur="500"/>
                                        <p:tgtEl>
                                          <p:spTgt spid="108"/>
                                        </p:tgtEl>
                                      </p:cBhvr>
                                    </p:animEffect>
                                  </p:childTnLst>
                                </p:cTn>
                              </p:par>
                            </p:childTnLst>
                          </p:cTn>
                        </p:par>
                      </p:childTnLst>
                    </p:cTn>
                  </p:par>
                  <p:par>
                    <p:cTn id="42" fill="hold">
                      <p:stCondLst>
                        <p:cond delay="indefinite"/>
                      </p:stCondLst>
                      <p:childTnLst>
                        <p:par>
                          <p:cTn id="43" fill="hold">
                            <p:stCondLst>
                              <p:cond delay="0"/>
                            </p:stCondLst>
                            <p:childTnLst>
                              <p:par>
                                <p:cTn id="44" presetID="53" presetClass="entr" presetSubtype="16" fill="hold" nodeType="clickEffect">
                                  <p:stCondLst>
                                    <p:cond delay="0"/>
                                  </p:stCondLst>
                                  <p:childTnLst>
                                    <p:set>
                                      <p:cBhvr>
                                        <p:cTn id="45" dur="1" fill="hold">
                                          <p:stCondLst>
                                            <p:cond delay="0"/>
                                          </p:stCondLst>
                                        </p:cTn>
                                        <p:tgtEl>
                                          <p:spTgt spid="138"/>
                                        </p:tgtEl>
                                        <p:attrNameLst>
                                          <p:attrName>style.visibility</p:attrName>
                                        </p:attrNameLst>
                                      </p:cBhvr>
                                      <p:to>
                                        <p:strVal val="visible"/>
                                      </p:to>
                                    </p:set>
                                    <p:anim calcmode="lin" valueType="num">
                                      <p:cBhvr>
                                        <p:cTn id="46" dur="500" fill="hold"/>
                                        <p:tgtEl>
                                          <p:spTgt spid="138"/>
                                        </p:tgtEl>
                                        <p:attrNameLst>
                                          <p:attrName>ppt_w</p:attrName>
                                        </p:attrNameLst>
                                      </p:cBhvr>
                                      <p:tavLst>
                                        <p:tav tm="0">
                                          <p:val>
                                            <p:fltVal val="0"/>
                                          </p:val>
                                        </p:tav>
                                        <p:tav tm="100000">
                                          <p:val>
                                            <p:strVal val="#ppt_w"/>
                                          </p:val>
                                        </p:tav>
                                      </p:tavLst>
                                    </p:anim>
                                    <p:anim calcmode="lin" valueType="num">
                                      <p:cBhvr>
                                        <p:cTn id="47" dur="500" fill="hold"/>
                                        <p:tgtEl>
                                          <p:spTgt spid="138"/>
                                        </p:tgtEl>
                                        <p:attrNameLst>
                                          <p:attrName>ppt_h</p:attrName>
                                        </p:attrNameLst>
                                      </p:cBhvr>
                                      <p:tavLst>
                                        <p:tav tm="0">
                                          <p:val>
                                            <p:fltVal val="0"/>
                                          </p:val>
                                        </p:tav>
                                        <p:tav tm="100000">
                                          <p:val>
                                            <p:strVal val="#ppt_h"/>
                                          </p:val>
                                        </p:tav>
                                      </p:tavLst>
                                    </p:anim>
                                    <p:animEffect transition="in" filter="fade">
                                      <p:cBhvr>
                                        <p:cTn id="48" dur="500"/>
                                        <p:tgtEl>
                                          <p:spTgt spid="1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37" grpId="0" animBg="1"/>
      <p:bldP spid="168" grpId="0"/>
      <p:bldP spid="169" grpId="0"/>
      <p:bldP spid="108" grpId="0"/>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6</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4" name="Group 150"/>
          <p:cNvGrpSpPr>
            <a:grpSpLocks/>
          </p:cNvGrpSpPr>
          <p:nvPr/>
        </p:nvGrpSpPr>
        <p:grpSpPr bwMode="auto">
          <a:xfrm>
            <a:off x="3117082" y="1439537"/>
            <a:ext cx="876300" cy="454025"/>
            <a:chOff x="1512" y="503"/>
            <a:chExt cx="552" cy="286"/>
          </a:xfrm>
        </p:grpSpPr>
        <p:sp>
          <p:nvSpPr>
            <p:cNvPr id="135" name="Rectangle 151"/>
            <p:cNvSpPr>
              <a:spLocks noChangeArrowheads="1"/>
            </p:cNvSpPr>
            <p:nvPr/>
          </p:nvSpPr>
          <p:spPr bwMode="auto">
            <a:xfrm>
              <a:off x="1741" y="516"/>
              <a:ext cx="323" cy="273"/>
            </a:xfrm>
            <a:prstGeom prst="rect">
              <a:avLst/>
            </a:prstGeom>
            <a:solidFill>
              <a:srgbClr val="800080">
                <a:alpha val="3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a:solidFill>
                    <a:prstClr val="black"/>
                  </a:solidFill>
                  <a:latin typeface="Times New Roman" panose="02020603050405020304" pitchFamily="18" charset="0"/>
                  <a:ea typeface="宋体" panose="02010600030101010101" pitchFamily="2" charset="-122"/>
                </a:rPr>
                <a:t>3</a:t>
              </a:r>
            </a:p>
          </p:txBody>
        </p:sp>
        <p:sp>
          <p:nvSpPr>
            <p:cNvPr id="136" name="Text Box 152"/>
            <p:cNvSpPr txBox="1">
              <a:spLocks noChangeArrowheads="1"/>
            </p:cNvSpPr>
            <p:nvPr/>
          </p:nvSpPr>
          <p:spPr bwMode="auto">
            <a:xfrm>
              <a:off x="1512" y="503"/>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sp>
        <p:nvSpPr>
          <p:cNvPr id="137" name="Freeform 170"/>
          <p:cNvSpPr>
            <a:spLocks/>
          </p:cNvSpPr>
          <p:nvPr/>
        </p:nvSpPr>
        <p:spPr bwMode="auto">
          <a:xfrm>
            <a:off x="3996557" y="1682403"/>
            <a:ext cx="1079500" cy="1007906"/>
          </a:xfrm>
          <a:custGeom>
            <a:avLst/>
            <a:gdLst>
              <a:gd name="T0" fmla="*/ 0 w 680"/>
              <a:gd name="T1" fmla="*/ 0 h 1044"/>
              <a:gd name="T2" fmla="*/ 408 w 680"/>
              <a:gd name="T3" fmla="*/ 0 h 1044"/>
              <a:gd name="T4" fmla="*/ 408 w 680"/>
              <a:gd name="T5" fmla="*/ 1044 h 1044"/>
              <a:gd name="T6" fmla="*/ 680 w 680"/>
              <a:gd name="T7" fmla="*/ 1044 h 1044"/>
              <a:gd name="T8" fmla="*/ 0 60000 65536"/>
              <a:gd name="T9" fmla="*/ 0 60000 65536"/>
              <a:gd name="T10" fmla="*/ 0 60000 65536"/>
              <a:gd name="T11" fmla="*/ 0 60000 65536"/>
              <a:gd name="T12" fmla="*/ 0 w 680"/>
              <a:gd name="T13" fmla="*/ 0 h 1044"/>
              <a:gd name="T14" fmla="*/ 680 w 680"/>
              <a:gd name="T15" fmla="*/ 1044 h 1044"/>
            </a:gdLst>
            <a:ahLst/>
            <a:cxnLst>
              <a:cxn ang="T8">
                <a:pos x="T0" y="T1"/>
              </a:cxn>
              <a:cxn ang="T9">
                <a:pos x="T2" y="T3"/>
              </a:cxn>
              <a:cxn ang="T10">
                <a:pos x="T4" y="T5"/>
              </a:cxn>
              <a:cxn ang="T11">
                <a:pos x="T6" y="T7"/>
              </a:cxn>
            </a:cxnLst>
            <a:rect l="T12" t="T13" r="T14" b="T15"/>
            <a:pathLst>
              <a:path w="680" h="1044">
                <a:moveTo>
                  <a:pt x="0" y="0"/>
                </a:moveTo>
                <a:lnTo>
                  <a:pt x="408" y="0"/>
                </a:lnTo>
                <a:lnTo>
                  <a:pt x="408" y="1044"/>
                </a:lnTo>
                <a:lnTo>
                  <a:pt x="680" y="1044"/>
                </a:lnTo>
              </a:path>
            </a:pathLst>
          </a:custGeom>
          <a:noFill/>
          <a:ln w="19050" cap="flat" cmpd="sng">
            <a:solidFill>
              <a:srgbClr val="9900CC"/>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7</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7</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sp>
        <p:nvSpPr>
          <p:cNvPr id="110"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sp>
        <p:nvSpPr>
          <p:cNvPr id="111" name="矩形 110">
            <a:extLst>
              <a:ext uri="{FF2B5EF4-FFF2-40B4-BE49-F238E27FC236}">
                <a16:creationId xmlns:a16="http://schemas.microsoft.com/office/drawing/2014/main" id="{8670810F-7FCA-4396-9C3A-525F2AD6CB6B}"/>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12" name="矩形 111">
            <a:extLst>
              <a:ext uri="{FF2B5EF4-FFF2-40B4-BE49-F238E27FC236}">
                <a16:creationId xmlns:a16="http://schemas.microsoft.com/office/drawing/2014/main" id="{A59B3E52-AE61-42F5-81FC-1FAD7454833F}"/>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13" name="矩形 112">
            <a:extLst>
              <a:ext uri="{FF2B5EF4-FFF2-40B4-BE49-F238E27FC236}">
                <a16:creationId xmlns:a16="http://schemas.microsoft.com/office/drawing/2014/main" id="{A99DBAB2-DB9B-4C3F-942D-134145E7FEDF}"/>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Tree>
    <p:extLst>
      <p:ext uri="{BB962C8B-B14F-4D97-AF65-F5344CB8AC3E}">
        <p14:creationId xmlns:p14="http://schemas.microsoft.com/office/powerpoint/2010/main" val="989998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68"/>
                                        </p:tgtEl>
                                        <p:attrNameLst>
                                          <p:attrName>style.visibility</p:attrName>
                                        </p:attrNameLst>
                                      </p:cBhvr>
                                      <p:to>
                                        <p:strVal val="visible"/>
                                      </p:to>
                                    </p:set>
                                    <p:anim calcmode="lin" valueType="num">
                                      <p:cBhvr>
                                        <p:cTn id="7" dur="500" fill="hold"/>
                                        <p:tgtEl>
                                          <p:spTgt spid="168"/>
                                        </p:tgtEl>
                                        <p:attrNameLst>
                                          <p:attrName>ppt_w</p:attrName>
                                        </p:attrNameLst>
                                      </p:cBhvr>
                                      <p:tavLst>
                                        <p:tav tm="0">
                                          <p:val>
                                            <p:fltVal val="0"/>
                                          </p:val>
                                        </p:tav>
                                        <p:tav tm="100000">
                                          <p:val>
                                            <p:strVal val="#ppt_w"/>
                                          </p:val>
                                        </p:tav>
                                      </p:tavLst>
                                    </p:anim>
                                    <p:anim calcmode="lin" valueType="num">
                                      <p:cBhvr>
                                        <p:cTn id="8" dur="500" fill="hold"/>
                                        <p:tgtEl>
                                          <p:spTgt spid="168"/>
                                        </p:tgtEl>
                                        <p:attrNameLst>
                                          <p:attrName>ppt_h</p:attrName>
                                        </p:attrNameLst>
                                      </p:cBhvr>
                                      <p:tavLst>
                                        <p:tav tm="0">
                                          <p:val>
                                            <p:fltVal val="0"/>
                                          </p:val>
                                        </p:tav>
                                        <p:tav tm="100000">
                                          <p:val>
                                            <p:strVal val="#ppt_h"/>
                                          </p:val>
                                        </p:tav>
                                      </p:tavLst>
                                    </p:anim>
                                    <p:animEffect transition="in" filter="fade">
                                      <p:cBhvr>
                                        <p:cTn id="9" dur="500"/>
                                        <p:tgtEl>
                                          <p:spTgt spid="168"/>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169"/>
                                        </p:tgtEl>
                                        <p:attrNameLst>
                                          <p:attrName>style.visibility</p:attrName>
                                        </p:attrNameLst>
                                      </p:cBhvr>
                                      <p:to>
                                        <p:strVal val="visible"/>
                                      </p:to>
                                    </p:set>
                                    <p:anim calcmode="lin" valueType="num">
                                      <p:cBhvr>
                                        <p:cTn id="12" dur="500" fill="hold"/>
                                        <p:tgtEl>
                                          <p:spTgt spid="169"/>
                                        </p:tgtEl>
                                        <p:attrNameLst>
                                          <p:attrName>ppt_w</p:attrName>
                                        </p:attrNameLst>
                                      </p:cBhvr>
                                      <p:tavLst>
                                        <p:tav tm="0">
                                          <p:val>
                                            <p:fltVal val="0"/>
                                          </p:val>
                                        </p:tav>
                                        <p:tav tm="100000">
                                          <p:val>
                                            <p:strVal val="#ppt_w"/>
                                          </p:val>
                                        </p:tav>
                                      </p:tavLst>
                                    </p:anim>
                                    <p:anim calcmode="lin" valueType="num">
                                      <p:cBhvr>
                                        <p:cTn id="13" dur="500" fill="hold"/>
                                        <p:tgtEl>
                                          <p:spTgt spid="169"/>
                                        </p:tgtEl>
                                        <p:attrNameLst>
                                          <p:attrName>ppt_h</p:attrName>
                                        </p:attrNameLst>
                                      </p:cBhvr>
                                      <p:tavLst>
                                        <p:tav tm="0">
                                          <p:val>
                                            <p:fltVal val="0"/>
                                          </p:val>
                                        </p:tav>
                                        <p:tav tm="100000">
                                          <p:val>
                                            <p:strVal val="#ppt_h"/>
                                          </p:val>
                                        </p:tav>
                                      </p:tavLst>
                                    </p:anim>
                                    <p:animEffect transition="in" filter="fade">
                                      <p:cBhvr>
                                        <p:cTn id="14" dur="500"/>
                                        <p:tgtEl>
                                          <p:spTgt spid="169"/>
                                        </p:tgtEl>
                                      </p:cBhvr>
                                    </p:animEffect>
                                  </p:childTnLst>
                                </p:cTn>
                              </p:par>
                            </p:childTnLst>
                          </p:cTn>
                        </p:par>
                      </p:childTnLst>
                    </p:cTn>
                  </p:par>
                  <p:par>
                    <p:cTn id="15" fill="hold">
                      <p:stCondLst>
                        <p:cond delay="indefinite"/>
                      </p:stCondLst>
                      <p:childTnLst>
                        <p:par>
                          <p:cTn id="16" fill="hold">
                            <p:stCondLst>
                              <p:cond delay="0"/>
                            </p:stCondLst>
                            <p:childTnLst>
                              <p:par>
                                <p:cTn id="17" presetID="53" presetClass="entr" presetSubtype="16" fill="hold" nodeType="clickEffect">
                                  <p:stCondLst>
                                    <p:cond delay="0"/>
                                  </p:stCondLst>
                                  <p:childTnLst>
                                    <p:set>
                                      <p:cBhvr>
                                        <p:cTn id="18" dur="1" fill="hold">
                                          <p:stCondLst>
                                            <p:cond delay="0"/>
                                          </p:stCondLst>
                                        </p:cTn>
                                        <p:tgtEl>
                                          <p:spTgt spid="106"/>
                                        </p:tgtEl>
                                        <p:attrNameLst>
                                          <p:attrName>style.visibility</p:attrName>
                                        </p:attrNameLst>
                                      </p:cBhvr>
                                      <p:to>
                                        <p:strVal val="visible"/>
                                      </p:to>
                                    </p:set>
                                    <p:anim calcmode="lin" valueType="num">
                                      <p:cBhvr>
                                        <p:cTn id="19" dur="500" fill="hold"/>
                                        <p:tgtEl>
                                          <p:spTgt spid="106"/>
                                        </p:tgtEl>
                                        <p:attrNameLst>
                                          <p:attrName>ppt_w</p:attrName>
                                        </p:attrNameLst>
                                      </p:cBhvr>
                                      <p:tavLst>
                                        <p:tav tm="0">
                                          <p:val>
                                            <p:fltVal val="0"/>
                                          </p:val>
                                        </p:tav>
                                        <p:tav tm="100000">
                                          <p:val>
                                            <p:strVal val="#ppt_w"/>
                                          </p:val>
                                        </p:tav>
                                      </p:tavLst>
                                    </p:anim>
                                    <p:anim calcmode="lin" valueType="num">
                                      <p:cBhvr>
                                        <p:cTn id="20" dur="500" fill="hold"/>
                                        <p:tgtEl>
                                          <p:spTgt spid="106"/>
                                        </p:tgtEl>
                                        <p:attrNameLst>
                                          <p:attrName>ppt_h</p:attrName>
                                        </p:attrNameLst>
                                      </p:cBhvr>
                                      <p:tavLst>
                                        <p:tav tm="0">
                                          <p:val>
                                            <p:fltVal val="0"/>
                                          </p:val>
                                        </p:tav>
                                        <p:tav tm="100000">
                                          <p:val>
                                            <p:strVal val="#ppt_h"/>
                                          </p:val>
                                        </p:tav>
                                      </p:tavLst>
                                    </p:anim>
                                    <p:animEffect transition="in" filter="fade">
                                      <p:cBhvr>
                                        <p:cTn id="21"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8" grpId="0"/>
      <p:bldP spid="169"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6</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4" name="Group 150"/>
          <p:cNvGrpSpPr>
            <a:grpSpLocks/>
          </p:cNvGrpSpPr>
          <p:nvPr/>
        </p:nvGrpSpPr>
        <p:grpSpPr bwMode="auto">
          <a:xfrm>
            <a:off x="3117082" y="1439537"/>
            <a:ext cx="876300" cy="454025"/>
            <a:chOff x="1512" y="503"/>
            <a:chExt cx="552" cy="286"/>
          </a:xfrm>
        </p:grpSpPr>
        <p:sp>
          <p:nvSpPr>
            <p:cNvPr id="135" name="Rectangle 151"/>
            <p:cNvSpPr>
              <a:spLocks noChangeArrowheads="1"/>
            </p:cNvSpPr>
            <p:nvPr/>
          </p:nvSpPr>
          <p:spPr bwMode="auto">
            <a:xfrm>
              <a:off x="1741" y="516"/>
              <a:ext cx="323" cy="273"/>
            </a:xfrm>
            <a:prstGeom prst="rect">
              <a:avLst/>
            </a:prstGeom>
            <a:solidFill>
              <a:srgbClr val="800080">
                <a:alpha val="3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a:solidFill>
                    <a:prstClr val="black"/>
                  </a:solidFill>
                  <a:latin typeface="Times New Roman" panose="02020603050405020304" pitchFamily="18" charset="0"/>
                  <a:ea typeface="宋体" panose="02010600030101010101" pitchFamily="2" charset="-122"/>
                </a:rPr>
                <a:t>3</a:t>
              </a:r>
            </a:p>
          </p:txBody>
        </p:sp>
        <p:sp>
          <p:nvSpPr>
            <p:cNvPr id="136" name="Text Box 152"/>
            <p:cNvSpPr txBox="1">
              <a:spLocks noChangeArrowheads="1"/>
            </p:cNvSpPr>
            <p:nvPr/>
          </p:nvSpPr>
          <p:spPr bwMode="auto">
            <a:xfrm>
              <a:off x="1512" y="503"/>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sp>
        <p:nvSpPr>
          <p:cNvPr id="137" name="Freeform 170"/>
          <p:cNvSpPr>
            <a:spLocks/>
          </p:cNvSpPr>
          <p:nvPr/>
        </p:nvSpPr>
        <p:spPr bwMode="auto">
          <a:xfrm>
            <a:off x="3996557" y="1682403"/>
            <a:ext cx="1079500" cy="1007906"/>
          </a:xfrm>
          <a:custGeom>
            <a:avLst/>
            <a:gdLst>
              <a:gd name="T0" fmla="*/ 0 w 680"/>
              <a:gd name="T1" fmla="*/ 0 h 1044"/>
              <a:gd name="T2" fmla="*/ 408 w 680"/>
              <a:gd name="T3" fmla="*/ 0 h 1044"/>
              <a:gd name="T4" fmla="*/ 408 w 680"/>
              <a:gd name="T5" fmla="*/ 1044 h 1044"/>
              <a:gd name="T6" fmla="*/ 680 w 680"/>
              <a:gd name="T7" fmla="*/ 1044 h 1044"/>
              <a:gd name="T8" fmla="*/ 0 60000 65536"/>
              <a:gd name="T9" fmla="*/ 0 60000 65536"/>
              <a:gd name="T10" fmla="*/ 0 60000 65536"/>
              <a:gd name="T11" fmla="*/ 0 60000 65536"/>
              <a:gd name="T12" fmla="*/ 0 w 680"/>
              <a:gd name="T13" fmla="*/ 0 h 1044"/>
              <a:gd name="T14" fmla="*/ 680 w 680"/>
              <a:gd name="T15" fmla="*/ 1044 h 1044"/>
            </a:gdLst>
            <a:ahLst/>
            <a:cxnLst>
              <a:cxn ang="T8">
                <a:pos x="T0" y="T1"/>
              </a:cxn>
              <a:cxn ang="T9">
                <a:pos x="T2" y="T3"/>
              </a:cxn>
              <a:cxn ang="T10">
                <a:pos x="T4" y="T5"/>
              </a:cxn>
              <a:cxn ang="T11">
                <a:pos x="T6" y="T7"/>
              </a:cxn>
            </a:cxnLst>
            <a:rect l="T12" t="T13" r="T14" b="T15"/>
            <a:pathLst>
              <a:path w="680" h="1044">
                <a:moveTo>
                  <a:pt x="0" y="0"/>
                </a:moveTo>
                <a:lnTo>
                  <a:pt x="408" y="0"/>
                </a:lnTo>
                <a:lnTo>
                  <a:pt x="408" y="1044"/>
                </a:lnTo>
                <a:lnTo>
                  <a:pt x="680" y="1044"/>
                </a:lnTo>
              </a:path>
            </a:pathLst>
          </a:custGeom>
          <a:noFill/>
          <a:ln w="19050" cap="flat" cmpd="sng">
            <a:solidFill>
              <a:srgbClr val="9900CC"/>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sp>
        <p:nvSpPr>
          <p:cNvPr id="110"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sp>
        <p:nvSpPr>
          <p:cNvPr id="111" name="矩形 110">
            <a:extLst>
              <a:ext uri="{FF2B5EF4-FFF2-40B4-BE49-F238E27FC236}">
                <a16:creationId xmlns:a16="http://schemas.microsoft.com/office/drawing/2014/main" id="{3C41988C-517D-4546-AC45-835D56E8DA83}"/>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12" name="矩形 111">
            <a:extLst>
              <a:ext uri="{FF2B5EF4-FFF2-40B4-BE49-F238E27FC236}">
                <a16:creationId xmlns:a16="http://schemas.microsoft.com/office/drawing/2014/main" id="{C345A0A6-FBD9-4E25-88ED-59DC0537F028}"/>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13" name="矩形 112">
            <a:extLst>
              <a:ext uri="{FF2B5EF4-FFF2-40B4-BE49-F238E27FC236}">
                <a16:creationId xmlns:a16="http://schemas.microsoft.com/office/drawing/2014/main" id="{6D2CA914-7FC7-477C-A2B7-42CC664C9D65}"/>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Tree>
    <p:extLst>
      <p:ext uri="{BB962C8B-B14F-4D97-AF65-F5344CB8AC3E}">
        <p14:creationId xmlns:p14="http://schemas.microsoft.com/office/powerpoint/2010/main" val="838309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68"/>
                                        </p:tgtEl>
                                        <p:attrNameLst>
                                          <p:attrName>style.visibility</p:attrName>
                                        </p:attrNameLst>
                                      </p:cBhvr>
                                      <p:to>
                                        <p:strVal val="visible"/>
                                      </p:to>
                                    </p:set>
                                    <p:anim calcmode="lin" valueType="num">
                                      <p:cBhvr>
                                        <p:cTn id="7" dur="500" fill="hold"/>
                                        <p:tgtEl>
                                          <p:spTgt spid="168"/>
                                        </p:tgtEl>
                                        <p:attrNameLst>
                                          <p:attrName>ppt_w</p:attrName>
                                        </p:attrNameLst>
                                      </p:cBhvr>
                                      <p:tavLst>
                                        <p:tav tm="0">
                                          <p:val>
                                            <p:fltVal val="0"/>
                                          </p:val>
                                        </p:tav>
                                        <p:tav tm="100000">
                                          <p:val>
                                            <p:strVal val="#ppt_w"/>
                                          </p:val>
                                        </p:tav>
                                      </p:tavLst>
                                    </p:anim>
                                    <p:anim calcmode="lin" valueType="num">
                                      <p:cBhvr>
                                        <p:cTn id="8" dur="500" fill="hold"/>
                                        <p:tgtEl>
                                          <p:spTgt spid="168"/>
                                        </p:tgtEl>
                                        <p:attrNameLst>
                                          <p:attrName>ppt_h</p:attrName>
                                        </p:attrNameLst>
                                      </p:cBhvr>
                                      <p:tavLst>
                                        <p:tav tm="0">
                                          <p:val>
                                            <p:fltVal val="0"/>
                                          </p:val>
                                        </p:tav>
                                        <p:tav tm="100000">
                                          <p:val>
                                            <p:strVal val="#ppt_h"/>
                                          </p:val>
                                        </p:tav>
                                      </p:tavLst>
                                    </p:anim>
                                    <p:animEffect transition="in" filter="fade">
                                      <p:cBhvr>
                                        <p:cTn id="9" dur="500"/>
                                        <p:tgtEl>
                                          <p:spTgt spid="168"/>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169"/>
                                        </p:tgtEl>
                                        <p:attrNameLst>
                                          <p:attrName>style.visibility</p:attrName>
                                        </p:attrNameLst>
                                      </p:cBhvr>
                                      <p:to>
                                        <p:strVal val="visible"/>
                                      </p:to>
                                    </p:set>
                                    <p:anim calcmode="lin" valueType="num">
                                      <p:cBhvr>
                                        <p:cTn id="12" dur="500" fill="hold"/>
                                        <p:tgtEl>
                                          <p:spTgt spid="169"/>
                                        </p:tgtEl>
                                        <p:attrNameLst>
                                          <p:attrName>ppt_w</p:attrName>
                                        </p:attrNameLst>
                                      </p:cBhvr>
                                      <p:tavLst>
                                        <p:tav tm="0">
                                          <p:val>
                                            <p:fltVal val="0"/>
                                          </p:val>
                                        </p:tav>
                                        <p:tav tm="100000">
                                          <p:val>
                                            <p:strVal val="#ppt_w"/>
                                          </p:val>
                                        </p:tav>
                                      </p:tavLst>
                                    </p:anim>
                                    <p:anim calcmode="lin" valueType="num">
                                      <p:cBhvr>
                                        <p:cTn id="13" dur="500" fill="hold"/>
                                        <p:tgtEl>
                                          <p:spTgt spid="169"/>
                                        </p:tgtEl>
                                        <p:attrNameLst>
                                          <p:attrName>ppt_h</p:attrName>
                                        </p:attrNameLst>
                                      </p:cBhvr>
                                      <p:tavLst>
                                        <p:tav tm="0">
                                          <p:val>
                                            <p:fltVal val="0"/>
                                          </p:val>
                                        </p:tav>
                                        <p:tav tm="100000">
                                          <p:val>
                                            <p:strVal val="#ppt_h"/>
                                          </p:val>
                                        </p:tav>
                                      </p:tavLst>
                                    </p:anim>
                                    <p:animEffect transition="in" filter="fade">
                                      <p:cBhvr>
                                        <p:cTn id="14" dur="500"/>
                                        <p:tgtEl>
                                          <p:spTgt spid="169"/>
                                        </p:tgtEl>
                                      </p:cBhvr>
                                    </p:animEffect>
                                  </p:childTnLst>
                                </p:cTn>
                              </p:par>
                            </p:childTnLst>
                          </p:cTn>
                        </p:par>
                      </p:childTnLst>
                    </p:cTn>
                  </p:par>
                  <p:par>
                    <p:cTn id="15" fill="hold">
                      <p:stCondLst>
                        <p:cond delay="indefinite"/>
                      </p:stCondLst>
                      <p:childTnLst>
                        <p:par>
                          <p:cTn id="16" fill="hold">
                            <p:stCondLst>
                              <p:cond delay="0"/>
                            </p:stCondLst>
                            <p:childTnLst>
                              <p:par>
                                <p:cTn id="17" presetID="53" presetClass="exit" presetSubtype="32" fill="hold" nodeType="clickEffect">
                                  <p:stCondLst>
                                    <p:cond delay="0"/>
                                  </p:stCondLst>
                                  <p:childTnLst>
                                    <p:anim calcmode="lin" valueType="num">
                                      <p:cBhvr>
                                        <p:cTn id="18" dur="500"/>
                                        <p:tgtEl>
                                          <p:spTgt spid="134"/>
                                        </p:tgtEl>
                                        <p:attrNameLst>
                                          <p:attrName>ppt_w</p:attrName>
                                        </p:attrNameLst>
                                      </p:cBhvr>
                                      <p:tavLst>
                                        <p:tav tm="0">
                                          <p:val>
                                            <p:strVal val="ppt_w"/>
                                          </p:val>
                                        </p:tav>
                                        <p:tav tm="100000">
                                          <p:val>
                                            <p:fltVal val="0"/>
                                          </p:val>
                                        </p:tav>
                                      </p:tavLst>
                                    </p:anim>
                                    <p:anim calcmode="lin" valueType="num">
                                      <p:cBhvr>
                                        <p:cTn id="19" dur="500"/>
                                        <p:tgtEl>
                                          <p:spTgt spid="134"/>
                                        </p:tgtEl>
                                        <p:attrNameLst>
                                          <p:attrName>ppt_h</p:attrName>
                                        </p:attrNameLst>
                                      </p:cBhvr>
                                      <p:tavLst>
                                        <p:tav tm="0">
                                          <p:val>
                                            <p:strVal val="ppt_h"/>
                                          </p:val>
                                        </p:tav>
                                        <p:tav tm="100000">
                                          <p:val>
                                            <p:fltVal val="0"/>
                                          </p:val>
                                        </p:tav>
                                      </p:tavLst>
                                    </p:anim>
                                    <p:animEffect transition="out" filter="fade">
                                      <p:cBhvr>
                                        <p:cTn id="20" dur="500"/>
                                        <p:tgtEl>
                                          <p:spTgt spid="134"/>
                                        </p:tgtEl>
                                      </p:cBhvr>
                                    </p:animEffect>
                                    <p:set>
                                      <p:cBhvr>
                                        <p:cTn id="21" dur="1" fill="hold">
                                          <p:stCondLst>
                                            <p:cond delay="499"/>
                                          </p:stCondLst>
                                        </p:cTn>
                                        <p:tgtEl>
                                          <p:spTgt spid="134"/>
                                        </p:tgtEl>
                                        <p:attrNameLst>
                                          <p:attrName>style.visibility</p:attrName>
                                        </p:attrNameLst>
                                      </p:cBhvr>
                                      <p:to>
                                        <p:strVal val="hidden"/>
                                      </p:to>
                                    </p:set>
                                  </p:childTnLst>
                                </p:cTn>
                              </p:par>
                              <p:par>
                                <p:cTn id="22" presetID="53" presetClass="exit" presetSubtype="32" fill="hold" grpId="0" nodeType="withEffect">
                                  <p:stCondLst>
                                    <p:cond delay="0"/>
                                  </p:stCondLst>
                                  <p:childTnLst>
                                    <p:anim calcmode="lin" valueType="num">
                                      <p:cBhvr>
                                        <p:cTn id="23" dur="500"/>
                                        <p:tgtEl>
                                          <p:spTgt spid="137"/>
                                        </p:tgtEl>
                                        <p:attrNameLst>
                                          <p:attrName>ppt_w</p:attrName>
                                        </p:attrNameLst>
                                      </p:cBhvr>
                                      <p:tavLst>
                                        <p:tav tm="0">
                                          <p:val>
                                            <p:strVal val="ppt_w"/>
                                          </p:val>
                                        </p:tav>
                                        <p:tav tm="100000">
                                          <p:val>
                                            <p:fltVal val="0"/>
                                          </p:val>
                                        </p:tav>
                                      </p:tavLst>
                                    </p:anim>
                                    <p:anim calcmode="lin" valueType="num">
                                      <p:cBhvr>
                                        <p:cTn id="24" dur="500"/>
                                        <p:tgtEl>
                                          <p:spTgt spid="137"/>
                                        </p:tgtEl>
                                        <p:attrNameLst>
                                          <p:attrName>ppt_h</p:attrName>
                                        </p:attrNameLst>
                                      </p:cBhvr>
                                      <p:tavLst>
                                        <p:tav tm="0">
                                          <p:val>
                                            <p:strVal val="ppt_h"/>
                                          </p:val>
                                        </p:tav>
                                        <p:tav tm="100000">
                                          <p:val>
                                            <p:fltVal val="0"/>
                                          </p:val>
                                        </p:tav>
                                      </p:tavLst>
                                    </p:anim>
                                    <p:animEffect transition="out" filter="fade">
                                      <p:cBhvr>
                                        <p:cTn id="25" dur="500"/>
                                        <p:tgtEl>
                                          <p:spTgt spid="137"/>
                                        </p:tgtEl>
                                      </p:cBhvr>
                                    </p:animEffect>
                                    <p:set>
                                      <p:cBhvr>
                                        <p:cTn id="26" dur="1" fill="hold">
                                          <p:stCondLst>
                                            <p:cond delay="499"/>
                                          </p:stCondLst>
                                        </p:cTn>
                                        <p:tgtEl>
                                          <p:spTgt spid="1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7" grpId="0" animBg="1"/>
      <p:bldP spid="168" grpId="0"/>
      <p:bldP spid="169" grpId="0"/>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6</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110" name="Group 31"/>
          <p:cNvGrpSpPr>
            <a:grpSpLocks/>
          </p:cNvGrpSpPr>
          <p:nvPr/>
        </p:nvGrpSpPr>
        <p:grpSpPr bwMode="auto">
          <a:xfrm>
            <a:off x="6584030" y="2443159"/>
            <a:ext cx="2497139" cy="285750"/>
            <a:chOff x="4029" y="527"/>
            <a:chExt cx="1573" cy="180"/>
          </a:xfrm>
        </p:grpSpPr>
        <p:sp>
          <p:nvSpPr>
            <p:cNvPr id="11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11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11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sp>
        <p:nvSpPr>
          <p:cNvPr id="114"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sp>
        <p:nvSpPr>
          <p:cNvPr id="116" name="矩形 115">
            <a:extLst>
              <a:ext uri="{FF2B5EF4-FFF2-40B4-BE49-F238E27FC236}">
                <a16:creationId xmlns:a16="http://schemas.microsoft.com/office/drawing/2014/main" id="{F6435722-CC36-4417-A600-632A3826FE12}"/>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17" name="矩形 116">
            <a:extLst>
              <a:ext uri="{FF2B5EF4-FFF2-40B4-BE49-F238E27FC236}">
                <a16:creationId xmlns:a16="http://schemas.microsoft.com/office/drawing/2014/main" id="{5924F293-BD66-4449-8939-698CFB06086F}"/>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18" name="矩形 117">
            <a:extLst>
              <a:ext uri="{FF2B5EF4-FFF2-40B4-BE49-F238E27FC236}">
                <a16:creationId xmlns:a16="http://schemas.microsoft.com/office/drawing/2014/main" id="{BE6FDC9D-4931-4D12-8C36-6382E03BC35E}"/>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Tree>
    <p:extLst>
      <p:ext uri="{BB962C8B-B14F-4D97-AF65-F5344CB8AC3E}">
        <p14:creationId xmlns:p14="http://schemas.microsoft.com/office/powerpoint/2010/main" val="475213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10"/>
                                        </p:tgtEl>
                                        <p:attrNameLst>
                                          <p:attrName>style.visibility</p:attrName>
                                        </p:attrNameLst>
                                      </p:cBhvr>
                                      <p:to>
                                        <p:strVal val="visible"/>
                                      </p:to>
                                    </p:set>
                                    <p:anim calcmode="lin" valueType="num">
                                      <p:cBhvr>
                                        <p:cTn id="7" dur="500" fill="hold"/>
                                        <p:tgtEl>
                                          <p:spTgt spid="110"/>
                                        </p:tgtEl>
                                        <p:attrNameLst>
                                          <p:attrName>ppt_w</p:attrName>
                                        </p:attrNameLst>
                                      </p:cBhvr>
                                      <p:tavLst>
                                        <p:tav tm="0">
                                          <p:val>
                                            <p:fltVal val="0"/>
                                          </p:val>
                                        </p:tav>
                                        <p:tav tm="100000">
                                          <p:val>
                                            <p:strVal val="#ppt_w"/>
                                          </p:val>
                                        </p:tav>
                                      </p:tavLst>
                                    </p:anim>
                                    <p:anim calcmode="lin" valueType="num">
                                      <p:cBhvr>
                                        <p:cTn id="8" dur="500" fill="hold"/>
                                        <p:tgtEl>
                                          <p:spTgt spid="110"/>
                                        </p:tgtEl>
                                        <p:attrNameLst>
                                          <p:attrName>ppt_h</p:attrName>
                                        </p:attrNameLst>
                                      </p:cBhvr>
                                      <p:tavLst>
                                        <p:tav tm="0">
                                          <p:val>
                                            <p:fltVal val="0"/>
                                          </p:val>
                                        </p:tav>
                                        <p:tav tm="100000">
                                          <p:val>
                                            <p:strVal val="#ppt_h"/>
                                          </p:val>
                                        </p:tav>
                                      </p:tavLst>
                                    </p:anim>
                                    <p:animEffect transition="in" filter="fade">
                                      <p:cBhvr>
                                        <p:cTn id="9" dur="500"/>
                                        <p:tgtEl>
                                          <p:spTgt spid="1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9</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110" name="Group 31"/>
          <p:cNvGrpSpPr>
            <a:grpSpLocks/>
          </p:cNvGrpSpPr>
          <p:nvPr/>
        </p:nvGrpSpPr>
        <p:grpSpPr bwMode="auto">
          <a:xfrm>
            <a:off x="6584030" y="2443159"/>
            <a:ext cx="2497139" cy="285750"/>
            <a:chOff x="4029" y="527"/>
            <a:chExt cx="1573" cy="180"/>
          </a:xfrm>
        </p:grpSpPr>
        <p:sp>
          <p:nvSpPr>
            <p:cNvPr id="11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11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11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grpSp>
        <p:nvGrpSpPr>
          <p:cNvPr id="114" name="Group 153"/>
          <p:cNvGrpSpPr>
            <a:grpSpLocks/>
          </p:cNvGrpSpPr>
          <p:nvPr/>
        </p:nvGrpSpPr>
        <p:grpSpPr bwMode="auto">
          <a:xfrm>
            <a:off x="3118670" y="1464061"/>
            <a:ext cx="877888" cy="434975"/>
            <a:chOff x="1511" y="516"/>
            <a:chExt cx="553" cy="274"/>
          </a:xfrm>
        </p:grpSpPr>
        <p:sp>
          <p:nvSpPr>
            <p:cNvPr id="116" name="Rectangle 154"/>
            <p:cNvSpPr>
              <a:spLocks noChangeArrowheads="1"/>
            </p:cNvSpPr>
            <p:nvPr/>
          </p:nvSpPr>
          <p:spPr bwMode="auto">
            <a:xfrm>
              <a:off x="1733" y="516"/>
              <a:ext cx="331" cy="273"/>
            </a:xfrm>
            <a:prstGeom prst="rect">
              <a:avLst/>
            </a:prstGeom>
            <a:solidFill>
              <a:srgbClr val="FF00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17"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119" name="组合 118"/>
          <p:cNvGrpSpPr/>
          <p:nvPr/>
        </p:nvGrpSpPr>
        <p:grpSpPr>
          <a:xfrm>
            <a:off x="4748720" y="3278127"/>
            <a:ext cx="874713" cy="669926"/>
            <a:chOff x="4756817" y="602902"/>
            <a:chExt cx="874713" cy="669925"/>
          </a:xfrm>
        </p:grpSpPr>
        <p:sp>
          <p:nvSpPr>
            <p:cNvPr id="120" name="Rectangle 21"/>
            <p:cNvSpPr>
              <a:spLocks noChangeArrowheads="1"/>
            </p:cNvSpPr>
            <p:nvPr/>
          </p:nvSpPr>
          <p:spPr bwMode="auto">
            <a:xfrm>
              <a:off x="5099713" y="937864"/>
              <a:ext cx="530225" cy="334963"/>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1" name="Group 19"/>
            <p:cNvGrpSpPr>
              <a:grpSpLocks/>
            </p:cNvGrpSpPr>
            <p:nvPr/>
          </p:nvGrpSpPr>
          <p:grpSpPr bwMode="auto">
            <a:xfrm>
              <a:off x="4756817" y="602902"/>
              <a:ext cx="874713" cy="669925"/>
              <a:chOff x="2919" y="527"/>
              <a:chExt cx="551" cy="422"/>
            </a:xfrm>
          </p:grpSpPr>
          <p:grpSp>
            <p:nvGrpSpPr>
              <p:cNvPr id="122" name="Group 20"/>
              <p:cNvGrpSpPr>
                <a:grpSpLocks/>
              </p:cNvGrpSpPr>
              <p:nvPr/>
            </p:nvGrpSpPr>
            <p:grpSpPr bwMode="auto">
              <a:xfrm>
                <a:off x="3135" y="527"/>
                <a:ext cx="335" cy="422"/>
                <a:chOff x="4133" y="890"/>
                <a:chExt cx="335" cy="422"/>
              </a:xfrm>
            </p:grpSpPr>
            <p:sp>
              <p:nvSpPr>
                <p:cNvPr id="124" name="Rectangle 21"/>
                <p:cNvSpPr>
                  <a:spLocks noChangeArrowheads="1"/>
                </p:cNvSpPr>
                <p:nvPr/>
              </p:nvSpPr>
              <p:spPr bwMode="auto">
                <a:xfrm>
                  <a:off x="4133" y="890"/>
                  <a:ext cx="335" cy="211"/>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5"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3"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grpSp>
      </p:grpSp>
      <p:sp>
        <p:nvSpPr>
          <p:cNvPr id="126" name="Text Box 156"/>
          <p:cNvSpPr txBox="1">
            <a:spLocks noChangeArrowheads="1"/>
          </p:cNvSpPr>
          <p:nvPr/>
        </p:nvSpPr>
        <p:spPr bwMode="auto">
          <a:xfrm>
            <a:off x="5192622" y="359880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27" name="Text Box 157"/>
          <p:cNvSpPr txBox="1">
            <a:spLocks noChangeArrowheads="1"/>
          </p:cNvSpPr>
          <p:nvPr/>
        </p:nvSpPr>
        <p:spPr bwMode="auto">
          <a:xfrm>
            <a:off x="5192623" y="3241927"/>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32"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grpSp>
        <p:nvGrpSpPr>
          <p:cNvPr id="133" name="Group 31"/>
          <p:cNvGrpSpPr>
            <a:grpSpLocks/>
          </p:cNvGrpSpPr>
          <p:nvPr/>
        </p:nvGrpSpPr>
        <p:grpSpPr bwMode="auto">
          <a:xfrm>
            <a:off x="6516331" y="2680941"/>
            <a:ext cx="2571752" cy="285750"/>
            <a:chOff x="3982" y="527"/>
            <a:chExt cx="1620" cy="180"/>
          </a:xfrm>
        </p:grpSpPr>
        <p:sp>
          <p:nvSpPr>
            <p:cNvPr id="134"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m</a:t>
              </a:r>
            </a:p>
          </p:txBody>
        </p:sp>
        <p:sp>
          <p:nvSpPr>
            <p:cNvPr id="135"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10</a:t>
              </a:r>
            </a:p>
          </p:txBody>
        </p:sp>
        <p:sp>
          <p:nvSpPr>
            <p:cNvPr id="136"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137" name="组合 136"/>
          <p:cNvGrpSpPr/>
          <p:nvPr/>
        </p:nvGrpSpPr>
        <p:grpSpPr>
          <a:xfrm>
            <a:off x="3996557" y="1670909"/>
            <a:ext cx="1109520" cy="1685897"/>
            <a:chOff x="3996557" y="1670908"/>
            <a:chExt cx="1109520" cy="1685897"/>
          </a:xfrm>
        </p:grpSpPr>
        <p:cxnSp>
          <p:nvCxnSpPr>
            <p:cNvPr id="152" name="直接连接符 151"/>
            <p:cNvCxnSpPr/>
            <p:nvPr/>
          </p:nvCxnSpPr>
          <p:spPr>
            <a:xfrm>
              <a:off x="3996557" y="1680754"/>
              <a:ext cx="567348" cy="0"/>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53" name="直接连接符 152"/>
            <p:cNvCxnSpPr/>
            <p:nvPr/>
          </p:nvCxnSpPr>
          <p:spPr>
            <a:xfrm>
              <a:off x="4572000" y="1670908"/>
              <a:ext cx="0" cy="1685103"/>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54" name="直接连接符 153"/>
            <p:cNvCxnSpPr/>
            <p:nvPr/>
          </p:nvCxnSpPr>
          <p:spPr>
            <a:xfrm flipV="1">
              <a:off x="4563905" y="3356805"/>
              <a:ext cx="542172" cy="0"/>
            </a:xfrm>
            <a:prstGeom prst="line">
              <a:avLst/>
            </a:prstGeom>
            <a:ln w="19050">
              <a:solidFill>
                <a:srgbClr val="FF6666"/>
              </a:solidFill>
              <a:tailEnd type="stealth" w="lg" len="lg"/>
            </a:ln>
          </p:spPr>
          <p:style>
            <a:lnRef idx="1">
              <a:schemeClr val="accent1"/>
            </a:lnRef>
            <a:fillRef idx="0">
              <a:schemeClr val="accent1"/>
            </a:fillRef>
            <a:effectRef idx="0">
              <a:schemeClr val="accent1"/>
            </a:effectRef>
            <a:fontRef idx="minor">
              <a:schemeClr val="tx1"/>
            </a:fontRef>
          </p:style>
        </p:cxnSp>
      </p:grpSp>
      <p:sp>
        <p:nvSpPr>
          <p:cNvPr id="118" name="矩形 117">
            <a:extLst>
              <a:ext uri="{FF2B5EF4-FFF2-40B4-BE49-F238E27FC236}">
                <a16:creationId xmlns:a16="http://schemas.microsoft.com/office/drawing/2014/main" id="{169C2E0F-C17C-4C71-A17B-36B530ABFA6D}"/>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28" name="矩形 127">
            <a:extLst>
              <a:ext uri="{FF2B5EF4-FFF2-40B4-BE49-F238E27FC236}">
                <a16:creationId xmlns:a16="http://schemas.microsoft.com/office/drawing/2014/main" id="{41AADD1F-5E38-4C12-98F7-275255DB105B}"/>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29" name="矩形 128">
            <a:extLst>
              <a:ext uri="{FF2B5EF4-FFF2-40B4-BE49-F238E27FC236}">
                <a16:creationId xmlns:a16="http://schemas.microsoft.com/office/drawing/2014/main" id="{0B1FE85A-DF5A-49CB-B762-7BEBB98230A1}"/>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
        <p:nvSpPr>
          <p:cNvPr id="130" name="矩形 129">
            <a:extLst>
              <a:ext uri="{FF2B5EF4-FFF2-40B4-BE49-F238E27FC236}">
                <a16:creationId xmlns:a16="http://schemas.microsoft.com/office/drawing/2014/main" id="{4306B577-45BE-4A9D-A145-987270F722F9}"/>
              </a:ext>
            </a:extLst>
          </p:cNvPr>
          <p:cNvSpPr/>
          <p:nvPr/>
        </p:nvSpPr>
        <p:spPr>
          <a:xfrm>
            <a:off x="4394215" y="3681217"/>
            <a:ext cx="755335" cy="261610"/>
          </a:xfrm>
          <a:prstGeom prst="rect">
            <a:avLst/>
          </a:prstGeom>
        </p:spPr>
        <p:txBody>
          <a:bodyPr wrap="none">
            <a:spAutoFit/>
          </a:bodyPr>
          <a:lstStyle/>
          <a:p>
            <a:pPr defTabSz="914378"/>
            <a:r>
              <a:rPr lang="en-US" altLang="zh-CN" dirty="0">
                <a:solidFill>
                  <a:prstClr val="black"/>
                </a:solidFill>
              </a:rPr>
              <a:t>quicksort</a:t>
            </a:r>
            <a:endParaRPr lang="zh-CN" altLang="en-US" dirty="0">
              <a:solidFill>
                <a:prstClr val="black"/>
              </a:solidFill>
            </a:endParaRPr>
          </a:p>
        </p:txBody>
      </p:sp>
    </p:spTree>
    <p:extLst>
      <p:ext uri="{BB962C8B-B14F-4D97-AF65-F5344CB8AC3E}">
        <p14:creationId xmlns:p14="http://schemas.microsoft.com/office/powerpoint/2010/main" val="1611855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04"/>
                                        </p:tgtEl>
                                        <p:attrNameLst>
                                          <p:attrName>style.visibility</p:attrName>
                                        </p:attrNameLst>
                                      </p:cBhvr>
                                      <p:to>
                                        <p:strVal val="visible"/>
                                      </p:to>
                                    </p:set>
                                    <p:anim calcmode="lin" valueType="num">
                                      <p:cBhvr>
                                        <p:cTn id="7" dur="500" fill="hold"/>
                                        <p:tgtEl>
                                          <p:spTgt spid="104"/>
                                        </p:tgtEl>
                                        <p:attrNameLst>
                                          <p:attrName>ppt_w</p:attrName>
                                        </p:attrNameLst>
                                      </p:cBhvr>
                                      <p:tavLst>
                                        <p:tav tm="0">
                                          <p:val>
                                            <p:fltVal val="0"/>
                                          </p:val>
                                        </p:tav>
                                        <p:tav tm="100000">
                                          <p:val>
                                            <p:strVal val="#ppt_w"/>
                                          </p:val>
                                        </p:tav>
                                      </p:tavLst>
                                    </p:anim>
                                    <p:anim calcmode="lin" valueType="num">
                                      <p:cBhvr>
                                        <p:cTn id="8" dur="500" fill="hold"/>
                                        <p:tgtEl>
                                          <p:spTgt spid="104"/>
                                        </p:tgtEl>
                                        <p:attrNameLst>
                                          <p:attrName>ppt_h</p:attrName>
                                        </p:attrNameLst>
                                      </p:cBhvr>
                                      <p:tavLst>
                                        <p:tav tm="0">
                                          <p:val>
                                            <p:fltVal val="0"/>
                                          </p:val>
                                        </p:tav>
                                        <p:tav tm="100000">
                                          <p:val>
                                            <p:strVal val="#ppt_h"/>
                                          </p:val>
                                        </p:tav>
                                      </p:tavLst>
                                    </p:anim>
                                    <p:animEffect transition="in" filter="fade">
                                      <p:cBhvr>
                                        <p:cTn id="9" dur="500"/>
                                        <p:tgtEl>
                                          <p:spTgt spid="104"/>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119"/>
                                        </p:tgtEl>
                                        <p:attrNameLst>
                                          <p:attrName>style.visibility</p:attrName>
                                        </p:attrNameLst>
                                      </p:cBhvr>
                                      <p:to>
                                        <p:strVal val="visible"/>
                                      </p:to>
                                    </p:set>
                                    <p:anim calcmode="lin" valueType="num">
                                      <p:cBhvr>
                                        <p:cTn id="14" dur="500" fill="hold"/>
                                        <p:tgtEl>
                                          <p:spTgt spid="119"/>
                                        </p:tgtEl>
                                        <p:attrNameLst>
                                          <p:attrName>ppt_w</p:attrName>
                                        </p:attrNameLst>
                                      </p:cBhvr>
                                      <p:tavLst>
                                        <p:tav tm="0">
                                          <p:val>
                                            <p:fltVal val="0"/>
                                          </p:val>
                                        </p:tav>
                                        <p:tav tm="100000">
                                          <p:val>
                                            <p:strVal val="#ppt_w"/>
                                          </p:val>
                                        </p:tav>
                                      </p:tavLst>
                                    </p:anim>
                                    <p:anim calcmode="lin" valueType="num">
                                      <p:cBhvr>
                                        <p:cTn id="15" dur="500" fill="hold"/>
                                        <p:tgtEl>
                                          <p:spTgt spid="119"/>
                                        </p:tgtEl>
                                        <p:attrNameLst>
                                          <p:attrName>ppt_h</p:attrName>
                                        </p:attrNameLst>
                                      </p:cBhvr>
                                      <p:tavLst>
                                        <p:tav tm="0">
                                          <p:val>
                                            <p:fltVal val="0"/>
                                          </p:val>
                                        </p:tav>
                                        <p:tav tm="100000">
                                          <p:val>
                                            <p:strVal val="#ppt_h"/>
                                          </p:val>
                                        </p:tav>
                                      </p:tavLst>
                                    </p:anim>
                                    <p:animEffect transition="in" filter="fade">
                                      <p:cBhvr>
                                        <p:cTn id="16" dur="500"/>
                                        <p:tgtEl>
                                          <p:spTgt spid="119"/>
                                        </p:tgtEl>
                                      </p:cBhvr>
                                    </p:animEffect>
                                  </p:childTnLst>
                                </p:cTn>
                              </p:par>
                              <p:par>
                                <p:cTn id="17" presetID="53" presetClass="entr" presetSubtype="16"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anim calcmode="lin" valueType="num">
                                      <p:cBhvr>
                                        <p:cTn id="19" dur="500" fill="hold"/>
                                        <p:tgtEl>
                                          <p:spTgt spid="114"/>
                                        </p:tgtEl>
                                        <p:attrNameLst>
                                          <p:attrName>ppt_w</p:attrName>
                                        </p:attrNameLst>
                                      </p:cBhvr>
                                      <p:tavLst>
                                        <p:tav tm="0">
                                          <p:val>
                                            <p:fltVal val="0"/>
                                          </p:val>
                                        </p:tav>
                                        <p:tav tm="100000">
                                          <p:val>
                                            <p:strVal val="#ppt_w"/>
                                          </p:val>
                                        </p:tav>
                                      </p:tavLst>
                                    </p:anim>
                                    <p:anim calcmode="lin" valueType="num">
                                      <p:cBhvr>
                                        <p:cTn id="20" dur="500" fill="hold"/>
                                        <p:tgtEl>
                                          <p:spTgt spid="114"/>
                                        </p:tgtEl>
                                        <p:attrNameLst>
                                          <p:attrName>ppt_h</p:attrName>
                                        </p:attrNameLst>
                                      </p:cBhvr>
                                      <p:tavLst>
                                        <p:tav tm="0">
                                          <p:val>
                                            <p:fltVal val="0"/>
                                          </p:val>
                                        </p:tav>
                                        <p:tav tm="100000">
                                          <p:val>
                                            <p:strVal val="#ppt_h"/>
                                          </p:val>
                                        </p:tav>
                                      </p:tavLst>
                                    </p:anim>
                                    <p:animEffect transition="in" filter="fade">
                                      <p:cBhvr>
                                        <p:cTn id="21" dur="500"/>
                                        <p:tgtEl>
                                          <p:spTgt spid="114"/>
                                        </p:tgtEl>
                                      </p:cBhvr>
                                    </p:animEffect>
                                  </p:childTnLst>
                                </p:cTn>
                              </p:par>
                              <p:par>
                                <p:cTn id="22" presetID="53" presetClass="entr" presetSubtype="16" fill="hold" nodeType="withEffect">
                                  <p:stCondLst>
                                    <p:cond delay="0"/>
                                  </p:stCondLst>
                                  <p:childTnLst>
                                    <p:set>
                                      <p:cBhvr>
                                        <p:cTn id="23" dur="1" fill="hold">
                                          <p:stCondLst>
                                            <p:cond delay="0"/>
                                          </p:stCondLst>
                                        </p:cTn>
                                        <p:tgtEl>
                                          <p:spTgt spid="137"/>
                                        </p:tgtEl>
                                        <p:attrNameLst>
                                          <p:attrName>style.visibility</p:attrName>
                                        </p:attrNameLst>
                                      </p:cBhvr>
                                      <p:to>
                                        <p:strVal val="visible"/>
                                      </p:to>
                                    </p:set>
                                    <p:anim calcmode="lin" valueType="num">
                                      <p:cBhvr>
                                        <p:cTn id="24" dur="500" fill="hold"/>
                                        <p:tgtEl>
                                          <p:spTgt spid="137"/>
                                        </p:tgtEl>
                                        <p:attrNameLst>
                                          <p:attrName>ppt_w</p:attrName>
                                        </p:attrNameLst>
                                      </p:cBhvr>
                                      <p:tavLst>
                                        <p:tav tm="0">
                                          <p:val>
                                            <p:fltVal val="0"/>
                                          </p:val>
                                        </p:tav>
                                        <p:tav tm="100000">
                                          <p:val>
                                            <p:strVal val="#ppt_w"/>
                                          </p:val>
                                        </p:tav>
                                      </p:tavLst>
                                    </p:anim>
                                    <p:anim calcmode="lin" valueType="num">
                                      <p:cBhvr>
                                        <p:cTn id="25" dur="500" fill="hold"/>
                                        <p:tgtEl>
                                          <p:spTgt spid="137"/>
                                        </p:tgtEl>
                                        <p:attrNameLst>
                                          <p:attrName>ppt_h</p:attrName>
                                        </p:attrNameLst>
                                      </p:cBhvr>
                                      <p:tavLst>
                                        <p:tav tm="0">
                                          <p:val>
                                            <p:fltVal val="0"/>
                                          </p:val>
                                        </p:tav>
                                        <p:tav tm="100000">
                                          <p:val>
                                            <p:strVal val="#ppt_h"/>
                                          </p:val>
                                        </p:tav>
                                      </p:tavLst>
                                    </p:anim>
                                    <p:animEffect transition="in" filter="fade">
                                      <p:cBhvr>
                                        <p:cTn id="26" dur="500"/>
                                        <p:tgtEl>
                                          <p:spTgt spid="137"/>
                                        </p:tgtEl>
                                      </p:cBhvr>
                                    </p:animEffect>
                                  </p:childTnLst>
                                </p:cTn>
                              </p:par>
                              <p:par>
                                <p:cTn id="27" presetID="53" presetClass="entr" presetSubtype="16" fill="hold" grpId="0" nodeType="withEffect">
                                  <p:stCondLst>
                                    <p:cond delay="0"/>
                                  </p:stCondLst>
                                  <p:childTnLst>
                                    <p:set>
                                      <p:cBhvr>
                                        <p:cTn id="28" dur="1" fill="hold">
                                          <p:stCondLst>
                                            <p:cond delay="0"/>
                                          </p:stCondLst>
                                        </p:cTn>
                                        <p:tgtEl>
                                          <p:spTgt spid="126"/>
                                        </p:tgtEl>
                                        <p:attrNameLst>
                                          <p:attrName>style.visibility</p:attrName>
                                        </p:attrNameLst>
                                      </p:cBhvr>
                                      <p:to>
                                        <p:strVal val="visible"/>
                                      </p:to>
                                    </p:set>
                                    <p:anim calcmode="lin" valueType="num">
                                      <p:cBhvr>
                                        <p:cTn id="29" dur="500" fill="hold"/>
                                        <p:tgtEl>
                                          <p:spTgt spid="126"/>
                                        </p:tgtEl>
                                        <p:attrNameLst>
                                          <p:attrName>ppt_w</p:attrName>
                                        </p:attrNameLst>
                                      </p:cBhvr>
                                      <p:tavLst>
                                        <p:tav tm="0">
                                          <p:val>
                                            <p:fltVal val="0"/>
                                          </p:val>
                                        </p:tav>
                                        <p:tav tm="100000">
                                          <p:val>
                                            <p:strVal val="#ppt_w"/>
                                          </p:val>
                                        </p:tav>
                                      </p:tavLst>
                                    </p:anim>
                                    <p:anim calcmode="lin" valueType="num">
                                      <p:cBhvr>
                                        <p:cTn id="30" dur="500" fill="hold"/>
                                        <p:tgtEl>
                                          <p:spTgt spid="126"/>
                                        </p:tgtEl>
                                        <p:attrNameLst>
                                          <p:attrName>ppt_h</p:attrName>
                                        </p:attrNameLst>
                                      </p:cBhvr>
                                      <p:tavLst>
                                        <p:tav tm="0">
                                          <p:val>
                                            <p:fltVal val="0"/>
                                          </p:val>
                                        </p:tav>
                                        <p:tav tm="100000">
                                          <p:val>
                                            <p:strVal val="#ppt_h"/>
                                          </p:val>
                                        </p:tav>
                                      </p:tavLst>
                                    </p:anim>
                                    <p:animEffect transition="in" filter="fade">
                                      <p:cBhvr>
                                        <p:cTn id="31" dur="500"/>
                                        <p:tgtEl>
                                          <p:spTgt spid="126"/>
                                        </p:tgtEl>
                                      </p:cBhvr>
                                    </p:animEffect>
                                  </p:childTnLst>
                                </p:cTn>
                              </p:par>
                              <p:par>
                                <p:cTn id="32" presetID="53" presetClass="entr" presetSubtype="16" fill="hold" grpId="0" nodeType="withEffect">
                                  <p:stCondLst>
                                    <p:cond delay="0"/>
                                  </p:stCondLst>
                                  <p:childTnLst>
                                    <p:set>
                                      <p:cBhvr>
                                        <p:cTn id="33" dur="1" fill="hold">
                                          <p:stCondLst>
                                            <p:cond delay="0"/>
                                          </p:stCondLst>
                                        </p:cTn>
                                        <p:tgtEl>
                                          <p:spTgt spid="127"/>
                                        </p:tgtEl>
                                        <p:attrNameLst>
                                          <p:attrName>style.visibility</p:attrName>
                                        </p:attrNameLst>
                                      </p:cBhvr>
                                      <p:to>
                                        <p:strVal val="visible"/>
                                      </p:to>
                                    </p:set>
                                    <p:anim calcmode="lin" valueType="num">
                                      <p:cBhvr>
                                        <p:cTn id="34" dur="500" fill="hold"/>
                                        <p:tgtEl>
                                          <p:spTgt spid="127"/>
                                        </p:tgtEl>
                                        <p:attrNameLst>
                                          <p:attrName>ppt_w</p:attrName>
                                        </p:attrNameLst>
                                      </p:cBhvr>
                                      <p:tavLst>
                                        <p:tav tm="0">
                                          <p:val>
                                            <p:fltVal val="0"/>
                                          </p:val>
                                        </p:tav>
                                        <p:tav tm="100000">
                                          <p:val>
                                            <p:strVal val="#ppt_w"/>
                                          </p:val>
                                        </p:tav>
                                      </p:tavLst>
                                    </p:anim>
                                    <p:anim calcmode="lin" valueType="num">
                                      <p:cBhvr>
                                        <p:cTn id="35" dur="500" fill="hold"/>
                                        <p:tgtEl>
                                          <p:spTgt spid="127"/>
                                        </p:tgtEl>
                                        <p:attrNameLst>
                                          <p:attrName>ppt_h</p:attrName>
                                        </p:attrNameLst>
                                      </p:cBhvr>
                                      <p:tavLst>
                                        <p:tav tm="0">
                                          <p:val>
                                            <p:fltVal val="0"/>
                                          </p:val>
                                        </p:tav>
                                        <p:tav tm="100000">
                                          <p:val>
                                            <p:strVal val="#ppt_h"/>
                                          </p:val>
                                        </p:tav>
                                      </p:tavLst>
                                    </p:anim>
                                    <p:animEffect transition="in" filter="fade">
                                      <p:cBhvr>
                                        <p:cTn id="36" dur="500"/>
                                        <p:tgtEl>
                                          <p:spTgt spid="127"/>
                                        </p:tgtEl>
                                      </p:cBhvr>
                                    </p:animEffect>
                                  </p:childTnLst>
                                </p:cTn>
                              </p:par>
                              <p:par>
                                <p:cTn id="37" presetID="53" presetClass="entr" presetSubtype="16" fill="hold" grpId="0" nodeType="withEffect">
                                  <p:stCondLst>
                                    <p:cond delay="0"/>
                                  </p:stCondLst>
                                  <p:childTnLst>
                                    <p:set>
                                      <p:cBhvr>
                                        <p:cTn id="38" dur="1" fill="hold">
                                          <p:stCondLst>
                                            <p:cond delay="0"/>
                                          </p:stCondLst>
                                        </p:cTn>
                                        <p:tgtEl>
                                          <p:spTgt spid="130"/>
                                        </p:tgtEl>
                                        <p:attrNameLst>
                                          <p:attrName>style.visibility</p:attrName>
                                        </p:attrNameLst>
                                      </p:cBhvr>
                                      <p:to>
                                        <p:strVal val="visible"/>
                                      </p:to>
                                    </p:set>
                                    <p:anim calcmode="lin" valueType="num">
                                      <p:cBhvr>
                                        <p:cTn id="39" dur="500" fill="hold"/>
                                        <p:tgtEl>
                                          <p:spTgt spid="130"/>
                                        </p:tgtEl>
                                        <p:attrNameLst>
                                          <p:attrName>ppt_w</p:attrName>
                                        </p:attrNameLst>
                                      </p:cBhvr>
                                      <p:tavLst>
                                        <p:tav tm="0">
                                          <p:val>
                                            <p:fltVal val="0"/>
                                          </p:val>
                                        </p:tav>
                                        <p:tav tm="100000">
                                          <p:val>
                                            <p:strVal val="#ppt_w"/>
                                          </p:val>
                                        </p:tav>
                                      </p:tavLst>
                                    </p:anim>
                                    <p:anim calcmode="lin" valueType="num">
                                      <p:cBhvr>
                                        <p:cTn id="40" dur="500" fill="hold"/>
                                        <p:tgtEl>
                                          <p:spTgt spid="130"/>
                                        </p:tgtEl>
                                        <p:attrNameLst>
                                          <p:attrName>ppt_h</p:attrName>
                                        </p:attrNameLst>
                                      </p:cBhvr>
                                      <p:tavLst>
                                        <p:tav tm="0">
                                          <p:val>
                                            <p:fltVal val="0"/>
                                          </p:val>
                                        </p:tav>
                                        <p:tav tm="100000">
                                          <p:val>
                                            <p:strVal val="#ppt_h"/>
                                          </p:val>
                                        </p:tav>
                                      </p:tavLst>
                                    </p:anim>
                                    <p:animEffect transition="in" filter="fade">
                                      <p:cBhvr>
                                        <p:cTn id="41" dur="500"/>
                                        <p:tgtEl>
                                          <p:spTgt spid="130"/>
                                        </p:tgtEl>
                                      </p:cBhvr>
                                    </p:animEffect>
                                  </p:childTnLst>
                                </p:cTn>
                              </p:par>
                            </p:childTnLst>
                          </p:cTn>
                        </p:par>
                      </p:childTnLst>
                    </p:cTn>
                  </p:par>
                  <p:par>
                    <p:cTn id="42" fill="hold">
                      <p:stCondLst>
                        <p:cond delay="indefinite"/>
                      </p:stCondLst>
                      <p:childTnLst>
                        <p:par>
                          <p:cTn id="43" fill="hold">
                            <p:stCondLst>
                              <p:cond delay="0"/>
                            </p:stCondLst>
                            <p:childTnLst>
                              <p:par>
                                <p:cTn id="44" presetID="53" presetClass="entr" presetSubtype="16" fill="hold" nodeType="clickEffect">
                                  <p:stCondLst>
                                    <p:cond delay="0"/>
                                  </p:stCondLst>
                                  <p:childTnLst>
                                    <p:set>
                                      <p:cBhvr>
                                        <p:cTn id="45" dur="1" fill="hold">
                                          <p:stCondLst>
                                            <p:cond delay="0"/>
                                          </p:stCondLst>
                                        </p:cTn>
                                        <p:tgtEl>
                                          <p:spTgt spid="133"/>
                                        </p:tgtEl>
                                        <p:attrNameLst>
                                          <p:attrName>style.visibility</p:attrName>
                                        </p:attrNameLst>
                                      </p:cBhvr>
                                      <p:to>
                                        <p:strVal val="visible"/>
                                      </p:to>
                                    </p:set>
                                    <p:anim calcmode="lin" valueType="num">
                                      <p:cBhvr>
                                        <p:cTn id="46" dur="500" fill="hold"/>
                                        <p:tgtEl>
                                          <p:spTgt spid="133"/>
                                        </p:tgtEl>
                                        <p:attrNameLst>
                                          <p:attrName>ppt_w</p:attrName>
                                        </p:attrNameLst>
                                      </p:cBhvr>
                                      <p:tavLst>
                                        <p:tav tm="0">
                                          <p:val>
                                            <p:fltVal val="0"/>
                                          </p:val>
                                        </p:tav>
                                        <p:tav tm="100000">
                                          <p:val>
                                            <p:strVal val="#ppt_w"/>
                                          </p:val>
                                        </p:tav>
                                      </p:tavLst>
                                    </p:anim>
                                    <p:anim calcmode="lin" valueType="num">
                                      <p:cBhvr>
                                        <p:cTn id="47" dur="500" fill="hold"/>
                                        <p:tgtEl>
                                          <p:spTgt spid="133"/>
                                        </p:tgtEl>
                                        <p:attrNameLst>
                                          <p:attrName>ppt_h</p:attrName>
                                        </p:attrNameLst>
                                      </p:cBhvr>
                                      <p:tavLst>
                                        <p:tav tm="0">
                                          <p:val>
                                            <p:fltVal val="0"/>
                                          </p:val>
                                        </p:tav>
                                        <p:tav tm="100000">
                                          <p:val>
                                            <p:strVal val="#ppt_h"/>
                                          </p:val>
                                        </p:tav>
                                      </p:tavLst>
                                    </p:anim>
                                    <p:animEffect transition="in" filter="fade">
                                      <p:cBhvr>
                                        <p:cTn id="48" dur="500"/>
                                        <p:tgtEl>
                                          <p:spTgt spid="1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26" grpId="0"/>
      <p:bldP spid="127" grpId="0"/>
      <p:bldP spid="13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9</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110" name="Group 31"/>
          <p:cNvGrpSpPr>
            <a:grpSpLocks/>
          </p:cNvGrpSpPr>
          <p:nvPr/>
        </p:nvGrpSpPr>
        <p:grpSpPr bwMode="auto">
          <a:xfrm>
            <a:off x="6584030" y="2443159"/>
            <a:ext cx="2497139" cy="285750"/>
            <a:chOff x="4029" y="527"/>
            <a:chExt cx="1573" cy="180"/>
          </a:xfrm>
        </p:grpSpPr>
        <p:sp>
          <p:nvSpPr>
            <p:cNvPr id="11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11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11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grpSp>
        <p:nvGrpSpPr>
          <p:cNvPr id="114" name="Group 153"/>
          <p:cNvGrpSpPr>
            <a:grpSpLocks/>
          </p:cNvGrpSpPr>
          <p:nvPr/>
        </p:nvGrpSpPr>
        <p:grpSpPr bwMode="auto">
          <a:xfrm>
            <a:off x="3118670" y="1464061"/>
            <a:ext cx="877888" cy="434975"/>
            <a:chOff x="1511" y="516"/>
            <a:chExt cx="553" cy="274"/>
          </a:xfrm>
        </p:grpSpPr>
        <p:sp>
          <p:nvSpPr>
            <p:cNvPr id="116" name="Rectangle 154"/>
            <p:cNvSpPr>
              <a:spLocks noChangeArrowheads="1"/>
            </p:cNvSpPr>
            <p:nvPr/>
          </p:nvSpPr>
          <p:spPr bwMode="auto">
            <a:xfrm>
              <a:off x="1733" y="516"/>
              <a:ext cx="331" cy="273"/>
            </a:xfrm>
            <a:prstGeom prst="rect">
              <a:avLst/>
            </a:prstGeom>
            <a:solidFill>
              <a:srgbClr val="FF00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17"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119" name="组合 118"/>
          <p:cNvGrpSpPr/>
          <p:nvPr/>
        </p:nvGrpSpPr>
        <p:grpSpPr>
          <a:xfrm>
            <a:off x="4748720" y="3278127"/>
            <a:ext cx="874713" cy="669926"/>
            <a:chOff x="4756817" y="602902"/>
            <a:chExt cx="874713" cy="669925"/>
          </a:xfrm>
        </p:grpSpPr>
        <p:sp>
          <p:nvSpPr>
            <p:cNvPr id="120" name="Rectangle 21"/>
            <p:cNvSpPr>
              <a:spLocks noChangeArrowheads="1"/>
            </p:cNvSpPr>
            <p:nvPr/>
          </p:nvSpPr>
          <p:spPr bwMode="auto">
            <a:xfrm>
              <a:off x="5099713" y="937864"/>
              <a:ext cx="530225" cy="334963"/>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1" name="Group 19"/>
            <p:cNvGrpSpPr>
              <a:grpSpLocks/>
            </p:cNvGrpSpPr>
            <p:nvPr/>
          </p:nvGrpSpPr>
          <p:grpSpPr bwMode="auto">
            <a:xfrm>
              <a:off x="4756817" y="602902"/>
              <a:ext cx="874713" cy="669925"/>
              <a:chOff x="2919" y="527"/>
              <a:chExt cx="551" cy="422"/>
            </a:xfrm>
          </p:grpSpPr>
          <p:grpSp>
            <p:nvGrpSpPr>
              <p:cNvPr id="122" name="Group 20"/>
              <p:cNvGrpSpPr>
                <a:grpSpLocks/>
              </p:cNvGrpSpPr>
              <p:nvPr/>
            </p:nvGrpSpPr>
            <p:grpSpPr bwMode="auto">
              <a:xfrm>
                <a:off x="3135" y="527"/>
                <a:ext cx="335" cy="422"/>
                <a:chOff x="4133" y="890"/>
                <a:chExt cx="335" cy="422"/>
              </a:xfrm>
            </p:grpSpPr>
            <p:sp>
              <p:nvSpPr>
                <p:cNvPr id="124" name="Rectangle 21"/>
                <p:cNvSpPr>
                  <a:spLocks noChangeArrowheads="1"/>
                </p:cNvSpPr>
                <p:nvPr/>
              </p:nvSpPr>
              <p:spPr bwMode="auto">
                <a:xfrm>
                  <a:off x="4133" y="890"/>
                  <a:ext cx="335" cy="211"/>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5"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3"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grpSp>
      </p:grpSp>
      <p:sp>
        <p:nvSpPr>
          <p:cNvPr id="126" name="Text Box 156"/>
          <p:cNvSpPr txBox="1">
            <a:spLocks noChangeArrowheads="1"/>
          </p:cNvSpPr>
          <p:nvPr/>
        </p:nvSpPr>
        <p:spPr bwMode="auto">
          <a:xfrm>
            <a:off x="5100346" y="3561530"/>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10</a:t>
            </a:r>
          </a:p>
        </p:txBody>
      </p:sp>
      <p:sp>
        <p:nvSpPr>
          <p:cNvPr id="127" name="Text Box 157"/>
          <p:cNvSpPr txBox="1">
            <a:spLocks noChangeArrowheads="1"/>
          </p:cNvSpPr>
          <p:nvPr/>
        </p:nvSpPr>
        <p:spPr bwMode="auto">
          <a:xfrm>
            <a:off x="5100346" y="3240557"/>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10</a:t>
            </a:r>
          </a:p>
        </p:txBody>
      </p:sp>
      <p:grpSp>
        <p:nvGrpSpPr>
          <p:cNvPr id="128" name="Group 31"/>
          <p:cNvGrpSpPr>
            <a:grpSpLocks/>
          </p:cNvGrpSpPr>
          <p:nvPr/>
        </p:nvGrpSpPr>
        <p:grpSpPr bwMode="auto">
          <a:xfrm>
            <a:off x="6516331" y="2680941"/>
            <a:ext cx="2571752" cy="285750"/>
            <a:chOff x="3982" y="527"/>
            <a:chExt cx="1620" cy="180"/>
          </a:xfrm>
        </p:grpSpPr>
        <p:sp>
          <p:nvSpPr>
            <p:cNvPr id="12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m</a:t>
              </a:r>
            </a:p>
          </p:txBody>
        </p:sp>
        <p:sp>
          <p:nvSpPr>
            <p:cNvPr id="13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10</a:t>
              </a:r>
            </a:p>
          </p:txBody>
        </p:sp>
        <p:sp>
          <p:nvSpPr>
            <p:cNvPr id="131"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132" name="Group 31"/>
          <p:cNvGrpSpPr>
            <a:grpSpLocks/>
          </p:cNvGrpSpPr>
          <p:nvPr/>
        </p:nvGrpSpPr>
        <p:grpSpPr bwMode="auto">
          <a:xfrm>
            <a:off x="6509416" y="2894633"/>
            <a:ext cx="2571752" cy="285750"/>
            <a:chOff x="3982" y="527"/>
            <a:chExt cx="1620" cy="180"/>
          </a:xfrm>
        </p:grpSpPr>
        <p:sp>
          <p:nvSpPr>
            <p:cNvPr id="133"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n</a:t>
              </a:r>
            </a:p>
          </p:txBody>
        </p:sp>
        <p:sp>
          <p:nvSpPr>
            <p:cNvPr id="134"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11</a:t>
              </a:r>
            </a:p>
          </p:txBody>
        </p:sp>
        <p:sp>
          <p:nvSpPr>
            <p:cNvPr id="135"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10</a:t>
              </a:r>
            </a:p>
          </p:txBody>
        </p:sp>
      </p:grpSp>
      <p:sp>
        <p:nvSpPr>
          <p:cNvPr id="136"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grpSp>
        <p:nvGrpSpPr>
          <p:cNvPr id="9" name="组合 8"/>
          <p:cNvGrpSpPr/>
          <p:nvPr/>
        </p:nvGrpSpPr>
        <p:grpSpPr>
          <a:xfrm>
            <a:off x="3996557" y="1670909"/>
            <a:ext cx="1109520" cy="1685897"/>
            <a:chOff x="3996557" y="1670908"/>
            <a:chExt cx="1109520" cy="1685897"/>
          </a:xfrm>
        </p:grpSpPr>
        <p:cxnSp>
          <p:nvCxnSpPr>
            <p:cNvPr id="3" name="直接连接符 2"/>
            <p:cNvCxnSpPr>
              <a:stCxn id="116" idx="3"/>
            </p:cNvCxnSpPr>
            <p:nvPr/>
          </p:nvCxnSpPr>
          <p:spPr>
            <a:xfrm>
              <a:off x="3996557" y="1680754"/>
              <a:ext cx="567348" cy="0"/>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4572000" y="1670908"/>
              <a:ext cx="0" cy="1685103"/>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52" name="直接连接符 151"/>
            <p:cNvCxnSpPr/>
            <p:nvPr/>
          </p:nvCxnSpPr>
          <p:spPr>
            <a:xfrm flipV="1">
              <a:off x="4563905" y="3356805"/>
              <a:ext cx="542172" cy="0"/>
            </a:xfrm>
            <a:prstGeom prst="line">
              <a:avLst/>
            </a:prstGeom>
            <a:ln w="19050">
              <a:solidFill>
                <a:srgbClr val="FF6666"/>
              </a:solidFill>
              <a:tailEnd type="stealth" w="lg" len="lg"/>
            </a:ln>
          </p:spPr>
          <p:style>
            <a:lnRef idx="1">
              <a:schemeClr val="accent1"/>
            </a:lnRef>
            <a:fillRef idx="0">
              <a:schemeClr val="accent1"/>
            </a:fillRef>
            <a:effectRef idx="0">
              <a:schemeClr val="accent1"/>
            </a:effectRef>
            <a:fontRef idx="minor">
              <a:schemeClr val="tx1"/>
            </a:fontRef>
          </p:style>
        </p:cxnSp>
      </p:grpSp>
      <p:sp>
        <p:nvSpPr>
          <p:cNvPr id="153" name="矩形 152">
            <a:extLst>
              <a:ext uri="{FF2B5EF4-FFF2-40B4-BE49-F238E27FC236}">
                <a16:creationId xmlns:a16="http://schemas.microsoft.com/office/drawing/2014/main" id="{AA35C95A-F0FB-4A15-B659-61FDE67FA91B}"/>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54" name="矩形 153">
            <a:extLst>
              <a:ext uri="{FF2B5EF4-FFF2-40B4-BE49-F238E27FC236}">
                <a16:creationId xmlns:a16="http://schemas.microsoft.com/office/drawing/2014/main" id="{D98A2544-817C-4991-A611-E73959D476A4}"/>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55" name="矩形 154">
            <a:extLst>
              <a:ext uri="{FF2B5EF4-FFF2-40B4-BE49-F238E27FC236}">
                <a16:creationId xmlns:a16="http://schemas.microsoft.com/office/drawing/2014/main" id="{F7032282-0AE5-40F3-8998-DE7CB131A547}"/>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
        <p:nvSpPr>
          <p:cNvPr id="156" name="矩形 155">
            <a:extLst>
              <a:ext uri="{FF2B5EF4-FFF2-40B4-BE49-F238E27FC236}">
                <a16:creationId xmlns:a16="http://schemas.microsoft.com/office/drawing/2014/main" id="{E09FFECB-6696-4B2A-93F7-22BBAF07CF08}"/>
              </a:ext>
            </a:extLst>
          </p:cNvPr>
          <p:cNvSpPr/>
          <p:nvPr/>
        </p:nvSpPr>
        <p:spPr>
          <a:xfrm>
            <a:off x="4394215" y="3681217"/>
            <a:ext cx="755335" cy="261610"/>
          </a:xfrm>
          <a:prstGeom prst="rect">
            <a:avLst/>
          </a:prstGeom>
        </p:spPr>
        <p:txBody>
          <a:bodyPr wrap="none">
            <a:spAutoFit/>
          </a:bodyPr>
          <a:lstStyle/>
          <a:p>
            <a:pPr defTabSz="914378"/>
            <a:r>
              <a:rPr lang="en-US" altLang="zh-CN" dirty="0">
                <a:solidFill>
                  <a:prstClr val="black"/>
                </a:solidFill>
              </a:rPr>
              <a:t>quicksort</a:t>
            </a:r>
            <a:endParaRPr lang="zh-CN" altLang="en-US" dirty="0">
              <a:solidFill>
                <a:prstClr val="black"/>
              </a:solidFill>
            </a:endParaRPr>
          </a:p>
        </p:txBody>
      </p:sp>
    </p:spTree>
    <p:extLst>
      <p:ext uri="{BB962C8B-B14F-4D97-AF65-F5344CB8AC3E}">
        <p14:creationId xmlns:p14="http://schemas.microsoft.com/office/powerpoint/2010/main" val="2970153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26"/>
                                        </p:tgtEl>
                                        <p:attrNameLst>
                                          <p:attrName>style.visibility</p:attrName>
                                        </p:attrNameLst>
                                      </p:cBhvr>
                                      <p:to>
                                        <p:strVal val="visible"/>
                                      </p:to>
                                    </p:set>
                                    <p:anim calcmode="lin" valueType="num">
                                      <p:cBhvr>
                                        <p:cTn id="7" dur="500" fill="hold"/>
                                        <p:tgtEl>
                                          <p:spTgt spid="126"/>
                                        </p:tgtEl>
                                        <p:attrNameLst>
                                          <p:attrName>ppt_w</p:attrName>
                                        </p:attrNameLst>
                                      </p:cBhvr>
                                      <p:tavLst>
                                        <p:tav tm="0">
                                          <p:val>
                                            <p:fltVal val="0"/>
                                          </p:val>
                                        </p:tav>
                                        <p:tav tm="100000">
                                          <p:val>
                                            <p:strVal val="#ppt_w"/>
                                          </p:val>
                                        </p:tav>
                                      </p:tavLst>
                                    </p:anim>
                                    <p:anim calcmode="lin" valueType="num">
                                      <p:cBhvr>
                                        <p:cTn id="8" dur="500" fill="hold"/>
                                        <p:tgtEl>
                                          <p:spTgt spid="126"/>
                                        </p:tgtEl>
                                        <p:attrNameLst>
                                          <p:attrName>ppt_h</p:attrName>
                                        </p:attrNameLst>
                                      </p:cBhvr>
                                      <p:tavLst>
                                        <p:tav tm="0">
                                          <p:val>
                                            <p:fltVal val="0"/>
                                          </p:val>
                                        </p:tav>
                                        <p:tav tm="100000">
                                          <p:val>
                                            <p:strVal val="#ppt_h"/>
                                          </p:val>
                                        </p:tav>
                                      </p:tavLst>
                                    </p:anim>
                                    <p:animEffect transition="in" filter="fade">
                                      <p:cBhvr>
                                        <p:cTn id="9" dur="500"/>
                                        <p:tgtEl>
                                          <p:spTgt spid="126"/>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127"/>
                                        </p:tgtEl>
                                        <p:attrNameLst>
                                          <p:attrName>style.visibility</p:attrName>
                                        </p:attrNameLst>
                                      </p:cBhvr>
                                      <p:to>
                                        <p:strVal val="visible"/>
                                      </p:to>
                                    </p:set>
                                    <p:anim calcmode="lin" valueType="num">
                                      <p:cBhvr>
                                        <p:cTn id="12" dur="500" fill="hold"/>
                                        <p:tgtEl>
                                          <p:spTgt spid="127"/>
                                        </p:tgtEl>
                                        <p:attrNameLst>
                                          <p:attrName>ppt_w</p:attrName>
                                        </p:attrNameLst>
                                      </p:cBhvr>
                                      <p:tavLst>
                                        <p:tav tm="0">
                                          <p:val>
                                            <p:fltVal val="0"/>
                                          </p:val>
                                        </p:tav>
                                        <p:tav tm="100000">
                                          <p:val>
                                            <p:strVal val="#ppt_w"/>
                                          </p:val>
                                        </p:tav>
                                      </p:tavLst>
                                    </p:anim>
                                    <p:anim calcmode="lin" valueType="num">
                                      <p:cBhvr>
                                        <p:cTn id="13" dur="500" fill="hold"/>
                                        <p:tgtEl>
                                          <p:spTgt spid="127"/>
                                        </p:tgtEl>
                                        <p:attrNameLst>
                                          <p:attrName>ppt_h</p:attrName>
                                        </p:attrNameLst>
                                      </p:cBhvr>
                                      <p:tavLst>
                                        <p:tav tm="0">
                                          <p:val>
                                            <p:fltVal val="0"/>
                                          </p:val>
                                        </p:tav>
                                        <p:tav tm="100000">
                                          <p:val>
                                            <p:strVal val="#ppt_h"/>
                                          </p:val>
                                        </p:tav>
                                      </p:tavLst>
                                    </p:anim>
                                    <p:animEffect transition="in" filter="fade">
                                      <p:cBhvr>
                                        <p:cTn id="14" dur="500"/>
                                        <p:tgtEl>
                                          <p:spTgt spid="127"/>
                                        </p:tgtEl>
                                      </p:cBhvr>
                                    </p:animEffect>
                                  </p:childTnLst>
                                </p:cTn>
                              </p:par>
                            </p:childTnLst>
                          </p:cTn>
                        </p:par>
                      </p:childTnLst>
                    </p:cTn>
                  </p:par>
                  <p:par>
                    <p:cTn id="15" fill="hold">
                      <p:stCondLst>
                        <p:cond delay="indefinite"/>
                      </p:stCondLst>
                      <p:childTnLst>
                        <p:par>
                          <p:cTn id="16" fill="hold">
                            <p:stCondLst>
                              <p:cond delay="0"/>
                            </p:stCondLst>
                            <p:childTnLst>
                              <p:par>
                                <p:cTn id="17" presetID="53" presetClass="entr" presetSubtype="16" fill="hold" nodeType="clickEffect">
                                  <p:stCondLst>
                                    <p:cond delay="0"/>
                                  </p:stCondLst>
                                  <p:childTnLst>
                                    <p:set>
                                      <p:cBhvr>
                                        <p:cTn id="18" dur="1" fill="hold">
                                          <p:stCondLst>
                                            <p:cond delay="0"/>
                                          </p:stCondLst>
                                        </p:cTn>
                                        <p:tgtEl>
                                          <p:spTgt spid="132"/>
                                        </p:tgtEl>
                                        <p:attrNameLst>
                                          <p:attrName>style.visibility</p:attrName>
                                        </p:attrNameLst>
                                      </p:cBhvr>
                                      <p:to>
                                        <p:strVal val="visible"/>
                                      </p:to>
                                    </p:set>
                                    <p:anim calcmode="lin" valueType="num">
                                      <p:cBhvr>
                                        <p:cTn id="19" dur="500" fill="hold"/>
                                        <p:tgtEl>
                                          <p:spTgt spid="132"/>
                                        </p:tgtEl>
                                        <p:attrNameLst>
                                          <p:attrName>ppt_w</p:attrName>
                                        </p:attrNameLst>
                                      </p:cBhvr>
                                      <p:tavLst>
                                        <p:tav tm="0">
                                          <p:val>
                                            <p:fltVal val="0"/>
                                          </p:val>
                                        </p:tav>
                                        <p:tav tm="100000">
                                          <p:val>
                                            <p:strVal val="#ppt_w"/>
                                          </p:val>
                                        </p:tav>
                                      </p:tavLst>
                                    </p:anim>
                                    <p:anim calcmode="lin" valueType="num">
                                      <p:cBhvr>
                                        <p:cTn id="20" dur="500" fill="hold"/>
                                        <p:tgtEl>
                                          <p:spTgt spid="132"/>
                                        </p:tgtEl>
                                        <p:attrNameLst>
                                          <p:attrName>ppt_h</p:attrName>
                                        </p:attrNameLst>
                                      </p:cBhvr>
                                      <p:tavLst>
                                        <p:tav tm="0">
                                          <p:val>
                                            <p:fltVal val="0"/>
                                          </p:val>
                                        </p:tav>
                                        <p:tav tm="100000">
                                          <p:val>
                                            <p:strVal val="#ppt_h"/>
                                          </p:val>
                                        </p:tav>
                                      </p:tavLst>
                                    </p:anim>
                                    <p:animEffect transition="in" filter="fade">
                                      <p:cBhvr>
                                        <p:cTn id="21" dur="500"/>
                                        <p:tgtEl>
                                          <p:spTgt spid="1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p:bldP spid="127"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9</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110" name="Group 31"/>
          <p:cNvGrpSpPr>
            <a:grpSpLocks/>
          </p:cNvGrpSpPr>
          <p:nvPr/>
        </p:nvGrpSpPr>
        <p:grpSpPr bwMode="auto">
          <a:xfrm>
            <a:off x="6584030" y="2443159"/>
            <a:ext cx="2497139" cy="285750"/>
            <a:chOff x="4029" y="527"/>
            <a:chExt cx="1573" cy="180"/>
          </a:xfrm>
        </p:grpSpPr>
        <p:sp>
          <p:nvSpPr>
            <p:cNvPr id="11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11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11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grpSp>
        <p:nvGrpSpPr>
          <p:cNvPr id="114" name="Group 153"/>
          <p:cNvGrpSpPr>
            <a:grpSpLocks/>
          </p:cNvGrpSpPr>
          <p:nvPr/>
        </p:nvGrpSpPr>
        <p:grpSpPr bwMode="auto">
          <a:xfrm>
            <a:off x="3118670" y="1464061"/>
            <a:ext cx="877888" cy="434975"/>
            <a:chOff x="1511" y="516"/>
            <a:chExt cx="553" cy="274"/>
          </a:xfrm>
        </p:grpSpPr>
        <p:sp>
          <p:nvSpPr>
            <p:cNvPr id="116" name="Rectangle 154"/>
            <p:cNvSpPr>
              <a:spLocks noChangeArrowheads="1"/>
            </p:cNvSpPr>
            <p:nvPr/>
          </p:nvSpPr>
          <p:spPr bwMode="auto">
            <a:xfrm>
              <a:off x="1733" y="516"/>
              <a:ext cx="331" cy="273"/>
            </a:xfrm>
            <a:prstGeom prst="rect">
              <a:avLst/>
            </a:prstGeom>
            <a:solidFill>
              <a:srgbClr val="FF00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17"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119" name="组合 118"/>
          <p:cNvGrpSpPr/>
          <p:nvPr/>
        </p:nvGrpSpPr>
        <p:grpSpPr>
          <a:xfrm>
            <a:off x="4748720" y="3278127"/>
            <a:ext cx="874713" cy="669926"/>
            <a:chOff x="4756817" y="602902"/>
            <a:chExt cx="874713" cy="669925"/>
          </a:xfrm>
        </p:grpSpPr>
        <p:sp>
          <p:nvSpPr>
            <p:cNvPr id="120" name="Rectangle 21"/>
            <p:cNvSpPr>
              <a:spLocks noChangeArrowheads="1"/>
            </p:cNvSpPr>
            <p:nvPr/>
          </p:nvSpPr>
          <p:spPr bwMode="auto">
            <a:xfrm>
              <a:off x="5099713" y="937864"/>
              <a:ext cx="530225" cy="334963"/>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1" name="Group 19"/>
            <p:cNvGrpSpPr>
              <a:grpSpLocks/>
            </p:cNvGrpSpPr>
            <p:nvPr/>
          </p:nvGrpSpPr>
          <p:grpSpPr bwMode="auto">
            <a:xfrm>
              <a:off x="4756817" y="602902"/>
              <a:ext cx="874713" cy="669925"/>
              <a:chOff x="2919" y="527"/>
              <a:chExt cx="551" cy="422"/>
            </a:xfrm>
          </p:grpSpPr>
          <p:grpSp>
            <p:nvGrpSpPr>
              <p:cNvPr id="122" name="Group 20"/>
              <p:cNvGrpSpPr>
                <a:grpSpLocks/>
              </p:cNvGrpSpPr>
              <p:nvPr/>
            </p:nvGrpSpPr>
            <p:grpSpPr bwMode="auto">
              <a:xfrm>
                <a:off x="3135" y="527"/>
                <a:ext cx="335" cy="422"/>
                <a:chOff x="4133" y="890"/>
                <a:chExt cx="335" cy="422"/>
              </a:xfrm>
            </p:grpSpPr>
            <p:sp>
              <p:nvSpPr>
                <p:cNvPr id="124" name="Rectangle 21"/>
                <p:cNvSpPr>
                  <a:spLocks noChangeArrowheads="1"/>
                </p:cNvSpPr>
                <p:nvPr/>
              </p:nvSpPr>
              <p:spPr bwMode="auto">
                <a:xfrm>
                  <a:off x="4133" y="890"/>
                  <a:ext cx="335" cy="211"/>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5"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3"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grpSp>
      </p:grpSp>
      <p:sp>
        <p:nvSpPr>
          <p:cNvPr id="126" name="Text Box 156"/>
          <p:cNvSpPr txBox="1">
            <a:spLocks noChangeArrowheads="1"/>
          </p:cNvSpPr>
          <p:nvPr/>
        </p:nvSpPr>
        <p:spPr bwMode="auto">
          <a:xfrm>
            <a:off x="5100346" y="3561530"/>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11</a:t>
            </a:r>
          </a:p>
        </p:txBody>
      </p:sp>
      <p:sp>
        <p:nvSpPr>
          <p:cNvPr id="127" name="Text Box 157"/>
          <p:cNvSpPr txBox="1">
            <a:spLocks noChangeArrowheads="1"/>
          </p:cNvSpPr>
          <p:nvPr/>
        </p:nvSpPr>
        <p:spPr bwMode="auto">
          <a:xfrm>
            <a:off x="5103544" y="3229309"/>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11</a:t>
            </a:r>
          </a:p>
        </p:txBody>
      </p:sp>
      <p:grpSp>
        <p:nvGrpSpPr>
          <p:cNvPr id="128" name="Group 31"/>
          <p:cNvGrpSpPr>
            <a:grpSpLocks/>
          </p:cNvGrpSpPr>
          <p:nvPr/>
        </p:nvGrpSpPr>
        <p:grpSpPr bwMode="auto">
          <a:xfrm>
            <a:off x="6516331" y="2680941"/>
            <a:ext cx="2571752" cy="285750"/>
            <a:chOff x="3982" y="527"/>
            <a:chExt cx="1620" cy="180"/>
          </a:xfrm>
        </p:grpSpPr>
        <p:sp>
          <p:nvSpPr>
            <p:cNvPr id="12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m</a:t>
              </a:r>
            </a:p>
          </p:txBody>
        </p:sp>
        <p:sp>
          <p:nvSpPr>
            <p:cNvPr id="13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10</a:t>
              </a:r>
            </a:p>
          </p:txBody>
        </p:sp>
        <p:sp>
          <p:nvSpPr>
            <p:cNvPr id="131"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132" name="Group 31"/>
          <p:cNvGrpSpPr>
            <a:grpSpLocks/>
          </p:cNvGrpSpPr>
          <p:nvPr/>
        </p:nvGrpSpPr>
        <p:grpSpPr bwMode="auto">
          <a:xfrm>
            <a:off x="6509416" y="2894633"/>
            <a:ext cx="2571752" cy="285750"/>
            <a:chOff x="3982" y="527"/>
            <a:chExt cx="1620" cy="180"/>
          </a:xfrm>
        </p:grpSpPr>
        <p:sp>
          <p:nvSpPr>
            <p:cNvPr id="133"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n</a:t>
              </a:r>
            </a:p>
          </p:txBody>
        </p:sp>
        <p:sp>
          <p:nvSpPr>
            <p:cNvPr id="134"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11</a:t>
              </a:r>
            </a:p>
          </p:txBody>
        </p:sp>
        <p:sp>
          <p:nvSpPr>
            <p:cNvPr id="135"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10</a:t>
              </a:r>
            </a:p>
          </p:txBody>
        </p:sp>
      </p:grpSp>
      <p:grpSp>
        <p:nvGrpSpPr>
          <p:cNvPr id="136" name="Group 31"/>
          <p:cNvGrpSpPr>
            <a:grpSpLocks/>
          </p:cNvGrpSpPr>
          <p:nvPr/>
        </p:nvGrpSpPr>
        <p:grpSpPr bwMode="auto">
          <a:xfrm>
            <a:off x="6516328" y="3120577"/>
            <a:ext cx="2571752" cy="285750"/>
            <a:chOff x="3982" y="527"/>
            <a:chExt cx="1620" cy="180"/>
          </a:xfrm>
        </p:grpSpPr>
        <p:sp>
          <p:nvSpPr>
            <p:cNvPr id="137"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k</a:t>
              </a:r>
            </a:p>
          </p:txBody>
        </p:sp>
        <p:sp>
          <p:nvSpPr>
            <p:cNvPr id="15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12</a:t>
              </a:r>
            </a:p>
          </p:txBody>
        </p:sp>
        <p:sp>
          <p:nvSpPr>
            <p:cNvPr id="153"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11</a:t>
              </a:r>
            </a:p>
          </p:txBody>
        </p:sp>
      </p:grpSp>
      <p:sp>
        <p:nvSpPr>
          <p:cNvPr id="154"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grpSp>
        <p:nvGrpSpPr>
          <p:cNvPr id="155" name="组合 154"/>
          <p:cNvGrpSpPr/>
          <p:nvPr/>
        </p:nvGrpSpPr>
        <p:grpSpPr>
          <a:xfrm>
            <a:off x="3996557" y="1670909"/>
            <a:ext cx="1109520" cy="1685897"/>
            <a:chOff x="3996557" y="1670908"/>
            <a:chExt cx="1109520" cy="1685897"/>
          </a:xfrm>
        </p:grpSpPr>
        <p:cxnSp>
          <p:nvCxnSpPr>
            <p:cNvPr id="156" name="直接连接符 155"/>
            <p:cNvCxnSpPr/>
            <p:nvPr/>
          </p:nvCxnSpPr>
          <p:spPr>
            <a:xfrm>
              <a:off x="3996557" y="1680754"/>
              <a:ext cx="567348" cy="0"/>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57" name="直接连接符 156"/>
            <p:cNvCxnSpPr/>
            <p:nvPr/>
          </p:nvCxnSpPr>
          <p:spPr>
            <a:xfrm>
              <a:off x="4572000" y="1670908"/>
              <a:ext cx="0" cy="1685103"/>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58" name="直接连接符 157"/>
            <p:cNvCxnSpPr/>
            <p:nvPr/>
          </p:nvCxnSpPr>
          <p:spPr>
            <a:xfrm flipV="1">
              <a:off x="4563905" y="3356805"/>
              <a:ext cx="542172" cy="0"/>
            </a:xfrm>
            <a:prstGeom prst="line">
              <a:avLst/>
            </a:prstGeom>
            <a:ln w="19050">
              <a:solidFill>
                <a:srgbClr val="FF6666"/>
              </a:solidFill>
              <a:tailEnd type="stealth" w="lg" len="lg"/>
            </a:ln>
          </p:spPr>
          <p:style>
            <a:lnRef idx="1">
              <a:schemeClr val="accent1"/>
            </a:lnRef>
            <a:fillRef idx="0">
              <a:schemeClr val="accent1"/>
            </a:fillRef>
            <a:effectRef idx="0">
              <a:schemeClr val="accent1"/>
            </a:effectRef>
            <a:fontRef idx="minor">
              <a:schemeClr val="tx1"/>
            </a:fontRef>
          </p:style>
        </p:cxnSp>
      </p:grpSp>
      <p:sp>
        <p:nvSpPr>
          <p:cNvPr id="159" name="矩形 158">
            <a:extLst>
              <a:ext uri="{FF2B5EF4-FFF2-40B4-BE49-F238E27FC236}">
                <a16:creationId xmlns:a16="http://schemas.microsoft.com/office/drawing/2014/main" id="{176A3C89-60F0-4C5E-BD99-075E7D9C9491}"/>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60" name="矩形 159">
            <a:extLst>
              <a:ext uri="{FF2B5EF4-FFF2-40B4-BE49-F238E27FC236}">
                <a16:creationId xmlns:a16="http://schemas.microsoft.com/office/drawing/2014/main" id="{265107F5-2EB8-47B6-B741-1DC2142A595F}"/>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70" name="矩形 169">
            <a:extLst>
              <a:ext uri="{FF2B5EF4-FFF2-40B4-BE49-F238E27FC236}">
                <a16:creationId xmlns:a16="http://schemas.microsoft.com/office/drawing/2014/main" id="{BCC3C435-71B7-4DFD-8FA3-3EBE04E19043}"/>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
        <p:nvSpPr>
          <p:cNvPr id="171" name="矩形 170">
            <a:extLst>
              <a:ext uri="{FF2B5EF4-FFF2-40B4-BE49-F238E27FC236}">
                <a16:creationId xmlns:a16="http://schemas.microsoft.com/office/drawing/2014/main" id="{22FC9B10-95AD-44C7-87E9-3E1A8D7F5A9E}"/>
              </a:ext>
            </a:extLst>
          </p:cNvPr>
          <p:cNvSpPr/>
          <p:nvPr/>
        </p:nvSpPr>
        <p:spPr>
          <a:xfrm>
            <a:off x="4394215" y="3681217"/>
            <a:ext cx="755335" cy="261610"/>
          </a:xfrm>
          <a:prstGeom prst="rect">
            <a:avLst/>
          </a:prstGeom>
        </p:spPr>
        <p:txBody>
          <a:bodyPr wrap="none">
            <a:spAutoFit/>
          </a:bodyPr>
          <a:lstStyle/>
          <a:p>
            <a:pPr defTabSz="914378"/>
            <a:r>
              <a:rPr lang="en-US" altLang="zh-CN" dirty="0">
                <a:solidFill>
                  <a:prstClr val="black"/>
                </a:solidFill>
              </a:rPr>
              <a:t>quicksort</a:t>
            </a:r>
            <a:endParaRPr lang="zh-CN" altLang="en-US" dirty="0">
              <a:solidFill>
                <a:prstClr val="black"/>
              </a:solidFill>
            </a:endParaRPr>
          </a:p>
        </p:txBody>
      </p:sp>
    </p:spTree>
    <p:extLst>
      <p:ext uri="{BB962C8B-B14F-4D97-AF65-F5344CB8AC3E}">
        <p14:creationId xmlns:p14="http://schemas.microsoft.com/office/powerpoint/2010/main" val="3845155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26"/>
                                        </p:tgtEl>
                                        <p:attrNameLst>
                                          <p:attrName>style.visibility</p:attrName>
                                        </p:attrNameLst>
                                      </p:cBhvr>
                                      <p:to>
                                        <p:strVal val="visible"/>
                                      </p:to>
                                    </p:set>
                                    <p:anim calcmode="lin" valueType="num">
                                      <p:cBhvr>
                                        <p:cTn id="7" dur="500" fill="hold"/>
                                        <p:tgtEl>
                                          <p:spTgt spid="126"/>
                                        </p:tgtEl>
                                        <p:attrNameLst>
                                          <p:attrName>ppt_w</p:attrName>
                                        </p:attrNameLst>
                                      </p:cBhvr>
                                      <p:tavLst>
                                        <p:tav tm="0">
                                          <p:val>
                                            <p:fltVal val="0"/>
                                          </p:val>
                                        </p:tav>
                                        <p:tav tm="100000">
                                          <p:val>
                                            <p:strVal val="#ppt_w"/>
                                          </p:val>
                                        </p:tav>
                                      </p:tavLst>
                                    </p:anim>
                                    <p:anim calcmode="lin" valueType="num">
                                      <p:cBhvr>
                                        <p:cTn id="8" dur="500" fill="hold"/>
                                        <p:tgtEl>
                                          <p:spTgt spid="126"/>
                                        </p:tgtEl>
                                        <p:attrNameLst>
                                          <p:attrName>ppt_h</p:attrName>
                                        </p:attrNameLst>
                                      </p:cBhvr>
                                      <p:tavLst>
                                        <p:tav tm="0">
                                          <p:val>
                                            <p:fltVal val="0"/>
                                          </p:val>
                                        </p:tav>
                                        <p:tav tm="100000">
                                          <p:val>
                                            <p:strVal val="#ppt_h"/>
                                          </p:val>
                                        </p:tav>
                                      </p:tavLst>
                                    </p:anim>
                                    <p:animEffect transition="in" filter="fade">
                                      <p:cBhvr>
                                        <p:cTn id="9" dur="500"/>
                                        <p:tgtEl>
                                          <p:spTgt spid="126"/>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127"/>
                                        </p:tgtEl>
                                        <p:attrNameLst>
                                          <p:attrName>style.visibility</p:attrName>
                                        </p:attrNameLst>
                                      </p:cBhvr>
                                      <p:to>
                                        <p:strVal val="visible"/>
                                      </p:to>
                                    </p:set>
                                    <p:anim calcmode="lin" valueType="num">
                                      <p:cBhvr>
                                        <p:cTn id="12" dur="500" fill="hold"/>
                                        <p:tgtEl>
                                          <p:spTgt spid="127"/>
                                        </p:tgtEl>
                                        <p:attrNameLst>
                                          <p:attrName>ppt_w</p:attrName>
                                        </p:attrNameLst>
                                      </p:cBhvr>
                                      <p:tavLst>
                                        <p:tav tm="0">
                                          <p:val>
                                            <p:fltVal val="0"/>
                                          </p:val>
                                        </p:tav>
                                        <p:tav tm="100000">
                                          <p:val>
                                            <p:strVal val="#ppt_w"/>
                                          </p:val>
                                        </p:tav>
                                      </p:tavLst>
                                    </p:anim>
                                    <p:anim calcmode="lin" valueType="num">
                                      <p:cBhvr>
                                        <p:cTn id="13" dur="500" fill="hold"/>
                                        <p:tgtEl>
                                          <p:spTgt spid="127"/>
                                        </p:tgtEl>
                                        <p:attrNameLst>
                                          <p:attrName>ppt_h</p:attrName>
                                        </p:attrNameLst>
                                      </p:cBhvr>
                                      <p:tavLst>
                                        <p:tav tm="0">
                                          <p:val>
                                            <p:fltVal val="0"/>
                                          </p:val>
                                        </p:tav>
                                        <p:tav tm="100000">
                                          <p:val>
                                            <p:strVal val="#ppt_h"/>
                                          </p:val>
                                        </p:tav>
                                      </p:tavLst>
                                    </p:anim>
                                    <p:animEffect transition="in" filter="fade">
                                      <p:cBhvr>
                                        <p:cTn id="14" dur="500"/>
                                        <p:tgtEl>
                                          <p:spTgt spid="127"/>
                                        </p:tgtEl>
                                      </p:cBhvr>
                                    </p:animEffect>
                                  </p:childTnLst>
                                </p:cTn>
                              </p:par>
                            </p:childTnLst>
                          </p:cTn>
                        </p:par>
                      </p:childTnLst>
                    </p:cTn>
                  </p:par>
                  <p:par>
                    <p:cTn id="15" fill="hold">
                      <p:stCondLst>
                        <p:cond delay="indefinite"/>
                      </p:stCondLst>
                      <p:childTnLst>
                        <p:par>
                          <p:cTn id="16" fill="hold">
                            <p:stCondLst>
                              <p:cond delay="0"/>
                            </p:stCondLst>
                            <p:childTnLst>
                              <p:par>
                                <p:cTn id="17" presetID="53" presetClass="entr" presetSubtype="16" fill="hold" nodeType="clickEffect">
                                  <p:stCondLst>
                                    <p:cond delay="0"/>
                                  </p:stCondLst>
                                  <p:childTnLst>
                                    <p:set>
                                      <p:cBhvr>
                                        <p:cTn id="18" dur="1" fill="hold">
                                          <p:stCondLst>
                                            <p:cond delay="0"/>
                                          </p:stCondLst>
                                        </p:cTn>
                                        <p:tgtEl>
                                          <p:spTgt spid="136"/>
                                        </p:tgtEl>
                                        <p:attrNameLst>
                                          <p:attrName>style.visibility</p:attrName>
                                        </p:attrNameLst>
                                      </p:cBhvr>
                                      <p:to>
                                        <p:strVal val="visible"/>
                                      </p:to>
                                    </p:set>
                                    <p:anim calcmode="lin" valueType="num">
                                      <p:cBhvr>
                                        <p:cTn id="19" dur="500" fill="hold"/>
                                        <p:tgtEl>
                                          <p:spTgt spid="136"/>
                                        </p:tgtEl>
                                        <p:attrNameLst>
                                          <p:attrName>ppt_w</p:attrName>
                                        </p:attrNameLst>
                                      </p:cBhvr>
                                      <p:tavLst>
                                        <p:tav tm="0">
                                          <p:val>
                                            <p:fltVal val="0"/>
                                          </p:val>
                                        </p:tav>
                                        <p:tav tm="100000">
                                          <p:val>
                                            <p:strVal val="#ppt_w"/>
                                          </p:val>
                                        </p:tav>
                                      </p:tavLst>
                                    </p:anim>
                                    <p:anim calcmode="lin" valueType="num">
                                      <p:cBhvr>
                                        <p:cTn id="20" dur="500" fill="hold"/>
                                        <p:tgtEl>
                                          <p:spTgt spid="136"/>
                                        </p:tgtEl>
                                        <p:attrNameLst>
                                          <p:attrName>ppt_h</p:attrName>
                                        </p:attrNameLst>
                                      </p:cBhvr>
                                      <p:tavLst>
                                        <p:tav tm="0">
                                          <p:val>
                                            <p:fltVal val="0"/>
                                          </p:val>
                                        </p:tav>
                                        <p:tav tm="100000">
                                          <p:val>
                                            <p:strVal val="#ppt_h"/>
                                          </p:val>
                                        </p:tav>
                                      </p:tavLst>
                                    </p:anim>
                                    <p:animEffect transition="in" filter="fade">
                                      <p:cBhvr>
                                        <p:cTn id="21" dur="5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p:bldP spid="127" grpId="0"/>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9</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110" name="Group 31"/>
          <p:cNvGrpSpPr>
            <a:grpSpLocks/>
          </p:cNvGrpSpPr>
          <p:nvPr/>
        </p:nvGrpSpPr>
        <p:grpSpPr bwMode="auto">
          <a:xfrm>
            <a:off x="6584030" y="2443159"/>
            <a:ext cx="2497139" cy="285750"/>
            <a:chOff x="4029" y="527"/>
            <a:chExt cx="1573" cy="180"/>
          </a:xfrm>
        </p:grpSpPr>
        <p:sp>
          <p:nvSpPr>
            <p:cNvPr id="11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11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11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grpSp>
        <p:nvGrpSpPr>
          <p:cNvPr id="114" name="Group 153"/>
          <p:cNvGrpSpPr>
            <a:grpSpLocks/>
          </p:cNvGrpSpPr>
          <p:nvPr/>
        </p:nvGrpSpPr>
        <p:grpSpPr bwMode="auto">
          <a:xfrm>
            <a:off x="3118670" y="1464061"/>
            <a:ext cx="877888" cy="434975"/>
            <a:chOff x="1511" y="516"/>
            <a:chExt cx="553" cy="274"/>
          </a:xfrm>
        </p:grpSpPr>
        <p:sp>
          <p:nvSpPr>
            <p:cNvPr id="116" name="Rectangle 154"/>
            <p:cNvSpPr>
              <a:spLocks noChangeArrowheads="1"/>
            </p:cNvSpPr>
            <p:nvPr/>
          </p:nvSpPr>
          <p:spPr bwMode="auto">
            <a:xfrm>
              <a:off x="1733" y="516"/>
              <a:ext cx="331" cy="273"/>
            </a:xfrm>
            <a:prstGeom prst="rect">
              <a:avLst/>
            </a:prstGeom>
            <a:solidFill>
              <a:srgbClr val="FF00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17"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119" name="组合 118"/>
          <p:cNvGrpSpPr/>
          <p:nvPr/>
        </p:nvGrpSpPr>
        <p:grpSpPr>
          <a:xfrm>
            <a:off x="4748720" y="3278127"/>
            <a:ext cx="874713" cy="669926"/>
            <a:chOff x="4756817" y="602902"/>
            <a:chExt cx="874713" cy="669925"/>
          </a:xfrm>
        </p:grpSpPr>
        <p:sp>
          <p:nvSpPr>
            <p:cNvPr id="120" name="Rectangle 21"/>
            <p:cNvSpPr>
              <a:spLocks noChangeArrowheads="1"/>
            </p:cNvSpPr>
            <p:nvPr/>
          </p:nvSpPr>
          <p:spPr bwMode="auto">
            <a:xfrm>
              <a:off x="5099713" y="937864"/>
              <a:ext cx="530225" cy="334963"/>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1" name="Group 19"/>
            <p:cNvGrpSpPr>
              <a:grpSpLocks/>
            </p:cNvGrpSpPr>
            <p:nvPr/>
          </p:nvGrpSpPr>
          <p:grpSpPr bwMode="auto">
            <a:xfrm>
              <a:off x="4756817" y="602902"/>
              <a:ext cx="874713" cy="669925"/>
              <a:chOff x="2919" y="527"/>
              <a:chExt cx="551" cy="422"/>
            </a:xfrm>
          </p:grpSpPr>
          <p:grpSp>
            <p:nvGrpSpPr>
              <p:cNvPr id="122" name="Group 20"/>
              <p:cNvGrpSpPr>
                <a:grpSpLocks/>
              </p:cNvGrpSpPr>
              <p:nvPr/>
            </p:nvGrpSpPr>
            <p:grpSpPr bwMode="auto">
              <a:xfrm>
                <a:off x="3135" y="527"/>
                <a:ext cx="335" cy="422"/>
                <a:chOff x="4133" y="890"/>
                <a:chExt cx="335" cy="422"/>
              </a:xfrm>
            </p:grpSpPr>
            <p:sp>
              <p:nvSpPr>
                <p:cNvPr id="124" name="Rectangle 21"/>
                <p:cNvSpPr>
                  <a:spLocks noChangeArrowheads="1"/>
                </p:cNvSpPr>
                <p:nvPr/>
              </p:nvSpPr>
              <p:spPr bwMode="auto">
                <a:xfrm>
                  <a:off x="4133" y="890"/>
                  <a:ext cx="335" cy="211"/>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5"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3"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grpSp>
      </p:grpSp>
      <p:sp>
        <p:nvSpPr>
          <p:cNvPr id="126" name="Text Box 156"/>
          <p:cNvSpPr txBox="1">
            <a:spLocks noChangeArrowheads="1"/>
          </p:cNvSpPr>
          <p:nvPr/>
        </p:nvSpPr>
        <p:spPr bwMode="auto">
          <a:xfrm>
            <a:off x="5100346" y="3561530"/>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12</a:t>
            </a:r>
          </a:p>
        </p:txBody>
      </p:sp>
      <p:sp>
        <p:nvSpPr>
          <p:cNvPr id="127" name="Text Box 157"/>
          <p:cNvSpPr txBox="1">
            <a:spLocks noChangeArrowheads="1"/>
          </p:cNvSpPr>
          <p:nvPr/>
        </p:nvSpPr>
        <p:spPr bwMode="auto">
          <a:xfrm>
            <a:off x="5103544" y="3229309"/>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11</a:t>
            </a:r>
          </a:p>
        </p:txBody>
      </p:sp>
      <p:grpSp>
        <p:nvGrpSpPr>
          <p:cNvPr id="128" name="Group 31"/>
          <p:cNvGrpSpPr>
            <a:grpSpLocks/>
          </p:cNvGrpSpPr>
          <p:nvPr/>
        </p:nvGrpSpPr>
        <p:grpSpPr bwMode="auto">
          <a:xfrm>
            <a:off x="6516331" y="2680941"/>
            <a:ext cx="2571752" cy="285750"/>
            <a:chOff x="3982" y="527"/>
            <a:chExt cx="1620" cy="180"/>
          </a:xfrm>
        </p:grpSpPr>
        <p:sp>
          <p:nvSpPr>
            <p:cNvPr id="12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m</a:t>
              </a:r>
            </a:p>
          </p:txBody>
        </p:sp>
        <p:sp>
          <p:nvSpPr>
            <p:cNvPr id="13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10</a:t>
              </a:r>
            </a:p>
          </p:txBody>
        </p:sp>
        <p:sp>
          <p:nvSpPr>
            <p:cNvPr id="131"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132" name="Group 31"/>
          <p:cNvGrpSpPr>
            <a:grpSpLocks/>
          </p:cNvGrpSpPr>
          <p:nvPr/>
        </p:nvGrpSpPr>
        <p:grpSpPr bwMode="auto">
          <a:xfrm>
            <a:off x="6509416" y="2894633"/>
            <a:ext cx="2571752" cy="285750"/>
            <a:chOff x="3982" y="527"/>
            <a:chExt cx="1620" cy="180"/>
          </a:xfrm>
        </p:grpSpPr>
        <p:sp>
          <p:nvSpPr>
            <p:cNvPr id="133"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n</a:t>
              </a:r>
            </a:p>
          </p:txBody>
        </p:sp>
        <p:sp>
          <p:nvSpPr>
            <p:cNvPr id="134"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11</a:t>
              </a:r>
            </a:p>
          </p:txBody>
        </p:sp>
        <p:sp>
          <p:nvSpPr>
            <p:cNvPr id="135"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10</a:t>
              </a:r>
            </a:p>
          </p:txBody>
        </p:sp>
      </p:grpSp>
      <p:grpSp>
        <p:nvGrpSpPr>
          <p:cNvPr id="136" name="Group 31"/>
          <p:cNvGrpSpPr>
            <a:grpSpLocks/>
          </p:cNvGrpSpPr>
          <p:nvPr/>
        </p:nvGrpSpPr>
        <p:grpSpPr bwMode="auto">
          <a:xfrm>
            <a:off x="6516328" y="3120577"/>
            <a:ext cx="2571752" cy="285750"/>
            <a:chOff x="3982" y="527"/>
            <a:chExt cx="1620" cy="180"/>
          </a:xfrm>
        </p:grpSpPr>
        <p:sp>
          <p:nvSpPr>
            <p:cNvPr id="137"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k</a:t>
              </a:r>
            </a:p>
          </p:txBody>
        </p:sp>
        <p:sp>
          <p:nvSpPr>
            <p:cNvPr id="15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12</a:t>
              </a:r>
            </a:p>
          </p:txBody>
        </p:sp>
        <p:sp>
          <p:nvSpPr>
            <p:cNvPr id="153"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11</a:t>
              </a:r>
            </a:p>
          </p:txBody>
        </p:sp>
      </p:grpSp>
      <p:grpSp>
        <p:nvGrpSpPr>
          <p:cNvPr id="154" name="Group 31"/>
          <p:cNvGrpSpPr>
            <a:grpSpLocks/>
          </p:cNvGrpSpPr>
          <p:nvPr/>
        </p:nvGrpSpPr>
        <p:grpSpPr bwMode="auto">
          <a:xfrm>
            <a:off x="6509416" y="3335795"/>
            <a:ext cx="2571752" cy="285750"/>
            <a:chOff x="3982" y="527"/>
            <a:chExt cx="1620" cy="180"/>
          </a:xfrm>
        </p:grpSpPr>
        <p:sp>
          <p:nvSpPr>
            <p:cNvPr id="155"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v</a:t>
              </a:r>
            </a:p>
          </p:txBody>
        </p:sp>
        <p:sp>
          <p:nvSpPr>
            <p:cNvPr id="15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13</a:t>
              </a:r>
            </a:p>
          </p:txBody>
        </p:sp>
        <p:sp>
          <p:nvSpPr>
            <p:cNvPr id="157"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12</a:t>
              </a:r>
            </a:p>
          </p:txBody>
        </p:sp>
      </p:grpSp>
      <p:sp>
        <p:nvSpPr>
          <p:cNvPr id="158"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grpSp>
        <p:nvGrpSpPr>
          <p:cNvPr id="159" name="组合 158"/>
          <p:cNvGrpSpPr/>
          <p:nvPr/>
        </p:nvGrpSpPr>
        <p:grpSpPr>
          <a:xfrm>
            <a:off x="3996557" y="1670909"/>
            <a:ext cx="1109520" cy="1685897"/>
            <a:chOff x="3996557" y="1670908"/>
            <a:chExt cx="1109520" cy="1685897"/>
          </a:xfrm>
        </p:grpSpPr>
        <p:cxnSp>
          <p:nvCxnSpPr>
            <p:cNvPr id="160" name="直接连接符 159"/>
            <p:cNvCxnSpPr/>
            <p:nvPr/>
          </p:nvCxnSpPr>
          <p:spPr>
            <a:xfrm>
              <a:off x="3996557" y="1680754"/>
              <a:ext cx="567348" cy="0"/>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70" name="直接连接符 169"/>
            <p:cNvCxnSpPr/>
            <p:nvPr/>
          </p:nvCxnSpPr>
          <p:spPr>
            <a:xfrm>
              <a:off x="4572000" y="1670908"/>
              <a:ext cx="0" cy="1685103"/>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71" name="直接连接符 170"/>
            <p:cNvCxnSpPr/>
            <p:nvPr/>
          </p:nvCxnSpPr>
          <p:spPr>
            <a:xfrm flipV="1">
              <a:off x="4563905" y="3356805"/>
              <a:ext cx="542172" cy="0"/>
            </a:xfrm>
            <a:prstGeom prst="line">
              <a:avLst/>
            </a:prstGeom>
            <a:ln w="19050">
              <a:solidFill>
                <a:srgbClr val="FF6666"/>
              </a:solidFill>
              <a:tailEnd type="stealth" w="lg" len="lg"/>
            </a:ln>
          </p:spPr>
          <p:style>
            <a:lnRef idx="1">
              <a:schemeClr val="accent1"/>
            </a:lnRef>
            <a:fillRef idx="0">
              <a:schemeClr val="accent1"/>
            </a:fillRef>
            <a:effectRef idx="0">
              <a:schemeClr val="accent1"/>
            </a:effectRef>
            <a:fontRef idx="minor">
              <a:schemeClr val="tx1"/>
            </a:fontRef>
          </p:style>
        </p:cxnSp>
      </p:grpSp>
      <p:sp>
        <p:nvSpPr>
          <p:cNvPr id="172" name="矩形 171">
            <a:extLst>
              <a:ext uri="{FF2B5EF4-FFF2-40B4-BE49-F238E27FC236}">
                <a16:creationId xmlns:a16="http://schemas.microsoft.com/office/drawing/2014/main" id="{AE7EF21B-719F-46F5-8325-2EE33606397C}"/>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73" name="矩形 172">
            <a:extLst>
              <a:ext uri="{FF2B5EF4-FFF2-40B4-BE49-F238E27FC236}">
                <a16:creationId xmlns:a16="http://schemas.microsoft.com/office/drawing/2014/main" id="{5A6313CB-C687-47D9-8CD0-A0B7CA8D450B}"/>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74" name="矩形 173">
            <a:extLst>
              <a:ext uri="{FF2B5EF4-FFF2-40B4-BE49-F238E27FC236}">
                <a16:creationId xmlns:a16="http://schemas.microsoft.com/office/drawing/2014/main" id="{85CB41DA-5540-45DA-80DA-7DCFF3E5671F}"/>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
        <p:nvSpPr>
          <p:cNvPr id="175" name="矩形 174">
            <a:extLst>
              <a:ext uri="{FF2B5EF4-FFF2-40B4-BE49-F238E27FC236}">
                <a16:creationId xmlns:a16="http://schemas.microsoft.com/office/drawing/2014/main" id="{CD5F30A6-0DDE-4C3C-83D7-5CBD48D54616}"/>
              </a:ext>
            </a:extLst>
          </p:cNvPr>
          <p:cNvSpPr/>
          <p:nvPr/>
        </p:nvSpPr>
        <p:spPr>
          <a:xfrm>
            <a:off x="4394215" y="3681217"/>
            <a:ext cx="755335" cy="261610"/>
          </a:xfrm>
          <a:prstGeom prst="rect">
            <a:avLst/>
          </a:prstGeom>
        </p:spPr>
        <p:txBody>
          <a:bodyPr wrap="none">
            <a:spAutoFit/>
          </a:bodyPr>
          <a:lstStyle/>
          <a:p>
            <a:pPr defTabSz="914378"/>
            <a:r>
              <a:rPr lang="en-US" altLang="zh-CN" dirty="0">
                <a:solidFill>
                  <a:prstClr val="black"/>
                </a:solidFill>
              </a:rPr>
              <a:t>quicksort</a:t>
            </a:r>
            <a:endParaRPr lang="zh-CN" altLang="en-US" dirty="0">
              <a:solidFill>
                <a:prstClr val="black"/>
              </a:solidFill>
            </a:endParaRPr>
          </a:p>
        </p:txBody>
      </p:sp>
    </p:spTree>
    <p:extLst>
      <p:ext uri="{BB962C8B-B14F-4D97-AF65-F5344CB8AC3E}">
        <p14:creationId xmlns:p14="http://schemas.microsoft.com/office/powerpoint/2010/main" val="2357620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26"/>
                                        </p:tgtEl>
                                        <p:attrNameLst>
                                          <p:attrName>style.visibility</p:attrName>
                                        </p:attrNameLst>
                                      </p:cBhvr>
                                      <p:to>
                                        <p:strVal val="visible"/>
                                      </p:to>
                                    </p:set>
                                    <p:anim calcmode="lin" valueType="num">
                                      <p:cBhvr>
                                        <p:cTn id="7" dur="500" fill="hold"/>
                                        <p:tgtEl>
                                          <p:spTgt spid="126"/>
                                        </p:tgtEl>
                                        <p:attrNameLst>
                                          <p:attrName>ppt_w</p:attrName>
                                        </p:attrNameLst>
                                      </p:cBhvr>
                                      <p:tavLst>
                                        <p:tav tm="0">
                                          <p:val>
                                            <p:fltVal val="0"/>
                                          </p:val>
                                        </p:tav>
                                        <p:tav tm="100000">
                                          <p:val>
                                            <p:strVal val="#ppt_w"/>
                                          </p:val>
                                        </p:tav>
                                      </p:tavLst>
                                    </p:anim>
                                    <p:anim calcmode="lin" valueType="num">
                                      <p:cBhvr>
                                        <p:cTn id="8" dur="500" fill="hold"/>
                                        <p:tgtEl>
                                          <p:spTgt spid="126"/>
                                        </p:tgtEl>
                                        <p:attrNameLst>
                                          <p:attrName>ppt_h</p:attrName>
                                        </p:attrNameLst>
                                      </p:cBhvr>
                                      <p:tavLst>
                                        <p:tav tm="0">
                                          <p:val>
                                            <p:fltVal val="0"/>
                                          </p:val>
                                        </p:tav>
                                        <p:tav tm="100000">
                                          <p:val>
                                            <p:strVal val="#ppt_h"/>
                                          </p:val>
                                        </p:tav>
                                      </p:tavLst>
                                    </p:anim>
                                    <p:animEffect transition="in" filter="fade">
                                      <p:cBhvr>
                                        <p:cTn id="9" dur="500"/>
                                        <p:tgtEl>
                                          <p:spTgt spid="126"/>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154"/>
                                        </p:tgtEl>
                                        <p:attrNameLst>
                                          <p:attrName>style.visibility</p:attrName>
                                        </p:attrNameLst>
                                      </p:cBhvr>
                                      <p:to>
                                        <p:strVal val="visible"/>
                                      </p:to>
                                    </p:set>
                                    <p:anim calcmode="lin" valueType="num">
                                      <p:cBhvr>
                                        <p:cTn id="14" dur="500" fill="hold"/>
                                        <p:tgtEl>
                                          <p:spTgt spid="154"/>
                                        </p:tgtEl>
                                        <p:attrNameLst>
                                          <p:attrName>ppt_w</p:attrName>
                                        </p:attrNameLst>
                                      </p:cBhvr>
                                      <p:tavLst>
                                        <p:tav tm="0">
                                          <p:val>
                                            <p:fltVal val="0"/>
                                          </p:val>
                                        </p:tav>
                                        <p:tav tm="100000">
                                          <p:val>
                                            <p:strVal val="#ppt_w"/>
                                          </p:val>
                                        </p:tav>
                                      </p:tavLst>
                                    </p:anim>
                                    <p:anim calcmode="lin" valueType="num">
                                      <p:cBhvr>
                                        <p:cTn id="15" dur="500" fill="hold"/>
                                        <p:tgtEl>
                                          <p:spTgt spid="154"/>
                                        </p:tgtEl>
                                        <p:attrNameLst>
                                          <p:attrName>ppt_h</p:attrName>
                                        </p:attrNameLst>
                                      </p:cBhvr>
                                      <p:tavLst>
                                        <p:tav tm="0">
                                          <p:val>
                                            <p:fltVal val="0"/>
                                          </p:val>
                                        </p:tav>
                                        <p:tav tm="100000">
                                          <p:val>
                                            <p:strVal val="#ppt_h"/>
                                          </p:val>
                                        </p:tav>
                                      </p:tavLst>
                                    </p:anim>
                                    <p:animEffect transition="in" filter="fade">
                                      <p:cBhvr>
                                        <p:cTn id="16" dur="5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9</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110" name="Group 31"/>
          <p:cNvGrpSpPr>
            <a:grpSpLocks/>
          </p:cNvGrpSpPr>
          <p:nvPr/>
        </p:nvGrpSpPr>
        <p:grpSpPr bwMode="auto">
          <a:xfrm>
            <a:off x="6584030" y="2443159"/>
            <a:ext cx="2497139" cy="285750"/>
            <a:chOff x="4029" y="527"/>
            <a:chExt cx="1573" cy="180"/>
          </a:xfrm>
        </p:grpSpPr>
        <p:sp>
          <p:nvSpPr>
            <p:cNvPr id="11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11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11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grpSp>
        <p:nvGrpSpPr>
          <p:cNvPr id="114" name="Group 153"/>
          <p:cNvGrpSpPr>
            <a:grpSpLocks/>
          </p:cNvGrpSpPr>
          <p:nvPr/>
        </p:nvGrpSpPr>
        <p:grpSpPr bwMode="auto">
          <a:xfrm>
            <a:off x="3118670" y="1464061"/>
            <a:ext cx="877888" cy="434975"/>
            <a:chOff x="1511" y="516"/>
            <a:chExt cx="553" cy="274"/>
          </a:xfrm>
        </p:grpSpPr>
        <p:sp>
          <p:nvSpPr>
            <p:cNvPr id="116" name="Rectangle 154"/>
            <p:cNvSpPr>
              <a:spLocks noChangeArrowheads="1"/>
            </p:cNvSpPr>
            <p:nvPr/>
          </p:nvSpPr>
          <p:spPr bwMode="auto">
            <a:xfrm>
              <a:off x="1733" y="516"/>
              <a:ext cx="331" cy="273"/>
            </a:xfrm>
            <a:prstGeom prst="rect">
              <a:avLst/>
            </a:prstGeom>
            <a:solidFill>
              <a:srgbClr val="FF00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17"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119" name="组合 118"/>
          <p:cNvGrpSpPr/>
          <p:nvPr/>
        </p:nvGrpSpPr>
        <p:grpSpPr>
          <a:xfrm>
            <a:off x="4748720" y="3278127"/>
            <a:ext cx="874713" cy="669926"/>
            <a:chOff x="4756817" y="602902"/>
            <a:chExt cx="874713" cy="669925"/>
          </a:xfrm>
        </p:grpSpPr>
        <p:sp>
          <p:nvSpPr>
            <p:cNvPr id="120" name="Rectangle 21"/>
            <p:cNvSpPr>
              <a:spLocks noChangeArrowheads="1"/>
            </p:cNvSpPr>
            <p:nvPr/>
          </p:nvSpPr>
          <p:spPr bwMode="auto">
            <a:xfrm>
              <a:off x="5099713" y="937864"/>
              <a:ext cx="530225" cy="334963"/>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1" name="Group 19"/>
            <p:cNvGrpSpPr>
              <a:grpSpLocks/>
            </p:cNvGrpSpPr>
            <p:nvPr/>
          </p:nvGrpSpPr>
          <p:grpSpPr bwMode="auto">
            <a:xfrm>
              <a:off x="4756817" y="602902"/>
              <a:ext cx="874713" cy="669925"/>
              <a:chOff x="2919" y="527"/>
              <a:chExt cx="551" cy="422"/>
            </a:xfrm>
          </p:grpSpPr>
          <p:grpSp>
            <p:nvGrpSpPr>
              <p:cNvPr id="122" name="Group 20"/>
              <p:cNvGrpSpPr>
                <a:grpSpLocks/>
              </p:cNvGrpSpPr>
              <p:nvPr/>
            </p:nvGrpSpPr>
            <p:grpSpPr bwMode="auto">
              <a:xfrm>
                <a:off x="3135" y="527"/>
                <a:ext cx="335" cy="422"/>
                <a:chOff x="4133" y="890"/>
                <a:chExt cx="335" cy="422"/>
              </a:xfrm>
            </p:grpSpPr>
            <p:sp>
              <p:nvSpPr>
                <p:cNvPr id="124" name="Rectangle 21"/>
                <p:cNvSpPr>
                  <a:spLocks noChangeArrowheads="1"/>
                </p:cNvSpPr>
                <p:nvPr/>
              </p:nvSpPr>
              <p:spPr bwMode="auto">
                <a:xfrm>
                  <a:off x="4133" y="890"/>
                  <a:ext cx="335" cy="211"/>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5"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3"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grpSp>
      </p:grpSp>
      <p:sp>
        <p:nvSpPr>
          <p:cNvPr id="126" name="Text Box 156"/>
          <p:cNvSpPr txBox="1">
            <a:spLocks noChangeArrowheads="1"/>
          </p:cNvSpPr>
          <p:nvPr/>
        </p:nvSpPr>
        <p:spPr bwMode="auto">
          <a:xfrm>
            <a:off x="5100346" y="3561530"/>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13</a:t>
            </a:r>
          </a:p>
        </p:txBody>
      </p:sp>
      <p:sp>
        <p:nvSpPr>
          <p:cNvPr id="127" name="Text Box 157"/>
          <p:cNvSpPr txBox="1">
            <a:spLocks noChangeArrowheads="1"/>
          </p:cNvSpPr>
          <p:nvPr/>
        </p:nvSpPr>
        <p:spPr bwMode="auto">
          <a:xfrm>
            <a:off x="5103544" y="3229309"/>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11</a:t>
            </a:r>
          </a:p>
        </p:txBody>
      </p:sp>
      <p:grpSp>
        <p:nvGrpSpPr>
          <p:cNvPr id="128" name="Group 31"/>
          <p:cNvGrpSpPr>
            <a:grpSpLocks/>
          </p:cNvGrpSpPr>
          <p:nvPr/>
        </p:nvGrpSpPr>
        <p:grpSpPr bwMode="auto">
          <a:xfrm>
            <a:off x="6516331" y="2680941"/>
            <a:ext cx="2571752" cy="285750"/>
            <a:chOff x="3982" y="527"/>
            <a:chExt cx="1620" cy="180"/>
          </a:xfrm>
        </p:grpSpPr>
        <p:sp>
          <p:nvSpPr>
            <p:cNvPr id="12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m</a:t>
              </a:r>
            </a:p>
          </p:txBody>
        </p:sp>
        <p:sp>
          <p:nvSpPr>
            <p:cNvPr id="13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10</a:t>
              </a:r>
            </a:p>
          </p:txBody>
        </p:sp>
        <p:sp>
          <p:nvSpPr>
            <p:cNvPr id="131"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132" name="Group 31"/>
          <p:cNvGrpSpPr>
            <a:grpSpLocks/>
          </p:cNvGrpSpPr>
          <p:nvPr/>
        </p:nvGrpSpPr>
        <p:grpSpPr bwMode="auto">
          <a:xfrm>
            <a:off x="6509416" y="2894633"/>
            <a:ext cx="2571752" cy="285750"/>
            <a:chOff x="3982" y="527"/>
            <a:chExt cx="1620" cy="180"/>
          </a:xfrm>
        </p:grpSpPr>
        <p:sp>
          <p:nvSpPr>
            <p:cNvPr id="133"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n</a:t>
              </a:r>
            </a:p>
          </p:txBody>
        </p:sp>
        <p:sp>
          <p:nvSpPr>
            <p:cNvPr id="134"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11</a:t>
              </a:r>
            </a:p>
          </p:txBody>
        </p:sp>
        <p:sp>
          <p:nvSpPr>
            <p:cNvPr id="135"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10</a:t>
              </a:r>
            </a:p>
          </p:txBody>
        </p:sp>
      </p:grpSp>
      <p:grpSp>
        <p:nvGrpSpPr>
          <p:cNvPr id="136" name="Group 31"/>
          <p:cNvGrpSpPr>
            <a:grpSpLocks/>
          </p:cNvGrpSpPr>
          <p:nvPr/>
        </p:nvGrpSpPr>
        <p:grpSpPr bwMode="auto">
          <a:xfrm>
            <a:off x="6516328" y="3120577"/>
            <a:ext cx="2571752" cy="285750"/>
            <a:chOff x="3982" y="527"/>
            <a:chExt cx="1620" cy="180"/>
          </a:xfrm>
        </p:grpSpPr>
        <p:sp>
          <p:nvSpPr>
            <p:cNvPr id="137"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k</a:t>
              </a:r>
            </a:p>
          </p:txBody>
        </p:sp>
        <p:sp>
          <p:nvSpPr>
            <p:cNvPr id="15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12</a:t>
              </a:r>
            </a:p>
          </p:txBody>
        </p:sp>
        <p:sp>
          <p:nvSpPr>
            <p:cNvPr id="153"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11</a:t>
              </a:r>
            </a:p>
          </p:txBody>
        </p:sp>
      </p:grpSp>
      <p:grpSp>
        <p:nvGrpSpPr>
          <p:cNvPr id="154" name="Group 31"/>
          <p:cNvGrpSpPr>
            <a:grpSpLocks/>
          </p:cNvGrpSpPr>
          <p:nvPr/>
        </p:nvGrpSpPr>
        <p:grpSpPr bwMode="auto">
          <a:xfrm>
            <a:off x="6509416" y="3335795"/>
            <a:ext cx="2571752" cy="285750"/>
            <a:chOff x="3982" y="527"/>
            <a:chExt cx="1620" cy="180"/>
          </a:xfrm>
        </p:grpSpPr>
        <p:sp>
          <p:nvSpPr>
            <p:cNvPr id="155"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v</a:t>
              </a:r>
            </a:p>
          </p:txBody>
        </p:sp>
        <p:sp>
          <p:nvSpPr>
            <p:cNvPr id="15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13</a:t>
              </a:r>
            </a:p>
          </p:txBody>
        </p:sp>
        <p:sp>
          <p:nvSpPr>
            <p:cNvPr id="157"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12</a:t>
              </a:r>
            </a:p>
          </p:txBody>
        </p:sp>
      </p:grpSp>
      <p:grpSp>
        <p:nvGrpSpPr>
          <p:cNvPr id="158" name="Group 31"/>
          <p:cNvGrpSpPr>
            <a:grpSpLocks/>
          </p:cNvGrpSpPr>
          <p:nvPr/>
        </p:nvGrpSpPr>
        <p:grpSpPr bwMode="auto">
          <a:xfrm>
            <a:off x="6516328" y="3560370"/>
            <a:ext cx="2571752" cy="285750"/>
            <a:chOff x="3982" y="527"/>
            <a:chExt cx="1620" cy="180"/>
          </a:xfrm>
        </p:grpSpPr>
        <p:sp>
          <p:nvSpPr>
            <p:cNvPr id="15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partition</a:t>
              </a:r>
            </a:p>
          </p:txBody>
        </p:sp>
        <p:sp>
          <p:nvSpPr>
            <p:cNvPr id="16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14</a:t>
              </a:r>
            </a:p>
          </p:txBody>
        </p:sp>
        <p:sp>
          <p:nvSpPr>
            <p:cNvPr id="170"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13</a:t>
              </a:r>
            </a:p>
          </p:txBody>
        </p:sp>
      </p:grpSp>
      <p:sp>
        <p:nvSpPr>
          <p:cNvPr id="171"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grpSp>
        <p:nvGrpSpPr>
          <p:cNvPr id="172" name="组合 171"/>
          <p:cNvGrpSpPr/>
          <p:nvPr/>
        </p:nvGrpSpPr>
        <p:grpSpPr>
          <a:xfrm>
            <a:off x="3996557" y="1670909"/>
            <a:ext cx="1109520" cy="1685897"/>
            <a:chOff x="3996557" y="1670908"/>
            <a:chExt cx="1109520" cy="1685897"/>
          </a:xfrm>
        </p:grpSpPr>
        <p:cxnSp>
          <p:nvCxnSpPr>
            <p:cNvPr id="173" name="直接连接符 172"/>
            <p:cNvCxnSpPr/>
            <p:nvPr/>
          </p:nvCxnSpPr>
          <p:spPr>
            <a:xfrm>
              <a:off x="3996557" y="1680754"/>
              <a:ext cx="567348" cy="0"/>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74" name="直接连接符 173"/>
            <p:cNvCxnSpPr/>
            <p:nvPr/>
          </p:nvCxnSpPr>
          <p:spPr>
            <a:xfrm>
              <a:off x="4572000" y="1670908"/>
              <a:ext cx="0" cy="1685103"/>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75" name="直接连接符 174"/>
            <p:cNvCxnSpPr/>
            <p:nvPr/>
          </p:nvCxnSpPr>
          <p:spPr>
            <a:xfrm flipV="1">
              <a:off x="4563905" y="3356805"/>
              <a:ext cx="542172" cy="0"/>
            </a:xfrm>
            <a:prstGeom prst="line">
              <a:avLst/>
            </a:prstGeom>
            <a:ln w="19050">
              <a:solidFill>
                <a:srgbClr val="FF6666"/>
              </a:solidFill>
              <a:tailEnd type="stealth" w="lg" len="lg"/>
            </a:ln>
          </p:spPr>
          <p:style>
            <a:lnRef idx="1">
              <a:schemeClr val="accent1"/>
            </a:lnRef>
            <a:fillRef idx="0">
              <a:schemeClr val="accent1"/>
            </a:fillRef>
            <a:effectRef idx="0">
              <a:schemeClr val="accent1"/>
            </a:effectRef>
            <a:fontRef idx="minor">
              <a:schemeClr val="tx1"/>
            </a:fontRef>
          </p:style>
        </p:cxnSp>
      </p:grpSp>
      <p:sp>
        <p:nvSpPr>
          <p:cNvPr id="176" name="矩形 175">
            <a:extLst>
              <a:ext uri="{FF2B5EF4-FFF2-40B4-BE49-F238E27FC236}">
                <a16:creationId xmlns:a16="http://schemas.microsoft.com/office/drawing/2014/main" id="{16736B55-CD07-49CB-A0A0-2A091C93DBF5}"/>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77" name="矩形 176">
            <a:extLst>
              <a:ext uri="{FF2B5EF4-FFF2-40B4-BE49-F238E27FC236}">
                <a16:creationId xmlns:a16="http://schemas.microsoft.com/office/drawing/2014/main" id="{3319A25E-8E66-43D8-87AF-8B371D65AFB5}"/>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78" name="矩形 177">
            <a:extLst>
              <a:ext uri="{FF2B5EF4-FFF2-40B4-BE49-F238E27FC236}">
                <a16:creationId xmlns:a16="http://schemas.microsoft.com/office/drawing/2014/main" id="{0BC67669-75A9-45E1-AC4B-B202847F1D92}"/>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
        <p:nvSpPr>
          <p:cNvPr id="179" name="矩形 178">
            <a:extLst>
              <a:ext uri="{FF2B5EF4-FFF2-40B4-BE49-F238E27FC236}">
                <a16:creationId xmlns:a16="http://schemas.microsoft.com/office/drawing/2014/main" id="{DCF59787-6D96-45D6-8284-78A2DAB6E414}"/>
              </a:ext>
            </a:extLst>
          </p:cNvPr>
          <p:cNvSpPr/>
          <p:nvPr/>
        </p:nvSpPr>
        <p:spPr>
          <a:xfrm>
            <a:off x="4394215" y="3681217"/>
            <a:ext cx="755335" cy="261610"/>
          </a:xfrm>
          <a:prstGeom prst="rect">
            <a:avLst/>
          </a:prstGeom>
        </p:spPr>
        <p:txBody>
          <a:bodyPr wrap="none">
            <a:spAutoFit/>
          </a:bodyPr>
          <a:lstStyle/>
          <a:p>
            <a:pPr defTabSz="914378"/>
            <a:r>
              <a:rPr lang="en-US" altLang="zh-CN" dirty="0">
                <a:solidFill>
                  <a:prstClr val="black"/>
                </a:solidFill>
              </a:rPr>
              <a:t>quicksort</a:t>
            </a:r>
            <a:endParaRPr lang="zh-CN" altLang="en-US" dirty="0">
              <a:solidFill>
                <a:prstClr val="black"/>
              </a:solidFill>
            </a:endParaRPr>
          </a:p>
        </p:txBody>
      </p:sp>
    </p:spTree>
    <p:extLst>
      <p:ext uri="{BB962C8B-B14F-4D97-AF65-F5344CB8AC3E}">
        <p14:creationId xmlns:p14="http://schemas.microsoft.com/office/powerpoint/2010/main" val="794655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26"/>
                                        </p:tgtEl>
                                        <p:attrNameLst>
                                          <p:attrName>style.visibility</p:attrName>
                                        </p:attrNameLst>
                                      </p:cBhvr>
                                      <p:to>
                                        <p:strVal val="visible"/>
                                      </p:to>
                                    </p:set>
                                    <p:anim calcmode="lin" valueType="num">
                                      <p:cBhvr>
                                        <p:cTn id="7" dur="500" fill="hold"/>
                                        <p:tgtEl>
                                          <p:spTgt spid="126"/>
                                        </p:tgtEl>
                                        <p:attrNameLst>
                                          <p:attrName>ppt_w</p:attrName>
                                        </p:attrNameLst>
                                      </p:cBhvr>
                                      <p:tavLst>
                                        <p:tav tm="0">
                                          <p:val>
                                            <p:fltVal val="0"/>
                                          </p:val>
                                        </p:tav>
                                        <p:tav tm="100000">
                                          <p:val>
                                            <p:strVal val="#ppt_w"/>
                                          </p:val>
                                        </p:tav>
                                      </p:tavLst>
                                    </p:anim>
                                    <p:anim calcmode="lin" valueType="num">
                                      <p:cBhvr>
                                        <p:cTn id="8" dur="500" fill="hold"/>
                                        <p:tgtEl>
                                          <p:spTgt spid="126"/>
                                        </p:tgtEl>
                                        <p:attrNameLst>
                                          <p:attrName>ppt_h</p:attrName>
                                        </p:attrNameLst>
                                      </p:cBhvr>
                                      <p:tavLst>
                                        <p:tav tm="0">
                                          <p:val>
                                            <p:fltVal val="0"/>
                                          </p:val>
                                        </p:tav>
                                        <p:tav tm="100000">
                                          <p:val>
                                            <p:strVal val="#ppt_h"/>
                                          </p:val>
                                        </p:tav>
                                      </p:tavLst>
                                    </p:anim>
                                    <p:animEffect transition="in" filter="fade">
                                      <p:cBhvr>
                                        <p:cTn id="9" dur="500"/>
                                        <p:tgtEl>
                                          <p:spTgt spid="126"/>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158"/>
                                        </p:tgtEl>
                                        <p:attrNameLst>
                                          <p:attrName>style.visibility</p:attrName>
                                        </p:attrNameLst>
                                      </p:cBhvr>
                                      <p:to>
                                        <p:strVal val="visible"/>
                                      </p:to>
                                    </p:set>
                                    <p:anim calcmode="lin" valueType="num">
                                      <p:cBhvr>
                                        <p:cTn id="14" dur="500" fill="hold"/>
                                        <p:tgtEl>
                                          <p:spTgt spid="158"/>
                                        </p:tgtEl>
                                        <p:attrNameLst>
                                          <p:attrName>ppt_w</p:attrName>
                                        </p:attrNameLst>
                                      </p:cBhvr>
                                      <p:tavLst>
                                        <p:tav tm="0">
                                          <p:val>
                                            <p:fltVal val="0"/>
                                          </p:val>
                                        </p:tav>
                                        <p:tav tm="100000">
                                          <p:val>
                                            <p:strVal val="#ppt_w"/>
                                          </p:val>
                                        </p:tav>
                                      </p:tavLst>
                                    </p:anim>
                                    <p:anim calcmode="lin" valueType="num">
                                      <p:cBhvr>
                                        <p:cTn id="15" dur="500" fill="hold"/>
                                        <p:tgtEl>
                                          <p:spTgt spid="158"/>
                                        </p:tgtEl>
                                        <p:attrNameLst>
                                          <p:attrName>ppt_h</p:attrName>
                                        </p:attrNameLst>
                                      </p:cBhvr>
                                      <p:tavLst>
                                        <p:tav tm="0">
                                          <p:val>
                                            <p:fltVal val="0"/>
                                          </p:val>
                                        </p:tav>
                                        <p:tav tm="100000">
                                          <p:val>
                                            <p:strVal val="#ppt_h"/>
                                          </p:val>
                                        </p:tav>
                                      </p:tavLst>
                                    </p:anim>
                                    <p:animEffect transition="in" filter="fade">
                                      <p:cBhvr>
                                        <p:cTn id="16" dur="500"/>
                                        <p:tgtEl>
                                          <p:spTgt spid="1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9</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110" name="Group 31"/>
          <p:cNvGrpSpPr>
            <a:grpSpLocks/>
          </p:cNvGrpSpPr>
          <p:nvPr/>
        </p:nvGrpSpPr>
        <p:grpSpPr bwMode="auto">
          <a:xfrm>
            <a:off x="6584030" y="2443159"/>
            <a:ext cx="2497139" cy="285750"/>
            <a:chOff x="4029" y="527"/>
            <a:chExt cx="1573" cy="180"/>
          </a:xfrm>
        </p:grpSpPr>
        <p:sp>
          <p:nvSpPr>
            <p:cNvPr id="11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11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11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grpSp>
        <p:nvGrpSpPr>
          <p:cNvPr id="114" name="Group 153"/>
          <p:cNvGrpSpPr>
            <a:grpSpLocks/>
          </p:cNvGrpSpPr>
          <p:nvPr/>
        </p:nvGrpSpPr>
        <p:grpSpPr bwMode="auto">
          <a:xfrm>
            <a:off x="3118670" y="1464061"/>
            <a:ext cx="877888" cy="434975"/>
            <a:chOff x="1511" y="516"/>
            <a:chExt cx="553" cy="274"/>
          </a:xfrm>
        </p:grpSpPr>
        <p:sp>
          <p:nvSpPr>
            <p:cNvPr id="116" name="Rectangle 154"/>
            <p:cNvSpPr>
              <a:spLocks noChangeArrowheads="1"/>
            </p:cNvSpPr>
            <p:nvPr/>
          </p:nvSpPr>
          <p:spPr bwMode="auto">
            <a:xfrm>
              <a:off x="1733" y="516"/>
              <a:ext cx="331" cy="273"/>
            </a:xfrm>
            <a:prstGeom prst="rect">
              <a:avLst/>
            </a:prstGeom>
            <a:solidFill>
              <a:srgbClr val="FF00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17"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119" name="组合 118"/>
          <p:cNvGrpSpPr/>
          <p:nvPr/>
        </p:nvGrpSpPr>
        <p:grpSpPr>
          <a:xfrm>
            <a:off x="4748720" y="3278127"/>
            <a:ext cx="874713" cy="669926"/>
            <a:chOff x="4756817" y="602902"/>
            <a:chExt cx="874713" cy="669925"/>
          </a:xfrm>
        </p:grpSpPr>
        <p:sp>
          <p:nvSpPr>
            <p:cNvPr id="120" name="Rectangle 21"/>
            <p:cNvSpPr>
              <a:spLocks noChangeArrowheads="1"/>
            </p:cNvSpPr>
            <p:nvPr/>
          </p:nvSpPr>
          <p:spPr bwMode="auto">
            <a:xfrm>
              <a:off x="5099713" y="937864"/>
              <a:ext cx="530225" cy="334963"/>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1" name="Group 19"/>
            <p:cNvGrpSpPr>
              <a:grpSpLocks/>
            </p:cNvGrpSpPr>
            <p:nvPr/>
          </p:nvGrpSpPr>
          <p:grpSpPr bwMode="auto">
            <a:xfrm>
              <a:off x="4756817" y="602902"/>
              <a:ext cx="874713" cy="669925"/>
              <a:chOff x="2919" y="527"/>
              <a:chExt cx="551" cy="422"/>
            </a:xfrm>
          </p:grpSpPr>
          <p:grpSp>
            <p:nvGrpSpPr>
              <p:cNvPr id="122" name="Group 20"/>
              <p:cNvGrpSpPr>
                <a:grpSpLocks/>
              </p:cNvGrpSpPr>
              <p:nvPr/>
            </p:nvGrpSpPr>
            <p:grpSpPr bwMode="auto">
              <a:xfrm>
                <a:off x="3135" y="527"/>
                <a:ext cx="335" cy="422"/>
                <a:chOff x="4133" y="890"/>
                <a:chExt cx="335" cy="422"/>
              </a:xfrm>
            </p:grpSpPr>
            <p:sp>
              <p:nvSpPr>
                <p:cNvPr id="124" name="Rectangle 21"/>
                <p:cNvSpPr>
                  <a:spLocks noChangeArrowheads="1"/>
                </p:cNvSpPr>
                <p:nvPr/>
              </p:nvSpPr>
              <p:spPr bwMode="auto">
                <a:xfrm>
                  <a:off x="4133" y="890"/>
                  <a:ext cx="335" cy="211"/>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5"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3"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grpSp>
      </p:grpSp>
      <p:sp>
        <p:nvSpPr>
          <p:cNvPr id="126" name="Text Box 156"/>
          <p:cNvSpPr txBox="1">
            <a:spLocks noChangeArrowheads="1"/>
          </p:cNvSpPr>
          <p:nvPr/>
        </p:nvSpPr>
        <p:spPr bwMode="auto">
          <a:xfrm>
            <a:off x="5100346" y="3561530"/>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14</a:t>
            </a:r>
          </a:p>
        </p:txBody>
      </p:sp>
      <p:sp>
        <p:nvSpPr>
          <p:cNvPr id="127" name="Text Box 157"/>
          <p:cNvSpPr txBox="1">
            <a:spLocks noChangeArrowheads="1"/>
          </p:cNvSpPr>
          <p:nvPr/>
        </p:nvSpPr>
        <p:spPr bwMode="auto">
          <a:xfrm>
            <a:off x="5103544" y="3229309"/>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11</a:t>
            </a:r>
          </a:p>
        </p:txBody>
      </p:sp>
      <p:grpSp>
        <p:nvGrpSpPr>
          <p:cNvPr id="128" name="Group 31"/>
          <p:cNvGrpSpPr>
            <a:grpSpLocks/>
          </p:cNvGrpSpPr>
          <p:nvPr/>
        </p:nvGrpSpPr>
        <p:grpSpPr bwMode="auto">
          <a:xfrm>
            <a:off x="6516331" y="2680941"/>
            <a:ext cx="2571752" cy="285750"/>
            <a:chOff x="3982" y="527"/>
            <a:chExt cx="1620" cy="180"/>
          </a:xfrm>
        </p:grpSpPr>
        <p:sp>
          <p:nvSpPr>
            <p:cNvPr id="12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m</a:t>
              </a:r>
            </a:p>
          </p:txBody>
        </p:sp>
        <p:sp>
          <p:nvSpPr>
            <p:cNvPr id="13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10</a:t>
              </a:r>
            </a:p>
          </p:txBody>
        </p:sp>
        <p:sp>
          <p:nvSpPr>
            <p:cNvPr id="131"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132" name="Group 31"/>
          <p:cNvGrpSpPr>
            <a:grpSpLocks/>
          </p:cNvGrpSpPr>
          <p:nvPr/>
        </p:nvGrpSpPr>
        <p:grpSpPr bwMode="auto">
          <a:xfrm>
            <a:off x="6509416" y="2894633"/>
            <a:ext cx="2571752" cy="285750"/>
            <a:chOff x="3982" y="527"/>
            <a:chExt cx="1620" cy="180"/>
          </a:xfrm>
        </p:grpSpPr>
        <p:sp>
          <p:nvSpPr>
            <p:cNvPr id="133"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n</a:t>
              </a:r>
            </a:p>
          </p:txBody>
        </p:sp>
        <p:sp>
          <p:nvSpPr>
            <p:cNvPr id="134"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11</a:t>
              </a:r>
            </a:p>
          </p:txBody>
        </p:sp>
        <p:sp>
          <p:nvSpPr>
            <p:cNvPr id="135"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10</a:t>
              </a:r>
            </a:p>
          </p:txBody>
        </p:sp>
      </p:grpSp>
      <p:grpSp>
        <p:nvGrpSpPr>
          <p:cNvPr id="136" name="Group 31"/>
          <p:cNvGrpSpPr>
            <a:grpSpLocks/>
          </p:cNvGrpSpPr>
          <p:nvPr/>
        </p:nvGrpSpPr>
        <p:grpSpPr bwMode="auto">
          <a:xfrm>
            <a:off x="6516328" y="3120577"/>
            <a:ext cx="2571752" cy="285750"/>
            <a:chOff x="3982" y="527"/>
            <a:chExt cx="1620" cy="180"/>
          </a:xfrm>
        </p:grpSpPr>
        <p:sp>
          <p:nvSpPr>
            <p:cNvPr id="137"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k</a:t>
              </a:r>
            </a:p>
          </p:txBody>
        </p:sp>
        <p:sp>
          <p:nvSpPr>
            <p:cNvPr id="15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12</a:t>
              </a:r>
            </a:p>
          </p:txBody>
        </p:sp>
        <p:sp>
          <p:nvSpPr>
            <p:cNvPr id="153"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11</a:t>
              </a:r>
            </a:p>
          </p:txBody>
        </p:sp>
      </p:grpSp>
      <p:grpSp>
        <p:nvGrpSpPr>
          <p:cNvPr id="154" name="Group 31"/>
          <p:cNvGrpSpPr>
            <a:grpSpLocks/>
          </p:cNvGrpSpPr>
          <p:nvPr/>
        </p:nvGrpSpPr>
        <p:grpSpPr bwMode="auto">
          <a:xfrm>
            <a:off x="6509416" y="3335795"/>
            <a:ext cx="2571752" cy="285750"/>
            <a:chOff x="3982" y="527"/>
            <a:chExt cx="1620" cy="180"/>
          </a:xfrm>
        </p:grpSpPr>
        <p:sp>
          <p:nvSpPr>
            <p:cNvPr id="155"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v</a:t>
              </a:r>
            </a:p>
          </p:txBody>
        </p:sp>
        <p:sp>
          <p:nvSpPr>
            <p:cNvPr id="15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13</a:t>
              </a:r>
            </a:p>
          </p:txBody>
        </p:sp>
        <p:sp>
          <p:nvSpPr>
            <p:cNvPr id="157"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12</a:t>
              </a:r>
            </a:p>
          </p:txBody>
        </p:sp>
      </p:grpSp>
      <p:grpSp>
        <p:nvGrpSpPr>
          <p:cNvPr id="158" name="Group 31"/>
          <p:cNvGrpSpPr>
            <a:grpSpLocks/>
          </p:cNvGrpSpPr>
          <p:nvPr/>
        </p:nvGrpSpPr>
        <p:grpSpPr bwMode="auto">
          <a:xfrm>
            <a:off x="6516328" y="3560370"/>
            <a:ext cx="2571752" cy="285750"/>
            <a:chOff x="3982" y="527"/>
            <a:chExt cx="1620" cy="180"/>
          </a:xfrm>
        </p:grpSpPr>
        <p:sp>
          <p:nvSpPr>
            <p:cNvPr id="15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partition</a:t>
              </a:r>
            </a:p>
          </p:txBody>
        </p:sp>
        <p:sp>
          <p:nvSpPr>
            <p:cNvPr id="16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14</a:t>
              </a:r>
            </a:p>
          </p:txBody>
        </p:sp>
        <p:sp>
          <p:nvSpPr>
            <p:cNvPr id="170"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13</a:t>
              </a:r>
            </a:p>
          </p:txBody>
        </p:sp>
      </p:grpSp>
      <p:grpSp>
        <p:nvGrpSpPr>
          <p:cNvPr id="171" name="Group 153"/>
          <p:cNvGrpSpPr>
            <a:grpSpLocks/>
          </p:cNvGrpSpPr>
          <p:nvPr/>
        </p:nvGrpSpPr>
        <p:grpSpPr bwMode="auto">
          <a:xfrm>
            <a:off x="3125210" y="1907706"/>
            <a:ext cx="877888" cy="434975"/>
            <a:chOff x="1511" y="516"/>
            <a:chExt cx="553" cy="274"/>
          </a:xfrm>
        </p:grpSpPr>
        <p:sp>
          <p:nvSpPr>
            <p:cNvPr id="172" name="Rectangle 154"/>
            <p:cNvSpPr>
              <a:spLocks noChangeArrowheads="1"/>
            </p:cNvSpPr>
            <p:nvPr/>
          </p:nvSpPr>
          <p:spPr bwMode="auto">
            <a:xfrm>
              <a:off x="1733" y="516"/>
              <a:ext cx="331" cy="273"/>
            </a:xfrm>
            <a:prstGeom prst="rect">
              <a:avLst/>
            </a:prstGeom>
            <a:solidFill>
              <a:schemeClr val="accent1">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73"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nvGrpSpPr>
          <p:cNvPr id="174" name="组合 173"/>
          <p:cNvGrpSpPr/>
          <p:nvPr/>
        </p:nvGrpSpPr>
        <p:grpSpPr>
          <a:xfrm>
            <a:off x="4756310" y="3945400"/>
            <a:ext cx="874713" cy="669926"/>
            <a:chOff x="4756817" y="602902"/>
            <a:chExt cx="874713" cy="669925"/>
          </a:xfrm>
        </p:grpSpPr>
        <p:sp>
          <p:nvSpPr>
            <p:cNvPr id="175" name="Rectangle 21"/>
            <p:cNvSpPr>
              <a:spLocks noChangeArrowheads="1"/>
            </p:cNvSpPr>
            <p:nvPr/>
          </p:nvSpPr>
          <p:spPr bwMode="auto">
            <a:xfrm>
              <a:off x="5099713" y="937864"/>
              <a:ext cx="530225" cy="334963"/>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76" name="Group 19"/>
            <p:cNvGrpSpPr>
              <a:grpSpLocks/>
            </p:cNvGrpSpPr>
            <p:nvPr/>
          </p:nvGrpSpPr>
          <p:grpSpPr bwMode="auto">
            <a:xfrm>
              <a:off x="4756817" y="602902"/>
              <a:ext cx="874713" cy="669925"/>
              <a:chOff x="2919" y="527"/>
              <a:chExt cx="551" cy="422"/>
            </a:xfrm>
          </p:grpSpPr>
          <p:grpSp>
            <p:nvGrpSpPr>
              <p:cNvPr id="177" name="Group 20"/>
              <p:cNvGrpSpPr>
                <a:grpSpLocks/>
              </p:cNvGrpSpPr>
              <p:nvPr/>
            </p:nvGrpSpPr>
            <p:grpSpPr bwMode="auto">
              <a:xfrm>
                <a:off x="3135" y="527"/>
                <a:ext cx="335" cy="422"/>
                <a:chOff x="4133" y="890"/>
                <a:chExt cx="335" cy="422"/>
              </a:xfrm>
            </p:grpSpPr>
            <p:sp>
              <p:nvSpPr>
                <p:cNvPr id="179" name="Rectangle 21"/>
                <p:cNvSpPr>
                  <a:spLocks noChangeArrowheads="1"/>
                </p:cNvSpPr>
                <p:nvPr/>
              </p:nvSpPr>
              <p:spPr bwMode="auto">
                <a:xfrm>
                  <a:off x="4133" y="890"/>
                  <a:ext cx="335" cy="211"/>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80"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7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grpSp>
      </p:grpSp>
      <p:sp>
        <p:nvSpPr>
          <p:cNvPr id="181" name="Text Box 156"/>
          <p:cNvSpPr txBox="1">
            <a:spLocks noChangeArrowheads="1"/>
          </p:cNvSpPr>
          <p:nvPr/>
        </p:nvSpPr>
        <p:spPr bwMode="auto">
          <a:xfrm>
            <a:off x="5207533" y="42311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82" name="Text Box 157"/>
          <p:cNvSpPr txBox="1">
            <a:spLocks noChangeArrowheads="1"/>
          </p:cNvSpPr>
          <p:nvPr/>
        </p:nvSpPr>
        <p:spPr bwMode="auto">
          <a:xfrm>
            <a:off x="5197274" y="387888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83" name="Group 31"/>
          <p:cNvGrpSpPr>
            <a:grpSpLocks/>
          </p:cNvGrpSpPr>
          <p:nvPr/>
        </p:nvGrpSpPr>
        <p:grpSpPr bwMode="auto">
          <a:xfrm>
            <a:off x="6516328" y="3785945"/>
            <a:ext cx="2571752" cy="285750"/>
            <a:chOff x="3982" y="527"/>
            <a:chExt cx="1620" cy="180"/>
          </a:xfrm>
        </p:grpSpPr>
        <p:sp>
          <p:nvSpPr>
            <p:cNvPr id="184"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y</a:t>
              </a:r>
            </a:p>
          </p:txBody>
        </p:sp>
        <p:sp>
          <p:nvSpPr>
            <p:cNvPr id="185"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15</a:t>
              </a:r>
            </a:p>
          </p:txBody>
        </p:sp>
        <p:sp>
          <p:nvSpPr>
            <p:cNvPr id="186"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87"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grpSp>
        <p:nvGrpSpPr>
          <p:cNvPr id="188" name="组合 187"/>
          <p:cNvGrpSpPr/>
          <p:nvPr/>
        </p:nvGrpSpPr>
        <p:grpSpPr>
          <a:xfrm>
            <a:off x="3996557" y="1670909"/>
            <a:ext cx="1109520" cy="1685897"/>
            <a:chOff x="3996557" y="1670908"/>
            <a:chExt cx="1109520" cy="1685897"/>
          </a:xfrm>
        </p:grpSpPr>
        <p:cxnSp>
          <p:nvCxnSpPr>
            <p:cNvPr id="189" name="直接连接符 188"/>
            <p:cNvCxnSpPr/>
            <p:nvPr/>
          </p:nvCxnSpPr>
          <p:spPr>
            <a:xfrm>
              <a:off x="3996557" y="1680754"/>
              <a:ext cx="567348" cy="0"/>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90" name="直接连接符 189"/>
            <p:cNvCxnSpPr/>
            <p:nvPr/>
          </p:nvCxnSpPr>
          <p:spPr>
            <a:xfrm>
              <a:off x="4572000" y="1670908"/>
              <a:ext cx="0" cy="1685103"/>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91" name="直接连接符 190"/>
            <p:cNvCxnSpPr/>
            <p:nvPr/>
          </p:nvCxnSpPr>
          <p:spPr>
            <a:xfrm flipV="1">
              <a:off x="4563905" y="3356805"/>
              <a:ext cx="542172" cy="0"/>
            </a:xfrm>
            <a:prstGeom prst="line">
              <a:avLst/>
            </a:prstGeom>
            <a:ln w="19050">
              <a:solidFill>
                <a:srgbClr val="FF6666"/>
              </a:solidFill>
              <a:tailEnd type="stealth" w="lg" len="lg"/>
            </a:ln>
          </p:spPr>
          <p:style>
            <a:lnRef idx="1">
              <a:schemeClr val="accent1"/>
            </a:lnRef>
            <a:fillRef idx="0">
              <a:schemeClr val="accent1"/>
            </a:fillRef>
            <a:effectRef idx="0">
              <a:schemeClr val="accent1"/>
            </a:effectRef>
            <a:fontRef idx="minor">
              <a:schemeClr val="tx1"/>
            </a:fontRef>
          </p:style>
        </p:cxnSp>
      </p:grpSp>
      <p:sp>
        <p:nvSpPr>
          <p:cNvPr id="192" name="Freeform 171"/>
          <p:cNvSpPr>
            <a:spLocks/>
          </p:cNvSpPr>
          <p:nvPr/>
        </p:nvSpPr>
        <p:spPr bwMode="auto">
          <a:xfrm>
            <a:off x="4009446" y="2179020"/>
            <a:ext cx="1079500" cy="1966558"/>
          </a:xfrm>
          <a:custGeom>
            <a:avLst/>
            <a:gdLst>
              <a:gd name="T0" fmla="*/ 0 w 725"/>
              <a:gd name="T1" fmla="*/ 0 h 1360"/>
              <a:gd name="T2" fmla="*/ 115 w 725"/>
              <a:gd name="T3" fmla="*/ 0 h 1360"/>
              <a:gd name="T4" fmla="*/ 115 w 725"/>
              <a:gd name="T5" fmla="*/ 1360 h 1360"/>
              <a:gd name="T6" fmla="*/ 462 w 725"/>
              <a:gd name="T7" fmla="*/ 1360 h 1360"/>
              <a:gd name="T8" fmla="*/ 0 60000 65536"/>
              <a:gd name="T9" fmla="*/ 0 60000 65536"/>
              <a:gd name="T10" fmla="*/ 0 60000 65536"/>
              <a:gd name="T11" fmla="*/ 0 60000 65536"/>
              <a:gd name="T12" fmla="*/ 0 w 725"/>
              <a:gd name="T13" fmla="*/ 0 h 1360"/>
              <a:gd name="T14" fmla="*/ 725 w 725"/>
              <a:gd name="T15" fmla="*/ 1360 h 1360"/>
            </a:gdLst>
            <a:ahLst/>
            <a:cxnLst>
              <a:cxn ang="T8">
                <a:pos x="T0" y="T1"/>
              </a:cxn>
              <a:cxn ang="T9">
                <a:pos x="T2" y="T3"/>
              </a:cxn>
              <a:cxn ang="T10">
                <a:pos x="T4" y="T5"/>
              </a:cxn>
              <a:cxn ang="T11">
                <a:pos x="T6" y="T7"/>
              </a:cxn>
            </a:cxnLst>
            <a:rect l="T12" t="T13" r="T14" b="T15"/>
            <a:pathLst>
              <a:path w="725" h="1360">
                <a:moveTo>
                  <a:pt x="0" y="0"/>
                </a:moveTo>
                <a:lnTo>
                  <a:pt x="181" y="0"/>
                </a:lnTo>
                <a:lnTo>
                  <a:pt x="181" y="1360"/>
                </a:lnTo>
                <a:lnTo>
                  <a:pt x="725" y="1360"/>
                </a:lnTo>
              </a:path>
            </a:pathLst>
          </a:custGeom>
          <a:noFill/>
          <a:ln w="19050" cap="flat" cmpd="sng">
            <a:solidFill>
              <a:schemeClr val="accent1"/>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193" name="矩形 192">
            <a:extLst>
              <a:ext uri="{FF2B5EF4-FFF2-40B4-BE49-F238E27FC236}">
                <a16:creationId xmlns:a16="http://schemas.microsoft.com/office/drawing/2014/main" id="{13B2DECB-3A1E-4718-B6F3-F6D71CB1CECA}"/>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94" name="矩形 193">
            <a:extLst>
              <a:ext uri="{FF2B5EF4-FFF2-40B4-BE49-F238E27FC236}">
                <a16:creationId xmlns:a16="http://schemas.microsoft.com/office/drawing/2014/main" id="{F5CEE86D-9D03-49D2-B541-AA3BC3F66DE9}"/>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95" name="矩形 194">
            <a:extLst>
              <a:ext uri="{FF2B5EF4-FFF2-40B4-BE49-F238E27FC236}">
                <a16:creationId xmlns:a16="http://schemas.microsoft.com/office/drawing/2014/main" id="{702C43D6-A293-4D54-AC7C-3878FC3B96AA}"/>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
        <p:nvSpPr>
          <p:cNvPr id="196" name="矩形 195">
            <a:extLst>
              <a:ext uri="{FF2B5EF4-FFF2-40B4-BE49-F238E27FC236}">
                <a16:creationId xmlns:a16="http://schemas.microsoft.com/office/drawing/2014/main" id="{54C7D5AC-3206-4C27-B41B-A8C0031DE39B}"/>
              </a:ext>
            </a:extLst>
          </p:cNvPr>
          <p:cNvSpPr/>
          <p:nvPr/>
        </p:nvSpPr>
        <p:spPr>
          <a:xfrm>
            <a:off x="4394215" y="3681217"/>
            <a:ext cx="755335" cy="261610"/>
          </a:xfrm>
          <a:prstGeom prst="rect">
            <a:avLst/>
          </a:prstGeom>
        </p:spPr>
        <p:txBody>
          <a:bodyPr wrap="none">
            <a:spAutoFit/>
          </a:bodyPr>
          <a:lstStyle/>
          <a:p>
            <a:pPr defTabSz="914378"/>
            <a:r>
              <a:rPr lang="en-US" altLang="zh-CN" dirty="0">
                <a:solidFill>
                  <a:prstClr val="black"/>
                </a:solidFill>
              </a:rPr>
              <a:t>quicksort</a:t>
            </a:r>
            <a:endParaRPr lang="zh-CN" altLang="en-US" dirty="0">
              <a:solidFill>
                <a:prstClr val="black"/>
              </a:solidFill>
            </a:endParaRPr>
          </a:p>
        </p:txBody>
      </p:sp>
      <p:sp>
        <p:nvSpPr>
          <p:cNvPr id="197" name="矩形 196">
            <a:extLst>
              <a:ext uri="{FF2B5EF4-FFF2-40B4-BE49-F238E27FC236}">
                <a16:creationId xmlns:a16="http://schemas.microsoft.com/office/drawing/2014/main" id="{99AF9998-FB7E-42D0-A00F-D7EAF8E17F36}"/>
              </a:ext>
            </a:extLst>
          </p:cNvPr>
          <p:cNvSpPr/>
          <p:nvPr/>
        </p:nvSpPr>
        <p:spPr>
          <a:xfrm>
            <a:off x="4403407" y="4396314"/>
            <a:ext cx="715260" cy="261610"/>
          </a:xfrm>
          <a:prstGeom prst="rect">
            <a:avLst/>
          </a:prstGeom>
        </p:spPr>
        <p:txBody>
          <a:bodyPr wrap="none">
            <a:spAutoFit/>
          </a:bodyPr>
          <a:lstStyle/>
          <a:p>
            <a:pPr defTabSz="914378"/>
            <a:r>
              <a:rPr lang="en-US" altLang="zh-CN" dirty="0">
                <a:solidFill>
                  <a:prstClr val="black"/>
                </a:solidFill>
              </a:rPr>
              <a:t>partition</a:t>
            </a:r>
            <a:endParaRPr lang="zh-CN" altLang="en-US" dirty="0">
              <a:solidFill>
                <a:prstClr val="black"/>
              </a:solidFill>
            </a:endParaRPr>
          </a:p>
        </p:txBody>
      </p:sp>
    </p:spTree>
    <p:extLst>
      <p:ext uri="{BB962C8B-B14F-4D97-AF65-F5344CB8AC3E}">
        <p14:creationId xmlns:p14="http://schemas.microsoft.com/office/powerpoint/2010/main" val="236941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26"/>
                                        </p:tgtEl>
                                        <p:attrNameLst>
                                          <p:attrName>style.visibility</p:attrName>
                                        </p:attrNameLst>
                                      </p:cBhvr>
                                      <p:to>
                                        <p:strVal val="visible"/>
                                      </p:to>
                                    </p:set>
                                    <p:anim calcmode="lin" valueType="num">
                                      <p:cBhvr>
                                        <p:cTn id="7" dur="500" fill="hold"/>
                                        <p:tgtEl>
                                          <p:spTgt spid="126"/>
                                        </p:tgtEl>
                                        <p:attrNameLst>
                                          <p:attrName>ppt_w</p:attrName>
                                        </p:attrNameLst>
                                      </p:cBhvr>
                                      <p:tavLst>
                                        <p:tav tm="0">
                                          <p:val>
                                            <p:fltVal val="0"/>
                                          </p:val>
                                        </p:tav>
                                        <p:tav tm="100000">
                                          <p:val>
                                            <p:strVal val="#ppt_w"/>
                                          </p:val>
                                        </p:tav>
                                      </p:tavLst>
                                    </p:anim>
                                    <p:anim calcmode="lin" valueType="num">
                                      <p:cBhvr>
                                        <p:cTn id="8" dur="500" fill="hold"/>
                                        <p:tgtEl>
                                          <p:spTgt spid="126"/>
                                        </p:tgtEl>
                                        <p:attrNameLst>
                                          <p:attrName>ppt_h</p:attrName>
                                        </p:attrNameLst>
                                      </p:cBhvr>
                                      <p:tavLst>
                                        <p:tav tm="0">
                                          <p:val>
                                            <p:fltVal val="0"/>
                                          </p:val>
                                        </p:tav>
                                        <p:tav tm="100000">
                                          <p:val>
                                            <p:strVal val="#ppt_h"/>
                                          </p:val>
                                        </p:tav>
                                      </p:tavLst>
                                    </p:anim>
                                    <p:animEffect transition="in" filter="fade">
                                      <p:cBhvr>
                                        <p:cTn id="9" dur="500"/>
                                        <p:tgtEl>
                                          <p:spTgt spid="126"/>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171"/>
                                        </p:tgtEl>
                                        <p:attrNameLst>
                                          <p:attrName>style.visibility</p:attrName>
                                        </p:attrNameLst>
                                      </p:cBhvr>
                                      <p:to>
                                        <p:strVal val="visible"/>
                                      </p:to>
                                    </p:set>
                                    <p:anim calcmode="lin" valueType="num">
                                      <p:cBhvr>
                                        <p:cTn id="14" dur="500" fill="hold"/>
                                        <p:tgtEl>
                                          <p:spTgt spid="171"/>
                                        </p:tgtEl>
                                        <p:attrNameLst>
                                          <p:attrName>ppt_w</p:attrName>
                                        </p:attrNameLst>
                                      </p:cBhvr>
                                      <p:tavLst>
                                        <p:tav tm="0">
                                          <p:val>
                                            <p:fltVal val="0"/>
                                          </p:val>
                                        </p:tav>
                                        <p:tav tm="100000">
                                          <p:val>
                                            <p:strVal val="#ppt_w"/>
                                          </p:val>
                                        </p:tav>
                                      </p:tavLst>
                                    </p:anim>
                                    <p:anim calcmode="lin" valueType="num">
                                      <p:cBhvr>
                                        <p:cTn id="15" dur="500" fill="hold"/>
                                        <p:tgtEl>
                                          <p:spTgt spid="171"/>
                                        </p:tgtEl>
                                        <p:attrNameLst>
                                          <p:attrName>ppt_h</p:attrName>
                                        </p:attrNameLst>
                                      </p:cBhvr>
                                      <p:tavLst>
                                        <p:tav tm="0">
                                          <p:val>
                                            <p:fltVal val="0"/>
                                          </p:val>
                                        </p:tav>
                                        <p:tav tm="100000">
                                          <p:val>
                                            <p:strVal val="#ppt_h"/>
                                          </p:val>
                                        </p:tav>
                                      </p:tavLst>
                                    </p:anim>
                                    <p:animEffect transition="in" filter="fade">
                                      <p:cBhvr>
                                        <p:cTn id="16" dur="500"/>
                                        <p:tgtEl>
                                          <p:spTgt spid="171"/>
                                        </p:tgtEl>
                                      </p:cBhvr>
                                    </p:animEffect>
                                  </p:childTnLst>
                                </p:cTn>
                              </p:par>
                              <p:par>
                                <p:cTn id="17" presetID="53" presetClass="entr" presetSubtype="16" fill="hold" nodeType="withEffect">
                                  <p:stCondLst>
                                    <p:cond delay="0"/>
                                  </p:stCondLst>
                                  <p:childTnLst>
                                    <p:set>
                                      <p:cBhvr>
                                        <p:cTn id="18" dur="1" fill="hold">
                                          <p:stCondLst>
                                            <p:cond delay="0"/>
                                          </p:stCondLst>
                                        </p:cTn>
                                        <p:tgtEl>
                                          <p:spTgt spid="174"/>
                                        </p:tgtEl>
                                        <p:attrNameLst>
                                          <p:attrName>style.visibility</p:attrName>
                                        </p:attrNameLst>
                                      </p:cBhvr>
                                      <p:to>
                                        <p:strVal val="visible"/>
                                      </p:to>
                                    </p:set>
                                    <p:anim calcmode="lin" valueType="num">
                                      <p:cBhvr>
                                        <p:cTn id="19" dur="500" fill="hold"/>
                                        <p:tgtEl>
                                          <p:spTgt spid="174"/>
                                        </p:tgtEl>
                                        <p:attrNameLst>
                                          <p:attrName>ppt_w</p:attrName>
                                        </p:attrNameLst>
                                      </p:cBhvr>
                                      <p:tavLst>
                                        <p:tav tm="0">
                                          <p:val>
                                            <p:fltVal val="0"/>
                                          </p:val>
                                        </p:tav>
                                        <p:tav tm="100000">
                                          <p:val>
                                            <p:strVal val="#ppt_w"/>
                                          </p:val>
                                        </p:tav>
                                      </p:tavLst>
                                    </p:anim>
                                    <p:anim calcmode="lin" valueType="num">
                                      <p:cBhvr>
                                        <p:cTn id="20" dur="500" fill="hold"/>
                                        <p:tgtEl>
                                          <p:spTgt spid="174"/>
                                        </p:tgtEl>
                                        <p:attrNameLst>
                                          <p:attrName>ppt_h</p:attrName>
                                        </p:attrNameLst>
                                      </p:cBhvr>
                                      <p:tavLst>
                                        <p:tav tm="0">
                                          <p:val>
                                            <p:fltVal val="0"/>
                                          </p:val>
                                        </p:tav>
                                        <p:tav tm="100000">
                                          <p:val>
                                            <p:strVal val="#ppt_h"/>
                                          </p:val>
                                        </p:tav>
                                      </p:tavLst>
                                    </p:anim>
                                    <p:animEffect transition="in" filter="fade">
                                      <p:cBhvr>
                                        <p:cTn id="21" dur="500"/>
                                        <p:tgtEl>
                                          <p:spTgt spid="174"/>
                                        </p:tgtEl>
                                      </p:cBhvr>
                                    </p:animEffect>
                                  </p:childTnLst>
                                </p:cTn>
                              </p:par>
                              <p:par>
                                <p:cTn id="22" presetID="53" presetClass="entr" presetSubtype="16" fill="hold" grpId="0" nodeType="withEffect">
                                  <p:stCondLst>
                                    <p:cond delay="0"/>
                                  </p:stCondLst>
                                  <p:childTnLst>
                                    <p:set>
                                      <p:cBhvr>
                                        <p:cTn id="23" dur="1" fill="hold">
                                          <p:stCondLst>
                                            <p:cond delay="0"/>
                                          </p:stCondLst>
                                        </p:cTn>
                                        <p:tgtEl>
                                          <p:spTgt spid="182"/>
                                        </p:tgtEl>
                                        <p:attrNameLst>
                                          <p:attrName>style.visibility</p:attrName>
                                        </p:attrNameLst>
                                      </p:cBhvr>
                                      <p:to>
                                        <p:strVal val="visible"/>
                                      </p:to>
                                    </p:set>
                                    <p:anim calcmode="lin" valueType="num">
                                      <p:cBhvr>
                                        <p:cTn id="24" dur="500" fill="hold"/>
                                        <p:tgtEl>
                                          <p:spTgt spid="182"/>
                                        </p:tgtEl>
                                        <p:attrNameLst>
                                          <p:attrName>ppt_w</p:attrName>
                                        </p:attrNameLst>
                                      </p:cBhvr>
                                      <p:tavLst>
                                        <p:tav tm="0">
                                          <p:val>
                                            <p:fltVal val="0"/>
                                          </p:val>
                                        </p:tav>
                                        <p:tav tm="100000">
                                          <p:val>
                                            <p:strVal val="#ppt_w"/>
                                          </p:val>
                                        </p:tav>
                                      </p:tavLst>
                                    </p:anim>
                                    <p:anim calcmode="lin" valueType="num">
                                      <p:cBhvr>
                                        <p:cTn id="25" dur="500" fill="hold"/>
                                        <p:tgtEl>
                                          <p:spTgt spid="182"/>
                                        </p:tgtEl>
                                        <p:attrNameLst>
                                          <p:attrName>ppt_h</p:attrName>
                                        </p:attrNameLst>
                                      </p:cBhvr>
                                      <p:tavLst>
                                        <p:tav tm="0">
                                          <p:val>
                                            <p:fltVal val="0"/>
                                          </p:val>
                                        </p:tav>
                                        <p:tav tm="100000">
                                          <p:val>
                                            <p:strVal val="#ppt_h"/>
                                          </p:val>
                                        </p:tav>
                                      </p:tavLst>
                                    </p:anim>
                                    <p:animEffect transition="in" filter="fade">
                                      <p:cBhvr>
                                        <p:cTn id="26" dur="500"/>
                                        <p:tgtEl>
                                          <p:spTgt spid="182"/>
                                        </p:tgtEl>
                                      </p:cBhvr>
                                    </p:animEffect>
                                  </p:childTnLst>
                                </p:cTn>
                              </p:par>
                              <p:par>
                                <p:cTn id="27" presetID="53" presetClass="entr" presetSubtype="16" fill="hold" grpId="0" nodeType="withEffect">
                                  <p:stCondLst>
                                    <p:cond delay="0"/>
                                  </p:stCondLst>
                                  <p:childTnLst>
                                    <p:set>
                                      <p:cBhvr>
                                        <p:cTn id="28" dur="1" fill="hold">
                                          <p:stCondLst>
                                            <p:cond delay="0"/>
                                          </p:stCondLst>
                                        </p:cTn>
                                        <p:tgtEl>
                                          <p:spTgt spid="181"/>
                                        </p:tgtEl>
                                        <p:attrNameLst>
                                          <p:attrName>style.visibility</p:attrName>
                                        </p:attrNameLst>
                                      </p:cBhvr>
                                      <p:to>
                                        <p:strVal val="visible"/>
                                      </p:to>
                                    </p:set>
                                    <p:anim calcmode="lin" valueType="num">
                                      <p:cBhvr>
                                        <p:cTn id="29" dur="500" fill="hold"/>
                                        <p:tgtEl>
                                          <p:spTgt spid="181"/>
                                        </p:tgtEl>
                                        <p:attrNameLst>
                                          <p:attrName>ppt_w</p:attrName>
                                        </p:attrNameLst>
                                      </p:cBhvr>
                                      <p:tavLst>
                                        <p:tav tm="0">
                                          <p:val>
                                            <p:fltVal val="0"/>
                                          </p:val>
                                        </p:tav>
                                        <p:tav tm="100000">
                                          <p:val>
                                            <p:strVal val="#ppt_w"/>
                                          </p:val>
                                        </p:tav>
                                      </p:tavLst>
                                    </p:anim>
                                    <p:anim calcmode="lin" valueType="num">
                                      <p:cBhvr>
                                        <p:cTn id="30" dur="500" fill="hold"/>
                                        <p:tgtEl>
                                          <p:spTgt spid="181"/>
                                        </p:tgtEl>
                                        <p:attrNameLst>
                                          <p:attrName>ppt_h</p:attrName>
                                        </p:attrNameLst>
                                      </p:cBhvr>
                                      <p:tavLst>
                                        <p:tav tm="0">
                                          <p:val>
                                            <p:fltVal val="0"/>
                                          </p:val>
                                        </p:tav>
                                        <p:tav tm="100000">
                                          <p:val>
                                            <p:strVal val="#ppt_h"/>
                                          </p:val>
                                        </p:tav>
                                      </p:tavLst>
                                    </p:anim>
                                    <p:animEffect transition="in" filter="fade">
                                      <p:cBhvr>
                                        <p:cTn id="31" dur="500"/>
                                        <p:tgtEl>
                                          <p:spTgt spid="181"/>
                                        </p:tgtEl>
                                      </p:cBhvr>
                                    </p:animEffect>
                                  </p:childTnLst>
                                </p:cTn>
                              </p:par>
                              <p:par>
                                <p:cTn id="32" presetID="53" presetClass="entr" presetSubtype="16" fill="hold" grpId="0" nodeType="withEffect">
                                  <p:stCondLst>
                                    <p:cond delay="0"/>
                                  </p:stCondLst>
                                  <p:childTnLst>
                                    <p:set>
                                      <p:cBhvr>
                                        <p:cTn id="33" dur="1" fill="hold">
                                          <p:stCondLst>
                                            <p:cond delay="0"/>
                                          </p:stCondLst>
                                        </p:cTn>
                                        <p:tgtEl>
                                          <p:spTgt spid="192"/>
                                        </p:tgtEl>
                                        <p:attrNameLst>
                                          <p:attrName>style.visibility</p:attrName>
                                        </p:attrNameLst>
                                      </p:cBhvr>
                                      <p:to>
                                        <p:strVal val="visible"/>
                                      </p:to>
                                    </p:set>
                                    <p:anim calcmode="lin" valueType="num">
                                      <p:cBhvr>
                                        <p:cTn id="34" dur="500" fill="hold"/>
                                        <p:tgtEl>
                                          <p:spTgt spid="192"/>
                                        </p:tgtEl>
                                        <p:attrNameLst>
                                          <p:attrName>ppt_w</p:attrName>
                                        </p:attrNameLst>
                                      </p:cBhvr>
                                      <p:tavLst>
                                        <p:tav tm="0">
                                          <p:val>
                                            <p:fltVal val="0"/>
                                          </p:val>
                                        </p:tav>
                                        <p:tav tm="100000">
                                          <p:val>
                                            <p:strVal val="#ppt_w"/>
                                          </p:val>
                                        </p:tav>
                                      </p:tavLst>
                                    </p:anim>
                                    <p:anim calcmode="lin" valueType="num">
                                      <p:cBhvr>
                                        <p:cTn id="35" dur="500" fill="hold"/>
                                        <p:tgtEl>
                                          <p:spTgt spid="192"/>
                                        </p:tgtEl>
                                        <p:attrNameLst>
                                          <p:attrName>ppt_h</p:attrName>
                                        </p:attrNameLst>
                                      </p:cBhvr>
                                      <p:tavLst>
                                        <p:tav tm="0">
                                          <p:val>
                                            <p:fltVal val="0"/>
                                          </p:val>
                                        </p:tav>
                                        <p:tav tm="100000">
                                          <p:val>
                                            <p:strVal val="#ppt_h"/>
                                          </p:val>
                                        </p:tav>
                                      </p:tavLst>
                                    </p:anim>
                                    <p:animEffect transition="in" filter="fade">
                                      <p:cBhvr>
                                        <p:cTn id="36" dur="500"/>
                                        <p:tgtEl>
                                          <p:spTgt spid="192"/>
                                        </p:tgtEl>
                                      </p:cBhvr>
                                    </p:animEffect>
                                  </p:childTnLst>
                                </p:cTn>
                              </p:par>
                              <p:par>
                                <p:cTn id="37" presetID="53" presetClass="entr" presetSubtype="16" fill="hold" grpId="0" nodeType="withEffect">
                                  <p:stCondLst>
                                    <p:cond delay="0"/>
                                  </p:stCondLst>
                                  <p:childTnLst>
                                    <p:set>
                                      <p:cBhvr>
                                        <p:cTn id="38" dur="1" fill="hold">
                                          <p:stCondLst>
                                            <p:cond delay="0"/>
                                          </p:stCondLst>
                                        </p:cTn>
                                        <p:tgtEl>
                                          <p:spTgt spid="197"/>
                                        </p:tgtEl>
                                        <p:attrNameLst>
                                          <p:attrName>style.visibility</p:attrName>
                                        </p:attrNameLst>
                                      </p:cBhvr>
                                      <p:to>
                                        <p:strVal val="visible"/>
                                      </p:to>
                                    </p:set>
                                    <p:anim calcmode="lin" valueType="num">
                                      <p:cBhvr>
                                        <p:cTn id="39" dur="500" fill="hold"/>
                                        <p:tgtEl>
                                          <p:spTgt spid="197"/>
                                        </p:tgtEl>
                                        <p:attrNameLst>
                                          <p:attrName>ppt_w</p:attrName>
                                        </p:attrNameLst>
                                      </p:cBhvr>
                                      <p:tavLst>
                                        <p:tav tm="0">
                                          <p:val>
                                            <p:fltVal val="0"/>
                                          </p:val>
                                        </p:tav>
                                        <p:tav tm="100000">
                                          <p:val>
                                            <p:strVal val="#ppt_w"/>
                                          </p:val>
                                        </p:tav>
                                      </p:tavLst>
                                    </p:anim>
                                    <p:anim calcmode="lin" valueType="num">
                                      <p:cBhvr>
                                        <p:cTn id="40" dur="500" fill="hold"/>
                                        <p:tgtEl>
                                          <p:spTgt spid="197"/>
                                        </p:tgtEl>
                                        <p:attrNameLst>
                                          <p:attrName>ppt_h</p:attrName>
                                        </p:attrNameLst>
                                      </p:cBhvr>
                                      <p:tavLst>
                                        <p:tav tm="0">
                                          <p:val>
                                            <p:fltVal val="0"/>
                                          </p:val>
                                        </p:tav>
                                        <p:tav tm="100000">
                                          <p:val>
                                            <p:strVal val="#ppt_h"/>
                                          </p:val>
                                        </p:tav>
                                      </p:tavLst>
                                    </p:anim>
                                    <p:animEffect transition="in" filter="fade">
                                      <p:cBhvr>
                                        <p:cTn id="41" dur="500"/>
                                        <p:tgtEl>
                                          <p:spTgt spid="197"/>
                                        </p:tgtEl>
                                      </p:cBhvr>
                                    </p:animEffect>
                                  </p:childTnLst>
                                </p:cTn>
                              </p:par>
                            </p:childTnLst>
                          </p:cTn>
                        </p:par>
                      </p:childTnLst>
                    </p:cTn>
                  </p:par>
                  <p:par>
                    <p:cTn id="42" fill="hold">
                      <p:stCondLst>
                        <p:cond delay="indefinite"/>
                      </p:stCondLst>
                      <p:childTnLst>
                        <p:par>
                          <p:cTn id="43" fill="hold">
                            <p:stCondLst>
                              <p:cond delay="0"/>
                            </p:stCondLst>
                            <p:childTnLst>
                              <p:par>
                                <p:cTn id="44" presetID="53" presetClass="entr" presetSubtype="16" fill="hold" nodeType="clickEffect">
                                  <p:stCondLst>
                                    <p:cond delay="0"/>
                                  </p:stCondLst>
                                  <p:childTnLst>
                                    <p:set>
                                      <p:cBhvr>
                                        <p:cTn id="45" dur="1" fill="hold">
                                          <p:stCondLst>
                                            <p:cond delay="0"/>
                                          </p:stCondLst>
                                        </p:cTn>
                                        <p:tgtEl>
                                          <p:spTgt spid="183"/>
                                        </p:tgtEl>
                                        <p:attrNameLst>
                                          <p:attrName>style.visibility</p:attrName>
                                        </p:attrNameLst>
                                      </p:cBhvr>
                                      <p:to>
                                        <p:strVal val="visible"/>
                                      </p:to>
                                    </p:set>
                                    <p:anim calcmode="lin" valueType="num">
                                      <p:cBhvr>
                                        <p:cTn id="46" dur="500" fill="hold"/>
                                        <p:tgtEl>
                                          <p:spTgt spid="183"/>
                                        </p:tgtEl>
                                        <p:attrNameLst>
                                          <p:attrName>ppt_w</p:attrName>
                                        </p:attrNameLst>
                                      </p:cBhvr>
                                      <p:tavLst>
                                        <p:tav tm="0">
                                          <p:val>
                                            <p:fltVal val="0"/>
                                          </p:val>
                                        </p:tav>
                                        <p:tav tm="100000">
                                          <p:val>
                                            <p:strVal val="#ppt_w"/>
                                          </p:val>
                                        </p:tav>
                                      </p:tavLst>
                                    </p:anim>
                                    <p:anim calcmode="lin" valueType="num">
                                      <p:cBhvr>
                                        <p:cTn id="47" dur="500" fill="hold"/>
                                        <p:tgtEl>
                                          <p:spTgt spid="183"/>
                                        </p:tgtEl>
                                        <p:attrNameLst>
                                          <p:attrName>ppt_h</p:attrName>
                                        </p:attrNameLst>
                                      </p:cBhvr>
                                      <p:tavLst>
                                        <p:tav tm="0">
                                          <p:val>
                                            <p:fltVal val="0"/>
                                          </p:val>
                                        </p:tav>
                                        <p:tav tm="100000">
                                          <p:val>
                                            <p:strVal val="#ppt_h"/>
                                          </p:val>
                                        </p:tav>
                                      </p:tavLst>
                                    </p:anim>
                                    <p:animEffect transition="in" filter="fade">
                                      <p:cBhvr>
                                        <p:cTn id="48" dur="500"/>
                                        <p:tgtEl>
                                          <p:spTgt spid="1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p:bldP spid="181" grpId="0"/>
      <p:bldP spid="182" grpId="0"/>
      <p:bldP spid="192" grpId="0" animBg="1"/>
      <p:bldP spid="197"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9</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110" name="Group 31"/>
          <p:cNvGrpSpPr>
            <a:grpSpLocks/>
          </p:cNvGrpSpPr>
          <p:nvPr/>
        </p:nvGrpSpPr>
        <p:grpSpPr bwMode="auto">
          <a:xfrm>
            <a:off x="6584030" y="2443159"/>
            <a:ext cx="2497139" cy="285750"/>
            <a:chOff x="4029" y="527"/>
            <a:chExt cx="1573" cy="180"/>
          </a:xfrm>
        </p:grpSpPr>
        <p:sp>
          <p:nvSpPr>
            <p:cNvPr id="11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11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11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grpSp>
        <p:nvGrpSpPr>
          <p:cNvPr id="114" name="Group 153"/>
          <p:cNvGrpSpPr>
            <a:grpSpLocks/>
          </p:cNvGrpSpPr>
          <p:nvPr/>
        </p:nvGrpSpPr>
        <p:grpSpPr bwMode="auto">
          <a:xfrm>
            <a:off x="3118670" y="1464061"/>
            <a:ext cx="877888" cy="434975"/>
            <a:chOff x="1511" y="516"/>
            <a:chExt cx="553" cy="274"/>
          </a:xfrm>
        </p:grpSpPr>
        <p:sp>
          <p:nvSpPr>
            <p:cNvPr id="116" name="Rectangle 154"/>
            <p:cNvSpPr>
              <a:spLocks noChangeArrowheads="1"/>
            </p:cNvSpPr>
            <p:nvPr/>
          </p:nvSpPr>
          <p:spPr bwMode="auto">
            <a:xfrm>
              <a:off x="1733" y="516"/>
              <a:ext cx="331" cy="273"/>
            </a:xfrm>
            <a:prstGeom prst="rect">
              <a:avLst/>
            </a:prstGeom>
            <a:solidFill>
              <a:srgbClr val="FF00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17"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119" name="组合 118"/>
          <p:cNvGrpSpPr/>
          <p:nvPr/>
        </p:nvGrpSpPr>
        <p:grpSpPr>
          <a:xfrm>
            <a:off x="4748720" y="3278127"/>
            <a:ext cx="874713" cy="669926"/>
            <a:chOff x="4756817" y="602902"/>
            <a:chExt cx="874713" cy="669925"/>
          </a:xfrm>
        </p:grpSpPr>
        <p:sp>
          <p:nvSpPr>
            <p:cNvPr id="120" name="Rectangle 21"/>
            <p:cNvSpPr>
              <a:spLocks noChangeArrowheads="1"/>
            </p:cNvSpPr>
            <p:nvPr/>
          </p:nvSpPr>
          <p:spPr bwMode="auto">
            <a:xfrm>
              <a:off x="5099713" y="937864"/>
              <a:ext cx="530225" cy="334963"/>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1" name="Group 19"/>
            <p:cNvGrpSpPr>
              <a:grpSpLocks/>
            </p:cNvGrpSpPr>
            <p:nvPr/>
          </p:nvGrpSpPr>
          <p:grpSpPr bwMode="auto">
            <a:xfrm>
              <a:off x="4756817" y="602902"/>
              <a:ext cx="874713" cy="669925"/>
              <a:chOff x="2919" y="527"/>
              <a:chExt cx="551" cy="422"/>
            </a:xfrm>
          </p:grpSpPr>
          <p:grpSp>
            <p:nvGrpSpPr>
              <p:cNvPr id="122" name="Group 20"/>
              <p:cNvGrpSpPr>
                <a:grpSpLocks/>
              </p:cNvGrpSpPr>
              <p:nvPr/>
            </p:nvGrpSpPr>
            <p:grpSpPr bwMode="auto">
              <a:xfrm>
                <a:off x="3135" y="527"/>
                <a:ext cx="335" cy="422"/>
                <a:chOff x="4133" y="890"/>
                <a:chExt cx="335" cy="422"/>
              </a:xfrm>
            </p:grpSpPr>
            <p:sp>
              <p:nvSpPr>
                <p:cNvPr id="124" name="Rectangle 21"/>
                <p:cNvSpPr>
                  <a:spLocks noChangeArrowheads="1"/>
                </p:cNvSpPr>
                <p:nvPr/>
              </p:nvSpPr>
              <p:spPr bwMode="auto">
                <a:xfrm>
                  <a:off x="4133" y="890"/>
                  <a:ext cx="335" cy="211"/>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5"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3"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grpSp>
      </p:grpSp>
      <p:sp>
        <p:nvSpPr>
          <p:cNvPr id="126" name="Text Box 156"/>
          <p:cNvSpPr txBox="1">
            <a:spLocks noChangeArrowheads="1"/>
          </p:cNvSpPr>
          <p:nvPr/>
        </p:nvSpPr>
        <p:spPr bwMode="auto">
          <a:xfrm>
            <a:off x="5100346" y="3561530"/>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14</a:t>
            </a:r>
          </a:p>
        </p:txBody>
      </p:sp>
      <p:sp>
        <p:nvSpPr>
          <p:cNvPr id="127" name="Text Box 157"/>
          <p:cNvSpPr txBox="1">
            <a:spLocks noChangeArrowheads="1"/>
          </p:cNvSpPr>
          <p:nvPr/>
        </p:nvSpPr>
        <p:spPr bwMode="auto">
          <a:xfrm>
            <a:off x="5103544" y="3229309"/>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11</a:t>
            </a:r>
          </a:p>
        </p:txBody>
      </p:sp>
      <p:grpSp>
        <p:nvGrpSpPr>
          <p:cNvPr id="128" name="Group 31"/>
          <p:cNvGrpSpPr>
            <a:grpSpLocks/>
          </p:cNvGrpSpPr>
          <p:nvPr/>
        </p:nvGrpSpPr>
        <p:grpSpPr bwMode="auto">
          <a:xfrm>
            <a:off x="6516331" y="2680941"/>
            <a:ext cx="2571752" cy="285750"/>
            <a:chOff x="3982" y="527"/>
            <a:chExt cx="1620" cy="180"/>
          </a:xfrm>
        </p:grpSpPr>
        <p:sp>
          <p:nvSpPr>
            <p:cNvPr id="12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m</a:t>
              </a:r>
            </a:p>
          </p:txBody>
        </p:sp>
        <p:sp>
          <p:nvSpPr>
            <p:cNvPr id="13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10</a:t>
              </a:r>
            </a:p>
          </p:txBody>
        </p:sp>
        <p:sp>
          <p:nvSpPr>
            <p:cNvPr id="131"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132" name="Group 31"/>
          <p:cNvGrpSpPr>
            <a:grpSpLocks/>
          </p:cNvGrpSpPr>
          <p:nvPr/>
        </p:nvGrpSpPr>
        <p:grpSpPr bwMode="auto">
          <a:xfrm>
            <a:off x="6509416" y="2894633"/>
            <a:ext cx="2571752" cy="285750"/>
            <a:chOff x="3982" y="527"/>
            <a:chExt cx="1620" cy="180"/>
          </a:xfrm>
        </p:grpSpPr>
        <p:sp>
          <p:nvSpPr>
            <p:cNvPr id="133"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n</a:t>
              </a:r>
            </a:p>
          </p:txBody>
        </p:sp>
        <p:sp>
          <p:nvSpPr>
            <p:cNvPr id="134"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11</a:t>
              </a:r>
            </a:p>
          </p:txBody>
        </p:sp>
        <p:sp>
          <p:nvSpPr>
            <p:cNvPr id="135"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10</a:t>
              </a:r>
            </a:p>
          </p:txBody>
        </p:sp>
      </p:grpSp>
      <p:grpSp>
        <p:nvGrpSpPr>
          <p:cNvPr id="136" name="Group 31"/>
          <p:cNvGrpSpPr>
            <a:grpSpLocks/>
          </p:cNvGrpSpPr>
          <p:nvPr/>
        </p:nvGrpSpPr>
        <p:grpSpPr bwMode="auto">
          <a:xfrm>
            <a:off x="6516328" y="3120577"/>
            <a:ext cx="2571752" cy="285750"/>
            <a:chOff x="3982" y="527"/>
            <a:chExt cx="1620" cy="180"/>
          </a:xfrm>
        </p:grpSpPr>
        <p:sp>
          <p:nvSpPr>
            <p:cNvPr id="137"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k</a:t>
              </a:r>
            </a:p>
          </p:txBody>
        </p:sp>
        <p:sp>
          <p:nvSpPr>
            <p:cNvPr id="15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12</a:t>
              </a:r>
            </a:p>
          </p:txBody>
        </p:sp>
        <p:sp>
          <p:nvSpPr>
            <p:cNvPr id="153"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11</a:t>
              </a:r>
            </a:p>
          </p:txBody>
        </p:sp>
      </p:grpSp>
      <p:grpSp>
        <p:nvGrpSpPr>
          <p:cNvPr id="154" name="Group 31"/>
          <p:cNvGrpSpPr>
            <a:grpSpLocks/>
          </p:cNvGrpSpPr>
          <p:nvPr/>
        </p:nvGrpSpPr>
        <p:grpSpPr bwMode="auto">
          <a:xfrm>
            <a:off x="6509416" y="3335795"/>
            <a:ext cx="2571752" cy="285750"/>
            <a:chOff x="3982" y="527"/>
            <a:chExt cx="1620" cy="180"/>
          </a:xfrm>
        </p:grpSpPr>
        <p:sp>
          <p:nvSpPr>
            <p:cNvPr id="155"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v</a:t>
              </a:r>
            </a:p>
          </p:txBody>
        </p:sp>
        <p:sp>
          <p:nvSpPr>
            <p:cNvPr id="15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13</a:t>
              </a:r>
            </a:p>
          </p:txBody>
        </p:sp>
        <p:sp>
          <p:nvSpPr>
            <p:cNvPr id="157"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12</a:t>
              </a:r>
            </a:p>
          </p:txBody>
        </p:sp>
      </p:grpSp>
      <p:grpSp>
        <p:nvGrpSpPr>
          <p:cNvPr id="158" name="Group 31"/>
          <p:cNvGrpSpPr>
            <a:grpSpLocks/>
          </p:cNvGrpSpPr>
          <p:nvPr/>
        </p:nvGrpSpPr>
        <p:grpSpPr bwMode="auto">
          <a:xfrm>
            <a:off x="6516328" y="3560370"/>
            <a:ext cx="2571752" cy="285750"/>
            <a:chOff x="3982" y="527"/>
            <a:chExt cx="1620" cy="180"/>
          </a:xfrm>
        </p:grpSpPr>
        <p:sp>
          <p:nvSpPr>
            <p:cNvPr id="15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partition</a:t>
              </a:r>
            </a:p>
          </p:txBody>
        </p:sp>
        <p:sp>
          <p:nvSpPr>
            <p:cNvPr id="16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14</a:t>
              </a:r>
            </a:p>
          </p:txBody>
        </p:sp>
        <p:sp>
          <p:nvSpPr>
            <p:cNvPr id="170"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13</a:t>
              </a:r>
            </a:p>
          </p:txBody>
        </p:sp>
      </p:grpSp>
      <p:grpSp>
        <p:nvGrpSpPr>
          <p:cNvPr id="171" name="Group 153"/>
          <p:cNvGrpSpPr>
            <a:grpSpLocks/>
          </p:cNvGrpSpPr>
          <p:nvPr/>
        </p:nvGrpSpPr>
        <p:grpSpPr bwMode="auto">
          <a:xfrm>
            <a:off x="3125210" y="1907706"/>
            <a:ext cx="877888" cy="434975"/>
            <a:chOff x="1511" y="516"/>
            <a:chExt cx="553" cy="274"/>
          </a:xfrm>
        </p:grpSpPr>
        <p:sp>
          <p:nvSpPr>
            <p:cNvPr id="172" name="Rectangle 154"/>
            <p:cNvSpPr>
              <a:spLocks noChangeArrowheads="1"/>
            </p:cNvSpPr>
            <p:nvPr/>
          </p:nvSpPr>
          <p:spPr bwMode="auto">
            <a:xfrm>
              <a:off x="1733" y="516"/>
              <a:ext cx="331" cy="273"/>
            </a:xfrm>
            <a:prstGeom prst="rect">
              <a:avLst/>
            </a:prstGeom>
            <a:solidFill>
              <a:schemeClr val="accent1">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73"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nvGrpSpPr>
          <p:cNvPr id="174" name="组合 173"/>
          <p:cNvGrpSpPr/>
          <p:nvPr/>
        </p:nvGrpSpPr>
        <p:grpSpPr>
          <a:xfrm>
            <a:off x="4756310" y="3945400"/>
            <a:ext cx="874713" cy="669926"/>
            <a:chOff x="4756817" y="602902"/>
            <a:chExt cx="874713" cy="669925"/>
          </a:xfrm>
        </p:grpSpPr>
        <p:sp>
          <p:nvSpPr>
            <p:cNvPr id="175" name="Rectangle 21"/>
            <p:cNvSpPr>
              <a:spLocks noChangeArrowheads="1"/>
            </p:cNvSpPr>
            <p:nvPr/>
          </p:nvSpPr>
          <p:spPr bwMode="auto">
            <a:xfrm>
              <a:off x="5099713" y="937864"/>
              <a:ext cx="530225" cy="334963"/>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76" name="Group 19"/>
            <p:cNvGrpSpPr>
              <a:grpSpLocks/>
            </p:cNvGrpSpPr>
            <p:nvPr/>
          </p:nvGrpSpPr>
          <p:grpSpPr bwMode="auto">
            <a:xfrm>
              <a:off x="4756817" y="602902"/>
              <a:ext cx="874713" cy="669925"/>
              <a:chOff x="2919" y="527"/>
              <a:chExt cx="551" cy="422"/>
            </a:xfrm>
          </p:grpSpPr>
          <p:grpSp>
            <p:nvGrpSpPr>
              <p:cNvPr id="177" name="Group 20"/>
              <p:cNvGrpSpPr>
                <a:grpSpLocks/>
              </p:cNvGrpSpPr>
              <p:nvPr/>
            </p:nvGrpSpPr>
            <p:grpSpPr bwMode="auto">
              <a:xfrm>
                <a:off x="3135" y="527"/>
                <a:ext cx="335" cy="422"/>
                <a:chOff x="4133" y="890"/>
                <a:chExt cx="335" cy="422"/>
              </a:xfrm>
            </p:grpSpPr>
            <p:sp>
              <p:nvSpPr>
                <p:cNvPr id="179" name="Rectangle 21"/>
                <p:cNvSpPr>
                  <a:spLocks noChangeArrowheads="1"/>
                </p:cNvSpPr>
                <p:nvPr/>
              </p:nvSpPr>
              <p:spPr bwMode="auto">
                <a:xfrm>
                  <a:off x="4133" y="890"/>
                  <a:ext cx="335" cy="211"/>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80"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7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grpSp>
      </p:grpSp>
      <p:sp>
        <p:nvSpPr>
          <p:cNvPr id="181" name="Text Box 156"/>
          <p:cNvSpPr txBox="1">
            <a:spLocks noChangeArrowheads="1"/>
          </p:cNvSpPr>
          <p:nvPr/>
        </p:nvSpPr>
        <p:spPr bwMode="auto">
          <a:xfrm>
            <a:off x="5100796" y="4242711"/>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15</a:t>
            </a:r>
          </a:p>
        </p:txBody>
      </p:sp>
      <p:sp>
        <p:nvSpPr>
          <p:cNvPr id="182" name="Text Box 157"/>
          <p:cNvSpPr txBox="1">
            <a:spLocks noChangeArrowheads="1"/>
          </p:cNvSpPr>
          <p:nvPr/>
        </p:nvSpPr>
        <p:spPr bwMode="auto">
          <a:xfrm>
            <a:off x="5095744" y="3903207"/>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15</a:t>
            </a:r>
          </a:p>
        </p:txBody>
      </p:sp>
      <p:grpSp>
        <p:nvGrpSpPr>
          <p:cNvPr id="183" name="Group 31"/>
          <p:cNvGrpSpPr>
            <a:grpSpLocks/>
          </p:cNvGrpSpPr>
          <p:nvPr/>
        </p:nvGrpSpPr>
        <p:grpSpPr bwMode="auto">
          <a:xfrm>
            <a:off x="6516328" y="3785945"/>
            <a:ext cx="2571752" cy="285750"/>
            <a:chOff x="3982" y="527"/>
            <a:chExt cx="1620" cy="180"/>
          </a:xfrm>
        </p:grpSpPr>
        <p:sp>
          <p:nvSpPr>
            <p:cNvPr id="184"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y</a:t>
              </a:r>
            </a:p>
          </p:txBody>
        </p:sp>
        <p:sp>
          <p:nvSpPr>
            <p:cNvPr id="185"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15</a:t>
              </a:r>
            </a:p>
          </p:txBody>
        </p:sp>
        <p:sp>
          <p:nvSpPr>
            <p:cNvPr id="186"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187" name="Group 31"/>
          <p:cNvGrpSpPr>
            <a:grpSpLocks/>
          </p:cNvGrpSpPr>
          <p:nvPr/>
        </p:nvGrpSpPr>
        <p:grpSpPr bwMode="auto">
          <a:xfrm>
            <a:off x="6509416" y="4010717"/>
            <a:ext cx="2571752" cy="285750"/>
            <a:chOff x="3982" y="527"/>
            <a:chExt cx="1620" cy="180"/>
          </a:xfrm>
        </p:grpSpPr>
        <p:sp>
          <p:nvSpPr>
            <p:cNvPr id="188"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z</a:t>
              </a:r>
            </a:p>
          </p:txBody>
        </p:sp>
        <p:sp>
          <p:nvSpPr>
            <p:cNvPr id="189"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16</a:t>
              </a:r>
            </a:p>
          </p:txBody>
        </p:sp>
        <p:sp>
          <p:nvSpPr>
            <p:cNvPr id="190"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15</a:t>
              </a:r>
            </a:p>
          </p:txBody>
        </p:sp>
      </p:grpSp>
      <p:sp>
        <p:nvSpPr>
          <p:cNvPr id="191"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grpSp>
        <p:nvGrpSpPr>
          <p:cNvPr id="192" name="组合 191"/>
          <p:cNvGrpSpPr/>
          <p:nvPr/>
        </p:nvGrpSpPr>
        <p:grpSpPr>
          <a:xfrm>
            <a:off x="3996557" y="1670909"/>
            <a:ext cx="1109520" cy="1685897"/>
            <a:chOff x="3996557" y="1670908"/>
            <a:chExt cx="1109520" cy="1685897"/>
          </a:xfrm>
        </p:grpSpPr>
        <p:cxnSp>
          <p:nvCxnSpPr>
            <p:cNvPr id="193" name="直接连接符 192"/>
            <p:cNvCxnSpPr/>
            <p:nvPr/>
          </p:nvCxnSpPr>
          <p:spPr>
            <a:xfrm>
              <a:off x="3996557" y="1680754"/>
              <a:ext cx="567348" cy="0"/>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94" name="直接连接符 193"/>
            <p:cNvCxnSpPr/>
            <p:nvPr/>
          </p:nvCxnSpPr>
          <p:spPr>
            <a:xfrm>
              <a:off x="4572000" y="1670908"/>
              <a:ext cx="0" cy="1685103"/>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95" name="直接连接符 194"/>
            <p:cNvCxnSpPr/>
            <p:nvPr/>
          </p:nvCxnSpPr>
          <p:spPr>
            <a:xfrm flipV="1">
              <a:off x="4563905" y="3356805"/>
              <a:ext cx="542172" cy="0"/>
            </a:xfrm>
            <a:prstGeom prst="line">
              <a:avLst/>
            </a:prstGeom>
            <a:ln w="19050">
              <a:solidFill>
                <a:srgbClr val="FF6666"/>
              </a:solidFill>
              <a:tailEnd type="stealth" w="lg" len="lg"/>
            </a:ln>
          </p:spPr>
          <p:style>
            <a:lnRef idx="1">
              <a:schemeClr val="accent1"/>
            </a:lnRef>
            <a:fillRef idx="0">
              <a:schemeClr val="accent1"/>
            </a:fillRef>
            <a:effectRef idx="0">
              <a:schemeClr val="accent1"/>
            </a:effectRef>
            <a:fontRef idx="minor">
              <a:schemeClr val="tx1"/>
            </a:fontRef>
          </p:style>
        </p:cxnSp>
      </p:grpSp>
      <p:sp>
        <p:nvSpPr>
          <p:cNvPr id="196" name="Freeform 171"/>
          <p:cNvSpPr>
            <a:spLocks/>
          </p:cNvSpPr>
          <p:nvPr/>
        </p:nvSpPr>
        <p:spPr bwMode="auto">
          <a:xfrm>
            <a:off x="4009446" y="2179020"/>
            <a:ext cx="1079500" cy="1966558"/>
          </a:xfrm>
          <a:custGeom>
            <a:avLst/>
            <a:gdLst>
              <a:gd name="T0" fmla="*/ 0 w 725"/>
              <a:gd name="T1" fmla="*/ 0 h 1360"/>
              <a:gd name="T2" fmla="*/ 115 w 725"/>
              <a:gd name="T3" fmla="*/ 0 h 1360"/>
              <a:gd name="T4" fmla="*/ 115 w 725"/>
              <a:gd name="T5" fmla="*/ 1360 h 1360"/>
              <a:gd name="T6" fmla="*/ 462 w 725"/>
              <a:gd name="T7" fmla="*/ 1360 h 1360"/>
              <a:gd name="T8" fmla="*/ 0 60000 65536"/>
              <a:gd name="T9" fmla="*/ 0 60000 65536"/>
              <a:gd name="T10" fmla="*/ 0 60000 65536"/>
              <a:gd name="T11" fmla="*/ 0 60000 65536"/>
              <a:gd name="T12" fmla="*/ 0 w 725"/>
              <a:gd name="T13" fmla="*/ 0 h 1360"/>
              <a:gd name="T14" fmla="*/ 725 w 725"/>
              <a:gd name="T15" fmla="*/ 1360 h 1360"/>
            </a:gdLst>
            <a:ahLst/>
            <a:cxnLst>
              <a:cxn ang="T8">
                <a:pos x="T0" y="T1"/>
              </a:cxn>
              <a:cxn ang="T9">
                <a:pos x="T2" y="T3"/>
              </a:cxn>
              <a:cxn ang="T10">
                <a:pos x="T4" y="T5"/>
              </a:cxn>
              <a:cxn ang="T11">
                <a:pos x="T6" y="T7"/>
              </a:cxn>
            </a:cxnLst>
            <a:rect l="T12" t="T13" r="T14" b="T15"/>
            <a:pathLst>
              <a:path w="725" h="1360">
                <a:moveTo>
                  <a:pt x="0" y="0"/>
                </a:moveTo>
                <a:lnTo>
                  <a:pt x="181" y="0"/>
                </a:lnTo>
                <a:lnTo>
                  <a:pt x="181" y="1360"/>
                </a:lnTo>
                <a:lnTo>
                  <a:pt x="725" y="1360"/>
                </a:lnTo>
              </a:path>
            </a:pathLst>
          </a:custGeom>
          <a:noFill/>
          <a:ln w="19050" cap="flat" cmpd="sng">
            <a:solidFill>
              <a:schemeClr val="accent1"/>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197" name="矩形 196">
            <a:extLst>
              <a:ext uri="{FF2B5EF4-FFF2-40B4-BE49-F238E27FC236}">
                <a16:creationId xmlns:a16="http://schemas.microsoft.com/office/drawing/2014/main" id="{CA5201E3-EE3E-4072-9DB8-0B93A4CEBBAB}"/>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98" name="矩形 197">
            <a:extLst>
              <a:ext uri="{FF2B5EF4-FFF2-40B4-BE49-F238E27FC236}">
                <a16:creationId xmlns:a16="http://schemas.microsoft.com/office/drawing/2014/main" id="{0F99FC4C-BBA0-4D0B-BB13-68B0E63E051F}"/>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99" name="矩形 198">
            <a:extLst>
              <a:ext uri="{FF2B5EF4-FFF2-40B4-BE49-F238E27FC236}">
                <a16:creationId xmlns:a16="http://schemas.microsoft.com/office/drawing/2014/main" id="{A8587B40-4EFB-4ED4-A30B-86446F0A4542}"/>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
        <p:nvSpPr>
          <p:cNvPr id="200" name="矩形 199">
            <a:extLst>
              <a:ext uri="{FF2B5EF4-FFF2-40B4-BE49-F238E27FC236}">
                <a16:creationId xmlns:a16="http://schemas.microsoft.com/office/drawing/2014/main" id="{3A2FBC87-D9F2-4402-8F92-A05509E13618}"/>
              </a:ext>
            </a:extLst>
          </p:cNvPr>
          <p:cNvSpPr/>
          <p:nvPr/>
        </p:nvSpPr>
        <p:spPr>
          <a:xfrm>
            <a:off x="4394215" y="3681217"/>
            <a:ext cx="755335" cy="261610"/>
          </a:xfrm>
          <a:prstGeom prst="rect">
            <a:avLst/>
          </a:prstGeom>
        </p:spPr>
        <p:txBody>
          <a:bodyPr wrap="none">
            <a:spAutoFit/>
          </a:bodyPr>
          <a:lstStyle/>
          <a:p>
            <a:pPr defTabSz="914378"/>
            <a:r>
              <a:rPr lang="en-US" altLang="zh-CN" dirty="0">
                <a:solidFill>
                  <a:prstClr val="black"/>
                </a:solidFill>
              </a:rPr>
              <a:t>quicksort</a:t>
            </a:r>
            <a:endParaRPr lang="zh-CN" altLang="en-US" dirty="0">
              <a:solidFill>
                <a:prstClr val="black"/>
              </a:solidFill>
            </a:endParaRPr>
          </a:p>
        </p:txBody>
      </p:sp>
      <p:sp>
        <p:nvSpPr>
          <p:cNvPr id="201" name="矩形 200">
            <a:extLst>
              <a:ext uri="{FF2B5EF4-FFF2-40B4-BE49-F238E27FC236}">
                <a16:creationId xmlns:a16="http://schemas.microsoft.com/office/drawing/2014/main" id="{69128513-08D7-4532-8B36-470183CA2105}"/>
              </a:ext>
            </a:extLst>
          </p:cNvPr>
          <p:cNvSpPr/>
          <p:nvPr/>
        </p:nvSpPr>
        <p:spPr>
          <a:xfrm>
            <a:off x="4403407" y="4396314"/>
            <a:ext cx="715260" cy="261610"/>
          </a:xfrm>
          <a:prstGeom prst="rect">
            <a:avLst/>
          </a:prstGeom>
        </p:spPr>
        <p:txBody>
          <a:bodyPr wrap="none">
            <a:spAutoFit/>
          </a:bodyPr>
          <a:lstStyle/>
          <a:p>
            <a:pPr defTabSz="914378"/>
            <a:r>
              <a:rPr lang="en-US" altLang="zh-CN" dirty="0">
                <a:solidFill>
                  <a:prstClr val="black"/>
                </a:solidFill>
              </a:rPr>
              <a:t>partition</a:t>
            </a:r>
            <a:endParaRPr lang="zh-CN" altLang="en-US" dirty="0">
              <a:solidFill>
                <a:prstClr val="black"/>
              </a:solidFill>
            </a:endParaRPr>
          </a:p>
        </p:txBody>
      </p:sp>
    </p:spTree>
    <p:extLst>
      <p:ext uri="{BB962C8B-B14F-4D97-AF65-F5344CB8AC3E}">
        <p14:creationId xmlns:p14="http://schemas.microsoft.com/office/powerpoint/2010/main" val="4202364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82"/>
                                        </p:tgtEl>
                                        <p:attrNameLst>
                                          <p:attrName>style.visibility</p:attrName>
                                        </p:attrNameLst>
                                      </p:cBhvr>
                                      <p:to>
                                        <p:strVal val="visible"/>
                                      </p:to>
                                    </p:set>
                                    <p:anim calcmode="lin" valueType="num">
                                      <p:cBhvr>
                                        <p:cTn id="7" dur="500" fill="hold"/>
                                        <p:tgtEl>
                                          <p:spTgt spid="182"/>
                                        </p:tgtEl>
                                        <p:attrNameLst>
                                          <p:attrName>ppt_w</p:attrName>
                                        </p:attrNameLst>
                                      </p:cBhvr>
                                      <p:tavLst>
                                        <p:tav tm="0">
                                          <p:val>
                                            <p:fltVal val="0"/>
                                          </p:val>
                                        </p:tav>
                                        <p:tav tm="100000">
                                          <p:val>
                                            <p:strVal val="#ppt_w"/>
                                          </p:val>
                                        </p:tav>
                                      </p:tavLst>
                                    </p:anim>
                                    <p:anim calcmode="lin" valueType="num">
                                      <p:cBhvr>
                                        <p:cTn id="8" dur="500" fill="hold"/>
                                        <p:tgtEl>
                                          <p:spTgt spid="182"/>
                                        </p:tgtEl>
                                        <p:attrNameLst>
                                          <p:attrName>ppt_h</p:attrName>
                                        </p:attrNameLst>
                                      </p:cBhvr>
                                      <p:tavLst>
                                        <p:tav tm="0">
                                          <p:val>
                                            <p:fltVal val="0"/>
                                          </p:val>
                                        </p:tav>
                                        <p:tav tm="100000">
                                          <p:val>
                                            <p:strVal val="#ppt_h"/>
                                          </p:val>
                                        </p:tav>
                                      </p:tavLst>
                                    </p:anim>
                                    <p:animEffect transition="in" filter="fade">
                                      <p:cBhvr>
                                        <p:cTn id="9" dur="500"/>
                                        <p:tgtEl>
                                          <p:spTgt spid="182"/>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181"/>
                                        </p:tgtEl>
                                        <p:attrNameLst>
                                          <p:attrName>style.visibility</p:attrName>
                                        </p:attrNameLst>
                                      </p:cBhvr>
                                      <p:to>
                                        <p:strVal val="visible"/>
                                      </p:to>
                                    </p:set>
                                    <p:anim calcmode="lin" valueType="num">
                                      <p:cBhvr>
                                        <p:cTn id="12" dur="500" fill="hold"/>
                                        <p:tgtEl>
                                          <p:spTgt spid="181"/>
                                        </p:tgtEl>
                                        <p:attrNameLst>
                                          <p:attrName>ppt_w</p:attrName>
                                        </p:attrNameLst>
                                      </p:cBhvr>
                                      <p:tavLst>
                                        <p:tav tm="0">
                                          <p:val>
                                            <p:fltVal val="0"/>
                                          </p:val>
                                        </p:tav>
                                        <p:tav tm="100000">
                                          <p:val>
                                            <p:strVal val="#ppt_w"/>
                                          </p:val>
                                        </p:tav>
                                      </p:tavLst>
                                    </p:anim>
                                    <p:anim calcmode="lin" valueType="num">
                                      <p:cBhvr>
                                        <p:cTn id="13" dur="500" fill="hold"/>
                                        <p:tgtEl>
                                          <p:spTgt spid="181"/>
                                        </p:tgtEl>
                                        <p:attrNameLst>
                                          <p:attrName>ppt_h</p:attrName>
                                        </p:attrNameLst>
                                      </p:cBhvr>
                                      <p:tavLst>
                                        <p:tav tm="0">
                                          <p:val>
                                            <p:fltVal val="0"/>
                                          </p:val>
                                        </p:tav>
                                        <p:tav tm="100000">
                                          <p:val>
                                            <p:strVal val="#ppt_h"/>
                                          </p:val>
                                        </p:tav>
                                      </p:tavLst>
                                    </p:anim>
                                    <p:animEffect transition="in" filter="fade">
                                      <p:cBhvr>
                                        <p:cTn id="14" dur="500"/>
                                        <p:tgtEl>
                                          <p:spTgt spid="181"/>
                                        </p:tgtEl>
                                      </p:cBhvr>
                                    </p:animEffect>
                                  </p:childTnLst>
                                </p:cTn>
                              </p:par>
                            </p:childTnLst>
                          </p:cTn>
                        </p:par>
                      </p:childTnLst>
                    </p:cTn>
                  </p:par>
                  <p:par>
                    <p:cTn id="15" fill="hold">
                      <p:stCondLst>
                        <p:cond delay="indefinite"/>
                      </p:stCondLst>
                      <p:childTnLst>
                        <p:par>
                          <p:cTn id="16" fill="hold">
                            <p:stCondLst>
                              <p:cond delay="0"/>
                            </p:stCondLst>
                            <p:childTnLst>
                              <p:par>
                                <p:cTn id="17" presetID="53" presetClass="entr" presetSubtype="16" fill="hold" nodeType="clickEffect">
                                  <p:stCondLst>
                                    <p:cond delay="0"/>
                                  </p:stCondLst>
                                  <p:childTnLst>
                                    <p:set>
                                      <p:cBhvr>
                                        <p:cTn id="18" dur="1" fill="hold">
                                          <p:stCondLst>
                                            <p:cond delay="0"/>
                                          </p:stCondLst>
                                        </p:cTn>
                                        <p:tgtEl>
                                          <p:spTgt spid="187"/>
                                        </p:tgtEl>
                                        <p:attrNameLst>
                                          <p:attrName>style.visibility</p:attrName>
                                        </p:attrNameLst>
                                      </p:cBhvr>
                                      <p:to>
                                        <p:strVal val="visible"/>
                                      </p:to>
                                    </p:set>
                                    <p:anim calcmode="lin" valueType="num">
                                      <p:cBhvr>
                                        <p:cTn id="19" dur="500" fill="hold"/>
                                        <p:tgtEl>
                                          <p:spTgt spid="187"/>
                                        </p:tgtEl>
                                        <p:attrNameLst>
                                          <p:attrName>ppt_w</p:attrName>
                                        </p:attrNameLst>
                                      </p:cBhvr>
                                      <p:tavLst>
                                        <p:tav tm="0">
                                          <p:val>
                                            <p:fltVal val="0"/>
                                          </p:val>
                                        </p:tav>
                                        <p:tav tm="100000">
                                          <p:val>
                                            <p:strVal val="#ppt_w"/>
                                          </p:val>
                                        </p:tav>
                                      </p:tavLst>
                                    </p:anim>
                                    <p:anim calcmode="lin" valueType="num">
                                      <p:cBhvr>
                                        <p:cTn id="20" dur="500" fill="hold"/>
                                        <p:tgtEl>
                                          <p:spTgt spid="187"/>
                                        </p:tgtEl>
                                        <p:attrNameLst>
                                          <p:attrName>ppt_h</p:attrName>
                                        </p:attrNameLst>
                                      </p:cBhvr>
                                      <p:tavLst>
                                        <p:tav tm="0">
                                          <p:val>
                                            <p:fltVal val="0"/>
                                          </p:val>
                                        </p:tav>
                                        <p:tav tm="100000">
                                          <p:val>
                                            <p:strVal val="#ppt_h"/>
                                          </p:val>
                                        </p:tav>
                                      </p:tavLst>
                                    </p:anim>
                                    <p:animEffect transition="in" filter="fade">
                                      <p:cBhvr>
                                        <p:cTn id="21" dur="500"/>
                                        <p:tgtEl>
                                          <p:spTgt spid="1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1" grpId="0"/>
      <p:bldP spid="182"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9</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110" name="Group 31"/>
          <p:cNvGrpSpPr>
            <a:grpSpLocks/>
          </p:cNvGrpSpPr>
          <p:nvPr/>
        </p:nvGrpSpPr>
        <p:grpSpPr bwMode="auto">
          <a:xfrm>
            <a:off x="6584030" y="2443159"/>
            <a:ext cx="2497139" cy="285750"/>
            <a:chOff x="4029" y="527"/>
            <a:chExt cx="1573" cy="180"/>
          </a:xfrm>
        </p:grpSpPr>
        <p:sp>
          <p:nvSpPr>
            <p:cNvPr id="11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11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11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grpSp>
        <p:nvGrpSpPr>
          <p:cNvPr id="114" name="Group 153"/>
          <p:cNvGrpSpPr>
            <a:grpSpLocks/>
          </p:cNvGrpSpPr>
          <p:nvPr/>
        </p:nvGrpSpPr>
        <p:grpSpPr bwMode="auto">
          <a:xfrm>
            <a:off x="3118670" y="1464061"/>
            <a:ext cx="877888" cy="434975"/>
            <a:chOff x="1511" y="516"/>
            <a:chExt cx="553" cy="274"/>
          </a:xfrm>
        </p:grpSpPr>
        <p:sp>
          <p:nvSpPr>
            <p:cNvPr id="116" name="Rectangle 154"/>
            <p:cNvSpPr>
              <a:spLocks noChangeArrowheads="1"/>
            </p:cNvSpPr>
            <p:nvPr/>
          </p:nvSpPr>
          <p:spPr bwMode="auto">
            <a:xfrm>
              <a:off x="1733" y="516"/>
              <a:ext cx="331" cy="273"/>
            </a:xfrm>
            <a:prstGeom prst="rect">
              <a:avLst/>
            </a:prstGeom>
            <a:solidFill>
              <a:srgbClr val="FF00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17"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119" name="组合 118"/>
          <p:cNvGrpSpPr/>
          <p:nvPr/>
        </p:nvGrpSpPr>
        <p:grpSpPr>
          <a:xfrm>
            <a:off x="4748720" y="3278127"/>
            <a:ext cx="874713" cy="669926"/>
            <a:chOff x="4756817" y="602902"/>
            <a:chExt cx="874713" cy="669925"/>
          </a:xfrm>
        </p:grpSpPr>
        <p:sp>
          <p:nvSpPr>
            <p:cNvPr id="120" name="Rectangle 21"/>
            <p:cNvSpPr>
              <a:spLocks noChangeArrowheads="1"/>
            </p:cNvSpPr>
            <p:nvPr/>
          </p:nvSpPr>
          <p:spPr bwMode="auto">
            <a:xfrm>
              <a:off x="5099713" y="937864"/>
              <a:ext cx="530225" cy="334963"/>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1" name="Group 19"/>
            <p:cNvGrpSpPr>
              <a:grpSpLocks/>
            </p:cNvGrpSpPr>
            <p:nvPr/>
          </p:nvGrpSpPr>
          <p:grpSpPr bwMode="auto">
            <a:xfrm>
              <a:off x="4756817" y="602902"/>
              <a:ext cx="874713" cy="669925"/>
              <a:chOff x="2919" y="527"/>
              <a:chExt cx="551" cy="422"/>
            </a:xfrm>
          </p:grpSpPr>
          <p:grpSp>
            <p:nvGrpSpPr>
              <p:cNvPr id="122" name="Group 20"/>
              <p:cNvGrpSpPr>
                <a:grpSpLocks/>
              </p:cNvGrpSpPr>
              <p:nvPr/>
            </p:nvGrpSpPr>
            <p:grpSpPr bwMode="auto">
              <a:xfrm>
                <a:off x="3135" y="527"/>
                <a:ext cx="335" cy="422"/>
                <a:chOff x="4133" y="890"/>
                <a:chExt cx="335" cy="422"/>
              </a:xfrm>
            </p:grpSpPr>
            <p:sp>
              <p:nvSpPr>
                <p:cNvPr id="124" name="Rectangle 21"/>
                <p:cNvSpPr>
                  <a:spLocks noChangeArrowheads="1"/>
                </p:cNvSpPr>
                <p:nvPr/>
              </p:nvSpPr>
              <p:spPr bwMode="auto">
                <a:xfrm>
                  <a:off x="4133" y="890"/>
                  <a:ext cx="335" cy="211"/>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5"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3"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grpSp>
      </p:grpSp>
      <p:sp>
        <p:nvSpPr>
          <p:cNvPr id="126" name="Text Box 156"/>
          <p:cNvSpPr txBox="1">
            <a:spLocks noChangeArrowheads="1"/>
          </p:cNvSpPr>
          <p:nvPr/>
        </p:nvSpPr>
        <p:spPr bwMode="auto">
          <a:xfrm>
            <a:off x="5100346" y="3561530"/>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14</a:t>
            </a:r>
          </a:p>
        </p:txBody>
      </p:sp>
      <p:sp>
        <p:nvSpPr>
          <p:cNvPr id="127" name="Text Box 157"/>
          <p:cNvSpPr txBox="1">
            <a:spLocks noChangeArrowheads="1"/>
          </p:cNvSpPr>
          <p:nvPr/>
        </p:nvSpPr>
        <p:spPr bwMode="auto">
          <a:xfrm>
            <a:off x="5103544" y="3229309"/>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11</a:t>
            </a:r>
          </a:p>
        </p:txBody>
      </p:sp>
      <p:grpSp>
        <p:nvGrpSpPr>
          <p:cNvPr id="128" name="Group 31"/>
          <p:cNvGrpSpPr>
            <a:grpSpLocks/>
          </p:cNvGrpSpPr>
          <p:nvPr/>
        </p:nvGrpSpPr>
        <p:grpSpPr bwMode="auto">
          <a:xfrm>
            <a:off x="6516331" y="2680941"/>
            <a:ext cx="2571752" cy="285750"/>
            <a:chOff x="3982" y="527"/>
            <a:chExt cx="1620" cy="180"/>
          </a:xfrm>
        </p:grpSpPr>
        <p:sp>
          <p:nvSpPr>
            <p:cNvPr id="12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m</a:t>
              </a:r>
            </a:p>
          </p:txBody>
        </p:sp>
        <p:sp>
          <p:nvSpPr>
            <p:cNvPr id="13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10</a:t>
              </a:r>
            </a:p>
          </p:txBody>
        </p:sp>
        <p:sp>
          <p:nvSpPr>
            <p:cNvPr id="131"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132" name="Group 31"/>
          <p:cNvGrpSpPr>
            <a:grpSpLocks/>
          </p:cNvGrpSpPr>
          <p:nvPr/>
        </p:nvGrpSpPr>
        <p:grpSpPr bwMode="auto">
          <a:xfrm>
            <a:off x="6509416" y="2894633"/>
            <a:ext cx="2571752" cy="285750"/>
            <a:chOff x="3982" y="527"/>
            <a:chExt cx="1620" cy="180"/>
          </a:xfrm>
        </p:grpSpPr>
        <p:sp>
          <p:nvSpPr>
            <p:cNvPr id="133"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n</a:t>
              </a:r>
            </a:p>
          </p:txBody>
        </p:sp>
        <p:sp>
          <p:nvSpPr>
            <p:cNvPr id="134"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11</a:t>
              </a:r>
            </a:p>
          </p:txBody>
        </p:sp>
        <p:sp>
          <p:nvSpPr>
            <p:cNvPr id="135"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10</a:t>
              </a:r>
            </a:p>
          </p:txBody>
        </p:sp>
      </p:grpSp>
      <p:grpSp>
        <p:nvGrpSpPr>
          <p:cNvPr id="136" name="Group 31"/>
          <p:cNvGrpSpPr>
            <a:grpSpLocks/>
          </p:cNvGrpSpPr>
          <p:nvPr/>
        </p:nvGrpSpPr>
        <p:grpSpPr bwMode="auto">
          <a:xfrm>
            <a:off x="6516328" y="3120577"/>
            <a:ext cx="2571752" cy="285750"/>
            <a:chOff x="3982" y="527"/>
            <a:chExt cx="1620" cy="180"/>
          </a:xfrm>
        </p:grpSpPr>
        <p:sp>
          <p:nvSpPr>
            <p:cNvPr id="137"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k</a:t>
              </a:r>
            </a:p>
          </p:txBody>
        </p:sp>
        <p:sp>
          <p:nvSpPr>
            <p:cNvPr id="15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12</a:t>
              </a:r>
            </a:p>
          </p:txBody>
        </p:sp>
        <p:sp>
          <p:nvSpPr>
            <p:cNvPr id="153"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11</a:t>
              </a:r>
            </a:p>
          </p:txBody>
        </p:sp>
      </p:grpSp>
      <p:grpSp>
        <p:nvGrpSpPr>
          <p:cNvPr id="154" name="Group 31"/>
          <p:cNvGrpSpPr>
            <a:grpSpLocks/>
          </p:cNvGrpSpPr>
          <p:nvPr/>
        </p:nvGrpSpPr>
        <p:grpSpPr bwMode="auto">
          <a:xfrm>
            <a:off x="6509416" y="3335795"/>
            <a:ext cx="2571752" cy="285750"/>
            <a:chOff x="3982" y="527"/>
            <a:chExt cx="1620" cy="180"/>
          </a:xfrm>
        </p:grpSpPr>
        <p:sp>
          <p:nvSpPr>
            <p:cNvPr id="155"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v</a:t>
              </a:r>
            </a:p>
          </p:txBody>
        </p:sp>
        <p:sp>
          <p:nvSpPr>
            <p:cNvPr id="15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13</a:t>
              </a:r>
            </a:p>
          </p:txBody>
        </p:sp>
        <p:sp>
          <p:nvSpPr>
            <p:cNvPr id="157"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12</a:t>
              </a:r>
            </a:p>
          </p:txBody>
        </p:sp>
      </p:grpSp>
      <p:grpSp>
        <p:nvGrpSpPr>
          <p:cNvPr id="158" name="Group 31"/>
          <p:cNvGrpSpPr>
            <a:grpSpLocks/>
          </p:cNvGrpSpPr>
          <p:nvPr/>
        </p:nvGrpSpPr>
        <p:grpSpPr bwMode="auto">
          <a:xfrm>
            <a:off x="6516328" y="3560370"/>
            <a:ext cx="2571752" cy="285750"/>
            <a:chOff x="3982" y="527"/>
            <a:chExt cx="1620" cy="180"/>
          </a:xfrm>
        </p:grpSpPr>
        <p:sp>
          <p:nvSpPr>
            <p:cNvPr id="15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partition</a:t>
              </a:r>
            </a:p>
          </p:txBody>
        </p:sp>
        <p:sp>
          <p:nvSpPr>
            <p:cNvPr id="16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14</a:t>
              </a:r>
            </a:p>
          </p:txBody>
        </p:sp>
        <p:sp>
          <p:nvSpPr>
            <p:cNvPr id="170"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13</a:t>
              </a:r>
            </a:p>
          </p:txBody>
        </p:sp>
      </p:grpSp>
      <p:grpSp>
        <p:nvGrpSpPr>
          <p:cNvPr id="191" name="Group 31"/>
          <p:cNvGrpSpPr>
            <a:grpSpLocks/>
          </p:cNvGrpSpPr>
          <p:nvPr/>
        </p:nvGrpSpPr>
        <p:grpSpPr bwMode="auto">
          <a:xfrm>
            <a:off x="6516331" y="4236016"/>
            <a:ext cx="2571753" cy="285750"/>
            <a:chOff x="3982" y="535"/>
            <a:chExt cx="1620" cy="180"/>
          </a:xfrm>
        </p:grpSpPr>
        <p:sp>
          <p:nvSpPr>
            <p:cNvPr id="192"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i</a:t>
              </a:r>
            </a:p>
          </p:txBody>
        </p:sp>
        <p:sp>
          <p:nvSpPr>
            <p:cNvPr id="193" name="Text Box 33"/>
            <p:cNvSpPr txBox="1">
              <a:spLocks noChangeArrowheads="1"/>
            </p:cNvSpPr>
            <p:nvPr/>
          </p:nvSpPr>
          <p:spPr bwMode="auto">
            <a:xfrm>
              <a:off x="3982" y="535"/>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17</a:t>
              </a:r>
            </a:p>
          </p:txBody>
        </p:sp>
        <p:sp>
          <p:nvSpPr>
            <p:cNvPr id="194"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16</a:t>
              </a:r>
            </a:p>
          </p:txBody>
        </p:sp>
      </p:grpSp>
      <p:sp>
        <p:nvSpPr>
          <p:cNvPr id="195"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grpSp>
        <p:nvGrpSpPr>
          <p:cNvPr id="196" name="组合 195"/>
          <p:cNvGrpSpPr/>
          <p:nvPr/>
        </p:nvGrpSpPr>
        <p:grpSpPr>
          <a:xfrm>
            <a:off x="3996557" y="1670909"/>
            <a:ext cx="1109520" cy="1685897"/>
            <a:chOff x="3996557" y="1670908"/>
            <a:chExt cx="1109520" cy="1685897"/>
          </a:xfrm>
        </p:grpSpPr>
        <p:cxnSp>
          <p:nvCxnSpPr>
            <p:cNvPr id="197" name="直接连接符 196"/>
            <p:cNvCxnSpPr/>
            <p:nvPr/>
          </p:nvCxnSpPr>
          <p:spPr>
            <a:xfrm>
              <a:off x="3996557" y="1680754"/>
              <a:ext cx="567348" cy="0"/>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98" name="直接连接符 197"/>
            <p:cNvCxnSpPr/>
            <p:nvPr/>
          </p:nvCxnSpPr>
          <p:spPr>
            <a:xfrm>
              <a:off x="4572000" y="1670908"/>
              <a:ext cx="0" cy="1685103"/>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199" name="直接连接符 198"/>
            <p:cNvCxnSpPr/>
            <p:nvPr/>
          </p:nvCxnSpPr>
          <p:spPr>
            <a:xfrm flipV="1">
              <a:off x="4563905" y="3356805"/>
              <a:ext cx="542172" cy="0"/>
            </a:xfrm>
            <a:prstGeom prst="line">
              <a:avLst/>
            </a:prstGeom>
            <a:ln w="19050">
              <a:solidFill>
                <a:srgbClr val="FF6666"/>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201" name="Group 153"/>
          <p:cNvGrpSpPr>
            <a:grpSpLocks/>
          </p:cNvGrpSpPr>
          <p:nvPr/>
        </p:nvGrpSpPr>
        <p:grpSpPr bwMode="auto">
          <a:xfrm>
            <a:off x="3125210" y="1907706"/>
            <a:ext cx="877888" cy="434975"/>
            <a:chOff x="1511" y="516"/>
            <a:chExt cx="553" cy="274"/>
          </a:xfrm>
        </p:grpSpPr>
        <p:sp>
          <p:nvSpPr>
            <p:cNvPr id="202" name="Rectangle 154"/>
            <p:cNvSpPr>
              <a:spLocks noChangeArrowheads="1"/>
            </p:cNvSpPr>
            <p:nvPr/>
          </p:nvSpPr>
          <p:spPr bwMode="auto">
            <a:xfrm>
              <a:off x="1733" y="516"/>
              <a:ext cx="331" cy="273"/>
            </a:xfrm>
            <a:prstGeom prst="rect">
              <a:avLst/>
            </a:prstGeom>
            <a:solidFill>
              <a:schemeClr val="accent1">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209"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sp>
        <p:nvSpPr>
          <p:cNvPr id="210" name="Freeform 171"/>
          <p:cNvSpPr>
            <a:spLocks/>
          </p:cNvSpPr>
          <p:nvPr/>
        </p:nvSpPr>
        <p:spPr bwMode="auto">
          <a:xfrm>
            <a:off x="4009446" y="2179020"/>
            <a:ext cx="1079500" cy="1966558"/>
          </a:xfrm>
          <a:custGeom>
            <a:avLst/>
            <a:gdLst>
              <a:gd name="T0" fmla="*/ 0 w 725"/>
              <a:gd name="T1" fmla="*/ 0 h 1360"/>
              <a:gd name="T2" fmla="*/ 115 w 725"/>
              <a:gd name="T3" fmla="*/ 0 h 1360"/>
              <a:gd name="T4" fmla="*/ 115 w 725"/>
              <a:gd name="T5" fmla="*/ 1360 h 1360"/>
              <a:gd name="T6" fmla="*/ 462 w 725"/>
              <a:gd name="T7" fmla="*/ 1360 h 1360"/>
              <a:gd name="T8" fmla="*/ 0 60000 65536"/>
              <a:gd name="T9" fmla="*/ 0 60000 65536"/>
              <a:gd name="T10" fmla="*/ 0 60000 65536"/>
              <a:gd name="T11" fmla="*/ 0 60000 65536"/>
              <a:gd name="T12" fmla="*/ 0 w 725"/>
              <a:gd name="T13" fmla="*/ 0 h 1360"/>
              <a:gd name="T14" fmla="*/ 725 w 725"/>
              <a:gd name="T15" fmla="*/ 1360 h 1360"/>
            </a:gdLst>
            <a:ahLst/>
            <a:cxnLst>
              <a:cxn ang="T8">
                <a:pos x="T0" y="T1"/>
              </a:cxn>
              <a:cxn ang="T9">
                <a:pos x="T2" y="T3"/>
              </a:cxn>
              <a:cxn ang="T10">
                <a:pos x="T4" y="T5"/>
              </a:cxn>
              <a:cxn ang="T11">
                <a:pos x="T6" y="T7"/>
              </a:cxn>
            </a:cxnLst>
            <a:rect l="T12" t="T13" r="T14" b="T15"/>
            <a:pathLst>
              <a:path w="725" h="1360">
                <a:moveTo>
                  <a:pt x="0" y="0"/>
                </a:moveTo>
                <a:lnTo>
                  <a:pt x="181" y="0"/>
                </a:lnTo>
                <a:lnTo>
                  <a:pt x="181" y="1360"/>
                </a:lnTo>
                <a:lnTo>
                  <a:pt x="725" y="1360"/>
                </a:lnTo>
              </a:path>
            </a:pathLst>
          </a:custGeom>
          <a:noFill/>
          <a:ln w="19050" cap="flat" cmpd="sng">
            <a:solidFill>
              <a:schemeClr val="accent1"/>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211" name="组合 210"/>
          <p:cNvGrpSpPr/>
          <p:nvPr/>
        </p:nvGrpSpPr>
        <p:grpSpPr>
          <a:xfrm>
            <a:off x="4756310" y="3945400"/>
            <a:ext cx="874713" cy="669926"/>
            <a:chOff x="4756817" y="602902"/>
            <a:chExt cx="874713" cy="669925"/>
          </a:xfrm>
        </p:grpSpPr>
        <p:sp>
          <p:nvSpPr>
            <p:cNvPr id="212" name="Rectangle 21"/>
            <p:cNvSpPr>
              <a:spLocks noChangeArrowheads="1"/>
            </p:cNvSpPr>
            <p:nvPr/>
          </p:nvSpPr>
          <p:spPr bwMode="auto">
            <a:xfrm>
              <a:off x="5099713" y="937864"/>
              <a:ext cx="530225" cy="334963"/>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213" name="Group 19"/>
            <p:cNvGrpSpPr>
              <a:grpSpLocks/>
            </p:cNvGrpSpPr>
            <p:nvPr/>
          </p:nvGrpSpPr>
          <p:grpSpPr bwMode="auto">
            <a:xfrm>
              <a:off x="4756817" y="602902"/>
              <a:ext cx="874713" cy="669925"/>
              <a:chOff x="2919" y="527"/>
              <a:chExt cx="551" cy="422"/>
            </a:xfrm>
          </p:grpSpPr>
          <p:grpSp>
            <p:nvGrpSpPr>
              <p:cNvPr id="216" name="Group 20"/>
              <p:cNvGrpSpPr>
                <a:grpSpLocks/>
              </p:cNvGrpSpPr>
              <p:nvPr/>
            </p:nvGrpSpPr>
            <p:grpSpPr bwMode="auto">
              <a:xfrm>
                <a:off x="3135" y="527"/>
                <a:ext cx="335" cy="422"/>
                <a:chOff x="4133" y="890"/>
                <a:chExt cx="335" cy="422"/>
              </a:xfrm>
            </p:grpSpPr>
            <p:sp>
              <p:nvSpPr>
                <p:cNvPr id="218" name="Rectangle 21"/>
                <p:cNvSpPr>
                  <a:spLocks noChangeArrowheads="1"/>
                </p:cNvSpPr>
                <p:nvPr/>
              </p:nvSpPr>
              <p:spPr bwMode="auto">
                <a:xfrm>
                  <a:off x="4133" y="890"/>
                  <a:ext cx="335" cy="211"/>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21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21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grpSp>
      </p:grpSp>
      <p:sp>
        <p:nvSpPr>
          <p:cNvPr id="220" name="Text Box 156"/>
          <p:cNvSpPr txBox="1">
            <a:spLocks noChangeArrowheads="1"/>
          </p:cNvSpPr>
          <p:nvPr/>
        </p:nvSpPr>
        <p:spPr bwMode="auto">
          <a:xfrm>
            <a:off x="5100796" y="4242711"/>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16</a:t>
            </a:r>
          </a:p>
        </p:txBody>
      </p:sp>
      <p:sp>
        <p:nvSpPr>
          <p:cNvPr id="221" name="Text Box 157"/>
          <p:cNvSpPr txBox="1">
            <a:spLocks noChangeArrowheads="1"/>
          </p:cNvSpPr>
          <p:nvPr/>
        </p:nvSpPr>
        <p:spPr bwMode="auto">
          <a:xfrm>
            <a:off x="5095744" y="3903207"/>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16</a:t>
            </a:r>
          </a:p>
        </p:txBody>
      </p:sp>
      <p:grpSp>
        <p:nvGrpSpPr>
          <p:cNvPr id="222" name="Group 31"/>
          <p:cNvGrpSpPr>
            <a:grpSpLocks/>
          </p:cNvGrpSpPr>
          <p:nvPr/>
        </p:nvGrpSpPr>
        <p:grpSpPr bwMode="auto">
          <a:xfrm>
            <a:off x="6516328" y="3785945"/>
            <a:ext cx="2571752" cy="285750"/>
            <a:chOff x="3982" y="527"/>
            <a:chExt cx="1620" cy="180"/>
          </a:xfrm>
        </p:grpSpPr>
        <p:sp>
          <p:nvSpPr>
            <p:cNvPr id="223"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y</a:t>
              </a:r>
            </a:p>
          </p:txBody>
        </p:sp>
        <p:sp>
          <p:nvSpPr>
            <p:cNvPr id="224"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15</a:t>
              </a:r>
            </a:p>
          </p:txBody>
        </p:sp>
        <p:sp>
          <p:nvSpPr>
            <p:cNvPr id="225"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226" name="Group 31"/>
          <p:cNvGrpSpPr>
            <a:grpSpLocks/>
          </p:cNvGrpSpPr>
          <p:nvPr/>
        </p:nvGrpSpPr>
        <p:grpSpPr bwMode="auto">
          <a:xfrm>
            <a:off x="6509416" y="4010717"/>
            <a:ext cx="2571752" cy="285750"/>
            <a:chOff x="3982" y="527"/>
            <a:chExt cx="1620" cy="180"/>
          </a:xfrm>
        </p:grpSpPr>
        <p:sp>
          <p:nvSpPr>
            <p:cNvPr id="227"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z</a:t>
              </a:r>
            </a:p>
          </p:txBody>
        </p:sp>
        <p:sp>
          <p:nvSpPr>
            <p:cNvPr id="228"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16</a:t>
              </a:r>
            </a:p>
          </p:txBody>
        </p:sp>
        <p:sp>
          <p:nvSpPr>
            <p:cNvPr id="229"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15</a:t>
              </a:r>
            </a:p>
          </p:txBody>
        </p:sp>
      </p:grpSp>
      <p:sp>
        <p:nvSpPr>
          <p:cNvPr id="171" name="矩形 170">
            <a:extLst>
              <a:ext uri="{FF2B5EF4-FFF2-40B4-BE49-F238E27FC236}">
                <a16:creationId xmlns:a16="http://schemas.microsoft.com/office/drawing/2014/main" id="{05F4172A-1680-417E-A969-DEF473980331}"/>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72" name="矩形 171">
            <a:extLst>
              <a:ext uri="{FF2B5EF4-FFF2-40B4-BE49-F238E27FC236}">
                <a16:creationId xmlns:a16="http://schemas.microsoft.com/office/drawing/2014/main" id="{98B34D6B-8CA9-4C1C-ACA1-C01BCC3AB67C}"/>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73" name="矩形 172">
            <a:extLst>
              <a:ext uri="{FF2B5EF4-FFF2-40B4-BE49-F238E27FC236}">
                <a16:creationId xmlns:a16="http://schemas.microsoft.com/office/drawing/2014/main" id="{8A99FA41-6CFA-48DA-8F50-9DA42D06D3D9}"/>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
        <p:nvSpPr>
          <p:cNvPr id="174" name="矩形 173">
            <a:extLst>
              <a:ext uri="{FF2B5EF4-FFF2-40B4-BE49-F238E27FC236}">
                <a16:creationId xmlns:a16="http://schemas.microsoft.com/office/drawing/2014/main" id="{3F7D20D5-983C-4995-A0DB-5A1DAC084C1E}"/>
              </a:ext>
            </a:extLst>
          </p:cNvPr>
          <p:cNvSpPr/>
          <p:nvPr/>
        </p:nvSpPr>
        <p:spPr>
          <a:xfrm>
            <a:off x="4394215" y="3681217"/>
            <a:ext cx="755335" cy="261610"/>
          </a:xfrm>
          <a:prstGeom prst="rect">
            <a:avLst/>
          </a:prstGeom>
        </p:spPr>
        <p:txBody>
          <a:bodyPr wrap="none">
            <a:spAutoFit/>
          </a:bodyPr>
          <a:lstStyle/>
          <a:p>
            <a:pPr defTabSz="914378"/>
            <a:r>
              <a:rPr lang="en-US" altLang="zh-CN" dirty="0">
                <a:solidFill>
                  <a:prstClr val="black"/>
                </a:solidFill>
              </a:rPr>
              <a:t>quicksort</a:t>
            </a:r>
            <a:endParaRPr lang="zh-CN" altLang="en-US" dirty="0">
              <a:solidFill>
                <a:prstClr val="black"/>
              </a:solidFill>
            </a:endParaRPr>
          </a:p>
        </p:txBody>
      </p:sp>
      <p:sp>
        <p:nvSpPr>
          <p:cNvPr id="175" name="矩形 174">
            <a:extLst>
              <a:ext uri="{FF2B5EF4-FFF2-40B4-BE49-F238E27FC236}">
                <a16:creationId xmlns:a16="http://schemas.microsoft.com/office/drawing/2014/main" id="{1860C782-0309-44C7-B14C-C431E68ADCC5}"/>
              </a:ext>
            </a:extLst>
          </p:cNvPr>
          <p:cNvSpPr/>
          <p:nvPr/>
        </p:nvSpPr>
        <p:spPr>
          <a:xfrm>
            <a:off x="4403407" y="4396314"/>
            <a:ext cx="715260" cy="261610"/>
          </a:xfrm>
          <a:prstGeom prst="rect">
            <a:avLst/>
          </a:prstGeom>
        </p:spPr>
        <p:txBody>
          <a:bodyPr wrap="none">
            <a:spAutoFit/>
          </a:bodyPr>
          <a:lstStyle/>
          <a:p>
            <a:pPr defTabSz="914378"/>
            <a:r>
              <a:rPr lang="en-US" altLang="zh-CN" dirty="0">
                <a:solidFill>
                  <a:prstClr val="black"/>
                </a:solidFill>
              </a:rPr>
              <a:t>partition</a:t>
            </a:r>
            <a:endParaRPr lang="zh-CN" altLang="en-US" dirty="0">
              <a:solidFill>
                <a:prstClr val="black"/>
              </a:solidFill>
            </a:endParaRPr>
          </a:p>
        </p:txBody>
      </p:sp>
    </p:spTree>
    <p:extLst>
      <p:ext uri="{BB962C8B-B14F-4D97-AF65-F5344CB8AC3E}">
        <p14:creationId xmlns:p14="http://schemas.microsoft.com/office/powerpoint/2010/main" val="2865175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21"/>
                                        </p:tgtEl>
                                        <p:attrNameLst>
                                          <p:attrName>style.visibility</p:attrName>
                                        </p:attrNameLst>
                                      </p:cBhvr>
                                      <p:to>
                                        <p:strVal val="visible"/>
                                      </p:to>
                                    </p:set>
                                    <p:anim calcmode="lin" valueType="num">
                                      <p:cBhvr>
                                        <p:cTn id="7" dur="500" fill="hold"/>
                                        <p:tgtEl>
                                          <p:spTgt spid="221"/>
                                        </p:tgtEl>
                                        <p:attrNameLst>
                                          <p:attrName>ppt_w</p:attrName>
                                        </p:attrNameLst>
                                      </p:cBhvr>
                                      <p:tavLst>
                                        <p:tav tm="0">
                                          <p:val>
                                            <p:fltVal val="0"/>
                                          </p:val>
                                        </p:tav>
                                        <p:tav tm="100000">
                                          <p:val>
                                            <p:strVal val="#ppt_w"/>
                                          </p:val>
                                        </p:tav>
                                      </p:tavLst>
                                    </p:anim>
                                    <p:anim calcmode="lin" valueType="num">
                                      <p:cBhvr>
                                        <p:cTn id="8" dur="500" fill="hold"/>
                                        <p:tgtEl>
                                          <p:spTgt spid="221"/>
                                        </p:tgtEl>
                                        <p:attrNameLst>
                                          <p:attrName>ppt_h</p:attrName>
                                        </p:attrNameLst>
                                      </p:cBhvr>
                                      <p:tavLst>
                                        <p:tav tm="0">
                                          <p:val>
                                            <p:fltVal val="0"/>
                                          </p:val>
                                        </p:tav>
                                        <p:tav tm="100000">
                                          <p:val>
                                            <p:strVal val="#ppt_h"/>
                                          </p:val>
                                        </p:tav>
                                      </p:tavLst>
                                    </p:anim>
                                    <p:animEffect transition="in" filter="fade">
                                      <p:cBhvr>
                                        <p:cTn id="9" dur="500"/>
                                        <p:tgtEl>
                                          <p:spTgt spid="221"/>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220"/>
                                        </p:tgtEl>
                                        <p:attrNameLst>
                                          <p:attrName>style.visibility</p:attrName>
                                        </p:attrNameLst>
                                      </p:cBhvr>
                                      <p:to>
                                        <p:strVal val="visible"/>
                                      </p:to>
                                    </p:set>
                                    <p:anim calcmode="lin" valueType="num">
                                      <p:cBhvr>
                                        <p:cTn id="12" dur="500" fill="hold"/>
                                        <p:tgtEl>
                                          <p:spTgt spid="220"/>
                                        </p:tgtEl>
                                        <p:attrNameLst>
                                          <p:attrName>ppt_w</p:attrName>
                                        </p:attrNameLst>
                                      </p:cBhvr>
                                      <p:tavLst>
                                        <p:tav tm="0">
                                          <p:val>
                                            <p:fltVal val="0"/>
                                          </p:val>
                                        </p:tav>
                                        <p:tav tm="100000">
                                          <p:val>
                                            <p:strVal val="#ppt_w"/>
                                          </p:val>
                                        </p:tav>
                                      </p:tavLst>
                                    </p:anim>
                                    <p:anim calcmode="lin" valueType="num">
                                      <p:cBhvr>
                                        <p:cTn id="13" dur="500" fill="hold"/>
                                        <p:tgtEl>
                                          <p:spTgt spid="220"/>
                                        </p:tgtEl>
                                        <p:attrNameLst>
                                          <p:attrName>ppt_h</p:attrName>
                                        </p:attrNameLst>
                                      </p:cBhvr>
                                      <p:tavLst>
                                        <p:tav tm="0">
                                          <p:val>
                                            <p:fltVal val="0"/>
                                          </p:val>
                                        </p:tav>
                                        <p:tav tm="100000">
                                          <p:val>
                                            <p:strVal val="#ppt_h"/>
                                          </p:val>
                                        </p:tav>
                                      </p:tavLst>
                                    </p:anim>
                                    <p:animEffect transition="in" filter="fade">
                                      <p:cBhvr>
                                        <p:cTn id="14" dur="500"/>
                                        <p:tgtEl>
                                          <p:spTgt spid="220"/>
                                        </p:tgtEl>
                                      </p:cBhvr>
                                    </p:animEffect>
                                  </p:childTnLst>
                                </p:cTn>
                              </p:par>
                            </p:childTnLst>
                          </p:cTn>
                        </p:par>
                      </p:childTnLst>
                    </p:cTn>
                  </p:par>
                  <p:par>
                    <p:cTn id="15" fill="hold">
                      <p:stCondLst>
                        <p:cond delay="indefinite"/>
                      </p:stCondLst>
                      <p:childTnLst>
                        <p:par>
                          <p:cTn id="16" fill="hold">
                            <p:stCondLst>
                              <p:cond delay="0"/>
                            </p:stCondLst>
                            <p:childTnLst>
                              <p:par>
                                <p:cTn id="17" presetID="53" presetClass="entr" presetSubtype="16" fill="hold" nodeType="clickEffect">
                                  <p:stCondLst>
                                    <p:cond delay="0"/>
                                  </p:stCondLst>
                                  <p:childTnLst>
                                    <p:set>
                                      <p:cBhvr>
                                        <p:cTn id="18" dur="1" fill="hold">
                                          <p:stCondLst>
                                            <p:cond delay="0"/>
                                          </p:stCondLst>
                                        </p:cTn>
                                        <p:tgtEl>
                                          <p:spTgt spid="191"/>
                                        </p:tgtEl>
                                        <p:attrNameLst>
                                          <p:attrName>style.visibility</p:attrName>
                                        </p:attrNameLst>
                                      </p:cBhvr>
                                      <p:to>
                                        <p:strVal val="visible"/>
                                      </p:to>
                                    </p:set>
                                    <p:anim calcmode="lin" valueType="num">
                                      <p:cBhvr>
                                        <p:cTn id="19" dur="500" fill="hold"/>
                                        <p:tgtEl>
                                          <p:spTgt spid="191"/>
                                        </p:tgtEl>
                                        <p:attrNameLst>
                                          <p:attrName>ppt_w</p:attrName>
                                        </p:attrNameLst>
                                      </p:cBhvr>
                                      <p:tavLst>
                                        <p:tav tm="0">
                                          <p:val>
                                            <p:fltVal val="0"/>
                                          </p:val>
                                        </p:tav>
                                        <p:tav tm="100000">
                                          <p:val>
                                            <p:strVal val="#ppt_w"/>
                                          </p:val>
                                        </p:tav>
                                      </p:tavLst>
                                    </p:anim>
                                    <p:anim calcmode="lin" valueType="num">
                                      <p:cBhvr>
                                        <p:cTn id="20" dur="500" fill="hold"/>
                                        <p:tgtEl>
                                          <p:spTgt spid="191"/>
                                        </p:tgtEl>
                                        <p:attrNameLst>
                                          <p:attrName>ppt_h</p:attrName>
                                        </p:attrNameLst>
                                      </p:cBhvr>
                                      <p:tavLst>
                                        <p:tav tm="0">
                                          <p:val>
                                            <p:fltVal val="0"/>
                                          </p:val>
                                        </p:tav>
                                        <p:tav tm="100000">
                                          <p:val>
                                            <p:strVal val="#ppt_h"/>
                                          </p:val>
                                        </p:tav>
                                      </p:tavLst>
                                    </p:anim>
                                    <p:animEffect transition="in" filter="fade">
                                      <p:cBhvr>
                                        <p:cTn id="21" dur="500"/>
                                        <p:tgtEl>
                                          <p:spTgt spid="1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0" grpId="0"/>
      <p:bldP spid="221"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9</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110" name="Group 31"/>
          <p:cNvGrpSpPr>
            <a:grpSpLocks/>
          </p:cNvGrpSpPr>
          <p:nvPr/>
        </p:nvGrpSpPr>
        <p:grpSpPr bwMode="auto">
          <a:xfrm>
            <a:off x="6584030" y="2443159"/>
            <a:ext cx="2497139" cy="285750"/>
            <a:chOff x="4029" y="527"/>
            <a:chExt cx="1573" cy="180"/>
          </a:xfrm>
        </p:grpSpPr>
        <p:sp>
          <p:nvSpPr>
            <p:cNvPr id="11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11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11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grpSp>
        <p:nvGrpSpPr>
          <p:cNvPr id="114" name="Group 153"/>
          <p:cNvGrpSpPr>
            <a:grpSpLocks/>
          </p:cNvGrpSpPr>
          <p:nvPr/>
        </p:nvGrpSpPr>
        <p:grpSpPr bwMode="auto">
          <a:xfrm>
            <a:off x="3118670" y="1464061"/>
            <a:ext cx="877888" cy="434975"/>
            <a:chOff x="1511" y="516"/>
            <a:chExt cx="553" cy="274"/>
          </a:xfrm>
        </p:grpSpPr>
        <p:sp>
          <p:nvSpPr>
            <p:cNvPr id="116" name="Rectangle 154"/>
            <p:cNvSpPr>
              <a:spLocks noChangeArrowheads="1"/>
            </p:cNvSpPr>
            <p:nvPr/>
          </p:nvSpPr>
          <p:spPr bwMode="auto">
            <a:xfrm>
              <a:off x="1733" y="516"/>
              <a:ext cx="331" cy="273"/>
            </a:xfrm>
            <a:prstGeom prst="rect">
              <a:avLst/>
            </a:prstGeom>
            <a:solidFill>
              <a:srgbClr val="FF00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17"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119" name="组合 118"/>
          <p:cNvGrpSpPr/>
          <p:nvPr/>
        </p:nvGrpSpPr>
        <p:grpSpPr>
          <a:xfrm>
            <a:off x="4748720" y="3278127"/>
            <a:ext cx="874713" cy="669926"/>
            <a:chOff x="4756817" y="602902"/>
            <a:chExt cx="874713" cy="669925"/>
          </a:xfrm>
        </p:grpSpPr>
        <p:sp>
          <p:nvSpPr>
            <p:cNvPr id="120" name="Rectangle 21"/>
            <p:cNvSpPr>
              <a:spLocks noChangeArrowheads="1"/>
            </p:cNvSpPr>
            <p:nvPr/>
          </p:nvSpPr>
          <p:spPr bwMode="auto">
            <a:xfrm>
              <a:off x="5099713" y="937864"/>
              <a:ext cx="530225" cy="334963"/>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1" name="Group 19"/>
            <p:cNvGrpSpPr>
              <a:grpSpLocks/>
            </p:cNvGrpSpPr>
            <p:nvPr/>
          </p:nvGrpSpPr>
          <p:grpSpPr bwMode="auto">
            <a:xfrm>
              <a:off x="4756817" y="602902"/>
              <a:ext cx="874713" cy="669925"/>
              <a:chOff x="2919" y="527"/>
              <a:chExt cx="551" cy="422"/>
            </a:xfrm>
          </p:grpSpPr>
          <p:grpSp>
            <p:nvGrpSpPr>
              <p:cNvPr id="122" name="Group 20"/>
              <p:cNvGrpSpPr>
                <a:grpSpLocks/>
              </p:cNvGrpSpPr>
              <p:nvPr/>
            </p:nvGrpSpPr>
            <p:grpSpPr bwMode="auto">
              <a:xfrm>
                <a:off x="3135" y="527"/>
                <a:ext cx="335" cy="422"/>
                <a:chOff x="4133" y="890"/>
                <a:chExt cx="335" cy="422"/>
              </a:xfrm>
            </p:grpSpPr>
            <p:sp>
              <p:nvSpPr>
                <p:cNvPr id="124" name="Rectangle 21"/>
                <p:cNvSpPr>
                  <a:spLocks noChangeArrowheads="1"/>
                </p:cNvSpPr>
                <p:nvPr/>
              </p:nvSpPr>
              <p:spPr bwMode="auto">
                <a:xfrm>
                  <a:off x="4133" y="890"/>
                  <a:ext cx="335" cy="211"/>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5"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3"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grpSp>
      </p:grpSp>
      <p:sp>
        <p:nvSpPr>
          <p:cNvPr id="126" name="Text Box 156"/>
          <p:cNvSpPr txBox="1">
            <a:spLocks noChangeArrowheads="1"/>
          </p:cNvSpPr>
          <p:nvPr/>
        </p:nvSpPr>
        <p:spPr bwMode="auto">
          <a:xfrm>
            <a:off x="5100346" y="3561530"/>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14</a:t>
            </a:r>
          </a:p>
        </p:txBody>
      </p:sp>
      <p:sp>
        <p:nvSpPr>
          <p:cNvPr id="127" name="Text Box 157"/>
          <p:cNvSpPr txBox="1">
            <a:spLocks noChangeArrowheads="1"/>
          </p:cNvSpPr>
          <p:nvPr/>
        </p:nvSpPr>
        <p:spPr bwMode="auto">
          <a:xfrm>
            <a:off x="5103544" y="3229309"/>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11</a:t>
            </a:r>
          </a:p>
        </p:txBody>
      </p:sp>
      <p:grpSp>
        <p:nvGrpSpPr>
          <p:cNvPr id="128" name="Group 31"/>
          <p:cNvGrpSpPr>
            <a:grpSpLocks/>
          </p:cNvGrpSpPr>
          <p:nvPr/>
        </p:nvGrpSpPr>
        <p:grpSpPr bwMode="auto">
          <a:xfrm>
            <a:off x="6516331" y="2680941"/>
            <a:ext cx="2571752" cy="285750"/>
            <a:chOff x="3982" y="527"/>
            <a:chExt cx="1620" cy="180"/>
          </a:xfrm>
        </p:grpSpPr>
        <p:sp>
          <p:nvSpPr>
            <p:cNvPr id="12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m</a:t>
              </a:r>
            </a:p>
          </p:txBody>
        </p:sp>
        <p:sp>
          <p:nvSpPr>
            <p:cNvPr id="13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10</a:t>
              </a:r>
            </a:p>
          </p:txBody>
        </p:sp>
        <p:sp>
          <p:nvSpPr>
            <p:cNvPr id="131"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132" name="Group 31"/>
          <p:cNvGrpSpPr>
            <a:grpSpLocks/>
          </p:cNvGrpSpPr>
          <p:nvPr/>
        </p:nvGrpSpPr>
        <p:grpSpPr bwMode="auto">
          <a:xfrm>
            <a:off x="6509416" y="2894633"/>
            <a:ext cx="2571752" cy="285750"/>
            <a:chOff x="3982" y="527"/>
            <a:chExt cx="1620" cy="180"/>
          </a:xfrm>
        </p:grpSpPr>
        <p:sp>
          <p:nvSpPr>
            <p:cNvPr id="133"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n</a:t>
              </a:r>
            </a:p>
          </p:txBody>
        </p:sp>
        <p:sp>
          <p:nvSpPr>
            <p:cNvPr id="134"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11</a:t>
              </a:r>
            </a:p>
          </p:txBody>
        </p:sp>
        <p:sp>
          <p:nvSpPr>
            <p:cNvPr id="135"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10</a:t>
              </a:r>
            </a:p>
          </p:txBody>
        </p:sp>
      </p:grpSp>
      <p:grpSp>
        <p:nvGrpSpPr>
          <p:cNvPr id="136" name="Group 31"/>
          <p:cNvGrpSpPr>
            <a:grpSpLocks/>
          </p:cNvGrpSpPr>
          <p:nvPr/>
        </p:nvGrpSpPr>
        <p:grpSpPr bwMode="auto">
          <a:xfrm>
            <a:off x="6516328" y="3120577"/>
            <a:ext cx="2571752" cy="285750"/>
            <a:chOff x="3982" y="527"/>
            <a:chExt cx="1620" cy="180"/>
          </a:xfrm>
        </p:grpSpPr>
        <p:sp>
          <p:nvSpPr>
            <p:cNvPr id="137"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k</a:t>
              </a:r>
            </a:p>
          </p:txBody>
        </p:sp>
        <p:sp>
          <p:nvSpPr>
            <p:cNvPr id="15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12</a:t>
              </a:r>
            </a:p>
          </p:txBody>
        </p:sp>
        <p:sp>
          <p:nvSpPr>
            <p:cNvPr id="153"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11</a:t>
              </a:r>
            </a:p>
          </p:txBody>
        </p:sp>
      </p:grpSp>
      <p:grpSp>
        <p:nvGrpSpPr>
          <p:cNvPr id="154" name="Group 31"/>
          <p:cNvGrpSpPr>
            <a:grpSpLocks/>
          </p:cNvGrpSpPr>
          <p:nvPr/>
        </p:nvGrpSpPr>
        <p:grpSpPr bwMode="auto">
          <a:xfrm>
            <a:off x="6509416" y="3335795"/>
            <a:ext cx="2571752" cy="285750"/>
            <a:chOff x="3982" y="527"/>
            <a:chExt cx="1620" cy="180"/>
          </a:xfrm>
        </p:grpSpPr>
        <p:sp>
          <p:nvSpPr>
            <p:cNvPr id="155"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v</a:t>
              </a:r>
            </a:p>
          </p:txBody>
        </p:sp>
        <p:sp>
          <p:nvSpPr>
            <p:cNvPr id="15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13</a:t>
              </a:r>
            </a:p>
          </p:txBody>
        </p:sp>
        <p:sp>
          <p:nvSpPr>
            <p:cNvPr id="157"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12</a:t>
              </a:r>
            </a:p>
          </p:txBody>
        </p:sp>
      </p:grpSp>
      <p:grpSp>
        <p:nvGrpSpPr>
          <p:cNvPr id="158" name="Group 31"/>
          <p:cNvGrpSpPr>
            <a:grpSpLocks/>
          </p:cNvGrpSpPr>
          <p:nvPr/>
        </p:nvGrpSpPr>
        <p:grpSpPr bwMode="auto">
          <a:xfrm>
            <a:off x="6516328" y="3560370"/>
            <a:ext cx="2571752" cy="285750"/>
            <a:chOff x="3982" y="527"/>
            <a:chExt cx="1620" cy="180"/>
          </a:xfrm>
        </p:grpSpPr>
        <p:sp>
          <p:nvSpPr>
            <p:cNvPr id="15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partition</a:t>
              </a:r>
            </a:p>
          </p:txBody>
        </p:sp>
        <p:sp>
          <p:nvSpPr>
            <p:cNvPr id="16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14</a:t>
              </a:r>
            </a:p>
          </p:txBody>
        </p:sp>
        <p:sp>
          <p:nvSpPr>
            <p:cNvPr id="170"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13</a:t>
              </a:r>
            </a:p>
          </p:txBody>
        </p:sp>
      </p:grpSp>
      <p:grpSp>
        <p:nvGrpSpPr>
          <p:cNvPr id="195" name="Group 31"/>
          <p:cNvGrpSpPr>
            <a:grpSpLocks/>
          </p:cNvGrpSpPr>
          <p:nvPr/>
        </p:nvGrpSpPr>
        <p:grpSpPr bwMode="auto">
          <a:xfrm>
            <a:off x="6509416" y="4460788"/>
            <a:ext cx="2571753" cy="285750"/>
            <a:chOff x="3982" y="535"/>
            <a:chExt cx="1620" cy="180"/>
          </a:xfrm>
        </p:grpSpPr>
        <p:sp>
          <p:nvSpPr>
            <p:cNvPr id="196"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j</a:t>
              </a:r>
            </a:p>
          </p:txBody>
        </p:sp>
        <p:sp>
          <p:nvSpPr>
            <p:cNvPr id="197" name="Text Box 33"/>
            <p:cNvSpPr txBox="1">
              <a:spLocks noChangeArrowheads="1"/>
            </p:cNvSpPr>
            <p:nvPr/>
          </p:nvSpPr>
          <p:spPr bwMode="auto">
            <a:xfrm>
              <a:off x="3982" y="535"/>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18</a:t>
              </a:r>
            </a:p>
          </p:txBody>
        </p:sp>
        <p:sp>
          <p:nvSpPr>
            <p:cNvPr id="198"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17</a:t>
              </a:r>
            </a:p>
          </p:txBody>
        </p:sp>
      </p:grpSp>
      <p:sp>
        <p:nvSpPr>
          <p:cNvPr id="199"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grpSp>
        <p:nvGrpSpPr>
          <p:cNvPr id="200" name="组合 199"/>
          <p:cNvGrpSpPr/>
          <p:nvPr/>
        </p:nvGrpSpPr>
        <p:grpSpPr>
          <a:xfrm>
            <a:off x="3996557" y="1670909"/>
            <a:ext cx="1109520" cy="1685897"/>
            <a:chOff x="3996557" y="1670908"/>
            <a:chExt cx="1109520" cy="1685897"/>
          </a:xfrm>
        </p:grpSpPr>
        <p:cxnSp>
          <p:nvCxnSpPr>
            <p:cNvPr id="201" name="直接连接符 200"/>
            <p:cNvCxnSpPr/>
            <p:nvPr/>
          </p:nvCxnSpPr>
          <p:spPr>
            <a:xfrm>
              <a:off x="3996557" y="1680754"/>
              <a:ext cx="567348" cy="0"/>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202" name="直接连接符 201"/>
            <p:cNvCxnSpPr/>
            <p:nvPr/>
          </p:nvCxnSpPr>
          <p:spPr>
            <a:xfrm>
              <a:off x="4572000" y="1670908"/>
              <a:ext cx="0" cy="1685103"/>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209" name="直接连接符 208"/>
            <p:cNvCxnSpPr/>
            <p:nvPr/>
          </p:nvCxnSpPr>
          <p:spPr>
            <a:xfrm flipV="1">
              <a:off x="4563905" y="3356805"/>
              <a:ext cx="542172" cy="0"/>
            </a:xfrm>
            <a:prstGeom prst="line">
              <a:avLst/>
            </a:prstGeom>
            <a:ln w="19050">
              <a:solidFill>
                <a:srgbClr val="FF6666"/>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211" name="Group 153"/>
          <p:cNvGrpSpPr>
            <a:grpSpLocks/>
          </p:cNvGrpSpPr>
          <p:nvPr/>
        </p:nvGrpSpPr>
        <p:grpSpPr bwMode="auto">
          <a:xfrm>
            <a:off x="3125210" y="1907706"/>
            <a:ext cx="877888" cy="434975"/>
            <a:chOff x="1511" y="516"/>
            <a:chExt cx="553" cy="274"/>
          </a:xfrm>
        </p:grpSpPr>
        <p:sp>
          <p:nvSpPr>
            <p:cNvPr id="212" name="Rectangle 154"/>
            <p:cNvSpPr>
              <a:spLocks noChangeArrowheads="1"/>
            </p:cNvSpPr>
            <p:nvPr/>
          </p:nvSpPr>
          <p:spPr bwMode="auto">
            <a:xfrm>
              <a:off x="1733" y="516"/>
              <a:ext cx="331" cy="273"/>
            </a:xfrm>
            <a:prstGeom prst="rect">
              <a:avLst/>
            </a:prstGeom>
            <a:solidFill>
              <a:schemeClr val="accent1">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213"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sp>
        <p:nvSpPr>
          <p:cNvPr id="216" name="Freeform 171"/>
          <p:cNvSpPr>
            <a:spLocks/>
          </p:cNvSpPr>
          <p:nvPr/>
        </p:nvSpPr>
        <p:spPr bwMode="auto">
          <a:xfrm>
            <a:off x="4009446" y="2179020"/>
            <a:ext cx="1079500" cy="1966558"/>
          </a:xfrm>
          <a:custGeom>
            <a:avLst/>
            <a:gdLst>
              <a:gd name="T0" fmla="*/ 0 w 725"/>
              <a:gd name="T1" fmla="*/ 0 h 1360"/>
              <a:gd name="T2" fmla="*/ 115 w 725"/>
              <a:gd name="T3" fmla="*/ 0 h 1360"/>
              <a:gd name="T4" fmla="*/ 115 w 725"/>
              <a:gd name="T5" fmla="*/ 1360 h 1360"/>
              <a:gd name="T6" fmla="*/ 462 w 725"/>
              <a:gd name="T7" fmla="*/ 1360 h 1360"/>
              <a:gd name="T8" fmla="*/ 0 60000 65536"/>
              <a:gd name="T9" fmla="*/ 0 60000 65536"/>
              <a:gd name="T10" fmla="*/ 0 60000 65536"/>
              <a:gd name="T11" fmla="*/ 0 60000 65536"/>
              <a:gd name="T12" fmla="*/ 0 w 725"/>
              <a:gd name="T13" fmla="*/ 0 h 1360"/>
              <a:gd name="T14" fmla="*/ 725 w 725"/>
              <a:gd name="T15" fmla="*/ 1360 h 1360"/>
            </a:gdLst>
            <a:ahLst/>
            <a:cxnLst>
              <a:cxn ang="T8">
                <a:pos x="T0" y="T1"/>
              </a:cxn>
              <a:cxn ang="T9">
                <a:pos x="T2" y="T3"/>
              </a:cxn>
              <a:cxn ang="T10">
                <a:pos x="T4" y="T5"/>
              </a:cxn>
              <a:cxn ang="T11">
                <a:pos x="T6" y="T7"/>
              </a:cxn>
            </a:cxnLst>
            <a:rect l="T12" t="T13" r="T14" b="T15"/>
            <a:pathLst>
              <a:path w="725" h="1360">
                <a:moveTo>
                  <a:pt x="0" y="0"/>
                </a:moveTo>
                <a:lnTo>
                  <a:pt x="181" y="0"/>
                </a:lnTo>
                <a:lnTo>
                  <a:pt x="181" y="1360"/>
                </a:lnTo>
                <a:lnTo>
                  <a:pt x="725" y="1360"/>
                </a:lnTo>
              </a:path>
            </a:pathLst>
          </a:custGeom>
          <a:noFill/>
          <a:ln w="19050" cap="flat" cmpd="sng">
            <a:solidFill>
              <a:schemeClr val="accent1"/>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217" name="组合 216"/>
          <p:cNvGrpSpPr/>
          <p:nvPr/>
        </p:nvGrpSpPr>
        <p:grpSpPr>
          <a:xfrm>
            <a:off x="4756310" y="3945400"/>
            <a:ext cx="874713" cy="669926"/>
            <a:chOff x="4756817" y="602902"/>
            <a:chExt cx="874713" cy="669925"/>
          </a:xfrm>
        </p:grpSpPr>
        <p:sp>
          <p:nvSpPr>
            <p:cNvPr id="218" name="Rectangle 21"/>
            <p:cNvSpPr>
              <a:spLocks noChangeArrowheads="1"/>
            </p:cNvSpPr>
            <p:nvPr/>
          </p:nvSpPr>
          <p:spPr bwMode="auto">
            <a:xfrm>
              <a:off x="5099713" y="937864"/>
              <a:ext cx="530225" cy="334963"/>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219" name="Group 19"/>
            <p:cNvGrpSpPr>
              <a:grpSpLocks/>
            </p:cNvGrpSpPr>
            <p:nvPr/>
          </p:nvGrpSpPr>
          <p:grpSpPr bwMode="auto">
            <a:xfrm>
              <a:off x="4756817" y="602902"/>
              <a:ext cx="874713" cy="669925"/>
              <a:chOff x="2919" y="527"/>
              <a:chExt cx="551" cy="422"/>
            </a:xfrm>
          </p:grpSpPr>
          <p:grpSp>
            <p:nvGrpSpPr>
              <p:cNvPr id="220" name="Group 20"/>
              <p:cNvGrpSpPr>
                <a:grpSpLocks/>
              </p:cNvGrpSpPr>
              <p:nvPr/>
            </p:nvGrpSpPr>
            <p:grpSpPr bwMode="auto">
              <a:xfrm>
                <a:off x="3135" y="527"/>
                <a:ext cx="335" cy="422"/>
                <a:chOff x="4133" y="890"/>
                <a:chExt cx="335" cy="422"/>
              </a:xfrm>
            </p:grpSpPr>
            <p:sp>
              <p:nvSpPr>
                <p:cNvPr id="222" name="Rectangle 21"/>
                <p:cNvSpPr>
                  <a:spLocks noChangeArrowheads="1"/>
                </p:cNvSpPr>
                <p:nvPr/>
              </p:nvSpPr>
              <p:spPr bwMode="auto">
                <a:xfrm>
                  <a:off x="4133" y="890"/>
                  <a:ext cx="335" cy="211"/>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22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22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grpSp>
      </p:grpSp>
      <p:sp>
        <p:nvSpPr>
          <p:cNvPr id="224" name="Text Box 156"/>
          <p:cNvSpPr txBox="1">
            <a:spLocks noChangeArrowheads="1"/>
          </p:cNvSpPr>
          <p:nvPr/>
        </p:nvSpPr>
        <p:spPr bwMode="auto">
          <a:xfrm>
            <a:off x="5100796" y="4242711"/>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17</a:t>
            </a:r>
          </a:p>
        </p:txBody>
      </p:sp>
      <p:sp>
        <p:nvSpPr>
          <p:cNvPr id="225" name="Text Box 157"/>
          <p:cNvSpPr txBox="1">
            <a:spLocks noChangeArrowheads="1"/>
          </p:cNvSpPr>
          <p:nvPr/>
        </p:nvSpPr>
        <p:spPr bwMode="auto">
          <a:xfrm>
            <a:off x="5095744" y="3903207"/>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16</a:t>
            </a:r>
          </a:p>
        </p:txBody>
      </p:sp>
      <p:grpSp>
        <p:nvGrpSpPr>
          <p:cNvPr id="226" name="Group 31"/>
          <p:cNvGrpSpPr>
            <a:grpSpLocks/>
          </p:cNvGrpSpPr>
          <p:nvPr/>
        </p:nvGrpSpPr>
        <p:grpSpPr bwMode="auto">
          <a:xfrm>
            <a:off x="6516331" y="4236016"/>
            <a:ext cx="2571753" cy="285750"/>
            <a:chOff x="3982" y="535"/>
            <a:chExt cx="1620" cy="180"/>
          </a:xfrm>
        </p:grpSpPr>
        <p:sp>
          <p:nvSpPr>
            <p:cNvPr id="227"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i</a:t>
              </a:r>
            </a:p>
          </p:txBody>
        </p:sp>
        <p:sp>
          <p:nvSpPr>
            <p:cNvPr id="228" name="Text Box 33"/>
            <p:cNvSpPr txBox="1">
              <a:spLocks noChangeArrowheads="1"/>
            </p:cNvSpPr>
            <p:nvPr/>
          </p:nvSpPr>
          <p:spPr bwMode="auto">
            <a:xfrm>
              <a:off x="3982" y="535"/>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17</a:t>
              </a:r>
            </a:p>
          </p:txBody>
        </p:sp>
        <p:sp>
          <p:nvSpPr>
            <p:cNvPr id="229"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16</a:t>
              </a:r>
            </a:p>
          </p:txBody>
        </p:sp>
      </p:grpSp>
      <p:grpSp>
        <p:nvGrpSpPr>
          <p:cNvPr id="230" name="Group 31"/>
          <p:cNvGrpSpPr>
            <a:grpSpLocks/>
          </p:cNvGrpSpPr>
          <p:nvPr/>
        </p:nvGrpSpPr>
        <p:grpSpPr bwMode="auto">
          <a:xfrm>
            <a:off x="6516328" y="3785945"/>
            <a:ext cx="2571752" cy="285750"/>
            <a:chOff x="3982" y="527"/>
            <a:chExt cx="1620" cy="180"/>
          </a:xfrm>
        </p:grpSpPr>
        <p:sp>
          <p:nvSpPr>
            <p:cNvPr id="231"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y</a:t>
              </a:r>
            </a:p>
          </p:txBody>
        </p:sp>
        <p:sp>
          <p:nvSpPr>
            <p:cNvPr id="23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15</a:t>
              </a:r>
            </a:p>
          </p:txBody>
        </p:sp>
        <p:sp>
          <p:nvSpPr>
            <p:cNvPr id="233"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234" name="Group 31"/>
          <p:cNvGrpSpPr>
            <a:grpSpLocks/>
          </p:cNvGrpSpPr>
          <p:nvPr/>
        </p:nvGrpSpPr>
        <p:grpSpPr bwMode="auto">
          <a:xfrm>
            <a:off x="6509416" y="4010717"/>
            <a:ext cx="2571752" cy="285750"/>
            <a:chOff x="3982" y="527"/>
            <a:chExt cx="1620" cy="180"/>
          </a:xfrm>
        </p:grpSpPr>
        <p:sp>
          <p:nvSpPr>
            <p:cNvPr id="235"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z</a:t>
              </a:r>
            </a:p>
          </p:txBody>
        </p:sp>
        <p:sp>
          <p:nvSpPr>
            <p:cNvPr id="23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16</a:t>
              </a:r>
            </a:p>
          </p:txBody>
        </p:sp>
        <p:sp>
          <p:nvSpPr>
            <p:cNvPr id="237"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15</a:t>
              </a:r>
            </a:p>
          </p:txBody>
        </p:sp>
      </p:grpSp>
      <p:sp>
        <p:nvSpPr>
          <p:cNvPr id="171" name="矩形 170">
            <a:extLst>
              <a:ext uri="{FF2B5EF4-FFF2-40B4-BE49-F238E27FC236}">
                <a16:creationId xmlns:a16="http://schemas.microsoft.com/office/drawing/2014/main" id="{E0DA62A5-E125-42B0-AF1C-CB77726093CA}"/>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72" name="矩形 171">
            <a:extLst>
              <a:ext uri="{FF2B5EF4-FFF2-40B4-BE49-F238E27FC236}">
                <a16:creationId xmlns:a16="http://schemas.microsoft.com/office/drawing/2014/main" id="{B52BFC58-67CF-4EF9-955D-AF1E2442C920}"/>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73" name="矩形 172">
            <a:extLst>
              <a:ext uri="{FF2B5EF4-FFF2-40B4-BE49-F238E27FC236}">
                <a16:creationId xmlns:a16="http://schemas.microsoft.com/office/drawing/2014/main" id="{446B73AA-B8E6-459F-8717-F2EA2CCCE119}"/>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
        <p:nvSpPr>
          <p:cNvPr id="174" name="矩形 173">
            <a:extLst>
              <a:ext uri="{FF2B5EF4-FFF2-40B4-BE49-F238E27FC236}">
                <a16:creationId xmlns:a16="http://schemas.microsoft.com/office/drawing/2014/main" id="{C85F49E9-AFBF-479F-92A3-4E150E5E1957}"/>
              </a:ext>
            </a:extLst>
          </p:cNvPr>
          <p:cNvSpPr/>
          <p:nvPr/>
        </p:nvSpPr>
        <p:spPr>
          <a:xfrm>
            <a:off x="4394215" y="3681217"/>
            <a:ext cx="755335" cy="261610"/>
          </a:xfrm>
          <a:prstGeom prst="rect">
            <a:avLst/>
          </a:prstGeom>
        </p:spPr>
        <p:txBody>
          <a:bodyPr wrap="none">
            <a:spAutoFit/>
          </a:bodyPr>
          <a:lstStyle/>
          <a:p>
            <a:pPr defTabSz="914378"/>
            <a:r>
              <a:rPr lang="en-US" altLang="zh-CN" dirty="0">
                <a:solidFill>
                  <a:prstClr val="black"/>
                </a:solidFill>
              </a:rPr>
              <a:t>quicksort</a:t>
            </a:r>
            <a:endParaRPr lang="zh-CN" altLang="en-US" dirty="0">
              <a:solidFill>
                <a:prstClr val="black"/>
              </a:solidFill>
            </a:endParaRPr>
          </a:p>
        </p:txBody>
      </p:sp>
      <p:sp>
        <p:nvSpPr>
          <p:cNvPr id="175" name="矩形 174">
            <a:extLst>
              <a:ext uri="{FF2B5EF4-FFF2-40B4-BE49-F238E27FC236}">
                <a16:creationId xmlns:a16="http://schemas.microsoft.com/office/drawing/2014/main" id="{B8BA5194-B10E-47CF-8BE6-6950F0EC997F}"/>
              </a:ext>
            </a:extLst>
          </p:cNvPr>
          <p:cNvSpPr/>
          <p:nvPr/>
        </p:nvSpPr>
        <p:spPr>
          <a:xfrm>
            <a:off x="4403407" y="4396314"/>
            <a:ext cx="715260" cy="261610"/>
          </a:xfrm>
          <a:prstGeom prst="rect">
            <a:avLst/>
          </a:prstGeom>
        </p:spPr>
        <p:txBody>
          <a:bodyPr wrap="none">
            <a:spAutoFit/>
          </a:bodyPr>
          <a:lstStyle/>
          <a:p>
            <a:pPr defTabSz="914378"/>
            <a:r>
              <a:rPr lang="en-US" altLang="zh-CN" dirty="0">
                <a:solidFill>
                  <a:prstClr val="black"/>
                </a:solidFill>
              </a:rPr>
              <a:t>partition</a:t>
            </a:r>
            <a:endParaRPr lang="zh-CN" altLang="en-US" dirty="0">
              <a:solidFill>
                <a:prstClr val="black"/>
              </a:solidFill>
            </a:endParaRPr>
          </a:p>
        </p:txBody>
      </p:sp>
    </p:spTree>
    <p:extLst>
      <p:ext uri="{BB962C8B-B14F-4D97-AF65-F5344CB8AC3E}">
        <p14:creationId xmlns:p14="http://schemas.microsoft.com/office/powerpoint/2010/main" val="26768963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 fill="hold"/>
                                        <p:tgtEl>
                                          <p:spTgt spid="224"/>
                                        </p:tgtEl>
                                        <p:attrNameLst>
                                          <p:attrName>ppt_w</p:attrName>
                                        </p:attrNameLst>
                                      </p:cBhvr>
                                      <p:tavLst>
                                        <p:tav tm="0">
                                          <p:val>
                                            <p:fltVal val="0"/>
                                          </p:val>
                                        </p:tav>
                                        <p:tav tm="100000">
                                          <p:val>
                                            <p:strVal val="#ppt_w"/>
                                          </p:val>
                                        </p:tav>
                                      </p:tavLst>
                                    </p:anim>
                                    <p:anim calcmode="lin" valueType="num">
                                      <p:cBhvr>
                                        <p:cTn id="8" dur="500" fill="hold"/>
                                        <p:tgtEl>
                                          <p:spTgt spid="224"/>
                                        </p:tgtEl>
                                        <p:attrNameLst>
                                          <p:attrName>ppt_h</p:attrName>
                                        </p:attrNameLst>
                                      </p:cBhvr>
                                      <p:tavLst>
                                        <p:tav tm="0">
                                          <p:val>
                                            <p:fltVal val="0"/>
                                          </p:val>
                                        </p:tav>
                                        <p:tav tm="100000">
                                          <p:val>
                                            <p:strVal val="#ppt_h"/>
                                          </p:val>
                                        </p:tav>
                                      </p:tavLst>
                                    </p:anim>
                                    <p:animEffect transition="in" filter="fade">
                                      <p:cBhvr>
                                        <p:cTn id="9" dur="500"/>
                                        <p:tgtEl>
                                          <p:spTgt spid="224"/>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195"/>
                                        </p:tgtEl>
                                        <p:attrNameLst>
                                          <p:attrName>style.visibility</p:attrName>
                                        </p:attrNameLst>
                                      </p:cBhvr>
                                      <p:to>
                                        <p:strVal val="visible"/>
                                      </p:to>
                                    </p:set>
                                    <p:anim calcmode="lin" valueType="num">
                                      <p:cBhvr>
                                        <p:cTn id="14" dur="500" fill="hold"/>
                                        <p:tgtEl>
                                          <p:spTgt spid="195"/>
                                        </p:tgtEl>
                                        <p:attrNameLst>
                                          <p:attrName>ppt_w</p:attrName>
                                        </p:attrNameLst>
                                      </p:cBhvr>
                                      <p:tavLst>
                                        <p:tav tm="0">
                                          <p:val>
                                            <p:fltVal val="0"/>
                                          </p:val>
                                        </p:tav>
                                        <p:tav tm="100000">
                                          <p:val>
                                            <p:strVal val="#ppt_w"/>
                                          </p:val>
                                        </p:tav>
                                      </p:tavLst>
                                    </p:anim>
                                    <p:anim calcmode="lin" valueType="num">
                                      <p:cBhvr>
                                        <p:cTn id="15" dur="500" fill="hold"/>
                                        <p:tgtEl>
                                          <p:spTgt spid="195"/>
                                        </p:tgtEl>
                                        <p:attrNameLst>
                                          <p:attrName>ppt_h</p:attrName>
                                        </p:attrNameLst>
                                      </p:cBhvr>
                                      <p:tavLst>
                                        <p:tav tm="0">
                                          <p:val>
                                            <p:fltVal val="0"/>
                                          </p:val>
                                        </p:tav>
                                        <p:tav tm="100000">
                                          <p:val>
                                            <p:strVal val="#ppt_h"/>
                                          </p:val>
                                        </p:tav>
                                      </p:tavLst>
                                    </p:anim>
                                    <p:animEffect transition="in" filter="fade">
                                      <p:cBhvr>
                                        <p:cTn id="16" dur="500"/>
                                        <p:tgtEl>
                                          <p:spTgt spid="1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9</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110" name="Group 31"/>
          <p:cNvGrpSpPr>
            <a:grpSpLocks/>
          </p:cNvGrpSpPr>
          <p:nvPr/>
        </p:nvGrpSpPr>
        <p:grpSpPr bwMode="auto">
          <a:xfrm>
            <a:off x="6584030" y="2443159"/>
            <a:ext cx="2497139" cy="285750"/>
            <a:chOff x="4029" y="527"/>
            <a:chExt cx="1573" cy="180"/>
          </a:xfrm>
        </p:grpSpPr>
        <p:sp>
          <p:nvSpPr>
            <p:cNvPr id="11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11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11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grpSp>
        <p:nvGrpSpPr>
          <p:cNvPr id="114" name="Group 153"/>
          <p:cNvGrpSpPr>
            <a:grpSpLocks/>
          </p:cNvGrpSpPr>
          <p:nvPr/>
        </p:nvGrpSpPr>
        <p:grpSpPr bwMode="auto">
          <a:xfrm>
            <a:off x="3118670" y="1464061"/>
            <a:ext cx="877888" cy="434975"/>
            <a:chOff x="1511" y="516"/>
            <a:chExt cx="553" cy="274"/>
          </a:xfrm>
        </p:grpSpPr>
        <p:sp>
          <p:nvSpPr>
            <p:cNvPr id="116" name="Rectangle 154"/>
            <p:cNvSpPr>
              <a:spLocks noChangeArrowheads="1"/>
            </p:cNvSpPr>
            <p:nvPr/>
          </p:nvSpPr>
          <p:spPr bwMode="auto">
            <a:xfrm>
              <a:off x="1733" y="516"/>
              <a:ext cx="331" cy="273"/>
            </a:xfrm>
            <a:prstGeom prst="rect">
              <a:avLst/>
            </a:prstGeom>
            <a:solidFill>
              <a:srgbClr val="FF00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17"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119" name="组合 118"/>
          <p:cNvGrpSpPr/>
          <p:nvPr/>
        </p:nvGrpSpPr>
        <p:grpSpPr>
          <a:xfrm>
            <a:off x="4748720" y="3278127"/>
            <a:ext cx="874713" cy="669926"/>
            <a:chOff x="4756817" y="602902"/>
            <a:chExt cx="874713" cy="669925"/>
          </a:xfrm>
        </p:grpSpPr>
        <p:sp>
          <p:nvSpPr>
            <p:cNvPr id="120" name="Rectangle 21"/>
            <p:cNvSpPr>
              <a:spLocks noChangeArrowheads="1"/>
            </p:cNvSpPr>
            <p:nvPr/>
          </p:nvSpPr>
          <p:spPr bwMode="auto">
            <a:xfrm>
              <a:off x="5099713" y="937864"/>
              <a:ext cx="530225" cy="334963"/>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1" name="Group 19"/>
            <p:cNvGrpSpPr>
              <a:grpSpLocks/>
            </p:cNvGrpSpPr>
            <p:nvPr/>
          </p:nvGrpSpPr>
          <p:grpSpPr bwMode="auto">
            <a:xfrm>
              <a:off x="4756817" y="602902"/>
              <a:ext cx="874713" cy="669925"/>
              <a:chOff x="2919" y="527"/>
              <a:chExt cx="551" cy="422"/>
            </a:xfrm>
          </p:grpSpPr>
          <p:grpSp>
            <p:nvGrpSpPr>
              <p:cNvPr id="122" name="Group 20"/>
              <p:cNvGrpSpPr>
                <a:grpSpLocks/>
              </p:cNvGrpSpPr>
              <p:nvPr/>
            </p:nvGrpSpPr>
            <p:grpSpPr bwMode="auto">
              <a:xfrm>
                <a:off x="3135" y="527"/>
                <a:ext cx="335" cy="422"/>
                <a:chOff x="4133" y="890"/>
                <a:chExt cx="335" cy="422"/>
              </a:xfrm>
            </p:grpSpPr>
            <p:sp>
              <p:nvSpPr>
                <p:cNvPr id="124" name="Rectangle 21"/>
                <p:cNvSpPr>
                  <a:spLocks noChangeArrowheads="1"/>
                </p:cNvSpPr>
                <p:nvPr/>
              </p:nvSpPr>
              <p:spPr bwMode="auto">
                <a:xfrm>
                  <a:off x="4133" y="890"/>
                  <a:ext cx="335" cy="211"/>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5"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3"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grpSp>
      </p:grpSp>
      <p:sp>
        <p:nvSpPr>
          <p:cNvPr id="126" name="Text Box 156"/>
          <p:cNvSpPr txBox="1">
            <a:spLocks noChangeArrowheads="1"/>
          </p:cNvSpPr>
          <p:nvPr/>
        </p:nvSpPr>
        <p:spPr bwMode="auto">
          <a:xfrm>
            <a:off x="5100346" y="3561530"/>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14</a:t>
            </a:r>
          </a:p>
        </p:txBody>
      </p:sp>
      <p:sp>
        <p:nvSpPr>
          <p:cNvPr id="127" name="Text Box 157"/>
          <p:cNvSpPr txBox="1">
            <a:spLocks noChangeArrowheads="1"/>
          </p:cNvSpPr>
          <p:nvPr/>
        </p:nvSpPr>
        <p:spPr bwMode="auto">
          <a:xfrm>
            <a:off x="5103544" y="3229309"/>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11</a:t>
            </a:r>
          </a:p>
        </p:txBody>
      </p:sp>
      <p:grpSp>
        <p:nvGrpSpPr>
          <p:cNvPr id="128" name="Group 31"/>
          <p:cNvGrpSpPr>
            <a:grpSpLocks/>
          </p:cNvGrpSpPr>
          <p:nvPr/>
        </p:nvGrpSpPr>
        <p:grpSpPr bwMode="auto">
          <a:xfrm>
            <a:off x="6516331" y="2680941"/>
            <a:ext cx="2571752" cy="285750"/>
            <a:chOff x="3982" y="527"/>
            <a:chExt cx="1620" cy="180"/>
          </a:xfrm>
        </p:grpSpPr>
        <p:sp>
          <p:nvSpPr>
            <p:cNvPr id="12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m</a:t>
              </a:r>
            </a:p>
          </p:txBody>
        </p:sp>
        <p:sp>
          <p:nvSpPr>
            <p:cNvPr id="13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10</a:t>
              </a:r>
            </a:p>
          </p:txBody>
        </p:sp>
        <p:sp>
          <p:nvSpPr>
            <p:cNvPr id="131"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132" name="Group 31"/>
          <p:cNvGrpSpPr>
            <a:grpSpLocks/>
          </p:cNvGrpSpPr>
          <p:nvPr/>
        </p:nvGrpSpPr>
        <p:grpSpPr bwMode="auto">
          <a:xfrm>
            <a:off x="6509416" y="2894633"/>
            <a:ext cx="2571752" cy="285750"/>
            <a:chOff x="3982" y="527"/>
            <a:chExt cx="1620" cy="180"/>
          </a:xfrm>
        </p:grpSpPr>
        <p:sp>
          <p:nvSpPr>
            <p:cNvPr id="133"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n</a:t>
              </a:r>
            </a:p>
          </p:txBody>
        </p:sp>
        <p:sp>
          <p:nvSpPr>
            <p:cNvPr id="134"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11</a:t>
              </a:r>
            </a:p>
          </p:txBody>
        </p:sp>
        <p:sp>
          <p:nvSpPr>
            <p:cNvPr id="135"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10</a:t>
              </a:r>
            </a:p>
          </p:txBody>
        </p:sp>
      </p:grpSp>
      <p:grpSp>
        <p:nvGrpSpPr>
          <p:cNvPr id="136" name="Group 31"/>
          <p:cNvGrpSpPr>
            <a:grpSpLocks/>
          </p:cNvGrpSpPr>
          <p:nvPr/>
        </p:nvGrpSpPr>
        <p:grpSpPr bwMode="auto">
          <a:xfrm>
            <a:off x="6516328" y="3120577"/>
            <a:ext cx="2571752" cy="285750"/>
            <a:chOff x="3982" y="527"/>
            <a:chExt cx="1620" cy="180"/>
          </a:xfrm>
        </p:grpSpPr>
        <p:sp>
          <p:nvSpPr>
            <p:cNvPr id="137"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k</a:t>
              </a:r>
            </a:p>
          </p:txBody>
        </p:sp>
        <p:sp>
          <p:nvSpPr>
            <p:cNvPr id="15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12</a:t>
              </a:r>
            </a:p>
          </p:txBody>
        </p:sp>
        <p:sp>
          <p:nvSpPr>
            <p:cNvPr id="153"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11</a:t>
              </a:r>
            </a:p>
          </p:txBody>
        </p:sp>
      </p:grpSp>
      <p:grpSp>
        <p:nvGrpSpPr>
          <p:cNvPr id="154" name="Group 31"/>
          <p:cNvGrpSpPr>
            <a:grpSpLocks/>
          </p:cNvGrpSpPr>
          <p:nvPr/>
        </p:nvGrpSpPr>
        <p:grpSpPr bwMode="auto">
          <a:xfrm>
            <a:off x="6509416" y="3335795"/>
            <a:ext cx="2571752" cy="285750"/>
            <a:chOff x="3982" y="527"/>
            <a:chExt cx="1620" cy="180"/>
          </a:xfrm>
        </p:grpSpPr>
        <p:sp>
          <p:nvSpPr>
            <p:cNvPr id="155"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v</a:t>
              </a:r>
            </a:p>
          </p:txBody>
        </p:sp>
        <p:sp>
          <p:nvSpPr>
            <p:cNvPr id="15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13</a:t>
              </a:r>
            </a:p>
          </p:txBody>
        </p:sp>
        <p:sp>
          <p:nvSpPr>
            <p:cNvPr id="157"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12</a:t>
              </a:r>
            </a:p>
          </p:txBody>
        </p:sp>
      </p:grpSp>
      <p:grpSp>
        <p:nvGrpSpPr>
          <p:cNvPr id="158" name="Group 31"/>
          <p:cNvGrpSpPr>
            <a:grpSpLocks/>
          </p:cNvGrpSpPr>
          <p:nvPr/>
        </p:nvGrpSpPr>
        <p:grpSpPr bwMode="auto">
          <a:xfrm>
            <a:off x="6516328" y="3560370"/>
            <a:ext cx="2571752" cy="285750"/>
            <a:chOff x="3982" y="527"/>
            <a:chExt cx="1620" cy="180"/>
          </a:xfrm>
        </p:grpSpPr>
        <p:sp>
          <p:nvSpPr>
            <p:cNvPr id="15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partition</a:t>
              </a:r>
            </a:p>
          </p:txBody>
        </p:sp>
        <p:sp>
          <p:nvSpPr>
            <p:cNvPr id="16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14</a:t>
              </a:r>
            </a:p>
          </p:txBody>
        </p:sp>
        <p:sp>
          <p:nvSpPr>
            <p:cNvPr id="170"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13</a:t>
              </a:r>
            </a:p>
          </p:txBody>
        </p:sp>
      </p:grpSp>
      <p:sp>
        <p:nvSpPr>
          <p:cNvPr id="199"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grpSp>
        <p:nvGrpSpPr>
          <p:cNvPr id="200" name="组合 199"/>
          <p:cNvGrpSpPr/>
          <p:nvPr/>
        </p:nvGrpSpPr>
        <p:grpSpPr>
          <a:xfrm>
            <a:off x="3996557" y="1670909"/>
            <a:ext cx="1109520" cy="1685897"/>
            <a:chOff x="3996557" y="1670908"/>
            <a:chExt cx="1109520" cy="1685897"/>
          </a:xfrm>
        </p:grpSpPr>
        <p:cxnSp>
          <p:nvCxnSpPr>
            <p:cNvPr id="201" name="直接连接符 200"/>
            <p:cNvCxnSpPr/>
            <p:nvPr/>
          </p:nvCxnSpPr>
          <p:spPr>
            <a:xfrm>
              <a:off x="3996557" y="1680754"/>
              <a:ext cx="567348" cy="0"/>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202" name="直接连接符 201"/>
            <p:cNvCxnSpPr/>
            <p:nvPr/>
          </p:nvCxnSpPr>
          <p:spPr>
            <a:xfrm>
              <a:off x="4572000" y="1670908"/>
              <a:ext cx="0" cy="1685103"/>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209" name="直接连接符 208"/>
            <p:cNvCxnSpPr/>
            <p:nvPr/>
          </p:nvCxnSpPr>
          <p:spPr>
            <a:xfrm flipV="1">
              <a:off x="4563905" y="3356805"/>
              <a:ext cx="542172" cy="0"/>
            </a:xfrm>
            <a:prstGeom prst="line">
              <a:avLst/>
            </a:prstGeom>
            <a:ln w="19050">
              <a:solidFill>
                <a:srgbClr val="FF6666"/>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211" name="Group 153"/>
          <p:cNvGrpSpPr>
            <a:grpSpLocks/>
          </p:cNvGrpSpPr>
          <p:nvPr/>
        </p:nvGrpSpPr>
        <p:grpSpPr bwMode="auto">
          <a:xfrm>
            <a:off x="3125210" y="1907706"/>
            <a:ext cx="877888" cy="434975"/>
            <a:chOff x="1511" y="516"/>
            <a:chExt cx="553" cy="274"/>
          </a:xfrm>
        </p:grpSpPr>
        <p:sp>
          <p:nvSpPr>
            <p:cNvPr id="212" name="Rectangle 154"/>
            <p:cNvSpPr>
              <a:spLocks noChangeArrowheads="1"/>
            </p:cNvSpPr>
            <p:nvPr/>
          </p:nvSpPr>
          <p:spPr bwMode="auto">
            <a:xfrm>
              <a:off x="1733" y="516"/>
              <a:ext cx="331" cy="273"/>
            </a:xfrm>
            <a:prstGeom prst="rect">
              <a:avLst/>
            </a:prstGeom>
            <a:solidFill>
              <a:schemeClr val="accent1">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213"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sp>
        <p:nvSpPr>
          <p:cNvPr id="216" name="Freeform 171"/>
          <p:cNvSpPr>
            <a:spLocks/>
          </p:cNvSpPr>
          <p:nvPr/>
        </p:nvSpPr>
        <p:spPr bwMode="auto">
          <a:xfrm>
            <a:off x="4009446" y="2179020"/>
            <a:ext cx="1079500" cy="1966558"/>
          </a:xfrm>
          <a:custGeom>
            <a:avLst/>
            <a:gdLst>
              <a:gd name="T0" fmla="*/ 0 w 725"/>
              <a:gd name="T1" fmla="*/ 0 h 1360"/>
              <a:gd name="T2" fmla="*/ 115 w 725"/>
              <a:gd name="T3" fmla="*/ 0 h 1360"/>
              <a:gd name="T4" fmla="*/ 115 w 725"/>
              <a:gd name="T5" fmla="*/ 1360 h 1360"/>
              <a:gd name="T6" fmla="*/ 462 w 725"/>
              <a:gd name="T7" fmla="*/ 1360 h 1360"/>
              <a:gd name="T8" fmla="*/ 0 60000 65536"/>
              <a:gd name="T9" fmla="*/ 0 60000 65536"/>
              <a:gd name="T10" fmla="*/ 0 60000 65536"/>
              <a:gd name="T11" fmla="*/ 0 60000 65536"/>
              <a:gd name="T12" fmla="*/ 0 w 725"/>
              <a:gd name="T13" fmla="*/ 0 h 1360"/>
              <a:gd name="T14" fmla="*/ 725 w 725"/>
              <a:gd name="T15" fmla="*/ 1360 h 1360"/>
            </a:gdLst>
            <a:ahLst/>
            <a:cxnLst>
              <a:cxn ang="T8">
                <a:pos x="T0" y="T1"/>
              </a:cxn>
              <a:cxn ang="T9">
                <a:pos x="T2" y="T3"/>
              </a:cxn>
              <a:cxn ang="T10">
                <a:pos x="T4" y="T5"/>
              </a:cxn>
              <a:cxn ang="T11">
                <a:pos x="T6" y="T7"/>
              </a:cxn>
            </a:cxnLst>
            <a:rect l="T12" t="T13" r="T14" b="T15"/>
            <a:pathLst>
              <a:path w="725" h="1360">
                <a:moveTo>
                  <a:pt x="0" y="0"/>
                </a:moveTo>
                <a:lnTo>
                  <a:pt x="181" y="0"/>
                </a:lnTo>
                <a:lnTo>
                  <a:pt x="181" y="1360"/>
                </a:lnTo>
                <a:lnTo>
                  <a:pt x="725" y="1360"/>
                </a:lnTo>
              </a:path>
            </a:pathLst>
          </a:custGeom>
          <a:noFill/>
          <a:ln w="19050" cap="flat" cmpd="sng">
            <a:solidFill>
              <a:schemeClr val="accent1"/>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217" name="组合 216"/>
          <p:cNvGrpSpPr/>
          <p:nvPr/>
        </p:nvGrpSpPr>
        <p:grpSpPr>
          <a:xfrm>
            <a:off x="4756310" y="3945400"/>
            <a:ext cx="874713" cy="669926"/>
            <a:chOff x="4756817" y="602902"/>
            <a:chExt cx="874713" cy="669925"/>
          </a:xfrm>
        </p:grpSpPr>
        <p:sp>
          <p:nvSpPr>
            <p:cNvPr id="218" name="Rectangle 21"/>
            <p:cNvSpPr>
              <a:spLocks noChangeArrowheads="1"/>
            </p:cNvSpPr>
            <p:nvPr/>
          </p:nvSpPr>
          <p:spPr bwMode="auto">
            <a:xfrm>
              <a:off x="5099713" y="937864"/>
              <a:ext cx="530225" cy="334963"/>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219" name="Group 19"/>
            <p:cNvGrpSpPr>
              <a:grpSpLocks/>
            </p:cNvGrpSpPr>
            <p:nvPr/>
          </p:nvGrpSpPr>
          <p:grpSpPr bwMode="auto">
            <a:xfrm>
              <a:off x="4756817" y="602902"/>
              <a:ext cx="874713" cy="669925"/>
              <a:chOff x="2919" y="527"/>
              <a:chExt cx="551" cy="422"/>
            </a:xfrm>
          </p:grpSpPr>
          <p:grpSp>
            <p:nvGrpSpPr>
              <p:cNvPr id="220" name="Group 20"/>
              <p:cNvGrpSpPr>
                <a:grpSpLocks/>
              </p:cNvGrpSpPr>
              <p:nvPr/>
            </p:nvGrpSpPr>
            <p:grpSpPr bwMode="auto">
              <a:xfrm>
                <a:off x="3135" y="527"/>
                <a:ext cx="335" cy="422"/>
                <a:chOff x="4133" y="890"/>
                <a:chExt cx="335" cy="422"/>
              </a:xfrm>
            </p:grpSpPr>
            <p:sp>
              <p:nvSpPr>
                <p:cNvPr id="222" name="Rectangle 21"/>
                <p:cNvSpPr>
                  <a:spLocks noChangeArrowheads="1"/>
                </p:cNvSpPr>
                <p:nvPr/>
              </p:nvSpPr>
              <p:spPr bwMode="auto">
                <a:xfrm>
                  <a:off x="4133" y="890"/>
                  <a:ext cx="335" cy="211"/>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22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22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grpSp>
      </p:grpSp>
      <p:sp>
        <p:nvSpPr>
          <p:cNvPr id="224" name="Text Box 156"/>
          <p:cNvSpPr txBox="1">
            <a:spLocks noChangeArrowheads="1"/>
          </p:cNvSpPr>
          <p:nvPr/>
        </p:nvSpPr>
        <p:spPr bwMode="auto">
          <a:xfrm>
            <a:off x="5100796" y="4242711"/>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18</a:t>
            </a:r>
          </a:p>
        </p:txBody>
      </p:sp>
      <p:sp>
        <p:nvSpPr>
          <p:cNvPr id="225" name="Text Box 157"/>
          <p:cNvSpPr txBox="1">
            <a:spLocks noChangeArrowheads="1"/>
          </p:cNvSpPr>
          <p:nvPr/>
        </p:nvSpPr>
        <p:spPr bwMode="auto">
          <a:xfrm>
            <a:off x="5095744" y="3903207"/>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16</a:t>
            </a:r>
          </a:p>
        </p:txBody>
      </p:sp>
      <p:grpSp>
        <p:nvGrpSpPr>
          <p:cNvPr id="226" name="Group 31"/>
          <p:cNvGrpSpPr>
            <a:grpSpLocks/>
          </p:cNvGrpSpPr>
          <p:nvPr/>
        </p:nvGrpSpPr>
        <p:grpSpPr bwMode="auto">
          <a:xfrm>
            <a:off x="6516331" y="4236016"/>
            <a:ext cx="2571753" cy="285750"/>
            <a:chOff x="3982" y="535"/>
            <a:chExt cx="1620" cy="180"/>
          </a:xfrm>
        </p:grpSpPr>
        <p:sp>
          <p:nvSpPr>
            <p:cNvPr id="227"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i</a:t>
              </a:r>
            </a:p>
          </p:txBody>
        </p:sp>
        <p:sp>
          <p:nvSpPr>
            <p:cNvPr id="228" name="Text Box 33"/>
            <p:cNvSpPr txBox="1">
              <a:spLocks noChangeArrowheads="1"/>
            </p:cNvSpPr>
            <p:nvPr/>
          </p:nvSpPr>
          <p:spPr bwMode="auto">
            <a:xfrm>
              <a:off x="3982" y="535"/>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17</a:t>
              </a:r>
            </a:p>
          </p:txBody>
        </p:sp>
        <p:sp>
          <p:nvSpPr>
            <p:cNvPr id="229"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16</a:t>
              </a:r>
            </a:p>
          </p:txBody>
        </p:sp>
      </p:grpSp>
      <p:grpSp>
        <p:nvGrpSpPr>
          <p:cNvPr id="230" name="Group 31"/>
          <p:cNvGrpSpPr>
            <a:grpSpLocks/>
          </p:cNvGrpSpPr>
          <p:nvPr/>
        </p:nvGrpSpPr>
        <p:grpSpPr bwMode="auto">
          <a:xfrm>
            <a:off x="6516328" y="3785945"/>
            <a:ext cx="2571752" cy="285750"/>
            <a:chOff x="3982" y="527"/>
            <a:chExt cx="1620" cy="180"/>
          </a:xfrm>
        </p:grpSpPr>
        <p:sp>
          <p:nvSpPr>
            <p:cNvPr id="231"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y</a:t>
              </a:r>
            </a:p>
          </p:txBody>
        </p:sp>
        <p:sp>
          <p:nvSpPr>
            <p:cNvPr id="23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15</a:t>
              </a:r>
            </a:p>
          </p:txBody>
        </p:sp>
        <p:sp>
          <p:nvSpPr>
            <p:cNvPr id="233"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234" name="Group 31"/>
          <p:cNvGrpSpPr>
            <a:grpSpLocks/>
          </p:cNvGrpSpPr>
          <p:nvPr/>
        </p:nvGrpSpPr>
        <p:grpSpPr bwMode="auto">
          <a:xfrm>
            <a:off x="6509416" y="4010717"/>
            <a:ext cx="2571752" cy="285750"/>
            <a:chOff x="3982" y="527"/>
            <a:chExt cx="1620" cy="180"/>
          </a:xfrm>
        </p:grpSpPr>
        <p:sp>
          <p:nvSpPr>
            <p:cNvPr id="235"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z</a:t>
              </a:r>
            </a:p>
          </p:txBody>
        </p:sp>
        <p:sp>
          <p:nvSpPr>
            <p:cNvPr id="23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16</a:t>
              </a:r>
            </a:p>
          </p:txBody>
        </p:sp>
        <p:sp>
          <p:nvSpPr>
            <p:cNvPr id="237"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15</a:t>
              </a:r>
            </a:p>
          </p:txBody>
        </p:sp>
      </p:grpSp>
      <p:grpSp>
        <p:nvGrpSpPr>
          <p:cNvPr id="238" name="Group 31"/>
          <p:cNvGrpSpPr>
            <a:grpSpLocks/>
          </p:cNvGrpSpPr>
          <p:nvPr/>
        </p:nvGrpSpPr>
        <p:grpSpPr bwMode="auto">
          <a:xfrm>
            <a:off x="6509416" y="4460788"/>
            <a:ext cx="2571753" cy="285750"/>
            <a:chOff x="3982" y="535"/>
            <a:chExt cx="1620" cy="180"/>
          </a:xfrm>
        </p:grpSpPr>
        <p:sp>
          <p:nvSpPr>
            <p:cNvPr id="239"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j</a:t>
              </a:r>
            </a:p>
          </p:txBody>
        </p:sp>
        <p:sp>
          <p:nvSpPr>
            <p:cNvPr id="240" name="Text Box 33"/>
            <p:cNvSpPr txBox="1">
              <a:spLocks noChangeArrowheads="1"/>
            </p:cNvSpPr>
            <p:nvPr/>
          </p:nvSpPr>
          <p:spPr bwMode="auto">
            <a:xfrm>
              <a:off x="3982" y="535"/>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18</a:t>
              </a:r>
            </a:p>
          </p:txBody>
        </p:sp>
        <p:sp>
          <p:nvSpPr>
            <p:cNvPr id="241"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17</a:t>
              </a:r>
            </a:p>
          </p:txBody>
        </p:sp>
      </p:grpSp>
      <p:sp>
        <p:nvSpPr>
          <p:cNvPr id="171" name="矩形 170">
            <a:extLst>
              <a:ext uri="{FF2B5EF4-FFF2-40B4-BE49-F238E27FC236}">
                <a16:creationId xmlns:a16="http://schemas.microsoft.com/office/drawing/2014/main" id="{AD23C3FE-32D2-4919-B7E0-85D92C4426D9}"/>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72" name="矩形 171">
            <a:extLst>
              <a:ext uri="{FF2B5EF4-FFF2-40B4-BE49-F238E27FC236}">
                <a16:creationId xmlns:a16="http://schemas.microsoft.com/office/drawing/2014/main" id="{6891C5D2-A4C7-451E-BCDB-7CF041C4C288}"/>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73" name="矩形 172">
            <a:extLst>
              <a:ext uri="{FF2B5EF4-FFF2-40B4-BE49-F238E27FC236}">
                <a16:creationId xmlns:a16="http://schemas.microsoft.com/office/drawing/2014/main" id="{333FE080-0488-4772-B044-F1C36881A0CF}"/>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
        <p:nvSpPr>
          <p:cNvPr id="174" name="矩形 173">
            <a:extLst>
              <a:ext uri="{FF2B5EF4-FFF2-40B4-BE49-F238E27FC236}">
                <a16:creationId xmlns:a16="http://schemas.microsoft.com/office/drawing/2014/main" id="{4341D54C-4D2B-444A-B6BE-406C334126C3}"/>
              </a:ext>
            </a:extLst>
          </p:cNvPr>
          <p:cNvSpPr/>
          <p:nvPr/>
        </p:nvSpPr>
        <p:spPr>
          <a:xfrm>
            <a:off x="4394215" y="3681217"/>
            <a:ext cx="755335" cy="261610"/>
          </a:xfrm>
          <a:prstGeom prst="rect">
            <a:avLst/>
          </a:prstGeom>
        </p:spPr>
        <p:txBody>
          <a:bodyPr wrap="none">
            <a:spAutoFit/>
          </a:bodyPr>
          <a:lstStyle/>
          <a:p>
            <a:pPr defTabSz="914378"/>
            <a:r>
              <a:rPr lang="en-US" altLang="zh-CN" dirty="0">
                <a:solidFill>
                  <a:prstClr val="black"/>
                </a:solidFill>
              </a:rPr>
              <a:t>quicksort</a:t>
            </a:r>
            <a:endParaRPr lang="zh-CN" altLang="en-US" dirty="0">
              <a:solidFill>
                <a:prstClr val="black"/>
              </a:solidFill>
            </a:endParaRPr>
          </a:p>
        </p:txBody>
      </p:sp>
      <p:sp>
        <p:nvSpPr>
          <p:cNvPr id="175" name="矩形 174">
            <a:extLst>
              <a:ext uri="{FF2B5EF4-FFF2-40B4-BE49-F238E27FC236}">
                <a16:creationId xmlns:a16="http://schemas.microsoft.com/office/drawing/2014/main" id="{238F6C68-7154-4342-B865-574C14DDF303}"/>
              </a:ext>
            </a:extLst>
          </p:cNvPr>
          <p:cNvSpPr/>
          <p:nvPr/>
        </p:nvSpPr>
        <p:spPr>
          <a:xfrm>
            <a:off x="4403407" y="4396314"/>
            <a:ext cx="715260" cy="261610"/>
          </a:xfrm>
          <a:prstGeom prst="rect">
            <a:avLst/>
          </a:prstGeom>
        </p:spPr>
        <p:txBody>
          <a:bodyPr wrap="none">
            <a:spAutoFit/>
          </a:bodyPr>
          <a:lstStyle/>
          <a:p>
            <a:pPr defTabSz="914378"/>
            <a:r>
              <a:rPr lang="en-US" altLang="zh-CN" dirty="0">
                <a:solidFill>
                  <a:prstClr val="black"/>
                </a:solidFill>
              </a:rPr>
              <a:t>partition</a:t>
            </a:r>
            <a:endParaRPr lang="zh-CN" altLang="en-US" dirty="0">
              <a:solidFill>
                <a:prstClr val="black"/>
              </a:solidFill>
            </a:endParaRPr>
          </a:p>
        </p:txBody>
      </p:sp>
    </p:spTree>
    <p:extLst>
      <p:ext uri="{BB962C8B-B14F-4D97-AF65-F5344CB8AC3E}">
        <p14:creationId xmlns:p14="http://schemas.microsoft.com/office/powerpoint/2010/main" val="3079894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 fill="hold"/>
                                        <p:tgtEl>
                                          <p:spTgt spid="224"/>
                                        </p:tgtEl>
                                        <p:attrNameLst>
                                          <p:attrName>ppt_w</p:attrName>
                                        </p:attrNameLst>
                                      </p:cBhvr>
                                      <p:tavLst>
                                        <p:tav tm="0">
                                          <p:val>
                                            <p:fltVal val="0"/>
                                          </p:val>
                                        </p:tav>
                                        <p:tav tm="100000">
                                          <p:val>
                                            <p:strVal val="#ppt_w"/>
                                          </p:val>
                                        </p:tav>
                                      </p:tavLst>
                                    </p:anim>
                                    <p:anim calcmode="lin" valueType="num">
                                      <p:cBhvr>
                                        <p:cTn id="8" dur="500" fill="hold"/>
                                        <p:tgtEl>
                                          <p:spTgt spid="224"/>
                                        </p:tgtEl>
                                        <p:attrNameLst>
                                          <p:attrName>ppt_h</p:attrName>
                                        </p:attrNameLst>
                                      </p:cBhvr>
                                      <p:tavLst>
                                        <p:tav tm="0">
                                          <p:val>
                                            <p:fltVal val="0"/>
                                          </p:val>
                                        </p:tav>
                                        <p:tav tm="100000">
                                          <p:val>
                                            <p:strVal val="#ppt_h"/>
                                          </p:val>
                                        </p:tav>
                                      </p:tavLst>
                                    </p:anim>
                                    <p:animEffect transition="in" filter="fade">
                                      <p:cBhvr>
                                        <p:cTn id="9" dur="500"/>
                                        <p:tgtEl>
                                          <p:spTgt spid="2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ChangeArrowheads="1"/>
          </p:cNvSpPr>
          <p:nvPr>
            <p:ph type="title"/>
          </p:nvPr>
        </p:nvSpPr>
        <p:spPr>
          <a:xfrm>
            <a:off x="755650" y="268289"/>
            <a:ext cx="7931150" cy="358775"/>
          </a:xfrm>
        </p:spPr>
        <p:txBody>
          <a:bodyPr/>
          <a:lstStyle/>
          <a:p>
            <a:pPr eaLnBrk="1" hangingPunct="1"/>
            <a:r>
              <a:rPr lang="zh-CN" altLang="en-US" sz="300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例</a:t>
            </a:r>
          </a:p>
        </p:txBody>
      </p:sp>
      <p:sp>
        <p:nvSpPr>
          <p:cNvPr id="7" name="Text Box 11"/>
          <p:cNvSpPr txBox="1">
            <a:spLocks noChangeArrowheads="1"/>
          </p:cNvSpPr>
          <p:nvPr/>
        </p:nvSpPr>
        <p:spPr bwMode="auto">
          <a:xfrm>
            <a:off x="2162111"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sp>
        <p:nvSpPr>
          <p:cNvPr id="33" name="Text Box 11"/>
          <p:cNvSpPr txBox="1">
            <a:spLocks noChangeArrowheads="1"/>
          </p:cNvSpPr>
          <p:nvPr/>
        </p:nvSpPr>
        <p:spPr bwMode="auto">
          <a:xfrm>
            <a:off x="354678" y="72799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en-GB" altLang="zh-CN" sz="1800" b="0" kern="0">
              <a:solidFill>
                <a:prstClr val="black"/>
              </a:solidFill>
              <a:ea typeface="宋体" panose="02010600030101010101" pitchFamily="2" charset="-122"/>
            </a:endParaRPr>
          </a:p>
        </p:txBody>
      </p:sp>
      <p:grpSp>
        <p:nvGrpSpPr>
          <p:cNvPr id="34" name="Group 12"/>
          <p:cNvGrpSpPr>
            <a:grpSpLocks/>
          </p:cNvGrpSpPr>
          <p:nvPr/>
        </p:nvGrpSpPr>
        <p:grpSpPr bwMode="auto">
          <a:xfrm>
            <a:off x="3107556" y="542577"/>
            <a:ext cx="889000" cy="476250"/>
            <a:chOff x="1504" y="489"/>
            <a:chExt cx="560" cy="300"/>
          </a:xfrm>
        </p:grpSpPr>
        <p:sp>
          <p:nvSpPr>
            <p:cNvPr id="214" name="Rectangle 13"/>
            <p:cNvSpPr>
              <a:spLocks noChangeArrowheads="1"/>
            </p:cNvSpPr>
            <p:nvPr/>
          </p:nvSpPr>
          <p:spPr bwMode="auto">
            <a:xfrm>
              <a:off x="1733" y="516"/>
              <a:ext cx="331" cy="273"/>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215" name="Text Box 14"/>
            <p:cNvSpPr txBox="1">
              <a:spLocks noChangeArrowheads="1"/>
            </p:cNvSpPr>
            <p:nvPr/>
          </p:nvSpPr>
          <p:spPr bwMode="auto">
            <a:xfrm>
              <a:off x="1504" y="489"/>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35" name="Text Box 15"/>
          <p:cNvSpPr txBox="1">
            <a:spLocks noChangeArrowheads="1"/>
          </p:cNvSpPr>
          <p:nvPr/>
        </p:nvSpPr>
        <p:spPr bwMode="auto">
          <a:xfrm>
            <a:off x="3236937" y="123479"/>
            <a:ext cx="11448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ea typeface="宋体" panose="02010600030101010101" pitchFamily="2" charset="-122"/>
              </a:rPr>
              <a:t>display</a:t>
            </a:r>
          </a:p>
        </p:txBody>
      </p:sp>
      <p:sp>
        <p:nvSpPr>
          <p:cNvPr id="36" name="Freeform 16"/>
          <p:cNvSpPr>
            <a:spLocks/>
          </p:cNvSpPr>
          <p:nvPr/>
        </p:nvSpPr>
        <p:spPr bwMode="auto">
          <a:xfrm>
            <a:off x="3471483" y="583852"/>
            <a:ext cx="525074" cy="2160588"/>
          </a:xfrm>
          <a:custGeom>
            <a:avLst/>
            <a:gdLst>
              <a:gd name="T0" fmla="*/ 0 w 726"/>
              <a:gd name="T1" fmla="*/ 1361 h 1361"/>
              <a:gd name="T2" fmla="*/ 0 w 726"/>
              <a:gd name="T3" fmla="*/ 0 h 1361"/>
              <a:gd name="T4" fmla="*/ 726 w 726"/>
              <a:gd name="T5" fmla="*/ 0 h 1361"/>
              <a:gd name="T6" fmla="*/ 726 w 726"/>
              <a:gd name="T7" fmla="*/ 1361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7" name="Freeform 17"/>
          <p:cNvSpPr>
            <a:spLocks/>
          </p:cNvSpPr>
          <p:nvPr/>
        </p:nvSpPr>
        <p:spPr bwMode="auto">
          <a:xfrm>
            <a:off x="5098127" y="602904"/>
            <a:ext cx="533400" cy="4496656"/>
          </a:xfrm>
          <a:custGeom>
            <a:avLst/>
            <a:gdLst>
              <a:gd name="T0" fmla="*/ 0 w 726"/>
              <a:gd name="T1" fmla="*/ 339297 h 1361"/>
              <a:gd name="T2" fmla="*/ 0 w 726"/>
              <a:gd name="T3" fmla="*/ 0 h 1361"/>
              <a:gd name="T4" fmla="*/ 726 w 726"/>
              <a:gd name="T5" fmla="*/ 0 h 1361"/>
              <a:gd name="T6" fmla="*/ 726 w 726"/>
              <a:gd name="T7" fmla="*/ 3392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38" name="Freeform 18"/>
          <p:cNvSpPr>
            <a:spLocks/>
          </p:cNvSpPr>
          <p:nvPr/>
        </p:nvSpPr>
        <p:spPr bwMode="auto">
          <a:xfrm>
            <a:off x="6926927" y="287562"/>
            <a:ext cx="2160588" cy="4513114"/>
          </a:xfrm>
          <a:custGeom>
            <a:avLst/>
            <a:gdLst>
              <a:gd name="T0" fmla="*/ 0 w 726"/>
              <a:gd name="T1" fmla="*/ 6490397 h 1361"/>
              <a:gd name="T2" fmla="*/ 0 w 726"/>
              <a:gd name="T3" fmla="*/ 0 h 1361"/>
              <a:gd name="T4" fmla="*/ 59061 w 726"/>
              <a:gd name="T5" fmla="*/ 0 h 1361"/>
              <a:gd name="T6" fmla="*/ 59061 w 726"/>
              <a:gd name="T7" fmla="*/ 6490397 h 1361"/>
              <a:gd name="T8" fmla="*/ 0 60000 65536"/>
              <a:gd name="T9" fmla="*/ 0 60000 65536"/>
              <a:gd name="T10" fmla="*/ 0 60000 65536"/>
              <a:gd name="T11" fmla="*/ 0 60000 65536"/>
              <a:gd name="T12" fmla="*/ 0 w 726"/>
              <a:gd name="T13" fmla="*/ 0 h 1361"/>
              <a:gd name="T14" fmla="*/ 726 w 726"/>
              <a:gd name="T15" fmla="*/ 1361 h 1361"/>
            </a:gdLst>
            <a:ahLst/>
            <a:cxnLst>
              <a:cxn ang="T8">
                <a:pos x="T0" y="T1"/>
              </a:cxn>
              <a:cxn ang="T9">
                <a:pos x="T2" y="T3"/>
              </a:cxn>
              <a:cxn ang="T10">
                <a:pos x="T4" y="T5"/>
              </a:cxn>
              <a:cxn ang="T11">
                <a:pos x="T6" y="T7"/>
              </a:cxn>
            </a:cxnLst>
            <a:rect l="T12" t="T13" r="T14" b="T15"/>
            <a:pathLst>
              <a:path w="726" h="1361">
                <a:moveTo>
                  <a:pt x="0" y="1361"/>
                </a:moveTo>
                <a:lnTo>
                  <a:pt x="0" y="0"/>
                </a:lnTo>
                <a:lnTo>
                  <a:pt x="726" y="0"/>
                </a:lnTo>
                <a:lnTo>
                  <a:pt x="726" y="1361"/>
                </a:lnTo>
              </a:path>
            </a:pathLst>
          </a:custGeom>
          <a:noFill/>
          <a:ln w="22225" cap="flat" cmpd="sng">
            <a:solidFill>
              <a:sysClr val="windowText" lastClr="000000"/>
            </a:solidFill>
            <a:prstDash val="solid"/>
            <a:round/>
            <a:headEnd type="none" w="med" len="med"/>
            <a:tailEnd type="none"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sp>
        <p:nvSpPr>
          <p:cNvPr id="40" name="Text Box 25"/>
          <p:cNvSpPr txBox="1">
            <a:spLocks noChangeArrowheads="1"/>
          </p:cNvSpPr>
          <p:nvPr/>
        </p:nvSpPr>
        <p:spPr bwMode="auto">
          <a:xfrm>
            <a:off x="4977480" y="146180"/>
            <a:ext cx="78418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btab</a:t>
            </a:r>
            <a:endParaRPr lang="en-GB" altLang="zh-CN" sz="2400" b="0" kern="0" dirty="0">
              <a:solidFill>
                <a:prstClr val="black"/>
              </a:solidFill>
              <a:ea typeface="宋体" panose="02010600030101010101" pitchFamily="2" charset="-122"/>
            </a:endParaRPr>
          </a:p>
        </p:txBody>
      </p:sp>
      <p:sp>
        <p:nvSpPr>
          <p:cNvPr id="41" name="Text Box 26"/>
          <p:cNvSpPr txBox="1">
            <a:spLocks noChangeArrowheads="1"/>
          </p:cNvSpPr>
          <p:nvPr/>
        </p:nvSpPr>
        <p:spPr bwMode="auto">
          <a:xfrm>
            <a:off x="7314481" y="-102116"/>
            <a:ext cx="138371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err="1">
                <a:solidFill>
                  <a:prstClr val="black"/>
                </a:solidFill>
                <a:ea typeface="宋体" panose="02010600030101010101" pitchFamily="2" charset="-122"/>
              </a:rPr>
              <a:t>nametab</a:t>
            </a:r>
            <a:endParaRPr lang="en-GB" altLang="zh-CN" sz="2400" b="0" kern="0" dirty="0">
              <a:solidFill>
                <a:prstClr val="black"/>
              </a:solidFill>
              <a:ea typeface="宋体" panose="02010600030101010101" pitchFamily="2" charset="-122"/>
            </a:endParaRPr>
          </a:p>
        </p:txBody>
      </p:sp>
      <p:grpSp>
        <p:nvGrpSpPr>
          <p:cNvPr id="42" name="Group 27"/>
          <p:cNvGrpSpPr>
            <a:grpSpLocks/>
          </p:cNvGrpSpPr>
          <p:nvPr/>
        </p:nvGrpSpPr>
        <p:grpSpPr bwMode="auto">
          <a:xfrm>
            <a:off x="6584029" y="282801"/>
            <a:ext cx="2503488" cy="296863"/>
            <a:chOff x="4025" y="529"/>
            <a:chExt cx="1577" cy="187"/>
          </a:xfrm>
        </p:grpSpPr>
        <p:sp>
          <p:nvSpPr>
            <p:cNvPr id="206" name="Rectangle 28"/>
            <p:cNvSpPr>
              <a:spLocks noChangeArrowheads="1"/>
            </p:cNvSpPr>
            <p:nvPr/>
          </p:nvSpPr>
          <p:spPr bwMode="auto">
            <a:xfrm>
              <a:off x="4242" y="536"/>
              <a:ext cx="952"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name</a:t>
              </a:r>
              <a:endParaRPr lang="en-GB" altLang="zh-CN" sz="1600" b="0" kern="0" dirty="0">
                <a:solidFill>
                  <a:srgbClr val="FF3300"/>
                </a:solidFill>
                <a:ea typeface="宋体" panose="02010600030101010101" pitchFamily="2" charset="-122"/>
              </a:endParaRPr>
            </a:p>
          </p:txBody>
        </p:sp>
        <p:sp>
          <p:nvSpPr>
            <p:cNvPr id="207" name="Text Box 29"/>
            <p:cNvSpPr txBox="1">
              <a:spLocks noChangeArrowheads="1"/>
            </p:cNvSpPr>
            <p:nvPr/>
          </p:nvSpPr>
          <p:spPr bwMode="auto">
            <a:xfrm>
              <a:off x="4025" y="529"/>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a:solidFill>
                    <a:prstClr val="black"/>
                  </a:solidFill>
                  <a:latin typeface="Times New Roman" panose="02020603050405020304" pitchFamily="18" charset="0"/>
                  <a:ea typeface="宋体" panose="02010600030101010101" pitchFamily="2" charset="-122"/>
                </a:rPr>
                <a:t>0</a:t>
              </a:r>
            </a:p>
          </p:txBody>
        </p:sp>
        <p:sp>
          <p:nvSpPr>
            <p:cNvPr id="208" name="Rectangle 30"/>
            <p:cNvSpPr>
              <a:spLocks noChangeArrowheads="1"/>
            </p:cNvSpPr>
            <p:nvPr/>
          </p:nvSpPr>
          <p:spPr bwMode="auto">
            <a:xfrm>
              <a:off x="5194" y="536"/>
              <a:ext cx="408" cy="180"/>
            </a:xfrm>
            <a:prstGeom prst="rect">
              <a:avLst/>
            </a:prstGeom>
            <a:solidFill>
              <a:sysClr val="window" lastClr="FFFFFF"/>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US" altLang="zh-CN" sz="1600" b="0" kern="0" dirty="0">
                  <a:solidFill>
                    <a:srgbClr val="FF3300"/>
                  </a:solidFill>
                  <a:ea typeface="宋体" panose="02010600030101010101" pitchFamily="2" charset="-122"/>
                </a:rPr>
                <a:t>link</a:t>
              </a:r>
              <a:endParaRPr lang="en-GB" altLang="zh-CN" sz="1600" b="0" kern="0" dirty="0">
                <a:solidFill>
                  <a:srgbClr val="FF3300"/>
                </a:solidFill>
                <a:ea typeface="宋体" panose="02010600030101010101" pitchFamily="2" charset="-122"/>
              </a:endParaRPr>
            </a:p>
          </p:txBody>
        </p:sp>
      </p:grpSp>
      <p:grpSp>
        <p:nvGrpSpPr>
          <p:cNvPr id="43" name="Group 31"/>
          <p:cNvGrpSpPr>
            <a:grpSpLocks/>
          </p:cNvGrpSpPr>
          <p:nvPr/>
        </p:nvGrpSpPr>
        <p:grpSpPr bwMode="auto">
          <a:xfrm>
            <a:off x="6588795" y="557436"/>
            <a:ext cx="2497139" cy="285750"/>
            <a:chOff x="4029" y="527"/>
            <a:chExt cx="1573" cy="180"/>
          </a:xfrm>
        </p:grpSpPr>
        <p:sp>
          <p:nvSpPr>
            <p:cNvPr id="203" name="Rectangle 32"/>
            <p:cNvSpPr>
              <a:spLocks noChangeArrowheads="1"/>
            </p:cNvSpPr>
            <p:nvPr/>
          </p:nvSpPr>
          <p:spPr bwMode="auto">
            <a:xfrm>
              <a:off x="4242" y="536"/>
              <a:ext cx="952"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sort</a:t>
              </a:r>
            </a:p>
          </p:txBody>
        </p:sp>
        <p:sp>
          <p:nvSpPr>
            <p:cNvPr id="204"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a:t>
              </a:r>
            </a:p>
          </p:txBody>
        </p:sp>
        <p:sp>
          <p:nvSpPr>
            <p:cNvPr id="205" name="Rectangle 34"/>
            <p:cNvSpPr>
              <a:spLocks noChangeArrowheads="1"/>
            </p:cNvSpPr>
            <p:nvPr/>
          </p:nvSpPr>
          <p:spPr bwMode="auto">
            <a:xfrm>
              <a:off x="5194" y="536"/>
              <a:ext cx="408" cy="141"/>
            </a:xfrm>
            <a:prstGeom prst="rect">
              <a:avLst/>
            </a:prstGeom>
            <a:solidFill>
              <a:srgbClr val="4F81BD">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87" name="Line 168"/>
          <p:cNvSpPr>
            <a:spLocks noChangeShapeType="1"/>
          </p:cNvSpPr>
          <p:nvPr/>
        </p:nvSpPr>
        <p:spPr bwMode="auto">
          <a:xfrm>
            <a:off x="3996557" y="818802"/>
            <a:ext cx="1079500" cy="0"/>
          </a:xfrm>
          <a:prstGeom prst="line">
            <a:avLst/>
          </a:prstGeom>
          <a:noFill/>
          <a:ln w="19050">
            <a:solidFill>
              <a:srgbClr val="0000FF"/>
            </a:solidFill>
            <a:round/>
            <a:headEnd/>
            <a:tailEnd type="stealth" w="lg" len="lg"/>
          </a:ln>
          <a:extLst>
            <a:ext uri="{909E8E84-426E-40DD-AFC4-6F175D3DCCD1}">
              <a14:hiddenFill xmlns:a14="http://schemas.microsoft.com/office/drawing/2010/main">
                <a:no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44" name="Group 31"/>
          <p:cNvGrpSpPr>
            <a:grpSpLocks/>
          </p:cNvGrpSpPr>
          <p:nvPr/>
        </p:nvGrpSpPr>
        <p:grpSpPr bwMode="auto">
          <a:xfrm>
            <a:off x="6584030" y="795562"/>
            <a:ext cx="2497139" cy="285750"/>
            <a:chOff x="4029" y="527"/>
            <a:chExt cx="1573" cy="180"/>
          </a:xfrm>
        </p:grpSpPr>
        <p:sp>
          <p:nvSpPr>
            <p:cNvPr id="4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a</a:t>
              </a:r>
            </a:p>
          </p:txBody>
        </p:sp>
        <p:sp>
          <p:nvSpPr>
            <p:cNvPr id="4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2</a:t>
              </a:r>
            </a:p>
          </p:txBody>
        </p:sp>
        <p:sp>
          <p:nvSpPr>
            <p:cNvPr id="4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54" name="Group 147"/>
          <p:cNvGrpSpPr>
            <a:grpSpLocks/>
          </p:cNvGrpSpPr>
          <p:nvPr/>
        </p:nvGrpSpPr>
        <p:grpSpPr bwMode="auto">
          <a:xfrm>
            <a:off x="3107556" y="987077"/>
            <a:ext cx="889000" cy="466725"/>
            <a:chOff x="1504" y="495"/>
            <a:chExt cx="560" cy="294"/>
          </a:xfrm>
        </p:grpSpPr>
        <p:sp>
          <p:nvSpPr>
            <p:cNvPr id="55" name="Rectangle 148"/>
            <p:cNvSpPr>
              <a:spLocks noChangeArrowheads="1"/>
            </p:cNvSpPr>
            <p:nvPr/>
          </p:nvSpPr>
          <p:spPr bwMode="auto">
            <a:xfrm>
              <a:off x="1733" y="516"/>
              <a:ext cx="331" cy="273"/>
            </a:xfrm>
            <a:prstGeom prst="rect">
              <a:avLst/>
            </a:prstGeom>
            <a:solidFill>
              <a:srgbClr val="99CC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56" name="Text Box 149"/>
            <p:cNvSpPr txBox="1">
              <a:spLocks noChangeArrowheads="1"/>
            </p:cNvSpPr>
            <p:nvPr/>
          </p:nvSpPr>
          <p:spPr bwMode="auto">
            <a:xfrm>
              <a:off x="1504" y="495"/>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grpSp>
        <p:nvGrpSpPr>
          <p:cNvPr id="60" name="Group 31"/>
          <p:cNvGrpSpPr>
            <a:grpSpLocks/>
          </p:cNvGrpSpPr>
          <p:nvPr/>
        </p:nvGrpSpPr>
        <p:grpSpPr bwMode="auto">
          <a:xfrm>
            <a:off x="6588225" y="1033114"/>
            <a:ext cx="2497139" cy="285750"/>
            <a:chOff x="4029" y="527"/>
            <a:chExt cx="1573" cy="180"/>
          </a:xfrm>
        </p:grpSpPr>
        <p:sp>
          <p:nvSpPr>
            <p:cNvPr id="6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x</a:t>
              </a:r>
            </a:p>
          </p:txBody>
        </p:sp>
        <p:sp>
          <p:nvSpPr>
            <p:cNvPr id="6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3</a:t>
              </a:r>
            </a:p>
          </p:txBody>
        </p:sp>
        <p:sp>
          <p:nvSpPr>
            <p:cNvPr id="6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2</a:t>
              </a:r>
            </a:p>
          </p:txBody>
        </p:sp>
      </p:grpSp>
      <p:grpSp>
        <p:nvGrpSpPr>
          <p:cNvPr id="64" name="Group 31"/>
          <p:cNvGrpSpPr>
            <a:grpSpLocks/>
          </p:cNvGrpSpPr>
          <p:nvPr/>
        </p:nvGrpSpPr>
        <p:grpSpPr bwMode="auto">
          <a:xfrm>
            <a:off x="6584030" y="1270896"/>
            <a:ext cx="2497139" cy="285750"/>
            <a:chOff x="4029" y="527"/>
            <a:chExt cx="1573" cy="180"/>
          </a:xfrm>
        </p:grpSpPr>
        <p:sp>
          <p:nvSpPr>
            <p:cNvPr id="65"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readarray</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66"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4</a:t>
              </a:r>
            </a:p>
          </p:txBody>
        </p:sp>
        <p:sp>
          <p:nvSpPr>
            <p:cNvPr id="67"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3</a:t>
              </a:r>
            </a:p>
          </p:txBody>
        </p:sp>
      </p:grpSp>
      <p:grpSp>
        <p:nvGrpSpPr>
          <p:cNvPr id="81" name="Group 31"/>
          <p:cNvGrpSpPr>
            <a:grpSpLocks/>
          </p:cNvGrpSpPr>
          <p:nvPr/>
        </p:nvGrpSpPr>
        <p:grpSpPr bwMode="auto">
          <a:xfrm>
            <a:off x="6584030" y="1506660"/>
            <a:ext cx="2497139" cy="285750"/>
            <a:chOff x="4029" y="527"/>
            <a:chExt cx="1573" cy="180"/>
          </a:xfrm>
        </p:grpSpPr>
        <p:sp>
          <p:nvSpPr>
            <p:cNvPr id="82" name="Rectangle 32"/>
            <p:cNvSpPr>
              <a:spLocks noChangeArrowheads="1"/>
            </p:cNvSpPr>
            <p:nvPr/>
          </p:nvSpPr>
          <p:spPr bwMode="auto">
            <a:xfrm>
              <a:off x="4242" y="536"/>
              <a:ext cx="952"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83"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5</a:t>
              </a:r>
            </a:p>
          </p:txBody>
        </p:sp>
        <p:sp>
          <p:nvSpPr>
            <p:cNvPr id="84" name="Rectangle 34"/>
            <p:cNvSpPr>
              <a:spLocks noChangeArrowheads="1"/>
            </p:cNvSpPr>
            <p:nvPr/>
          </p:nvSpPr>
          <p:spPr bwMode="auto">
            <a:xfrm>
              <a:off x="5194" y="536"/>
              <a:ext cx="408" cy="141"/>
            </a:xfrm>
            <a:prstGeom prst="rect">
              <a:avLst/>
            </a:prstGeom>
            <a:solidFill>
              <a:srgbClr val="FFE0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90" name="Group 31"/>
          <p:cNvGrpSpPr>
            <a:grpSpLocks/>
          </p:cNvGrpSpPr>
          <p:nvPr/>
        </p:nvGrpSpPr>
        <p:grpSpPr bwMode="auto">
          <a:xfrm>
            <a:off x="6588225" y="1739687"/>
            <a:ext cx="2497139" cy="285750"/>
            <a:chOff x="4029" y="527"/>
            <a:chExt cx="1573" cy="180"/>
          </a:xfrm>
        </p:grpSpPr>
        <p:sp>
          <p:nvSpPr>
            <p:cNvPr id="9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exchange</a:t>
              </a:r>
            </a:p>
          </p:txBody>
        </p:sp>
        <p:sp>
          <p:nvSpPr>
            <p:cNvPr id="9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6</a:t>
              </a:r>
            </a:p>
          </p:txBody>
        </p:sp>
        <p:sp>
          <p:nvSpPr>
            <p:cNvPr id="9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4</a:t>
              </a:r>
            </a:p>
          </p:txBody>
        </p:sp>
      </p:grpSp>
      <p:grpSp>
        <p:nvGrpSpPr>
          <p:cNvPr id="77" name="组合 76"/>
          <p:cNvGrpSpPr/>
          <p:nvPr/>
        </p:nvGrpSpPr>
        <p:grpSpPr>
          <a:xfrm>
            <a:off x="4754585" y="586159"/>
            <a:ext cx="874713" cy="669926"/>
            <a:chOff x="4756817" y="602902"/>
            <a:chExt cx="874713" cy="669925"/>
          </a:xfrm>
        </p:grpSpPr>
        <p:grpSp>
          <p:nvGrpSpPr>
            <p:cNvPr id="78" name="Group 19"/>
            <p:cNvGrpSpPr>
              <a:grpSpLocks/>
            </p:cNvGrpSpPr>
            <p:nvPr/>
          </p:nvGrpSpPr>
          <p:grpSpPr bwMode="auto">
            <a:xfrm>
              <a:off x="4756817" y="602902"/>
              <a:ext cx="874713" cy="669925"/>
              <a:chOff x="2919" y="527"/>
              <a:chExt cx="551" cy="422"/>
            </a:xfrm>
          </p:grpSpPr>
          <p:grpSp>
            <p:nvGrpSpPr>
              <p:cNvPr id="86" name="Group 20"/>
              <p:cNvGrpSpPr>
                <a:grpSpLocks/>
              </p:cNvGrpSpPr>
              <p:nvPr/>
            </p:nvGrpSpPr>
            <p:grpSpPr bwMode="auto">
              <a:xfrm>
                <a:off x="3135" y="527"/>
                <a:ext cx="335" cy="422"/>
                <a:chOff x="4133" y="890"/>
                <a:chExt cx="335" cy="422"/>
              </a:xfrm>
            </p:grpSpPr>
            <p:sp>
              <p:nvSpPr>
                <p:cNvPr id="89" name="Rectangle 21"/>
                <p:cNvSpPr>
                  <a:spLocks noChangeArrowheads="1"/>
                </p:cNvSpPr>
                <p:nvPr/>
              </p:nvSpPr>
              <p:spPr bwMode="auto">
                <a:xfrm>
                  <a:off x="4134" y="890"/>
                  <a:ext cx="334" cy="211"/>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94"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88"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sp>
          <p:nvSpPr>
            <p:cNvPr id="85" name="Rectangle 21"/>
            <p:cNvSpPr>
              <a:spLocks noChangeArrowheads="1"/>
            </p:cNvSpPr>
            <p:nvPr/>
          </p:nvSpPr>
          <p:spPr bwMode="auto">
            <a:xfrm>
              <a:off x="5099713" y="937864"/>
              <a:ext cx="530225" cy="334963"/>
            </a:xfrm>
            <a:prstGeom prst="rect">
              <a:avLst/>
            </a:prstGeom>
            <a:solidFill>
              <a:srgbClr val="4F81BD">
                <a:alpha val="59999"/>
              </a:srgb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95" name="Text Box 156"/>
          <p:cNvSpPr txBox="1">
            <a:spLocks noChangeArrowheads="1"/>
          </p:cNvSpPr>
          <p:nvPr/>
        </p:nvSpPr>
        <p:spPr bwMode="auto">
          <a:xfrm>
            <a:off x="5200674" y="903081"/>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sp>
        <p:nvSpPr>
          <p:cNvPr id="96" name="Text Box 157"/>
          <p:cNvSpPr txBox="1">
            <a:spLocks noChangeArrowheads="1"/>
          </p:cNvSpPr>
          <p:nvPr/>
        </p:nvSpPr>
        <p:spPr bwMode="auto">
          <a:xfrm>
            <a:off x="5200675" y="546205"/>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97" name="组合 96"/>
          <p:cNvGrpSpPr/>
          <p:nvPr/>
        </p:nvGrpSpPr>
        <p:grpSpPr>
          <a:xfrm>
            <a:off x="4752992" y="1259838"/>
            <a:ext cx="874713" cy="669926"/>
            <a:chOff x="4756817" y="602902"/>
            <a:chExt cx="874713" cy="669925"/>
          </a:xfrm>
        </p:grpSpPr>
        <p:grpSp>
          <p:nvGrpSpPr>
            <p:cNvPr id="98" name="Group 19"/>
            <p:cNvGrpSpPr>
              <a:grpSpLocks/>
            </p:cNvGrpSpPr>
            <p:nvPr/>
          </p:nvGrpSpPr>
          <p:grpSpPr bwMode="auto">
            <a:xfrm>
              <a:off x="4756817" y="602902"/>
              <a:ext cx="874713" cy="669925"/>
              <a:chOff x="2919" y="527"/>
              <a:chExt cx="551" cy="422"/>
            </a:xfrm>
          </p:grpSpPr>
          <p:grpSp>
            <p:nvGrpSpPr>
              <p:cNvPr id="100" name="Group 20"/>
              <p:cNvGrpSpPr>
                <a:grpSpLocks/>
              </p:cNvGrpSpPr>
              <p:nvPr/>
            </p:nvGrpSpPr>
            <p:grpSpPr bwMode="auto">
              <a:xfrm>
                <a:off x="3135" y="527"/>
                <a:ext cx="335" cy="422"/>
                <a:chOff x="4133" y="890"/>
                <a:chExt cx="335" cy="422"/>
              </a:xfrm>
            </p:grpSpPr>
            <p:sp>
              <p:nvSpPr>
                <p:cNvPr id="102" name="Rectangle 21"/>
                <p:cNvSpPr>
                  <a:spLocks noChangeArrowheads="1"/>
                </p:cNvSpPr>
                <p:nvPr/>
              </p:nvSpPr>
              <p:spPr bwMode="auto">
                <a:xfrm>
                  <a:off x="4134" y="890"/>
                  <a:ext cx="334" cy="211"/>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0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0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a:t>
                </a:r>
              </a:p>
            </p:txBody>
          </p:sp>
        </p:grpSp>
        <p:sp>
          <p:nvSpPr>
            <p:cNvPr id="99" name="Rectangle 21"/>
            <p:cNvSpPr>
              <a:spLocks noChangeArrowheads="1"/>
            </p:cNvSpPr>
            <p:nvPr/>
          </p:nvSpPr>
          <p:spPr bwMode="auto">
            <a:xfrm>
              <a:off x="5099713" y="937864"/>
              <a:ext cx="530225" cy="334963"/>
            </a:xfrm>
            <a:prstGeom prst="rect">
              <a:avLst/>
            </a:prstGeom>
            <a:solidFill>
              <a:schemeClr val="accent4">
                <a:alpha val="60000"/>
              </a:schemeClr>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sp>
        <p:nvSpPr>
          <p:cNvPr id="104" name="Text Box 156"/>
          <p:cNvSpPr txBox="1">
            <a:spLocks noChangeArrowheads="1"/>
          </p:cNvSpPr>
          <p:nvPr/>
        </p:nvSpPr>
        <p:spPr bwMode="auto">
          <a:xfrm>
            <a:off x="5199082" y="1576760"/>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9</a:t>
            </a:r>
          </a:p>
        </p:txBody>
      </p:sp>
      <p:sp>
        <p:nvSpPr>
          <p:cNvPr id="105" name="Text Box 157"/>
          <p:cNvSpPr txBox="1">
            <a:spLocks noChangeArrowheads="1"/>
          </p:cNvSpPr>
          <p:nvPr/>
        </p:nvSpPr>
        <p:spPr bwMode="auto">
          <a:xfrm>
            <a:off x="5199083" y="1219884"/>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sp>
        <p:nvSpPr>
          <p:cNvPr id="115" name="Freeform 169"/>
          <p:cNvSpPr>
            <a:spLocks/>
          </p:cNvSpPr>
          <p:nvPr/>
        </p:nvSpPr>
        <p:spPr bwMode="auto">
          <a:xfrm>
            <a:off x="3996557" y="1250603"/>
            <a:ext cx="1079500" cy="168275"/>
          </a:xfrm>
          <a:custGeom>
            <a:avLst/>
            <a:gdLst>
              <a:gd name="T0" fmla="*/ 0 w 680"/>
              <a:gd name="T1" fmla="*/ 0 h 227"/>
              <a:gd name="T2" fmla="*/ 453 w 680"/>
              <a:gd name="T3" fmla="*/ 0 h 227"/>
              <a:gd name="T4" fmla="*/ 453 w 680"/>
              <a:gd name="T5" fmla="*/ 227 h 227"/>
              <a:gd name="T6" fmla="*/ 680 w 680"/>
              <a:gd name="T7" fmla="*/ 227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138" name="Group 31"/>
          <p:cNvGrpSpPr>
            <a:grpSpLocks/>
          </p:cNvGrpSpPr>
          <p:nvPr/>
        </p:nvGrpSpPr>
        <p:grpSpPr bwMode="auto">
          <a:xfrm>
            <a:off x="6590942" y="1975420"/>
            <a:ext cx="2497139" cy="285750"/>
            <a:chOff x="4029" y="527"/>
            <a:chExt cx="1573" cy="180"/>
          </a:xfrm>
        </p:grpSpPr>
        <p:sp>
          <p:nvSpPr>
            <p:cNvPr id="139"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i</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40"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7</a:t>
              </a:r>
            </a:p>
          </p:txBody>
        </p:sp>
        <p:sp>
          <p:nvSpPr>
            <p:cNvPr id="141"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sp>
        <p:nvSpPr>
          <p:cNvPr id="142" name="Text Box 178"/>
          <p:cNvSpPr txBox="1">
            <a:spLocks noChangeArrowheads="1"/>
          </p:cNvSpPr>
          <p:nvPr/>
        </p:nvSpPr>
        <p:spPr bwMode="auto">
          <a:xfrm>
            <a:off x="5617712" y="516504"/>
            <a:ext cx="1008063" cy="818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lastpar</a:t>
            </a:r>
          </a:p>
          <a:p>
            <a:pPr defTabSz="457189" eaLnBrk="1" fontAlgn="auto" hangingPunct="1">
              <a:lnSpc>
                <a:spcPts val="3000"/>
              </a:lnSpc>
              <a:spcBef>
                <a:spcPct val="0"/>
              </a:spcBef>
              <a:spcAft>
                <a:spcPts val="0"/>
              </a:spcAft>
              <a:buClrTx/>
              <a:buSzTx/>
              <a:buNone/>
            </a:pPr>
            <a:r>
              <a:rPr lang="en-US" altLang="zh-CN" sz="1800" b="0" dirty="0">
                <a:solidFill>
                  <a:srgbClr val="9900CC"/>
                </a:solidFill>
                <a:ea typeface="宋体" panose="02010600030101010101" pitchFamily="2" charset="-122"/>
              </a:rPr>
              <a:t>last</a:t>
            </a:r>
            <a:endParaRPr lang="en-GB" altLang="zh-CN" sz="1800" b="0" dirty="0">
              <a:solidFill>
                <a:srgbClr val="9900CC"/>
              </a:solidFill>
              <a:ea typeface="宋体" panose="02010600030101010101" pitchFamily="2" charset="-122"/>
            </a:endParaRPr>
          </a:p>
        </p:txBody>
      </p:sp>
      <p:grpSp>
        <p:nvGrpSpPr>
          <p:cNvPr id="143" name="组合 142"/>
          <p:cNvGrpSpPr/>
          <p:nvPr/>
        </p:nvGrpSpPr>
        <p:grpSpPr>
          <a:xfrm>
            <a:off x="4752992" y="1929762"/>
            <a:ext cx="874713" cy="669926"/>
            <a:chOff x="4756817" y="602902"/>
            <a:chExt cx="874713" cy="669925"/>
          </a:xfrm>
        </p:grpSpPr>
        <p:sp>
          <p:nvSpPr>
            <p:cNvPr id="144" name="Rectangle 21"/>
            <p:cNvSpPr>
              <a:spLocks noChangeArrowheads="1"/>
            </p:cNvSpPr>
            <p:nvPr/>
          </p:nvSpPr>
          <p:spPr bwMode="auto">
            <a:xfrm>
              <a:off x="5099713" y="937864"/>
              <a:ext cx="530225" cy="334963"/>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45" name="Group 19"/>
            <p:cNvGrpSpPr>
              <a:grpSpLocks/>
            </p:cNvGrpSpPr>
            <p:nvPr/>
          </p:nvGrpSpPr>
          <p:grpSpPr bwMode="auto">
            <a:xfrm>
              <a:off x="4756817" y="602902"/>
              <a:ext cx="874713" cy="669925"/>
              <a:chOff x="2919" y="527"/>
              <a:chExt cx="551" cy="422"/>
            </a:xfrm>
          </p:grpSpPr>
          <p:grpSp>
            <p:nvGrpSpPr>
              <p:cNvPr id="146" name="Group 20"/>
              <p:cNvGrpSpPr>
                <a:grpSpLocks/>
              </p:cNvGrpSpPr>
              <p:nvPr/>
            </p:nvGrpSpPr>
            <p:grpSpPr bwMode="auto">
              <a:xfrm>
                <a:off x="3135" y="527"/>
                <a:ext cx="335" cy="422"/>
                <a:chOff x="4133" y="890"/>
                <a:chExt cx="335" cy="422"/>
              </a:xfrm>
            </p:grpSpPr>
            <p:sp>
              <p:nvSpPr>
                <p:cNvPr id="148" name="Rectangle 21"/>
                <p:cNvSpPr>
                  <a:spLocks noChangeArrowheads="1"/>
                </p:cNvSpPr>
                <p:nvPr/>
              </p:nvSpPr>
              <p:spPr bwMode="auto">
                <a:xfrm>
                  <a:off x="4133" y="890"/>
                  <a:ext cx="335" cy="211"/>
                </a:xfrm>
                <a:prstGeom prst="rect">
                  <a:avLst/>
                </a:prstGeom>
                <a:solidFill>
                  <a:srgbClr val="FFE0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49"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47"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sp>
        <p:nvSpPr>
          <p:cNvPr id="150" name="Text Box 156"/>
          <p:cNvSpPr txBox="1">
            <a:spLocks noChangeArrowheads="1"/>
          </p:cNvSpPr>
          <p:nvPr/>
        </p:nvSpPr>
        <p:spPr bwMode="auto">
          <a:xfrm>
            <a:off x="5196895" y="2250438"/>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151" name="Text Box 157"/>
          <p:cNvSpPr txBox="1">
            <a:spLocks noChangeArrowheads="1"/>
          </p:cNvSpPr>
          <p:nvPr/>
        </p:nvSpPr>
        <p:spPr bwMode="auto">
          <a:xfrm>
            <a:off x="5196896" y="1893562"/>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0</a:t>
            </a:r>
          </a:p>
        </p:txBody>
      </p:sp>
      <p:grpSp>
        <p:nvGrpSpPr>
          <p:cNvPr id="161" name="组合 160"/>
          <p:cNvGrpSpPr/>
          <p:nvPr/>
        </p:nvGrpSpPr>
        <p:grpSpPr>
          <a:xfrm>
            <a:off x="4752992" y="2594013"/>
            <a:ext cx="874713" cy="669926"/>
            <a:chOff x="4756817" y="602902"/>
            <a:chExt cx="874713" cy="669925"/>
          </a:xfrm>
        </p:grpSpPr>
        <p:sp>
          <p:nvSpPr>
            <p:cNvPr id="162" name="Rectangle 21"/>
            <p:cNvSpPr>
              <a:spLocks noChangeArrowheads="1"/>
            </p:cNvSpPr>
            <p:nvPr/>
          </p:nvSpPr>
          <p:spPr bwMode="auto">
            <a:xfrm>
              <a:off x="5099713" y="937864"/>
              <a:ext cx="530225" cy="334963"/>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63" name="Group 19"/>
            <p:cNvGrpSpPr>
              <a:grpSpLocks/>
            </p:cNvGrpSpPr>
            <p:nvPr/>
          </p:nvGrpSpPr>
          <p:grpSpPr bwMode="auto">
            <a:xfrm>
              <a:off x="4756817" y="602902"/>
              <a:ext cx="874713" cy="669925"/>
              <a:chOff x="2919" y="527"/>
              <a:chExt cx="551" cy="422"/>
            </a:xfrm>
          </p:grpSpPr>
          <p:grpSp>
            <p:nvGrpSpPr>
              <p:cNvPr id="164" name="Group 20"/>
              <p:cNvGrpSpPr>
                <a:grpSpLocks/>
              </p:cNvGrpSpPr>
              <p:nvPr/>
            </p:nvGrpSpPr>
            <p:grpSpPr bwMode="auto">
              <a:xfrm>
                <a:off x="3135" y="527"/>
                <a:ext cx="335" cy="422"/>
                <a:chOff x="4133" y="890"/>
                <a:chExt cx="335" cy="422"/>
              </a:xfrm>
            </p:grpSpPr>
            <p:sp>
              <p:nvSpPr>
                <p:cNvPr id="166" name="Rectangle 21"/>
                <p:cNvSpPr>
                  <a:spLocks noChangeArrowheads="1"/>
                </p:cNvSpPr>
                <p:nvPr/>
              </p:nvSpPr>
              <p:spPr bwMode="auto">
                <a:xfrm>
                  <a:off x="4133" y="890"/>
                  <a:ext cx="335" cy="211"/>
                </a:xfrm>
                <a:prstGeom prst="rect">
                  <a:avLst/>
                </a:prstGeom>
                <a:solidFill>
                  <a:srgbClr val="CC99CC"/>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67"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65"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grpSp>
      <p:sp>
        <p:nvSpPr>
          <p:cNvPr id="168" name="Text Box 156"/>
          <p:cNvSpPr txBox="1">
            <a:spLocks noChangeArrowheads="1"/>
          </p:cNvSpPr>
          <p:nvPr/>
        </p:nvSpPr>
        <p:spPr bwMode="auto">
          <a:xfrm>
            <a:off x="5196895" y="2914689"/>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sp>
        <p:nvSpPr>
          <p:cNvPr id="169" name="Text Box 157"/>
          <p:cNvSpPr txBox="1">
            <a:spLocks noChangeArrowheads="1"/>
          </p:cNvSpPr>
          <p:nvPr/>
        </p:nvSpPr>
        <p:spPr bwMode="auto">
          <a:xfrm>
            <a:off x="5196896" y="2557813"/>
            <a:ext cx="33855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8</a:t>
            </a:r>
          </a:p>
        </p:txBody>
      </p:sp>
      <p:grpSp>
        <p:nvGrpSpPr>
          <p:cNvPr id="106" name="Group 31"/>
          <p:cNvGrpSpPr>
            <a:grpSpLocks/>
          </p:cNvGrpSpPr>
          <p:nvPr/>
        </p:nvGrpSpPr>
        <p:grpSpPr bwMode="auto">
          <a:xfrm>
            <a:off x="6584030" y="2212351"/>
            <a:ext cx="2497139" cy="285750"/>
            <a:chOff x="4029" y="527"/>
            <a:chExt cx="1573" cy="180"/>
          </a:xfrm>
        </p:grpSpPr>
        <p:sp>
          <p:nvSpPr>
            <p:cNvPr id="107" name="Rectangle 32"/>
            <p:cNvSpPr>
              <a:spLocks noChangeArrowheads="1"/>
            </p:cNvSpPr>
            <p:nvPr/>
          </p:nvSpPr>
          <p:spPr bwMode="auto">
            <a:xfrm>
              <a:off x="4242" y="536"/>
              <a:ext cx="952"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err="1">
                  <a:solidFill>
                    <a:prstClr val="black"/>
                  </a:solidFill>
                  <a:latin typeface="Times New Roman" panose="02020603050405020304" pitchFamily="18" charset="0"/>
                  <a:ea typeface="宋体" panose="02010600030101010101" pitchFamily="2" charset="-122"/>
                </a:rPr>
                <a:t>j</a:t>
              </a:r>
              <a:endParaRPr lang="en-GB" altLang="zh-CN" sz="1800" b="0" i="1" kern="0" dirty="0">
                <a:solidFill>
                  <a:prstClr val="black"/>
                </a:solidFill>
                <a:latin typeface="Times New Roman" panose="02020603050405020304" pitchFamily="18" charset="0"/>
                <a:ea typeface="宋体" panose="02010600030101010101" pitchFamily="2" charset="-122"/>
              </a:endParaRPr>
            </a:p>
          </p:txBody>
        </p:sp>
        <p:sp>
          <p:nvSpPr>
            <p:cNvPr id="108"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8</a:t>
              </a:r>
            </a:p>
          </p:txBody>
        </p:sp>
        <p:sp>
          <p:nvSpPr>
            <p:cNvPr id="109" name="Rectangle 34"/>
            <p:cNvSpPr>
              <a:spLocks noChangeArrowheads="1"/>
            </p:cNvSpPr>
            <p:nvPr/>
          </p:nvSpPr>
          <p:spPr bwMode="auto">
            <a:xfrm>
              <a:off x="5194" y="536"/>
              <a:ext cx="408" cy="141"/>
            </a:xfrm>
            <a:prstGeom prst="rect">
              <a:avLst/>
            </a:prstGeom>
            <a:solidFill>
              <a:srgbClr val="D9B2D9"/>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7</a:t>
              </a:r>
            </a:p>
          </p:txBody>
        </p:sp>
      </p:grpSp>
      <p:grpSp>
        <p:nvGrpSpPr>
          <p:cNvPr id="110" name="Group 31"/>
          <p:cNvGrpSpPr>
            <a:grpSpLocks/>
          </p:cNvGrpSpPr>
          <p:nvPr/>
        </p:nvGrpSpPr>
        <p:grpSpPr bwMode="auto">
          <a:xfrm>
            <a:off x="6584030" y="2443159"/>
            <a:ext cx="2497139" cy="285750"/>
            <a:chOff x="4029" y="527"/>
            <a:chExt cx="1573" cy="180"/>
          </a:xfrm>
        </p:grpSpPr>
        <p:sp>
          <p:nvSpPr>
            <p:cNvPr id="111" name="Rectangle 32"/>
            <p:cNvSpPr>
              <a:spLocks noChangeArrowheads="1"/>
            </p:cNvSpPr>
            <p:nvPr/>
          </p:nvSpPr>
          <p:spPr bwMode="auto">
            <a:xfrm>
              <a:off x="4242" y="536"/>
              <a:ext cx="952"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quicksort</a:t>
              </a:r>
            </a:p>
          </p:txBody>
        </p:sp>
        <p:sp>
          <p:nvSpPr>
            <p:cNvPr id="112" name="Text Box 33"/>
            <p:cNvSpPr txBox="1">
              <a:spLocks noChangeArrowheads="1"/>
            </p:cNvSpPr>
            <p:nvPr/>
          </p:nvSpPr>
          <p:spPr bwMode="auto">
            <a:xfrm>
              <a:off x="4029"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9</a:t>
              </a:r>
            </a:p>
          </p:txBody>
        </p:sp>
        <p:sp>
          <p:nvSpPr>
            <p:cNvPr id="113" name="Rectangle 34"/>
            <p:cNvSpPr>
              <a:spLocks noChangeArrowheads="1"/>
            </p:cNvSpPr>
            <p:nvPr/>
          </p:nvSpPr>
          <p:spPr bwMode="auto">
            <a:xfrm>
              <a:off x="5194" y="536"/>
              <a:ext cx="408" cy="141"/>
            </a:xfrm>
            <a:prstGeom prst="rect">
              <a:avLst/>
            </a:prstGeom>
            <a:solidFill>
              <a:schemeClr val="accent4">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6</a:t>
              </a:r>
            </a:p>
          </p:txBody>
        </p:sp>
      </p:grpSp>
      <p:grpSp>
        <p:nvGrpSpPr>
          <p:cNvPr id="114" name="Group 153"/>
          <p:cNvGrpSpPr>
            <a:grpSpLocks/>
          </p:cNvGrpSpPr>
          <p:nvPr/>
        </p:nvGrpSpPr>
        <p:grpSpPr bwMode="auto">
          <a:xfrm>
            <a:off x="3118670" y="1464061"/>
            <a:ext cx="877888" cy="434975"/>
            <a:chOff x="1511" y="516"/>
            <a:chExt cx="553" cy="274"/>
          </a:xfrm>
        </p:grpSpPr>
        <p:sp>
          <p:nvSpPr>
            <p:cNvPr id="116" name="Rectangle 154"/>
            <p:cNvSpPr>
              <a:spLocks noChangeArrowheads="1"/>
            </p:cNvSpPr>
            <p:nvPr/>
          </p:nvSpPr>
          <p:spPr bwMode="auto">
            <a:xfrm>
              <a:off x="1733" y="516"/>
              <a:ext cx="331" cy="273"/>
            </a:xfrm>
            <a:prstGeom prst="rect">
              <a:avLst/>
            </a:prstGeom>
            <a:solidFill>
              <a:srgbClr val="FF0000">
                <a:alpha val="59999"/>
              </a:srgb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sp>
          <p:nvSpPr>
            <p:cNvPr id="117"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2</a:t>
              </a:r>
            </a:p>
          </p:txBody>
        </p:sp>
      </p:grpSp>
      <p:grpSp>
        <p:nvGrpSpPr>
          <p:cNvPr id="119" name="组合 118"/>
          <p:cNvGrpSpPr/>
          <p:nvPr/>
        </p:nvGrpSpPr>
        <p:grpSpPr>
          <a:xfrm>
            <a:off x="4748720" y="3278127"/>
            <a:ext cx="874713" cy="669926"/>
            <a:chOff x="4756817" y="602902"/>
            <a:chExt cx="874713" cy="669925"/>
          </a:xfrm>
        </p:grpSpPr>
        <p:sp>
          <p:nvSpPr>
            <p:cNvPr id="120" name="Rectangle 21"/>
            <p:cNvSpPr>
              <a:spLocks noChangeArrowheads="1"/>
            </p:cNvSpPr>
            <p:nvPr/>
          </p:nvSpPr>
          <p:spPr bwMode="auto">
            <a:xfrm>
              <a:off x="5099713" y="937864"/>
              <a:ext cx="530225" cy="334963"/>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121" name="Group 19"/>
            <p:cNvGrpSpPr>
              <a:grpSpLocks/>
            </p:cNvGrpSpPr>
            <p:nvPr/>
          </p:nvGrpSpPr>
          <p:grpSpPr bwMode="auto">
            <a:xfrm>
              <a:off x="4756817" y="602902"/>
              <a:ext cx="874713" cy="669925"/>
              <a:chOff x="2919" y="527"/>
              <a:chExt cx="551" cy="422"/>
            </a:xfrm>
          </p:grpSpPr>
          <p:grpSp>
            <p:nvGrpSpPr>
              <p:cNvPr id="122" name="Group 20"/>
              <p:cNvGrpSpPr>
                <a:grpSpLocks/>
              </p:cNvGrpSpPr>
              <p:nvPr/>
            </p:nvGrpSpPr>
            <p:grpSpPr bwMode="auto">
              <a:xfrm>
                <a:off x="3135" y="527"/>
                <a:ext cx="335" cy="422"/>
                <a:chOff x="4133" y="890"/>
                <a:chExt cx="335" cy="422"/>
              </a:xfrm>
            </p:grpSpPr>
            <p:sp>
              <p:nvSpPr>
                <p:cNvPr id="124" name="Rectangle 21"/>
                <p:cNvSpPr>
                  <a:spLocks noChangeArrowheads="1"/>
                </p:cNvSpPr>
                <p:nvPr/>
              </p:nvSpPr>
              <p:spPr bwMode="auto">
                <a:xfrm>
                  <a:off x="4133" y="890"/>
                  <a:ext cx="335" cy="211"/>
                </a:xfrm>
                <a:prstGeom prst="rect">
                  <a:avLst/>
                </a:prstGeom>
                <a:solidFill>
                  <a:srgbClr val="FF6666"/>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125"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123"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4</a:t>
                </a:r>
              </a:p>
            </p:txBody>
          </p:sp>
        </p:grpSp>
      </p:grpSp>
      <p:sp>
        <p:nvSpPr>
          <p:cNvPr id="126" name="Text Box 156"/>
          <p:cNvSpPr txBox="1">
            <a:spLocks noChangeArrowheads="1"/>
          </p:cNvSpPr>
          <p:nvPr/>
        </p:nvSpPr>
        <p:spPr bwMode="auto">
          <a:xfrm>
            <a:off x="5100346" y="3561530"/>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14</a:t>
            </a:r>
          </a:p>
        </p:txBody>
      </p:sp>
      <p:sp>
        <p:nvSpPr>
          <p:cNvPr id="127" name="Text Box 157"/>
          <p:cNvSpPr txBox="1">
            <a:spLocks noChangeArrowheads="1"/>
          </p:cNvSpPr>
          <p:nvPr/>
        </p:nvSpPr>
        <p:spPr bwMode="auto">
          <a:xfrm>
            <a:off x="5103544" y="3229309"/>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11</a:t>
            </a:r>
          </a:p>
        </p:txBody>
      </p:sp>
      <p:grpSp>
        <p:nvGrpSpPr>
          <p:cNvPr id="128" name="Group 31"/>
          <p:cNvGrpSpPr>
            <a:grpSpLocks/>
          </p:cNvGrpSpPr>
          <p:nvPr/>
        </p:nvGrpSpPr>
        <p:grpSpPr bwMode="auto">
          <a:xfrm>
            <a:off x="6516331" y="2680941"/>
            <a:ext cx="2571752" cy="285750"/>
            <a:chOff x="3982" y="527"/>
            <a:chExt cx="1620" cy="180"/>
          </a:xfrm>
        </p:grpSpPr>
        <p:sp>
          <p:nvSpPr>
            <p:cNvPr id="12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m</a:t>
              </a:r>
            </a:p>
          </p:txBody>
        </p:sp>
        <p:sp>
          <p:nvSpPr>
            <p:cNvPr id="13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10</a:t>
              </a:r>
            </a:p>
          </p:txBody>
        </p:sp>
        <p:sp>
          <p:nvSpPr>
            <p:cNvPr id="131"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132" name="Group 31"/>
          <p:cNvGrpSpPr>
            <a:grpSpLocks/>
          </p:cNvGrpSpPr>
          <p:nvPr/>
        </p:nvGrpSpPr>
        <p:grpSpPr bwMode="auto">
          <a:xfrm>
            <a:off x="6509416" y="2894633"/>
            <a:ext cx="2571752" cy="285750"/>
            <a:chOff x="3982" y="527"/>
            <a:chExt cx="1620" cy="180"/>
          </a:xfrm>
        </p:grpSpPr>
        <p:sp>
          <p:nvSpPr>
            <p:cNvPr id="133"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n</a:t>
              </a:r>
            </a:p>
          </p:txBody>
        </p:sp>
        <p:sp>
          <p:nvSpPr>
            <p:cNvPr id="134"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11</a:t>
              </a:r>
            </a:p>
          </p:txBody>
        </p:sp>
        <p:sp>
          <p:nvSpPr>
            <p:cNvPr id="135"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10</a:t>
              </a:r>
            </a:p>
          </p:txBody>
        </p:sp>
      </p:grpSp>
      <p:grpSp>
        <p:nvGrpSpPr>
          <p:cNvPr id="136" name="Group 31"/>
          <p:cNvGrpSpPr>
            <a:grpSpLocks/>
          </p:cNvGrpSpPr>
          <p:nvPr/>
        </p:nvGrpSpPr>
        <p:grpSpPr bwMode="auto">
          <a:xfrm>
            <a:off x="6516328" y="3120577"/>
            <a:ext cx="2571752" cy="285750"/>
            <a:chOff x="3982" y="527"/>
            <a:chExt cx="1620" cy="180"/>
          </a:xfrm>
        </p:grpSpPr>
        <p:sp>
          <p:nvSpPr>
            <p:cNvPr id="137"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k</a:t>
              </a:r>
            </a:p>
          </p:txBody>
        </p:sp>
        <p:sp>
          <p:nvSpPr>
            <p:cNvPr id="15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12</a:t>
              </a:r>
            </a:p>
          </p:txBody>
        </p:sp>
        <p:sp>
          <p:nvSpPr>
            <p:cNvPr id="153"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11</a:t>
              </a:r>
            </a:p>
          </p:txBody>
        </p:sp>
      </p:grpSp>
      <p:grpSp>
        <p:nvGrpSpPr>
          <p:cNvPr id="154" name="Group 31"/>
          <p:cNvGrpSpPr>
            <a:grpSpLocks/>
          </p:cNvGrpSpPr>
          <p:nvPr/>
        </p:nvGrpSpPr>
        <p:grpSpPr bwMode="auto">
          <a:xfrm>
            <a:off x="6509416" y="3335795"/>
            <a:ext cx="2571752" cy="285750"/>
            <a:chOff x="3982" y="527"/>
            <a:chExt cx="1620" cy="180"/>
          </a:xfrm>
        </p:grpSpPr>
        <p:sp>
          <p:nvSpPr>
            <p:cNvPr id="155"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v</a:t>
              </a:r>
            </a:p>
          </p:txBody>
        </p:sp>
        <p:sp>
          <p:nvSpPr>
            <p:cNvPr id="15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13</a:t>
              </a:r>
            </a:p>
          </p:txBody>
        </p:sp>
        <p:sp>
          <p:nvSpPr>
            <p:cNvPr id="157"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12</a:t>
              </a:r>
            </a:p>
          </p:txBody>
        </p:sp>
      </p:grpSp>
      <p:grpSp>
        <p:nvGrpSpPr>
          <p:cNvPr id="158" name="Group 31"/>
          <p:cNvGrpSpPr>
            <a:grpSpLocks/>
          </p:cNvGrpSpPr>
          <p:nvPr/>
        </p:nvGrpSpPr>
        <p:grpSpPr bwMode="auto">
          <a:xfrm>
            <a:off x="6516328" y="3560370"/>
            <a:ext cx="2571752" cy="285750"/>
            <a:chOff x="3982" y="527"/>
            <a:chExt cx="1620" cy="180"/>
          </a:xfrm>
        </p:grpSpPr>
        <p:sp>
          <p:nvSpPr>
            <p:cNvPr id="159" name="Rectangle 32"/>
            <p:cNvSpPr>
              <a:spLocks noChangeArrowheads="1"/>
            </p:cNvSpPr>
            <p:nvPr/>
          </p:nvSpPr>
          <p:spPr bwMode="auto">
            <a:xfrm>
              <a:off x="4242" y="536"/>
              <a:ext cx="952"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partition</a:t>
              </a:r>
            </a:p>
          </p:txBody>
        </p:sp>
        <p:sp>
          <p:nvSpPr>
            <p:cNvPr id="160"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14</a:t>
              </a:r>
            </a:p>
          </p:txBody>
        </p:sp>
        <p:sp>
          <p:nvSpPr>
            <p:cNvPr id="170" name="Rectangle 34"/>
            <p:cNvSpPr>
              <a:spLocks noChangeArrowheads="1"/>
            </p:cNvSpPr>
            <p:nvPr/>
          </p:nvSpPr>
          <p:spPr bwMode="auto">
            <a:xfrm>
              <a:off x="5194" y="536"/>
              <a:ext cx="408" cy="141"/>
            </a:xfrm>
            <a:prstGeom prst="rect">
              <a:avLst/>
            </a:prstGeom>
            <a:solidFill>
              <a:srgbClr val="FF6666"/>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13</a:t>
              </a:r>
            </a:p>
          </p:txBody>
        </p:sp>
      </p:grpSp>
      <p:sp>
        <p:nvSpPr>
          <p:cNvPr id="199" name="Rectangle 3"/>
          <p:cNvSpPr txBox="1">
            <a:spLocks noChangeArrowheads="1"/>
          </p:cNvSpPr>
          <p:nvPr/>
        </p:nvSpPr>
        <p:spPr bwMode="auto">
          <a:xfrm>
            <a:off x="25019" y="2669543"/>
            <a:ext cx="3538869" cy="2430016"/>
          </a:xfrm>
          <a:prstGeom prst="rect">
            <a:avLst/>
          </a:prstGeom>
          <a:solidFill>
            <a:schemeClr val="accent5">
              <a:lumMod val="60000"/>
              <a:lumOff val="40000"/>
            </a:schemeClr>
          </a:solidFill>
          <a:ln>
            <a:solidFill>
              <a:schemeClr val="tx1"/>
            </a:solidFill>
          </a:ln>
        </p:spPr>
        <p:txBody>
          <a:bodyPr lIns="68580" tIns="34290" rIns="68580" bIns="34290"/>
          <a:lstStyle>
            <a:lvl1pPr marL="271463" indent="-271463">
              <a:spcBef>
                <a:spcPct val="20000"/>
              </a:spcBef>
              <a:buClr>
                <a:schemeClr val="accent1"/>
              </a:buClr>
              <a:buSzPct val="100000"/>
              <a:buFont typeface="Symbol" panose="05050102010706020507" pitchFamily="18" charset="2"/>
              <a:buChar char=""/>
              <a:defRPr sz="2400">
                <a:solidFill>
                  <a:schemeClr val="tx2"/>
                </a:solidFill>
                <a:latin typeface="Candara" panose="020E0502030303020204" pitchFamily="34" charset="0"/>
              </a:defRPr>
            </a:lvl1pPr>
            <a:lvl2pPr marL="742950" indent="-285750">
              <a:spcBef>
                <a:spcPct val="20000"/>
              </a:spcBef>
              <a:buClr>
                <a:schemeClr val="accent1"/>
              </a:buClr>
              <a:buSzPct val="100000"/>
              <a:buFont typeface="Symbol" panose="05050102010706020507" pitchFamily="18" charset="2"/>
              <a:buChar char=""/>
              <a:defRPr sz="2200">
                <a:solidFill>
                  <a:schemeClr val="tx2"/>
                </a:solidFill>
                <a:latin typeface="Candara" panose="020E0502030303020204" pitchFamily="34" charset="0"/>
              </a:defRPr>
            </a:lvl2pPr>
            <a:lvl3pPr marL="11430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3pPr>
            <a:lvl4pPr marL="1600200" indent="-228600">
              <a:spcBef>
                <a:spcPct val="20000"/>
              </a:spcBef>
              <a:buClr>
                <a:schemeClr val="accent1"/>
              </a:buClr>
              <a:buSzPct val="100000"/>
              <a:buFont typeface="Symbol" panose="05050102010706020507" pitchFamily="18" charset="2"/>
              <a:buChar char=""/>
              <a:defRPr sz="2000">
                <a:solidFill>
                  <a:schemeClr val="tx2"/>
                </a:solidFill>
                <a:latin typeface="Candara" panose="020E0502030303020204" pitchFamily="34" charset="0"/>
              </a:defRPr>
            </a:lvl4pPr>
            <a:lvl5pPr marL="2057400" indent="-228600">
              <a:spcBef>
                <a:spcPct val="20000"/>
              </a:spcBef>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5pPr>
            <a:lvl6pPr marL="25146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6pPr>
            <a:lvl7pPr marL="29718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7pPr>
            <a:lvl8pPr marL="34290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8pPr>
            <a:lvl9pPr marL="3886200" indent="-228600" eaLnBrk="0" fontAlgn="base" hangingPunct="0">
              <a:spcBef>
                <a:spcPct val="20000"/>
              </a:spcBef>
              <a:spcAft>
                <a:spcPct val="0"/>
              </a:spcAft>
              <a:buClr>
                <a:schemeClr val="accent1"/>
              </a:buClr>
              <a:buSzPct val="100000"/>
              <a:buFont typeface="Symbol" panose="05050102010706020507" pitchFamily="18" charset="2"/>
              <a:buChar char=""/>
              <a:defRPr sz="1600">
                <a:solidFill>
                  <a:schemeClr val="tx2"/>
                </a:solidFill>
                <a:latin typeface="Candara" panose="020E0502030303020204" pitchFamily="34" charset="0"/>
              </a:defRPr>
            </a:lvl9pPr>
          </a:lstStyle>
          <a:p>
            <a:pPr marL="271457" indent="-271457" algn="just" defTabSz="914378" eaLnBrk="1" hangingPunct="1">
              <a:lnSpc>
                <a:spcPts val="1400"/>
              </a:lnSpc>
              <a:spcBef>
                <a:spcPct val="12000"/>
              </a:spcBef>
              <a:buClr>
                <a:srgbClr val="3333CC"/>
              </a:buClr>
              <a:buNone/>
              <a:defRPr/>
            </a:pPr>
            <a:r>
              <a:rPr lang="en-US" altLang="zh-CN" sz="1800" i="1" dirty="0">
                <a:solidFill>
                  <a:srgbClr val="0000FF"/>
                </a:solidFill>
                <a:latin typeface="Times New Roman" panose="02020603050405020304" pitchFamily="18" charset="0"/>
              </a:rPr>
              <a:t>program</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sort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i="1"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a</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[11]; </a:t>
            </a:r>
            <a:r>
              <a:rPr lang="en-US" altLang="zh-CN" sz="1800" i="1" dirty="0">
                <a:solidFill>
                  <a:prstClr val="black"/>
                </a:solidFill>
                <a:latin typeface="Times New Roman" panose="02020603050405020304" pitchFamily="18" charset="0"/>
              </a:rPr>
              <a:t>x</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readarray</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exchange </a:t>
            </a:r>
            <a:r>
              <a:rPr lang="en-US" altLang="zh-CN" sz="1800" dirty="0">
                <a:solidFill>
                  <a:prstClr val="black"/>
                </a:solidFill>
                <a:latin typeface="Times New Roman" panose="02020603050405020304" pitchFamily="18" charset="0"/>
              </a:rPr>
              <a:t>(</a:t>
            </a:r>
            <a:r>
              <a:rPr lang="en-US" altLang="zh-CN" sz="1800" i="1" dirty="0" err="1">
                <a:solidFill>
                  <a:prstClr val="black"/>
                </a:solidFill>
                <a:latin typeface="Times New Roman" panose="02020603050405020304" pitchFamily="18" charset="0"/>
              </a:rPr>
              <a:t>i,j:integer</a:t>
            </a:r>
            <a:r>
              <a:rPr lang="en-US" altLang="zh-CN" sz="1800" dirty="0">
                <a:solidFill>
                  <a:prstClr val="black"/>
                </a:solidFill>
                <a:latin typeface="Times New Roman" panose="02020603050405020304" pitchFamily="18" charset="0"/>
              </a:rPr>
              <a:t>); {…}</a:t>
            </a:r>
            <a:endParaRPr lang="zh-CN" altLang="en-US" sz="1800" dirty="0">
              <a:solidFill>
                <a:srgbClr val="073E87"/>
              </a:solidFill>
              <a:latin typeface="Times New Roman" panose="02020603050405020304" pitchFamily="18" charset="0"/>
            </a:endParaRP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proc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quicksort</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m, n:integer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k</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v</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func</a:t>
            </a:r>
            <a:r>
              <a:rPr lang="en-US" altLang="zh-CN" sz="1800" dirty="0">
                <a:solidFill>
                  <a:srgbClr val="0000FF"/>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partition</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y, z:integer</a:t>
            </a:r>
            <a:r>
              <a:rPr lang="en-US" altLang="zh-CN" sz="1800" dirty="0">
                <a:solidFill>
                  <a:prstClr val="black"/>
                </a:solidFill>
                <a:latin typeface="Times New Roman" panose="02020603050405020304" pitchFamily="18" charset="0"/>
              </a:rPr>
              <a:t>);</a:t>
            </a:r>
          </a:p>
          <a:p>
            <a:pPr marL="271457" indent="-271457" algn="just" defTabSz="914378" eaLnBrk="1" hangingPunct="1">
              <a:lnSpc>
                <a:spcPts val="1400"/>
              </a:lnSpc>
              <a:spcBef>
                <a:spcPct val="12000"/>
              </a:spcBef>
              <a:buClr>
                <a:srgbClr val="3333CC"/>
              </a:buClr>
              <a:buNone/>
              <a:defRPr/>
            </a:pPr>
            <a:r>
              <a:rPr lang="en-US" altLang="zh-CN" sz="1800" dirty="0">
                <a:solidFill>
                  <a:srgbClr val="073E87"/>
                </a:solidFill>
                <a:latin typeface="Times New Roman" panose="02020603050405020304" pitchFamily="18" charset="0"/>
              </a:rPr>
              <a:t>	       </a:t>
            </a:r>
            <a:r>
              <a:rPr lang="en-US" altLang="zh-CN" sz="1800" i="1" dirty="0" err="1">
                <a:solidFill>
                  <a:srgbClr val="0000FF"/>
                </a:solidFill>
                <a:latin typeface="Times New Roman" panose="02020603050405020304" pitchFamily="18" charset="0"/>
              </a:rPr>
              <a:t>var</a:t>
            </a:r>
            <a:r>
              <a:rPr lang="en-US" altLang="zh-CN" sz="1800" dirty="0">
                <a:solidFill>
                  <a:srgbClr val="0000FF"/>
                </a:solidFill>
                <a:latin typeface="Times New Roman" panose="02020603050405020304" pitchFamily="18" charset="0"/>
              </a:rPr>
              <a:t> </a:t>
            </a:r>
            <a:r>
              <a:rPr lang="en-US" altLang="zh-CN" sz="1800" i="1" dirty="0" err="1">
                <a:solidFill>
                  <a:prstClr val="black"/>
                </a:solidFill>
                <a:latin typeface="Times New Roman" panose="02020603050405020304" pitchFamily="18" charset="0"/>
              </a:rPr>
              <a:t>i</a:t>
            </a:r>
            <a:r>
              <a:rPr lang="en-US" altLang="zh-CN" sz="1800" dirty="0">
                <a:solidFill>
                  <a:prstClr val="black"/>
                </a:solidFill>
                <a:latin typeface="Times New Roman" panose="02020603050405020304" pitchFamily="18" charset="0"/>
              </a:rPr>
              <a:t>, </a:t>
            </a:r>
            <a:r>
              <a:rPr lang="en-US" altLang="zh-CN" sz="1800" i="1" dirty="0">
                <a:solidFill>
                  <a:prstClr val="black"/>
                </a:solidFill>
                <a:latin typeface="Times New Roman" panose="02020603050405020304" pitchFamily="18" charset="0"/>
              </a:rPr>
              <a:t>j</a:t>
            </a:r>
            <a:r>
              <a:rPr lang="en-US" altLang="zh-CN" sz="1800" dirty="0">
                <a:solidFill>
                  <a:prstClr val="black"/>
                </a:solidFill>
                <a:latin typeface="Times New Roman" panose="02020603050405020304" pitchFamily="18" charset="0"/>
              </a:rPr>
              <a:t>:</a:t>
            </a:r>
            <a:r>
              <a:rPr lang="en-US" altLang="zh-CN" sz="1800" i="1" dirty="0">
                <a:solidFill>
                  <a:prstClr val="black"/>
                </a:solidFill>
                <a:latin typeface="Times New Roman" panose="02020603050405020304" pitchFamily="18" charset="0"/>
              </a:rPr>
              <a:t>int</a:t>
            </a: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a:p>
            <a:pPr marL="271457" indent="-271457" algn="just" defTabSz="914378" eaLnBrk="1" hangingPunct="1">
              <a:lnSpc>
                <a:spcPts val="1400"/>
              </a:lnSpc>
              <a:spcBef>
                <a:spcPct val="12000"/>
              </a:spcBef>
              <a:buClr>
                <a:srgbClr val="3333CC"/>
              </a:buClr>
              <a:buNone/>
              <a:defRPr/>
            </a:pPr>
            <a:r>
              <a:rPr lang="en-US" altLang="zh-CN" sz="1800" dirty="0">
                <a:solidFill>
                  <a:prstClr val="black"/>
                </a:solidFill>
                <a:latin typeface="Times New Roman" panose="02020603050405020304" pitchFamily="18" charset="0"/>
              </a:rPr>
              <a:t>     {…}</a:t>
            </a:r>
          </a:p>
        </p:txBody>
      </p:sp>
      <p:grpSp>
        <p:nvGrpSpPr>
          <p:cNvPr id="200" name="组合 199"/>
          <p:cNvGrpSpPr/>
          <p:nvPr/>
        </p:nvGrpSpPr>
        <p:grpSpPr>
          <a:xfrm>
            <a:off x="3996557" y="1670909"/>
            <a:ext cx="1109520" cy="1685897"/>
            <a:chOff x="3996557" y="1670908"/>
            <a:chExt cx="1109520" cy="1685897"/>
          </a:xfrm>
        </p:grpSpPr>
        <p:cxnSp>
          <p:nvCxnSpPr>
            <p:cNvPr id="201" name="直接连接符 200"/>
            <p:cNvCxnSpPr/>
            <p:nvPr/>
          </p:nvCxnSpPr>
          <p:spPr>
            <a:xfrm>
              <a:off x="3996557" y="1680754"/>
              <a:ext cx="567348" cy="0"/>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202" name="直接连接符 201"/>
            <p:cNvCxnSpPr/>
            <p:nvPr/>
          </p:nvCxnSpPr>
          <p:spPr>
            <a:xfrm>
              <a:off x="4572000" y="1670908"/>
              <a:ext cx="0" cy="1685103"/>
            </a:xfrm>
            <a:prstGeom prst="line">
              <a:avLst/>
            </a:prstGeom>
            <a:ln w="19050">
              <a:solidFill>
                <a:srgbClr val="FF6666"/>
              </a:solidFill>
            </a:ln>
          </p:spPr>
          <p:style>
            <a:lnRef idx="1">
              <a:schemeClr val="accent1"/>
            </a:lnRef>
            <a:fillRef idx="0">
              <a:schemeClr val="accent1"/>
            </a:fillRef>
            <a:effectRef idx="0">
              <a:schemeClr val="accent1"/>
            </a:effectRef>
            <a:fontRef idx="minor">
              <a:schemeClr val="tx1"/>
            </a:fontRef>
          </p:style>
        </p:cxnSp>
        <p:cxnSp>
          <p:nvCxnSpPr>
            <p:cNvPr id="209" name="直接连接符 208"/>
            <p:cNvCxnSpPr/>
            <p:nvPr/>
          </p:nvCxnSpPr>
          <p:spPr>
            <a:xfrm flipV="1">
              <a:off x="4563905" y="3356805"/>
              <a:ext cx="542172" cy="0"/>
            </a:xfrm>
            <a:prstGeom prst="line">
              <a:avLst/>
            </a:prstGeom>
            <a:ln w="19050">
              <a:solidFill>
                <a:srgbClr val="FF6666"/>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211" name="Group 153"/>
          <p:cNvGrpSpPr>
            <a:grpSpLocks/>
          </p:cNvGrpSpPr>
          <p:nvPr/>
        </p:nvGrpSpPr>
        <p:grpSpPr bwMode="auto">
          <a:xfrm>
            <a:off x="3125210" y="1907706"/>
            <a:ext cx="877888" cy="434975"/>
            <a:chOff x="1511" y="516"/>
            <a:chExt cx="553" cy="274"/>
          </a:xfrm>
        </p:grpSpPr>
        <p:sp>
          <p:nvSpPr>
            <p:cNvPr id="212" name="Rectangle 154"/>
            <p:cNvSpPr>
              <a:spLocks noChangeArrowheads="1"/>
            </p:cNvSpPr>
            <p:nvPr/>
          </p:nvSpPr>
          <p:spPr bwMode="auto">
            <a:xfrm>
              <a:off x="1733" y="516"/>
              <a:ext cx="331" cy="273"/>
            </a:xfrm>
            <a:prstGeom prst="rect">
              <a:avLst/>
            </a:prstGeom>
            <a:solidFill>
              <a:schemeClr val="accent1">
                <a:alpha val="60000"/>
              </a:schemeClr>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sp>
          <p:nvSpPr>
            <p:cNvPr id="213" name="Text Box 155"/>
            <p:cNvSpPr txBox="1">
              <a:spLocks noChangeArrowheads="1"/>
            </p:cNvSpPr>
            <p:nvPr/>
          </p:nvSpPr>
          <p:spPr bwMode="auto">
            <a:xfrm>
              <a:off x="1511" y="518"/>
              <a:ext cx="212" cy="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3</a:t>
              </a:r>
            </a:p>
          </p:txBody>
        </p:sp>
      </p:grpSp>
      <p:sp>
        <p:nvSpPr>
          <p:cNvPr id="216" name="Freeform 171"/>
          <p:cNvSpPr>
            <a:spLocks/>
          </p:cNvSpPr>
          <p:nvPr/>
        </p:nvSpPr>
        <p:spPr bwMode="auto">
          <a:xfrm>
            <a:off x="4009446" y="2179020"/>
            <a:ext cx="1079500" cy="1966558"/>
          </a:xfrm>
          <a:custGeom>
            <a:avLst/>
            <a:gdLst>
              <a:gd name="T0" fmla="*/ 0 w 725"/>
              <a:gd name="T1" fmla="*/ 0 h 1360"/>
              <a:gd name="T2" fmla="*/ 115 w 725"/>
              <a:gd name="T3" fmla="*/ 0 h 1360"/>
              <a:gd name="T4" fmla="*/ 115 w 725"/>
              <a:gd name="T5" fmla="*/ 1360 h 1360"/>
              <a:gd name="T6" fmla="*/ 462 w 725"/>
              <a:gd name="T7" fmla="*/ 1360 h 1360"/>
              <a:gd name="T8" fmla="*/ 0 60000 65536"/>
              <a:gd name="T9" fmla="*/ 0 60000 65536"/>
              <a:gd name="T10" fmla="*/ 0 60000 65536"/>
              <a:gd name="T11" fmla="*/ 0 60000 65536"/>
              <a:gd name="T12" fmla="*/ 0 w 725"/>
              <a:gd name="T13" fmla="*/ 0 h 1360"/>
              <a:gd name="T14" fmla="*/ 725 w 725"/>
              <a:gd name="T15" fmla="*/ 1360 h 1360"/>
            </a:gdLst>
            <a:ahLst/>
            <a:cxnLst>
              <a:cxn ang="T8">
                <a:pos x="T0" y="T1"/>
              </a:cxn>
              <a:cxn ang="T9">
                <a:pos x="T2" y="T3"/>
              </a:cxn>
              <a:cxn ang="T10">
                <a:pos x="T4" y="T5"/>
              </a:cxn>
              <a:cxn ang="T11">
                <a:pos x="T6" y="T7"/>
              </a:cxn>
            </a:cxnLst>
            <a:rect l="T12" t="T13" r="T14" b="T15"/>
            <a:pathLst>
              <a:path w="725" h="1360">
                <a:moveTo>
                  <a:pt x="0" y="0"/>
                </a:moveTo>
                <a:lnTo>
                  <a:pt x="181" y="0"/>
                </a:lnTo>
                <a:lnTo>
                  <a:pt x="181" y="1360"/>
                </a:lnTo>
                <a:lnTo>
                  <a:pt x="725" y="1360"/>
                </a:lnTo>
              </a:path>
            </a:pathLst>
          </a:custGeom>
          <a:noFill/>
          <a:ln w="19050" cap="flat" cmpd="sng">
            <a:solidFill>
              <a:schemeClr val="accent1"/>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kern="0">
              <a:solidFill>
                <a:prstClr val="black"/>
              </a:solidFill>
              <a:latin typeface="Arial" panose="020B0604020202020204"/>
              <a:ea typeface="黑体" panose="02010609060101010101" pitchFamily="49" charset="-122"/>
            </a:endParaRPr>
          </a:p>
        </p:txBody>
      </p:sp>
      <p:grpSp>
        <p:nvGrpSpPr>
          <p:cNvPr id="217" name="组合 216"/>
          <p:cNvGrpSpPr/>
          <p:nvPr/>
        </p:nvGrpSpPr>
        <p:grpSpPr>
          <a:xfrm>
            <a:off x="4756310" y="3945400"/>
            <a:ext cx="874713" cy="669926"/>
            <a:chOff x="4756817" y="602902"/>
            <a:chExt cx="874713" cy="669925"/>
          </a:xfrm>
        </p:grpSpPr>
        <p:sp>
          <p:nvSpPr>
            <p:cNvPr id="218" name="Rectangle 21"/>
            <p:cNvSpPr>
              <a:spLocks noChangeArrowheads="1"/>
            </p:cNvSpPr>
            <p:nvPr/>
          </p:nvSpPr>
          <p:spPr bwMode="auto">
            <a:xfrm>
              <a:off x="5099713" y="937864"/>
              <a:ext cx="530225" cy="334963"/>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grpSp>
          <p:nvGrpSpPr>
            <p:cNvPr id="219" name="Group 19"/>
            <p:cNvGrpSpPr>
              <a:grpSpLocks/>
            </p:cNvGrpSpPr>
            <p:nvPr/>
          </p:nvGrpSpPr>
          <p:grpSpPr bwMode="auto">
            <a:xfrm>
              <a:off x="4756817" y="602902"/>
              <a:ext cx="874713" cy="669925"/>
              <a:chOff x="2919" y="527"/>
              <a:chExt cx="551" cy="422"/>
            </a:xfrm>
          </p:grpSpPr>
          <p:grpSp>
            <p:nvGrpSpPr>
              <p:cNvPr id="220" name="Group 20"/>
              <p:cNvGrpSpPr>
                <a:grpSpLocks/>
              </p:cNvGrpSpPr>
              <p:nvPr/>
            </p:nvGrpSpPr>
            <p:grpSpPr bwMode="auto">
              <a:xfrm>
                <a:off x="3135" y="527"/>
                <a:ext cx="335" cy="422"/>
                <a:chOff x="4133" y="890"/>
                <a:chExt cx="335" cy="422"/>
              </a:xfrm>
            </p:grpSpPr>
            <p:sp>
              <p:nvSpPr>
                <p:cNvPr id="222" name="Rectangle 21"/>
                <p:cNvSpPr>
                  <a:spLocks noChangeArrowheads="1"/>
                </p:cNvSpPr>
                <p:nvPr/>
              </p:nvSpPr>
              <p:spPr bwMode="auto">
                <a:xfrm>
                  <a:off x="4133" y="890"/>
                  <a:ext cx="335" cy="211"/>
                </a:xfrm>
                <a:prstGeom prst="rect">
                  <a:avLst/>
                </a:prstGeom>
                <a:solidFill>
                  <a:schemeClr val="accent1"/>
                </a:solidFill>
                <a:ln w="12700">
                  <a:solidFill>
                    <a:sysClr val="windowText" lastClr="000000"/>
                  </a:solidFill>
                  <a:prstDash val="dash"/>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endParaRPr lang="en-GB" altLang="zh-CN" sz="2400" b="0" kern="0">
                    <a:solidFill>
                      <a:prstClr val="black"/>
                    </a:solidFill>
                    <a:latin typeface="Times New Roman" panose="02020603050405020304" pitchFamily="18" charset="0"/>
                    <a:ea typeface="宋体" panose="02010600030101010101" pitchFamily="2" charset="-122"/>
                  </a:endParaRPr>
                </a:p>
              </p:txBody>
            </p:sp>
            <p:sp>
              <p:nvSpPr>
                <p:cNvPr id="223" name="Rectangle 23"/>
                <p:cNvSpPr>
                  <a:spLocks noChangeArrowheads="1"/>
                </p:cNvSpPr>
                <p:nvPr/>
              </p:nvSpPr>
              <p:spPr bwMode="auto">
                <a:xfrm>
                  <a:off x="4133" y="890"/>
                  <a:ext cx="335" cy="422"/>
                </a:xfrm>
                <a:prstGeom prst="rect">
                  <a:avLst/>
                </a:prstGeom>
                <a:noFill/>
                <a:ln w="12700">
                  <a:solidFill>
                    <a:sysClr val="windowText" lastClr="000000"/>
                  </a:solidFill>
                  <a:miter lim="800000"/>
                  <a:headEnd/>
                  <a:tailEnd type="none" w="lg" len="lg"/>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endParaRPr lang="zh-CN" altLang="en-US" sz="1800" b="0" kern="0">
                    <a:solidFill>
                      <a:prstClr val="black"/>
                    </a:solidFill>
                    <a:ea typeface="宋体" panose="02010600030101010101" pitchFamily="2" charset="-122"/>
                  </a:endParaRPr>
                </a:p>
              </p:txBody>
            </p:sp>
          </p:grpSp>
          <p:sp>
            <p:nvSpPr>
              <p:cNvPr id="221" name="Text Box 24"/>
              <p:cNvSpPr txBox="1">
                <a:spLocks noChangeArrowheads="1"/>
              </p:cNvSpPr>
              <p:nvPr/>
            </p:nvSpPr>
            <p:spPr bwMode="auto">
              <a:xfrm>
                <a:off x="2919" y="600"/>
                <a:ext cx="21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5</a:t>
                </a:r>
              </a:p>
            </p:txBody>
          </p:sp>
        </p:grpSp>
      </p:grpSp>
      <p:sp>
        <p:nvSpPr>
          <p:cNvPr id="224" name="Text Box 156"/>
          <p:cNvSpPr txBox="1">
            <a:spLocks noChangeArrowheads="1"/>
          </p:cNvSpPr>
          <p:nvPr/>
        </p:nvSpPr>
        <p:spPr bwMode="auto">
          <a:xfrm>
            <a:off x="5100796" y="4242711"/>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18</a:t>
            </a:r>
          </a:p>
        </p:txBody>
      </p:sp>
      <p:sp>
        <p:nvSpPr>
          <p:cNvPr id="225" name="Text Box 157"/>
          <p:cNvSpPr txBox="1">
            <a:spLocks noChangeArrowheads="1"/>
          </p:cNvSpPr>
          <p:nvPr/>
        </p:nvSpPr>
        <p:spPr bwMode="auto">
          <a:xfrm>
            <a:off x="5095744" y="3903207"/>
            <a:ext cx="49244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2400" b="0" kern="0" dirty="0">
                <a:solidFill>
                  <a:prstClr val="black"/>
                </a:solidFill>
                <a:latin typeface="Times New Roman" panose="02020603050405020304" pitchFamily="18" charset="0"/>
                <a:ea typeface="宋体" panose="02010600030101010101" pitchFamily="2" charset="-122"/>
              </a:rPr>
              <a:t>16</a:t>
            </a:r>
          </a:p>
        </p:txBody>
      </p:sp>
      <p:grpSp>
        <p:nvGrpSpPr>
          <p:cNvPr id="226" name="Group 31"/>
          <p:cNvGrpSpPr>
            <a:grpSpLocks/>
          </p:cNvGrpSpPr>
          <p:nvPr/>
        </p:nvGrpSpPr>
        <p:grpSpPr bwMode="auto">
          <a:xfrm>
            <a:off x="6516331" y="4236016"/>
            <a:ext cx="2571753" cy="285750"/>
            <a:chOff x="3982" y="535"/>
            <a:chExt cx="1620" cy="180"/>
          </a:xfrm>
        </p:grpSpPr>
        <p:sp>
          <p:nvSpPr>
            <p:cNvPr id="227"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i</a:t>
              </a:r>
            </a:p>
          </p:txBody>
        </p:sp>
        <p:sp>
          <p:nvSpPr>
            <p:cNvPr id="228" name="Text Box 33"/>
            <p:cNvSpPr txBox="1">
              <a:spLocks noChangeArrowheads="1"/>
            </p:cNvSpPr>
            <p:nvPr/>
          </p:nvSpPr>
          <p:spPr bwMode="auto">
            <a:xfrm>
              <a:off x="3982" y="535"/>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17</a:t>
              </a:r>
            </a:p>
          </p:txBody>
        </p:sp>
        <p:sp>
          <p:nvSpPr>
            <p:cNvPr id="229"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16</a:t>
              </a:r>
            </a:p>
          </p:txBody>
        </p:sp>
      </p:grpSp>
      <p:grpSp>
        <p:nvGrpSpPr>
          <p:cNvPr id="230" name="Group 31"/>
          <p:cNvGrpSpPr>
            <a:grpSpLocks/>
          </p:cNvGrpSpPr>
          <p:nvPr/>
        </p:nvGrpSpPr>
        <p:grpSpPr bwMode="auto">
          <a:xfrm>
            <a:off x="6516328" y="3785945"/>
            <a:ext cx="2571752" cy="285750"/>
            <a:chOff x="3982" y="527"/>
            <a:chExt cx="1620" cy="180"/>
          </a:xfrm>
        </p:grpSpPr>
        <p:sp>
          <p:nvSpPr>
            <p:cNvPr id="231"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y</a:t>
              </a:r>
            </a:p>
          </p:txBody>
        </p:sp>
        <p:sp>
          <p:nvSpPr>
            <p:cNvPr id="232"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15</a:t>
              </a:r>
            </a:p>
          </p:txBody>
        </p:sp>
        <p:sp>
          <p:nvSpPr>
            <p:cNvPr id="233"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0</a:t>
              </a:r>
            </a:p>
          </p:txBody>
        </p:sp>
      </p:grpSp>
      <p:grpSp>
        <p:nvGrpSpPr>
          <p:cNvPr id="234" name="Group 31"/>
          <p:cNvGrpSpPr>
            <a:grpSpLocks/>
          </p:cNvGrpSpPr>
          <p:nvPr/>
        </p:nvGrpSpPr>
        <p:grpSpPr bwMode="auto">
          <a:xfrm>
            <a:off x="6509416" y="4010717"/>
            <a:ext cx="2571752" cy="285750"/>
            <a:chOff x="3982" y="527"/>
            <a:chExt cx="1620" cy="180"/>
          </a:xfrm>
        </p:grpSpPr>
        <p:sp>
          <p:nvSpPr>
            <p:cNvPr id="235"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z</a:t>
              </a:r>
            </a:p>
          </p:txBody>
        </p:sp>
        <p:sp>
          <p:nvSpPr>
            <p:cNvPr id="236" name="Text Box 33"/>
            <p:cNvSpPr txBox="1">
              <a:spLocks noChangeArrowheads="1"/>
            </p:cNvSpPr>
            <p:nvPr/>
          </p:nvSpPr>
          <p:spPr bwMode="auto">
            <a:xfrm>
              <a:off x="3982" y="527"/>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16</a:t>
              </a:r>
            </a:p>
          </p:txBody>
        </p:sp>
        <p:sp>
          <p:nvSpPr>
            <p:cNvPr id="237"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15</a:t>
              </a:r>
            </a:p>
          </p:txBody>
        </p:sp>
      </p:grpSp>
      <p:grpSp>
        <p:nvGrpSpPr>
          <p:cNvPr id="238" name="Group 31"/>
          <p:cNvGrpSpPr>
            <a:grpSpLocks/>
          </p:cNvGrpSpPr>
          <p:nvPr/>
        </p:nvGrpSpPr>
        <p:grpSpPr bwMode="auto">
          <a:xfrm>
            <a:off x="6509416" y="4460788"/>
            <a:ext cx="2571753" cy="285750"/>
            <a:chOff x="3982" y="535"/>
            <a:chExt cx="1620" cy="180"/>
          </a:xfrm>
        </p:grpSpPr>
        <p:sp>
          <p:nvSpPr>
            <p:cNvPr id="239" name="Rectangle 32"/>
            <p:cNvSpPr>
              <a:spLocks noChangeArrowheads="1"/>
            </p:cNvSpPr>
            <p:nvPr/>
          </p:nvSpPr>
          <p:spPr bwMode="auto">
            <a:xfrm>
              <a:off x="4242" y="536"/>
              <a:ext cx="952"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i="1" kern="0" dirty="0">
                  <a:solidFill>
                    <a:prstClr val="black"/>
                  </a:solidFill>
                  <a:latin typeface="Times New Roman" panose="02020603050405020304" pitchFamily="18" charset="0"/>
                  <a:ea typeface="宋体" panose="02010600030101010101" pitchFamily="2" charset="-122"/>
                </a:rPr>
                <a:t>j</a:t>
              </a:r>
            </a:p>
          </p:txBody>
        </p:sp>
        <p:sp>
          <p:nvSpPr>
            <p:cNvPr id="240" name="Text Box 33"/>
            <p:cNvSpPr txBox="1">
              <a:spLocks noChangeArrowheads="1"/>
            </p:cNvSpPr>
            <p:nvPr/>
          </p:nvSpPr>
          <p:spPr bwMode="auto">
            <a:xfrm>
              <a:off x="3982" y="535"/>
              <a:ext cx="21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type="none" w="lg" len="lg"/>
                </a14:hiddenLine>
              </a:ext>
            </a:extLst>
          </p:spPr>
          <p:txBody>
            <a:bodyPr wrap="none"/>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defTabSz="457189" eaLnBrk="1" fontAlgn="auto" hangingPunct="1">
                <a:spcBef>
                  <a:spcPct val="0"/>
                </a:spcBef>
                <a:spcAft>
                  <a:spcPts val="0"/>
                </a:spcAft>
                <a:buClrTx/>
                <a:buSzTx/>
                <a:buNone/>
              </a:pPr>
              <a:r>
                <a:rPr lang="en-GB" altLang="zh-CN" sz="1600" b="0" kern="0" dirty="0">
                  <a:solidFill>
                    <a:prstClr val="black"/>
                  </a:solidFill>
                  <a:latin typeface="Times New Roman" panose="02020603050405020304" pitchFamily="18" charset="0"/>
                  <a:ea typeface="宋体" panose="02010600030101010101" pitchFamily="2" charset="-122"/>
                </a:rPr>
                <a:t>18</a:t>
              </a:r>
            </a:p>
          </p:txBody>
        </p:sp>
        <p:sp>
          <p:nvSpPr>
            <p:cNvPr id="241" name="Rectangle 34"/>
            <p:cNvSpPr>
              <a:spLocks noChangeArrowheads="1"/>
            </p:cNvSpPr>
            <p:nvPr/>
          </p:nvSpPr>
          <p:spPr bwMode="auto">
            <a:xfrm>
              <a:off x="5194" y="536"/>
              <a:ext cx="408" cy="141"/>
            </a:xfrm>
            <a:prstGeom prst="rect">
              <a:avLst/>
            </a:prstGeom>
            <a:solidFill>
              <a:schemeClr val="accent1"/>
            </a:solidFill>
            <a:ln w="12700">
              <a:solidFill>
                <a:sysClr val="windowText" lastClr="000000"/>
              </a:solidFill>
              <a:miter lim="800000"/>
              <a:headEnd/>
              <a:tailEnd type="none" w="lg" len="lg"/>
            </a:ln>
          </p:spPr>
          <p:txBody>
            <a:bodyPr wrap="none" anchor="ct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ea typeface="微软雅黑" panose="020B0503020204020204" pitchFamily="34" charset="-122"/>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ea typeface="微软雅黑" panose="020B0503020204020204" pitchFamily="34" charset="-122"/>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ea typeface="微软雅黑" panose="020B0503020204020204" pitchFamily="34" charset="-122"/>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ea typeface="微软雅黑" panose="020B0503020204020204" pitchFamily="34" charset="-122"/>
                </a:defRPr>
              </a:lvl9pPr>
            </a:lstStyle>
            <a:p>
              <a:pPr algn="ctr" defTabSz="457189" eaLnBrk="1" fontAlgn="auto" hangingPunct="1">
                <a:spcBef>
                  <a:spcPct val="0"/>
                </a:spcBef>
                <a:spcAft>
                  <a:spcPts val="0"/>
                </a:spcAft>
                <a:buClrTx/>
                <a:buSzTx/>
                <a:buNone/>
              </a:pPr>
              <a:r>
                <a:rPr lang="en-GB" altLang="zh-CN" sz="1800" b="0" kern="0" dirty="0">
                  <a:solidFill>
                    <a:prstClr val="black"/>
                  </a:solidFill>
                  <a:latin typeface="Times New Roman" panose="02020603050405020304" pitchFamily="18" charset="0"/>
                  <a:ea typeface="宋体" panose="02010600030101010101" pitchFamily="2" charset="-122"/>
                </a:rPr>
                <a:t>17</a:t>
              </a:r>
            </a:p>
          </p:txBody>
        </p:sp>
      </p:grpSp>
      <p:sp>
        <p:nvSpPr>
          <p:cNvPr id="171" name="Freeform 172"/>
          <p:cNvSpPr>
            <a:spLocks/>
          </p:cNvSpPr>
          <p:nvPr/>
        </p:nvSpPr>
        <p:spPr bwMode="auto">
          <a:xfrm flipV="1">
            <a:off x="5651355" y="3738440"/>
            <a:ext cx="935038" cy="45719"/>
          </a:xfrm>
          <a:custGeom>
            <a:avLst/>
            <a:gdLst>
              <a:gd name="T0" fmla="*/ 0 w 725"/>
              <a:gd name="T1" fmla="*/ 0 h 1360"/>
              <a:gd name="T2" fmla="*/ 42 w 725"/>
              <a:gd name="T3" fmla="*/ 0 h 1360"/>
              <a:gd name="T4" fmla="*/ 42 w 725"/>
              <a:gd name="T5" fmla="*/ 79 h 1360"/>
              <a:gd name="T6" fmla="*/ 170 w 725"/>
              <a:gd name="T7" fmla="*/ 79 h 1360"/>
              <a:gd name="T8" fmla="*/ 0 60000 65536"/>
              <a:gd name="T9" fmla="*/ 0 60000 65536"/>
              <a:gd name="T10" fmla="*/ 0 60000 65536"/>
              <a:gd name="T11" fmla="*/ 0 60000 65536"/>
              <a:gd name="T12" fmla="*/ 0 w 725"/>
              <a:gd name="T13" fmla="*/ 0 h 1360"/>
              <a:gd name="T14" fmla="*/ 725 w 725"/>
              <a:gd name="T15" fmla="*/ 1360 h 1360"/>
            </a:gdLst>
            <a:ahLst/>
            <a:cxnLst>
              <a:cxn ang="T8">
                <a:pos x="T0" y="T1"/>
              </a:cxn>
              <a:cxn ang="T9">
                <a:pos x="T2" y="T3"/>
              </a:cxn>
              <a:cxn ang="T10">
                <a:pos x="T4" y="T5"/>
              </a:cxn>
              <a:cxn ang="T11">
                <a:pos x="T6" y="T7"/>
              </a:cxn>
            </a:cxnLst>
            <a:rect l="T12" t="T13" r="T14" b="T15"/>
            <a:pathLst>
              <a:path w="725" h="1360">
                <a:moveTo>
                  <a:pt x="0" y="0"/>
                </a:moveTo>
                <a:lnTo>
                  <a:pt x="181" y="0"/>
                </a:lnTo>
                <a:lnTo>
                  <a:pt x="181" y="1360"/>
                </a:lnTo>
                <a:lnTo>
                  <a:pt x="725" y="1360"/>
                </a:lnTo>
              </a:path>
            </a:pathLst>
          </a:custGeom>
          <a:noFill/>
          <a:ln w="19050" cap="flat" cmpd="sng">
            <a:solidFill>
              <a:srgbClr val="FF0000"/>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sp>
        <p:nvSpPr>
          <p:cNvPr id="172" name="Freeform 176"/>
          <p:cNvSpPr>
            <a:spLocks/>
          </p:cNvSpPr>
          <p:nvPr/>
        </p:nvSpPr>
        <p:spPr bwMode="auto">
          <a:xfrm flipV="1">
            <a:off x="5642192" y="719410"/>
            <a:ext cx="1008063" cy="375299"/>
          </a:xfrm>
          <a:custGeom>
            <a:avLst/>
            <a:gdLst>
              <a:gd name="T0" fmla="*/ 0 w 635"/>
              <a:gd name="T1" fmla="*/ 0 h 454"/>
              <a:gd name="T2" fmla="*/ 499 w 635"/>
              <a:gd name="T3" fmla="*/ 0 h 454"/>
              <a:gd name="T4" fmla="*/ 499 w 635"/>
              <a:gd name="T5" fmla="*/ 454 h 454"/>
              <a:gd name="T6" fmla="*/ 635 w 635"/>
              <a:gd name="T7" fmla="*/ 454 h 454"/>
              <a:gd name="T8" fmla="*/ 0 60000 65536"/>
              <a:gd name="T9" fmla="*/ 0 60000 65536"/>
              <a:gd name="T10" fmla="*/ 0 60000 65536"/>
              <a:gd name="T11" fmla="*/ 0 60000 65536"/>
              <a:gd name="T12" fmla="*/ 0 w 635"/>
              <a:gd name="T13" fmla="*/ 0 h 454"/>
              <a:gd name="T14" fmla="*/ 635 w 635"/>
              <a:gd name="T15" fmla="*/ 454 h 454"/>
            </a:gdLst>
            <a:ahLst/>
            <a:cxnLst>
              <a:cxn ang="T8">
                <a:pos x="T0" y="T1"/>
              </a:cxn>
              <a:cxn ang="T9">
                <a:pos x="T2" y="T3"/>
              </a:cxn>
              <a:cxn ang="T10">
                <a:pos x="T4" y="T5"/>
              </a:cxn>
              <a:cxn ang="T11">
                <a:pos x="T6" y="T7"/>
              </a:cxn>
            </a:cxnLst>
            <a:rect l="T12" t="T13" r="T14" b="T15"/>
            <a:pathLst>
              <a:path w="635" h="454">
                <a:moveTo>
                  <a:pt x="0" y="0"/>
                </a:moveTo>
                <a:lnTo>
                  <a:pt x="499" y="0"/>
                </a:lnTo>
                <a:lnTo>
                  <a:pt x="499" y="454"/>
                </a:lnTo>
                <a:lnTo>
                  <a:pt x="635" y="454"/>
                </a:lnTo>
              </a:path>
            </a:pathLst>
          </a:custGeom>
          <a:noFill/>
          <a:ln w="19050" cap="flat" cmpd="sng">
            <a:solidFill>
              <a:schemeClr val="accent2">
                <a:lumMod val="75000"/>
              </a:schemeClr>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sp>
        <p:nvSpPr>
          <p:cNvPr id="173" name="Freeform 174"/>
          <p:cNvSpPr>
            <a:spLocks/>
          </p:cNvSpPr>
          <p:nvPr/>
        </p:nvSpPr>
        <p:spPr bwMode="auto">
          <a:xfrm>
            <a:off x="5651362" y="1746231"/>
            <a:ext cx="1008063" cy="875298"/>
          </a:xfrm>
          <a:custGeom>
            <a:avLst/>
            <a:gdLst>
              <a:gd name="T0" fmla="*/ 0 w 680"/>
              <a:gd name="T1" fmla="*/ 0 h 227"/>
              <a:gd name="T2" fmla="*/ 281 w 680"/>
              <a:gd name="T3" fmla="*/ 0 h 227"/>
              <a:gd name="T4" fmla="*/ 281 w 680"/>
              <a:gd name="T5" fmla="*/ 38944729 h 227"/>
              <a:gd name="T6" fmla="*/ 421 w 680"/>
              <a:gd name="T7" fmla="*/ 38944729 h 227"/>
              <a:gd name="T8" fmla="*/ 0 60000 65536"/>
              <a:gd name="T9" fmla="*/ 0 60000 65536"/>
              <a:gd name="T10" fmla="*/ 0 60000 65536"/>
              <a:gd name="T11" fmla="*/ 0 60000 65536"/>
              <a:gd name="T12" fmla="*/ 0 w 680"/>
              <a:gd name="T13" fmla="*/ 0 h 227"/>
              <a:gd name="T14" fmla="*/ 680 w 680"/>
              <a:gd name="T15" fmla="*/ 227 h 227"/>
            </a:gdLst>
            <a:ahLst/>
            <a:cxnLst>
              <a:cxn ang="T8">
                <a:pos x="T0" y="T1"/>
              </a:cxn>
              <a:cxn ang="T9">
                <a:pos x="T2" y="T3"/>
              </a:cxn>
              <a:cxn ang="T10">
                <a:pos x="T4" y="T5"/>
              </a:cxn>
              <a:cxn ang="T11">
                <a:pos x="T6" y="T7"/>
              </a:cxn>
            </a:cxnLst>
            <a:rect l="T12" t="T13" r="T14" b="T15"/>
            <a:pathLst>
              <a:path w="680" h="227">
                <a:moveTo>
                  <a:pt x="0" y="0"/>
                </a:moveTo>
                <a:lnTo>
                  <a:pt x="453" y="0"/>
                </a:lnTo>
                <a:lnTo>
                  <a:pt x="453" y="227"/>
                </a:lnTo>
                <a:lnTo>
                  <a:pt x="680" y="227"/>
                </a:lnTo>
              </a:path>
            </a:pathLst>
          </a:custGeom>
          <a:noFill/>
          <a:ln w="19050" cap="flat" cmpd="sng">
            <a:solidFill>
              <a:srgbClr val="339933"/>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sp>
        <p:nvSpPr>
          <p:cNvPr id="174" name="Freeform 173"/>
          <p:cNvSpPr>
            <a:spLocks/>
          </p:cNvSpPr>
          <p:nvPr/>
        </p:nvSpPr>
        <p:spPr bwMode="auto">
          <a:xfrm flipV="1">
            <a:off x="5653187" y="2415056"/>
            <a:ext cx="935038" cy="699525"/>
          </a:xfrm>
          <a:custGeom>
            <a:avLst/>
            <a:gdLst>
              <a:gd name="T0" fmla="*/ 0 w 680"/>
              <a:gd name="T1" fmla="*/ 0 h 1044"/>
              <a:gd name="T2" fmla="*/ 149 w 680"/>
              <a:gd name="T3" fmla="*/ 0 h 1044"/>
              <a:gd name="T4" fmla="*/ 149 w 680"/>
              <a:gd name="T5" fmla="*/ 187 h 1044"/>
              <a:gd name="T6" fmla="*/ 249 w 680"/>
              <a:gd name="T7" fmla="*/ 187 h 1044"/>
              <a:gd name="T8" fmla="*/ 0 60000 65536"/>
              <a:gd name="T9" fmla="*/ 0 60000 65536"/>
              <a:gd name="T10" fmla="*/ 0 60000 65536"/>
              <a:gd name="T11" fmla="*/ 0 60000 65536"/>
              <a:gd name="T12" fmla="*/ 0 w 680"/>
              <a:gd name="T13" fmla="*/ 0 h 1044"/>
              <a:gd name="T14" fmla="*/ 680 w 680"/>
              <a:gd name="T15" fmla="*/ 1044 h 1044"/>
            </a:gdLst>
            <a:ahLst/>
            <a:cxnLst>
              <a:cxn ang="T8">
                <a:pos x="T0" y="T1"/>
              </a:cxn>
              <a:cxn ang="T9">
                <a:pos x="T2" y="T3"/>
              </a:cxn>
              <a:cxn ang="T10">
                <a:pos x="T4" y="T5"/>
              </a:cxn>
              <a:cxn ang="T11">
                <a:pos x="T6" y="T7"/>
              </a:cxn>
            </a:cxnLst>
            <a:rect l="T12" t="T13" r="T14" b="T15"/>
            <a:pathLst>
              <a:path w="680" h="1044">
                <a:moveTo>
                  <a:pt x="0" y="0"/>
                </a:moveTo>
                <a:lnTo>
                  <a:pt x="408" y="0"/>
                </a:lnTo>
                <a:lnTo>
                  <a:pt x="408" y="1044"/>
                </a:lnTo>
                <a:lnTo>
                  <a:pt x="680" y="1044"/>
                </a:lnTo>
              </a:path>
            </a:pathLst>
          </a:custGeom>
          <a:noFill/>
          <a:ln w="19050" cap="flat" cmpd="sng">
            <a:solidFill>
              <a:srgbClr val="9900CC"/>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sp>
        <p:nvSpPr>
          <p:cNvPr id="175" name="Freeform 175"/>
          <p:cNvSpPr>
            <a:spLocks/>
          </p:cNvSpPr>
          <p:nvPr/>
        </p:nvSpPr>
        <p:spPr bwMode="auto">
          <a:xfrm>
            <a:off x="5688012" y="4443959"/>
            <a:ext cx="935038" cy="171513"/>
          </a:xfrm>
          <a:custGeom>
            <a:avLst/>
            <a:gdLst>
              <a:gd name="T0" fmla="*/ 0 w 589"/>
              <a:gd name="T1" fmla="*/ 0 h 1089"/>
              <a:gd name="T2" fmla="*/ 226 w 589"/>
              <a:gd name="T3" fmla="*/ 0 h 1089"/>
              <a:gd name="T4" fmla="*/ 226 w 589"/>
              <a:gd name="T5" fmla="*/ 1089 h 1089"/>
              <a:gd name="T6" fmla="*/ 589 w 589"/>
              <a:gd name="T7" fmla="*/ 1089 h 1089"/>
              <a:gd name="T8" fmla="*/ 0 60000 65536"/>
              <a:gd name="T9" fmla="*/ 0 60000 65536"/>
              <a:gd name="T10" fmla="*/ 0 60000 65536"/>
              <a:gd name="T11" fmla="*/ 0 60000 65536"/>
              <a:gd name="T12" fmla="*/ 0 w 589"/>
              <a:gd name="T13" fmla="*/ 0 h 1089"/>
              <a:gd name="T14" fmla="*/ 589 w 589"/>
              <a:gd name="T15" fmla="*/ 1089 h 1089"/>
            </a:gdLst>
            <a:ahLst/>
            <a:cxnLst>
              <a:cxn ang="T8">
                <a:pos x="T0" y="T1"/>
              </a:cxn>
              <a:cxn ang="T9">
                <a:pos x="T2" y="T3"/>
              </a:cxn>
              <a:cxn ang="T10">
                <a:pos x="T4" y="T5"/>
              </a:cxn>
              <a:cxn ang="T11">
                <a:pos x="T6" y="T7"/>
              </a:cxn>
            </a:cxnLst>
            <a:rect l="T12" t="T13" r="T14" b="T15"/>
            <a:pathLst>
              <a:path w="589" h="1089">
                <a:moveTo>
                  <a:pt x="0" y="0"/>
                </a:moveTo>
                <a:lnTo>
                  <a:pt x="226" y="0"/>
                </a:lnTo>
                <a:lnTo>
                  <a:pt x="226" y="1089"/>
                </a:lnTo>
                <a:lnTo>
                  <a:pt x="589" y="1089"/>
                </a:lnTo>
              </a:path>
            </a:pathLst>
          </a:custGeom>
          <a:noFill/>
          <a:ln w="19050" cap="flat" cmpd="sng">
            <a:solidFill>
              <a:schemeClr val="accent1"/>
            </a:solidFill>
            <a:prstDash val="solid"/>
            <a:round/>
            <a:headEnd type="none" w="med" len="med"/>
            <a:tailEnd type="stealth" w="lg" len="lg"/>
          </a:ln>
          <a:extLst>
            <a:ext uri="{909E8E84-426E-40DD-AFC4-6F175D3DCCD1}">
              <a14:hiddenFill xmlns:a14="http://schemas.microsoft.com/office/drawing/2010/main">
                <a:solidFill>
                  <a:srgbClr val="FFFFFF"/>
                </a:solidFill>
              </a14:hiddenFill>
            </a:ext>
          </a:extLst>
        </p:spPr>
        <p:txBody>
          <a:bodyPr wrap="none" anchor="ctr"/>
          <a:lstStyle/>
          <a:p>
            <a:pPr defTabSz="457189" eaLnBrk="1" fontAlgn="auto" hangingPunct="1">
              <a:spcBef>
                <a:spcPts val="0"/>
              </a:spcBef>
              <a:spcAft>
                <a:spcPts val="0"/>
              </a:spcAft>
            </a:pPr>
            <a:endParaRPr lang="zh-CN" altLang="en-US" sz="1800" b="0">
              <a:solidFill>
                <a:prstClr val="black"/>
              </a:solidFill>
              <a:latin typeface="Arial" panose="020B0604020202020204"/>
              <a:ea typeface="黑体" panose="02010609060101010101" pitchFamily="49" charset="-122"/>
            </a:endParaRPr>
          </a:p>
        </p:txBody>
      </p:sp>
      <p:sp>
        <p:nvSpPr>
          <p:cNvPr id="2" name="矩形标注 1"/>
          <p:cNvSpPr/>
          <p:nvPr/>
        </p:nvSpPr>
        <p:spPr>
          <a:xfrm>
            <a:off x="1203899" y="4722519"/>
            <a:ext cx="3627745" cy="298631"/>
          </a:xfrm>
          <a:prstGeom prst="wedgeRectCallout">
            <a:avLst>
              <a:gd name="adj1" fmla="val -26541"/>
              <a:gd name="adj2" fmla="val -102991"/>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r>
              <a:rPr lang="en-US" altLang="zh-CN" sz="2000" kern="0" dirty="0">
                <a:solidFill>
                  <a:srgbClr val="000000"/>
                </a:solidFill>
                <a:latin typeface="Times New Roman" panose="02020603050405020304" pitchFamily="18" charset="0"/>
                <a:ea typeface="楷体_GB2312" pitchFamily="49" charset="-122"/>
              </a:rPr>
              <a:t>… </a:t>
            </a:r>
            <a:r>
              <a:rPr lang="en-US" altLang="zh-CN" sz="2000" i="1" kern="0" dirty="0">
                <a:solidFill>
                  <a:srgbClr val="0000FF"/>
                </a:solidFill>
                <a:latin typeface="Times New Roman" panose="02020603050405020304" pitchFamily="18" charset="0"/>
                <a:ea typeface="楷体_GB2312" pitchFamily="49" charset="-122"/>
              </a:rPr>
              <a:t>a</a:t>
            </a:r>
            <a:r>
              <a:rPr lang="en-US" altLang="zh-CN" sz="2000" kern="0" dirty="0">
                <a:solidFill>
                  <a:srgbClr val="000000"/>
                </a:solidFill>
                <a:latin typeface="Times New Roman" panose="02020603050405020304" pitchFamily="18" charset="0"/>
                <a:ea typeface="楷体_GB2312" pitchFamily="49" charset="-122"/>
              </a:rPr>
              <a:t> … </a:t>
            </a:r>
            <a:r>
              <a:rPr lang="en-US" altLang="zh-CN" sz="2000" i="1" kern="0" dirty="0">
                <a:solidFill>
                  <a:srgbClr val="0000FF"/>
                </a:solidFill>
                <a:latin typeface="Times New Roman" panose="02020603050405020304" pitchFamily="18" charset="0"/>
                <a:ea typeface="楷体_GB2312" pitchFamily="49" charset="-122"/>
              </a:rPr>
              <a:t>v</a:t>
            </a:r>
            <a:r>
              <a:rPr lang="en-US" altLang="zh-CN" sz="2000" kern="0" dirty="0">
                <a:solidFill>
                  <a:srgbClr val="0000FF"/>
                </a:solidFill>
                <a:latin typeface="Times New Roman" panose="02020603050405020304" pitchFamily="18" charset="0"/>
                <a:ea typeface="楷体_GB2312" pitchFamily="49" charset="-122"/>
              </a:rPr>
              <a:t> </a:t>
            </a:r>
            <a:r>
              <a:rPr lang="en-US" altLang="zh-CN" sz="2000" kern="0" dirty="0">
                <a:solidFill>
                  <a:srgbClr val="000000"/>
                </a:solidFill>
                <a:latin typeface="Times New Roman" panose="02020603050405020304" pitchFamily="18" charset="0"/>
                <a:ea typeface="楷体_GB2312" pitchFamily="49" charset="-122"/>
              </a:rPr>
              <a:t>… </a:t>
            </a:r>
            <a:r>
              <a:rPr lang="en-US" altLang="zh-CN" sz="2000" i="1" kern="0" dirty="0">
                <a:solidFill>
                  <a:srgbClr val="0000FF"/>
                </a:solidFill>
                <a:latin typeface="Times New Roman" panose="02020603050405020304" pitchFamily="18" charset="0"/>
                <a:ea typeface="楷体_GB2312" pitchFamily="49" charset="-122"/>
              </a:rPr>
              <a:t>exchange</a:t>
            </a:r>
            <a:r>
              <a:rPr lang="en-US" altLang="zh-CN" sz="2000" kern="0" dirty="0">
                <a:solidFill>
                  <a:srgbClr val="0000FF"/>
                </a:solidFill>
                <a:latin typeface="Times New Roman" panose="02020603050405020304" pitchFamily="18" charset="0"/>
                <a:ea typeface="楷体_GB2312" pitchFamily="49" charset="-122"/>
              </a:rPr>
              <a:t>(</a:t>
            </a:r>
            <a:r>
              <a:rPr lang="en-US" altLang="zh-CN" sz="2000" i="1" kern="0" dirty="0" err="1">
                <a:solidFill>
                  <a:srgbClr val="0000FF"/>
                </a:solidFill>
                <a:latin typeface="Times New Roman" panose="02020603050405020304" pitchFamily="18" charset="0"/>
                <a:ea typeface="楷体_GB2312" pitchFamily="49" charset="-122"/>
              </a:rPr>
              <a:t>i</a:t>
            </a:r>
            <a:r>
              <a:rPr lang="en-US" altLang="zh-CN" sz="2000" kern="0" dirty="0">
                <a:solidFill>
                  <a:srgbClr val="0000FF"/>
                </a:solidFill>
                <a:latin typeface="Times New Roman" panose="02020603050405020304" pitchFamily="18" charset="0"/>
                <a:ea typeface="楷体_GB2312" pitchFamily="49" charset="-122"/>
              </a:rPr>
              <a:t>, </a:t>
            </a:r>
            <a:r>
              <a:rPr lang="en-US" altLang="zh-CN" sz="2000" i="1" kern="0" dirty="0">
                <a:solidFill>
                  <a:srgbClr val="0000FF"/>
                </a:solidFill>
                <a:latin typeface="Times New Roman" panose="02020603050405020304" pitchFamily="18" charset="0"/>
                <a:ea typeface="楷体_GB2312" pitchFamily="49" charset="-122"/>
              </a:rPr>
              <a:t>j</a:t>
            </a:r>
            <a:r>
              <a:rPr lang="en-US" altLang="zh-CN" sz="2000" kern="0" dirty="0">
                <a:solidFill>
                  <a:srgbClr val="0000FF"/>
                </a:solidFill>
                <a:latin typeface="Times New Roman" panose="02020603050405020304" pitchFamily="18" charset="0"/>
                <a:ea typeface="楷体_GB2312" pitchFamily="49" charset="-122"/>
              </a:rPr>
              <a:t>) </a:t>
            </a:r>
            <a:r>
              <a:rPr lang="en-US" altLang="zh-CN" sz="2000" kern="0" dirty="0">
                <a:solidFill>
                  <a:srgbClr val="000000"/>
                </a:solidFill>
                <a:latin typeface="Times New Roman" panose="02020603050405020304" pitchFamily="18" charset="0"/>
                <a:ea typeface="楷体_GB2312" pitchFamily="49" charset="-122"/>
              </a:rPr>
              <a:t>…</a:t>
            </a:r>
            <a:endParaRPr lang="en-GB" altLang="zh-CN" sz="1600" b="0" kern="0" dirty="0">
              <a:solidFill>
                <a:prstClr val="black"/>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76" name="矩形 175">
            <a:extLst>
              <a:ext uri="{FF2B5EF4-FFF2-40B4-BE49-F238E27FC236}">
                <a16:creationId xmlns:a16="http://schemas.microsoft.com/office/drawing/2014/main" id="{34D01770-0FEF-4F52-8398-34ACE76668CE}"/>
              </a:ext>
            </a:extLst>
          </p:cNvPr>
          <p:cNvSpPr/>
          <p:nvPr/>
        </p:nvSpPr>
        <p:spPr>
          <a:xfrm>
            <a:off x="4708436" y="1673825"/>
            <a:ext cx="418704" cy="261610"/>
          </a:xfrm>
          <a:prstGeom prst="rect">
            <a:avLst/>
          </a:prstGeom>
        </p:spPr>
        <p:txBody>
          <a:bodyPr wrap="none">
            <a:spAutoFit/>
          </a:bodyPr>
          <a:lstStyle/>
          <a:p>
            <a:pPr defTabSz="914378"/>
            <a:r>
              <a:rPr lang="en-US" altLang="zh-CN" dirty="0">
                <a:solidFill>
                  <a:prstClr val="black"/>
                </a:solidFill>
              </a:rPr>
              <a:t>sort</a:t>
            </a:r>
            <a:endParaRPr lang="zh-CN" altLang="en-US" dirty="0">
              <a:solidFill>
                <a:prstClr val="black"/>
              </a:solidFill>
            </a:endParaRPr>
          </a:p>
        </p:txBody>
      </p:sp>
      <p:sp>
        <p:nvSpPr>
          <p:cNvPr id="177" name="矩形 176">
            <a:extLst>
              <a:ext uri="{FF2B5EF4-FFF2-40B4-BE49-F238E27FC236}">
                <a16:creationId xmlns:a16="http://schemas.microsoft.com/office/drawing/2014/main" id="{D8B126AC-ECB2-4C7B-8DEE-A47A297E5272}"/>
              </a:ext>
            </a:extLst>
          </p:cNvPr>
          <p:cNvSpPr/>
          <p:nvPr/>
        </p:nvSpPr>
        <p:spPr>
          <a:xfrm>
            <a:off x="4374178" y="2356682"/>
            <a:ext cx="795411" cy="261610"/>
          </a:xfrm>
          <a:prstGeom prst="rect">
            <a:avLst/>
          </a:prstGeom>
        </p:spPr>
        <p:txBody>
          <a:bodyPr wrap="none">
            <a:spAutoFit/>
          </a:bodyPr>
          <a:lstStyle/>
          <a:p>
            <a:pPr defTabSz="914378"/>
            <a:r>
              <a:rPr lang="en-US" altLang="zh-CN" dirty="0" err="1">
                <a:solidFill>
                  <a:prstClr val="black"/>
                </a:solidFill>
              </a:rPr>
              <a:t>readarray</a:t>
            </a:r>
            <a:endParaRPr lang="zh-CN" altLang="en-US" dirty="0">
              <a:solidFill>
                <a:prstClr val="black"/>
              </a:solidFill>
            </a:endParaRPr>
          </a:p>
        </p:txBody>
      </p:sp>
      <p:sp>
        <p:nvSpPr>
          <p:cNvPr id="178" name="矩形 177">
            <a:extLst>
              <a:ext uri="{FF2B5EF4-FFF2-40B4-BE49-F238E27FC236}">
                <a16:creationId xmlns:a16="http://schemas.microsoft.com/office/drawing/2014/main" id="{7737E7E5-B823-4469-8B72-423BA076A622}"/>
              </a:ext>
            </a:extLst>
          </p:cNvPr>
          <p:cNvSpPr/>
          <p:nvPr/>
        </p:nvSpPr>
        <p:spPr>
          <a:xfrm>
            <a:off x="4390583" y="3029750"/>
            <a:ext cx="740908" cy="261610"/>
          </a:xfrm>
          <a:prstGeom prst="rect">
            <a:avLst/>
          </a:prstGeom>
        </p:spPr>
        <p:txBody>
          <a:bodyPr wrap="none">
            <a:spAutoFit/>
          </a:bodyPr>
          <a:lstStyle/>
          <a:p>
            <a:pPr defTabSz="914378"/>
            <a:r>
              <a:rPr lang="en-US" altLang="zh-CN" dirty="0">
                <a:solidFill>
                  <a:prstClr val="black"/>
                </a:solidFill>
              </a:rPr>
              <a:t>exchange</a:t>
            </a:r>
            <a:endParaRPr lang="zh-CN" altLang="en-US" dirty="0">
              <a:solidFill>
                <a:prstClr val="black"/>
              </a:solidFill>
            </a:endParaRPr>
          </a:p>
        </p:txBody>
      </p:sp>
      <p:sp>
        <p:nvSpPr>
          <p:cNvPr id="179" name="矩形 178">
            <a:extLst>
              <a:ext uri="{FF2B5EF4-FFF2-40B4-BE49-F238E27FC236}">
                <a16:creationId xmlns:a16="http://schemas.microsoft.com/office/drawing/2014/main" id="{011D2EA3-1090-4E6F-A04C-49DEE83AE013}"/>
              </a:ext>
            </a:extLst>
          </p:cNvPr>
          <p:cNvSpPr/>
          <p:nvPr/>
        </p:nvSpPr>
        <p:spPr>
          <a:xfrm>
            <a:off x="4394215" y="3681217"/>
            <a:ext cx="755335" cy="261610"/>
          </a:xfrm>
          <a:prstGeom prst="rect">
            <a:avLst/>
          </a:prstGeom>
        </p:spPr>
        <p:txBody>
          <a:bodyPr wrap="none">
            <a:spAutoFit/>
          </a:bodyPr>
          <a:lstStyle/>
          <a:p>
            <a:pPr defTabSz="914378"/>
            <a:r>
              <a:rPr lang="en-US" altLang="zh-CN" dirty="0">
                <a:solidFill>
                  <a:prstClr val="black"/>
                </a:solidFill>
              </a:rPr>
              <a:t>quicksort</a:t>
            </a:r>
            <a:endParaRPr lang="zh-CN" altLang="en-US" dirty="0">
              <a:solidFill>
                <a:prstClr val="black"/>
              </a:solidFill>
            </a:endParaRPr>
          </a:p>
        </p:txBody>
      </p:sp>
      <p:sp>
        <p:nvSpPr>
          <p:cNvPr id="180" name="矩形 179">
            <a:extLst>
              <a:ext uri="{FF2B5EF4-FFF2-40B4-BE49-F238E27FC236}">
                <a16:creationId xmlns:a16="http://schemas.microsoft.com/office/drawing/2014/main" id="{7FD4BFC1-C209-4C6E-9641-9D53BA2061D6}"/>
              </a:ext>
            </a:extLst>
          </p:cNvPr>
          <p:cNvSpPr/>
          <p:nvPr/>
        </p:nvSpPr>
        <p:spPr>
          <a:xfrm>
            <a:off x="4403407" y="4396314"/>
            <a:ext cx="715260" cy="261610"/>
          </a:xfrm>
          <a:prstGeom prst="rect">
            <a:avLst/>
          </a:prstGeom>
        </p:spPr>
        <p:txBody>
          <a:bodyPr wrap="none">
            <a:spAutoFit/>
          </a:bodyPr>
          <a:lstStyle/>
          <a:p>
            <a:pPr defTabSz="914378"/>
            <a:r>
              <a:rPr lang="en-US" altLang="zh-CN" dirty="0">
                <a:solidFill>
                  <a:prstClr val="black"/>
                </a:solidFill>
              </a:rPr>
              <a:t>partition</a:t>
            </a:r>
            <a:endParaRPr lang="zh-CN" altLang="en-US" dirty="0">
              <a:solidFill>
                <a:prstClr val="black"/>
              </a:solidFill>
            </a:endParaRPr>
          </a:p>
        </p:txBody>
      </p:sp>
      <p:sp>
        <p:nvSpPr>
          <p:cNvPr id="4" name="矩形 3">
            <a:extLst>
              <a:ext uri="{FF2B5EF4-FFF2-40B4-BE49-F238E27FC236}">
                <a16:creationId xmlns:a16="http://schemas.microsoft.com/office/drawing/2014/main" id="{86E762BF-B054-4FCD-89D3-6DAE47C73FC6}"/>
              </a:ext>
            </a:extLst>
          </p:cNvPr>
          <p:cNvSpPr/>
          <p:nvPr/>
        </p:nvSpPr>
        <p:spPr>
          <a:xfrm>
            <a:off x="423951" y="1903867"/>
            <a:ext cx="1988026" cy="307777"/>
          </a:xfrm>
          <a:prstGeom prst="rect">
            <a:avLst/>
          </a:prstGeom>
          <a:solidFill>
            <a:schemeClr val="accent5">
              <a:lumMod val="60000"/>
              <a:lumOff val="40000"/>
            </a:schemeClr>
          </a:solidFill>
          <a:ln>
            <a:solidFill>
              <a:schemeClr val="tx1"/>
            </a:solidFill>
          </a:ln>
        </p:spPr>
        <p:txBody>
          <a:bodyPr wrap="square">
            <a:spAutoFit/>
          </a:bodyPr>
          <a:lstStyle/>
          <a:p>
            <a:pPr defTabSz="914378"/>
            <a:r>
              <a:rPr lang="zh-CN" altLang="en-US" sz="1400" dirty="0">
                <a:solidFill>
                  <a:prstClr val="black"/>
                </a:solidFill>
                <a:ea typeface="华文楷体" panose="02010600040101010101" pitchFamily="2" charset="-122"/>
                <a:cs typeface="Times New Roman" panose="02020603050405020304" pitchFamily="18" charset="0"/>
              </a:rPr>
              <a:t>地址 </a:t>
            </a:r>
            <a:r>
              <a:rPr lang="en-US" altLang="zh-CN" sz="1400" dirty="0">
                <a:solidFill>
                  <a:prstClr val="black"/>
                </a:solidFill>
                <a:ea typeface="华文楷体" panose="02010600040101010101" pitchFamily="2" charset="-122"/>
                <a:cs typeface="Times New Roman" panose="02020603050405020304" pitchFamily="18" charset="0"/>
              </a:rPr>
              <a:t>=</a:t>
            </a:r>
            <a:r>
              <a:rPr lang="zh-CN" altLang="en-US" sz="1400" dirty="0">
                <a:solidFill>
                  <a:prstClr val="black"/>
                </a:solidFill>
                <a:ea typeface="华文楷体" panose="02010600040101010101" pitchFamily="2" charset="-122"/>
                <a:cs typeface="Times New Roman" panose="02020603050405020304" pitchFamily="18" charset="0"/>
              </a:rPr>
              <a:t>层号 </a:t>
            </a:r>
            <a:r>
              <a:rPr lang="en-US" altLang="zh-CN" sz="1400" dirty="0">
                <a:solidFill>
                  <a:prstClr val="black"/>
                </a:solidFill>
                <a:ea typeface="华文楷体" panose="02010600040101010101" pitchFamily="2" charset="-122"/>
                <a:cs typeface="Times New Roman" panose="02020603050405020304" pitchFamily="18" charset="0"/>
              </a:rPr>
              <a:t>+ </a:t>
            </a:r>
            <a:r>
              <a:rPr lang="zh-CN" altLang="en-US" sz="1400" dirty="0">
                <a:solidFill>
                  <a:prstClr val="black"/>
                </a:solidFill>
                <a:ea typeface="华文楷体" panose="02010600040101010101" pitchFamily="2" charset="-122"/>
                <a:cs typeface="Times New Roman" panose="02020603050405020304" pitchFamily="18" charset="0"/>
              </a:rPr>
              <a:t>偏移地址</a:t>
            </a:r>
            <a:endParaRPr lang="zh-CN" altLang="en-US" dirty="0">
              <a:solidFill>
                <a:prstClr val="black"/>
              </a:solidFill>
              <a:ea typeface="华文楷体" panose="02010600040101010101" pitchFamily="2" charset="-122"/>
              <a:cs typeface="Times New Roman" panose="02020603050405020304" pitchFamily="18" charset="0"/>
            </a:endParaRPr>
          </a:p>
        </p:txBody>
      </p:sp>
      <p:sp>
        <p:nvSpPr>
          <p:cNvPr id="5" name="思想气泡: 云 4">
            <a:extLst>
              <a:ext uri="{FF2B5EF4-FFF2-40B4-BE49-F238E27FC236}">
                <a16:creationId xmlns:a16="http://schemas.microsoft.com/office/drawing/2014/main" id="{9AAE36D5-32BB-4165-9733-A98B0368C5FD}"/>
              </a:ext>
            </a:extLst>
          </p:cNvPr>
          <p:cNvSpPr/>
          <p:nvPr/>
        </p:nvSpPr>
        <p:spPr>
          <a:xfrm>
            <a:off x="34373" y="772196"/>
            <a:ext cx="3141915" cy="818900"/>
          </a:xfrm>
          <a:prstGeom prst="cloudCallout">
            <a:avLst>
              <a:gd name="adj1" fmla="val 42853"/>
              <a:gd name="adj2" fmla="val 71201"/>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eaLnBrk="1" fontAlgn="auto" hangingPunct="1">
              <a:spcBef>
                <a:spcPts val="0"/>
              </a:spcBef>
              <a:spcAft>
                <a:spcPts val="0"/>
              </a:spcAft>
            </a:pPr>
            <a:r>
              <a:rPr lang="zh-CN" altLang="en-US" sz="1350" dirty="0">
                <a:solidFill>
                  <a:prstClr val="black"/>
                </a:solidFill>
                <a:latin typeface="Times New Roman" panose="02020603050405020304" pitchFamily="18" charset="0"/>
                <a:ea typeface="楷体_GB2312" pitchFamily="49" charset="-122"/>
              </a:rPr>
              <a:t>如何根据</a:t>
            </a:r>
            <a:r>
              <a:rPr lang="zh-CN" altLang="en-US" sz="1350" dirty="0">
                <a:solidFill>
                  <a:srgbClr val="0000FF"/>
                </a:solidFill>
                <a:latin typeface="Times New Roman" panose="02020603050405020304" pitchFamily="18" charset="0"/>
                <a:ea typeface="楷体_GB2312" pitchFamily="49" charset="-122"/>
              </a:rPr>
              <a:t>符号表</a:t>
            </a:r>
            <a:r>
              <a:rPr lang="zh-CN" altLang="en-US" sz="1350" dirty="0">
                <a:solidFill>
                  <a:prstClr val="black"/>
                </a:solidFill>
                <a:latin typeface="Times New Roman" panose="02020603050405020304" pitchFamily="18" charset="0"/>
                <a:ea typeface="楷体_GB2312" pitchFamily="49" charset="-122"/>
              </a:rPr>
              <a:t>生成</a:t>
            </a:r>
            <a:r>
              <a:rPr lang="zh-CN" altLang="en-US" sz="1350" dirty="0">
                <a:solidFill>
                  <a:srgbClr val="0000FF"/>
                </a:solidFill>
                <a:latin typeface="Times New Roman" panose="02020603050405020304" pitchFamily="18" charset="0"/>
                <a:ea typeface="楷体_GB2312" pitchFamily="49" charset="-122"/>
              </a:rPr>
              <a:t>中间代码</a:t>
            </a:r>
            <a:r>
              <a:rPr lang="zh-CN" altLang="en-US" sz="1350" dirty="0">
                <a:solidFill>
                  <a:prstClr val="black"/>
                </a:solidFill>
                <a:latin typeface="Times New Roman" panose="02020603050405020304" pitchFamily="18" charset="0"/>
                <a:ea typeface="楷体_GB2312" pitchFamily="49" charset="-122"/>
              </a:rPr>
              <a:t>中的</a:t>
            </a:r>
            <a:r>
              <a:rPr lang="zh-CN" altLang="en-US" sz="1350" dirty="0">
                <a:solidFill>
                  <a:srgbClr val="0000FF"/>
                </a:solidFill>
                <a:latin typeface="Times New Roman" panose="02020603050405020304" pitchFamily="18" charset="0"/>
                <a:ea typeface="楷体_GB2312" pitchFamily="49" charset="-122"/>
              </a:rPr>
              <a:t>地址</a:t>
            </a:r>
            <a:r>
              <a:rPr lang="zh-CN" altLang="en-US" sz="1350" dirty="0">
                <a:solidFill>
                  <a:prstClr val="black"/>
                </a:solidFill>
                <a:latin typeface="Times New Roman" panose="02020603050405020304" pitchFamily="18" charset="0"/>
                <a:ea typeface="楷体_GB2312" pitchFamily="49" charset="-122"/>
              </a:rPr>
              <a:t>信息？</a:t>
            </a:r>
          </a:p>
        </p:txBody>
      </p:sp>
      <p:sp>
        <p:nvSpPr>
          <p:cNvPr id="6" name="矩形 5">
            <a:extLst>
              <a:ext uri="{FF2B5EF4-FFF2-40B4-BE49-F238E27FC236}">
                <a16:creationId xmlns:a16="http://schemas.microsoft.com/office/drawing/2014/main" id="{37AF4842-91C0-437F-B349-F0527FD86408}"/>
              </a:ext>
            </a:extLst>
          </p:cNvPr>
          <p:cNvSpPr/>
          <p:nvPr/>
        </p:nvSpPr>
        <p:spPr>
          <a:xfrm>
            <a:off x="1705390" y="4570035"/>
            <a:ext cx="397866" cy="323165"/>
          </a:xfrm>
          <a:prstGeom prst="rect">
            <a:avLst/>
          </a:prstGeom>
        </p:spPr>
        <p:txBody>
          <a:bodyPr wrap="none">
            <a:spAutoFit/>
          </a:bodyPr>
          <a:lstStyle/>
          <a:p>
            <a:pPr defTabSz="685800" eaLnBrk="1" fontAlgn="auto" hangingPunct="1">
              <a:spcBef>
                <a:spcPts val="0"/>
              </a:spcBef>
              <a:spcAft>
                <a:spcPts val="0"/>
              </a:spcAft>
            </a:pPr>
            <a:r>
              <a:rPr lang="en-US" altLang="zh-CN" sz="1500" i="1" dirty="0">
                <a:solidFill>
                  <a:srgbClr val="FF0000"/>
                </a:solidFill>
                <a:ea typeface="等线" panose="02010600030101010101" pitchFamily="2" charset="-122"/>
                <a:cs typeface="Times New Roman" panose="02020603050405020304" pitchFamily="18" charset="0"/>
              </a:rPr>
              <a:t>L1</a:t>
            </a:r>
            <a:endParaRPr lang="zh-CN" altLang="en-US" sz="2400" i="1" dirty="0">
              <a:solidFill>
                <a:srgbClr val="FF0000"/>
              </a:solidFill>
              <a:ea typeface="华文楷体" panose="02010600040101010101" pitchFamily="2" charset="-122"/>
              <a:cs typeface="Times New Roman" panose="02020603050405020304" pitchFamily="18" charset="0"/>
            </a:endParaRPr>
          </a:p>
        </p:txBody>
      </p:sp>
      <p:sp>
        <p:nvSpPr>
          <p:cNvPr id="182" name="矩形 181">
            <a:extLst>
              <a:ext uri="{FF2B5EF4-FFF2-40B4-BE49-F238E27FC236}">
                <a16:creationId xmlns:a16="http://schemas.microsoft.com/office/drawing/2014/main" id="{BC9C9187-3591-4822-A88D-9F7743D11E34}"/>
              </a:ext>
            </a:extLst>
          </p:cNvPr>
          <p:cNvSpPr/>
          <p:nvPr/>
        </p:nvSpPr>
        <p:spPr>
          <a:xfrm>
            <a:off x="2205306" y="4562891"/>
            <a:ext cx="397866" cy="323165"/>
          </a:xfrm>
          <a:prstGeom prst="rect">
            <a:avLst/>
          </a:prstGeom>
        </p:spPr>
        <p:txBody>
          <a:bodyPr wrap="none">
            <a:spAutoFit/>
          </a:bodyPr>
          <a:lstStyle/>
          <a:p>
            <a:pPr defTabSz="685800" eaLnBrk="1" fontAlgn="auto" hangingPunct="1">
              <a:spcBef>
                <a:spcPts val="0"/>
              </a:spcBef>
              <a:spcAft>
                <a:spcPts val="0"/>
              </a:spcAft>
            </a:pPr>
            <a:r>
              <a:rPr lang="en-US" altLang="zh-CN" sz="1500" i="1" dirty="0">
                <a:solidFill>
                  <a:srgbClr val="FF0000"/>
                </a:solidFill>
                <a:ea typeface="等线" panose="02010600030101010101" pitchFamily="2" charset="-122"/>
                <a:cs typeface="Times New Roman" panose="02020603050405020304" pitchFamily="18" charset="0"/>
              </a:rPr>
              <a:t>L2</a:t>
            </a:r>
            <a:endParaRPr lang="zh-CN" altLang="en-US" sz="2400" i="1" dirty="0">
              <a:solidFill>
                <a:srgbClr val="FF0000"/>
              </a:solidFill>
              <a:ea typeface="华文楷体" panose="02010600040101010101" pitchFamily="2" charset="-122"/>
              <a:cs typeface="Times New Roman" panose="02020603050405020304" pitchFamily="18" charset="0"/>
            </a:endParaRPr>
          </a:p>
        </p:txBody>
      </p:sp>
      <p:sp>
        <p:nvSpPr>
          <p:cNvPr id="183" name="矩形 182">
            <a:extLst>
              <a:ext uri="{FF2B5EF4-FFF2-40B4-BE49-F238E27FC236}">
                <a16:creationId xmlns:a16="http://schemas.microsoft.com/office/drawing/2014/main" id="{8DFCE1FA-26CE-4FC4-9992-DF20E43B949D}"/>
              </a:ext>
            </a:extLst>
          </p:cNvPr>
          <p:cNvSpPr/>
          <p:nvPr/>
        </p:nvSpPr>
        <p:spPr>
          <a:xfrm>
            <a:off x="3127242" y="4562891"/>
            <a:ext cx="397866" cy="323165"/>
          </a:xfrm>
          <a:prstGeom prst="rect">
            <a:avLst/>
          </a:prstGeom>
        </p:spPr>
        <p:txBody>
          <a:bodyPr wrap="none">
            <a:spAutoFit/>
          </a:bodyPr>
          <a:lstStyle/>
          <a:p>
            <a:pPr defTabSz="685800" eaLnBrk="1" fontAlgn="auto" hangingPunct="1">
              <a:spcBef>
                <a:spcPts val="0"/>
              </a:spcBef>
              <a:spcAft>
                <a:spcPts val="0"/>
              </a:spcAft>
            </a:pPr>
            <a:r>
              <a:rPr lang="en-US" altLang="zh-CN" sz="1500" i="1" dirty="0">
                <a:solidFill>
                  <a:srgbClr val="FF0000"/>
                </a:solidFill>
                <a:ea typeface="等线" panose="02010600030101010101" pitchFamily="2" charset="-122"/>
                <a:cs typeface="Times New Roman" panose="02020603050405020304" pitchFamily="18" charset="0"/>
              </a:rPr>
              <a:t>L1</a:t>
            </a:r>
            <a:endParaRPr lang="zh-CN" altLang="en-US" sz="2400" i="1" dirty="0">
              <a:solidFill>
                <a:srgbClr val="FF0000"/>
              </a:solidFill>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488247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 calcmode="lin" valueType="num">
                                      <p:cBhvr>
                                        <p:cTn id="14" dur="500" fill="hold"/>
                                        <p:tgtEl>
                                          <p:spTgt spid="2"/>
                                        </p:tgtEl>
                                        <p:attrNameLst>
                                          <p:attrName>ppt_w</p:attrName>
                                        </p:attrNameLst>
                                      </p:cBhvr>
                                      <p:tavLst>
                                        <p:tav tm="0">
                                          <p:val>
                                            <p:fltVal val="0"/>
                                          </p:val>
                                        </p:tav>
                                        <p:tav tm="100000">
                                          <p:val>
                                            <p:strVal val="#ppt_w"/>
                                          </p:val>
                                        </p:tav>
                                      </p:tavLst>
                                    </p:anim>
                                    <p:anim calcmode="lin" valueType="num">
                                      <p:cBhvr>
                                        <p:cTn id="15" dur="500" fill="hold"/>
                                        <p:tgtEl>
                                          <p:spTgt spid="2"/>
                                        </p:tgtEl>
                                        <p:attrNameLst>
                                          <p:attrName>ppt_h</p:attrName>
                                        </p:attrNameLst>
                                      </p:cBhvr>
                                      <p:tavLst>
                                        <p:tav tm="0">
                                          <p:val>
                                            <p:fltVal val="0"/>
                                          </p:val>
                                        </p:tav>
                                        <p:tav tm="100000">
                                          <p:val>
                                            <p:strVal val="#ppt_h"/>
                                          </p:val>
                                        </p:tav>
                                      </p:tavLst>
                                    </p:anim>
                                    <p:animEffect transition="in" filter="fade">
                                      <p:cBhvr>
                                        <p:cTn id="16" dur="5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p:cTn id="21" dur="500" fill="hold"/>
                                        <p:tgtEl>
                                          <p:spTgt spid="6"/>
                                        </p:tgtEl>
                                        <p:attrNameLst>
                                          <p:attrName>ppt_w</p:attrName>
                                        </p:attrNameLst>
                                      </p:cBhvr>
                                      <p:tavLst>
                                        <p:tav tm="0">
                                          <p:val>
                                            <p:fltVal val="0"/>
                                          </p:val>
                                        </p:tav>
                                        <p:tav tm="100000">
                                          <p:val>
                                            <p:strVal val="#ppt_w"/>
                                          </p:val>
                                        </p:tav>
                                      </p:tavLst>
                                    </p:anim>
                                    <p:anim calcmode="lin" valueType="num">
                                      <p:cBhvr>
                                        <p:cTn id="22" dur="500" fill="hold"/>
                                        <p:tgtEl>
                                          <p:spTgt spid="6"/>
                                        </p:tgtEl>
                                        <p:attrNameLst>
                                          <p:attrName>ppt_h</p:attrName>
                                        </p:attrNameLst>
                                      </p:cBhvr>
                                      <p:tavLst>
                                        <p:tav tm="0">
                                          <p:val>
                                            <p:fltVal val="0"/>
                                          </p:val>
                                        </p:tav>
                                        <p:tav tm="100000">
                                          <p:val>
                                            <p:strVal val="#ppt_h"/>
                                          </p:val>
                                        </p:tav>
                                      </p:tavLst>
                                    </p:anim>
                                    <p:animEffect transition="in" filter="fade">
                                      <p:cBhvr>
                                        <p:cTn id="23" dur="500"/>
                                        <p:tgtEl>
                                          <p:spTgt spid="6"/>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grpId="0" nodeType="clickEffect">
                                  <p:stCondLst>
                                    <p:cond delay="0"/>
                                  </p:stCondLst>
                                  <p:childTnLst>
                                    <p:set>
                                      <p:cBhvr>
                                        <p:cTn id="27" dur="1" fill="hold">
                                          <p:stCondLst>
                                            <p:cond delay="0"/>
                                          </p:stCondLst>
                                        </p:cTn>
                                        <p:tgtEl>
                                          <p:spTgt spid="182"/>
                                        </p:tgtEl>
                                        <p:attrNameLst>
                                          <p:attrName>style.visibility</p:attrName>
                                        </p:attrNameLst>
                                      </p:cBhvr>
                                      <p:to>
                                        <p:strVal val="visible"/>
                                      </p:to>
                                    </p:set>
                                    <p:anim calcmode="lin" valueType="num">
                                      <p:cBhvr>
                                        <p:cTn id="28" dur="500" fill="hold"/>
                                        <p:tgtEl>
                                          <p:spTgt spid="182"/>
                                        </p:tgtEl>
                                        <p:attrNameLst>
                                          <p:attrName>ppt_w</p:attrName>
                                        </p:attrNameLst>
                                      </p:cBhvr>
                                      <p:tavLst>
                                        <p:tav tm="0">
                                          <p:val>
                                            <p:fltVal val="0"/>
                                          </p:val>
                                        </p:tav>
                                        <p:tav tm="100000">
                                          <p:val>
                                            <p:strVal val="#ppt_w"/>
                                          </p:val>
                                        </p:tav>
                                      </p:tavLst>
                                    </p:anim>
                                    <p:anim calcmode="lin" valueType="num">
                                      <p:cBhvr>
                                        <p:cTn id="29" dur="500" fill="hold"/>
                                        <p:tgtEl>
                                          <p:spTgt spid="182"/>
                                        </p:tgtEl>
                                        <p:attrNameLst>
                                          <p:attrName>ppt_h</p:attrName>
                                        </p:attrNameLst>
                                      </p:cBhvr>
                                      <p:tavLst>
                                        <p:tav tm="0">
                                          <p:val>
                                            <p:fltVal val="0"/>
                                          </p:val>
                                        </p:tav>
                                        <p:tav tm="100000">
                                          <p:val>
                                            <p:strVal val="#ppt_h"/>
                                          </p:val>
                                        </p:tav>
                                      </p:tavLst>
                                    </p:anim>
                                    <p:animEffect transition="in" filter="fade">
                                      <p:cBhvr>
                                        <p:cTn id="30" dur="500"/>
                                        <p:tgtEl>
                                          <p:spTgt spid="182"/>
                                        </p:tgtEl>
                                      </p:cBhvr>
                                    </p:animEffect>
                                  </p:childTnLst>
                                </p:cTn>
                              </p:par>
                            </p:childTnLst>
                          </p:cTn>
                        </p:par>
                      </p:childTnLst>
                    </p:cTn>
                  </p:par>
                  <p:par>
                    <p:cTn id="31" fill="hold">
                      <p:stCondLst>
                        <p:cond delay="indefinite"/>
                      </p:stCondLst>
                      <p:childTnLst>
                        <p:par>
                          <p:cTn id="32" fill="hold">
                            <p:stCondLst>
                              <p:cond delay="0"/>
                            </p:stCondLst>
                            <p:childTnLst>
                              <p:par>
                                <p:cTn id="33" presetID="53" presetClass="entr" presetSubtype="16" fill="hold" grpId="0" nodeType="clickEffect">
                                  <p:stCondLst>
                                    <p:cond delay="0"/>
                                  </p:stCondLst>
                                  <p:childTnLst>
                                    <p:set>
                                      <p:cBhvr>
                                        <p:cTn id="34" dur="1" fill="hold">
                                          <p:stCondLst>
                                            <p:cond delay="0"/>
                                          </p:stCondLst>
                                        </p:cTn>
                                        <p:tgtEl>
                                          <p:spTgt spid="183"/>
                                        </p:tgtEl>
                                        <p:attrNameLst>
                                          <p:attrName>style.visibility</p:attrName>
                                        </p:attrNameLst>
                                      </p:cBhvr>
                                      <p:to>
                                        <p:strVal val="visible"/>
                                      </p:to>
                                    </p:set>
                                    <p:anim calcmode="lin" valueType="num">
                                      <p:cBhvr>
                                        <p:cTn id="35" dur="500" fill="hold"/>
                                        <p:tgtEl>
                                          <p:spTgt spid="183"/>
                                        </p:tgtEl>
                                        <p:attrNameLst>
                                          <p:attrName>ppt_w</p:attrName>
                                        </p:attrNameLst>
                                      </p:cBhvr>
                                      <p:tavLst>
                                        <p:tav tm="0">
                                          <p:val>
                                            <p:fltVal val="0"/>
                                          </p:val>
                                        </p:tav>
                                        <p:tav tm="100000">
                                          <p:val>
                                            <p:strVal val="#ppt_w"/>
                                          </p:val>
                                        </p:tav>
                                      </p:tavLst>
                                    </p:anim>
                                    <p:anim calcmode="lin" valueType="num">
                                      <p:cBhvr>
                                        <p:cTn id="36" dur="500" fill="hold"/>
                                        <p:tgtEl>
                                          <p:spTgt spid="183"/>
                                        </p:tgtEl>
                                        <p:attrNameLst>
                                          <p:attrName>ppt_h</p:attrName>
                                        </p:attrNameLst>
                                      </p:cBhvr>
                                      <p:tavLst>
                                        <p:tav tm="0">
                                          <p:val>
                                            <p:fltVal val="0"/>
                                          </p:val>
                                        </p:tav>
                                        <p:tav tm="100000">
                                          <p:val>
                                            <p:strVal val="#ppt_h"/>
                                          </p:val>
                                        </p:tav>
                                      </p:tavLst>
                                    </p:anim>
                                    <p:animEffect transition="in" filter="fade">
                                      <p:cBhvr>
                                        <p:cTn id="37" dur="500"/>
                                        <p:tgtEl>
                                          <p:spTgt spid="183"/>
                                        </p:tgtEl>
                                      </p:cBhvr>
                                    </p:animEffect>
                                  </p:childTnLst>
                                </p:cTn>
                              </p:par>
                            </p:childTnLst>
                          </p:cTn>
                        </p:par>
                      </p:childTnLst>
                    </p:cTn>
                  </p:par>
                  <p:par>
                    <p:cTn id="38" fill="hold">
                      <p:stCondLst>
                        <p:cond delay="indefinite"/>
                      </p:stCondLst>
                      <p:childTnLst>
                        <p:par>
                          <p:cTn id="39" fill="hold">
                            <p:stCondLst>
                              <p:cond delay="0"/>
                            </p:stCondLst>
                            <p:childTnLst>
                              <p:par>
                                <p:cTn id="40" presetID="53" presetClass="entr" presetSubtype="16" fill="hold" grpId="0" nodeType="clickEffect">
                                  <p:stCondLst>
                                    <p:cond delay="0"/>
                                  </p:stCondLst>
                                  <p:childTnLst>
                                    <p:set>
                                      <p:cBhvr>
                                        <p:cTn id="41" dur="1" fill="hold">
                                          <p:stCondLst>
                                            <p:cond delay="0"/>
                                          </p:stCondLst>
                                        </p:cTn>
                                        <p:tgtEl>
                                          <p:spTgt spid="4"/>
                                        </p:tgtEl>
                                        <p:attrNameLst>
                                          <p:attrName>style.visibility</p:attrName>
                                        </p:attrNameLst>
                                      </p:cBhvr>
                                      <p:to>
                                        <p:strVal val="visible"/>
                                      </p:to>
                                    </p:set>
                                    <p:anim calcmode="lin" valueType="num">
                                      <p:cBhvr>
                                        <p:cTn id="42" dur="500" fill="hold"/>
                                        <p:tgtEl>
                                          <p:spTgt spid="4"/>
                                        </p:tgtEl>
                                        <p:attrNameLst>
                                          <p:attrName>ppt_w</p:attrName>
                                        </p:attrNameLst>
                                      </p:cBhvr>
                                      <p:tavLst>
                                        <p:tav tm="0">
                                          <p:val>
                                            <p:fltVal val="0"/>
                                          </p:val>
                                        </p:tav>
                                        <p:tav tm="100000">
                                          <p:val>
                                            <p:strVal val="#ppt_w"/>
                                          </p:val>
                                        </p:tav>
                                      </p:tavLst>
                                    </p:anim>
                                    <p:anim calcmode="lin" valueType="num">
                                      <p:cBhvr>
                                        <p:cTn id="43" dur="500" fill="hold"/>
                                        <p:tgtEl>
                                          <p:spTgt spid="4"/>
                                        </p:tgtEl>
                                        <p:attrNameLst>
                                          <p:attrName>ppt_h</p:attrName>
                                        </p:attrNameLst>
                                      </p:cBhvr>
                                      <p:tavLst>
                                        <p:tav tm="0">
                                          <p:val>
                                            <p:fltVal val="0"/>
                                          </p:val>
                                        </p:tav>
                                        <p:tav tm="100000">
                                          <p:val>
                                            <p:strVal val="#ppt_h"/>
                                          </p:val>
                                        </p:tav>
                                      </p:tavLst>
                                    </p:anim>
                                    <p:animEffect transition="in" filter="fade">
                                      <p:cBhvr>
                                        <p:cTn id="44"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p:bldP spid="182" grpId="0"/>
      <p:bldP spid="183"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5" name="内容占位符 2"/>
          <p:cNvSpPr>
            <a:spLocks noGrp="1"/>
          </p:cNvSpPr>
          <p:nvPr>
            <p:ph idx="1"/>
          </p:nvPr>
        </p:nvSpPr>
        <p:spPr>
          <a:xfrm>
            <a:off x="357188" y="842963"/>
            <a:ext cx="8501062" cy="2808287"/>
          </a:xfrm>
        </p:spPr>
        <p:txBody>
          <a:bodyPr/>
          <a:lstStyle/>
          <a:p>
            <a:pPr eaLnBrk="1" hangingPunct="1">
              <a:lnSpc>
                <a:spcPts val="2880"/>
              </a:lnSpc>
              <a:buClrTx/>
              <a:buFont typeface="Wingdings" pitchFamily="2" charset="2"/>
              <a:buChar char="Ø"/>
              <a:defRPr/>
            </a:pPr>
            <a:r>
              <a:rPr lang="zh-CN" altLang="en-US" b="1" dirty="0">
                <a:solidFill>
                  <a:schemeClr val="tx1"/>
                </a:solidFill>
                <a:latin typeface="+mn-ea"/>
              </a:rPr>
              <a:t>存储组织</a:t>
            </a:r>
          </a:p>
          <a:p>
            <a:pPr eaLnBrk="1" hangingPunct="1">
              <a:lnSpc>
                <a:spcPts val="2880"/>
              </a:lnSpc>
              <a:buClrTx/>
              <a:buFont typeface="Wingdings" pitchFamily="2" charset="2"/>
              <a:buChar char="Ø"/>
              <a:defRPr/>
            </a:pPr>
            <a:r>
              <a:rPr lang="zh-CN" altLang="en-US" b="1" dirty="0">
                <a:solidFill>
                  <a:schemeClr val="tx1"/>
                </a:solidFill>
                <a:latin typeface="+mn-ea"/>
              </a:rPr>
              <a:t>静态存储分配</a:t>
            </a:r>
          </a:p>
          <a:p>
            <a:pPr eaLnBrk="1" hangingPunct="1">
              <a:lnSpc>
                <a:spcPts val="2880"/>
              </a:lnSpc>
              <a:buClrTx/>
              <a:buFont typeface="Wingdings" pitchFamily="2" charset="2"/>
              <a:buChar char="Ø"/>
              <a:defRPr/>
            </a:pPr>
            <a:r>
              <a:rPr lang="zh-CN" altLang="en-US" b="1" dirty="0">
                <a:solidFill>
                  <a:schemeClr val="tx1"/>
                </a:solidFill>
                <a:latin typeface="+mn-ea"/>
              </a:rPr>
              <a:t>栈式存储分配</a:t>
            </a:r>
          </a:p>
          <a:p>
            <a:pPr eaLnBrk="1" hangingPunct="1">
              <a:lnSpc>
                <a:spcPts val="2880"/>
              </a:lnSpc>
              <a:buClrTx/>
              <a:buFont typeface="Wingdings" pitchFamily="2" charset="2"/>
              <a:buChar char="Ø"/>
              <a:defRPr/>
            </a:pPr>
            <a:r>
              <a:rPr lang="zh-CN" altLang="en-US" b="1" dirty="0">
                <a:solidFill>
                  <a:schemeClr val="tx1"/>
                </a:solidFill>
                <a:latin typeface="+mn-ea"/>
              </a:rPr>
              <a:t>非局部数据的访问</a:t>
            </a:r>
          </a:p>
          <a:p>
            <a:pPr eaLnBrk="1" hangingPunct="1">
              <a:lnSpc>
                <a:spcPts val="2880"/>
              </a:lnSpc>
              <a:buClrTx/>
              <a:buFont typeface="Wingdings" pitchFamily="2" charset="2"/>
              <a:buChar char="Ø"/>
              <a:defRPr/>
            </a:pPr>
            <a:r>
              <a:rPr lang="zh-CN" altLang="en-US" b="1" dirty="0">
                <a:solidFill>
                  <a:schemeClr val="tx1"/>
                </a:solidFill>
                <a:latin typeface="+mn-ea"/>
              </a:rPr>
              <a:t>符号表</a:t>
            </a:r>
          </a:p>
        </p:txBody>
      </p:sp>
      <p:sp>
        <p:nvSpPr>
          <p:cNvPr id="62468" name="标题 1"/>
          <p:cNvSpPr>
            <a:spLocks noGrp="1"/>
          </p:cNvSpPr>
          <p:nvPr>
            <p:ph type="title"/>
          </p:nvPr>
        </p:nvSpPr>
        <p:spPr>
          <a:xfrm>
            <a:off x="755650" y="268288"/>
            <a:ext cx="7931150" cy="358775"/>
          </a:xfrm>
        </p:spPr>
        <p:txBody>
          <a:bodyPr/>
          <a:lstStyle/>
          <a:p>
            <a:pPr eaLnBrk="1" hangingPunct="1">
              <a:defRPr/>
            </a:pPr>
            <a:r>
              <a:rPr lang="zh-CN" altLang="en-US" sz="3000" spc="300" dirty="0">
                <a:solidFill>
                  <a:schemeClr val="tx1"/>
                </a:solidFill>
                <a:latin typeface="微软雅黑" pitchFamily="34" charset="-122"/>
                <a:ea typeface="微软雅黑" pitchFamily="34" charset="-122"/>
              </a:rPr>
              <a:t>本章小结</a:t>
            </a:r>
          </a:p>
        </p:txBody>
      </p:sp>
      <p:grpSp>
        <p:nvGrpSpPr>
          <p:cNvPr id="146436" name="组合 44"/>
          <p:cNvGrpSpPr>
            <a:grpSpLocks/>
          </p:cNvGrpSpPr>
          <p:nvPr/>
        </p:nvGrpSpPr>
        <p:grpSpPr bwMode="auto">
          <a:xfrm>
            <a:off x="0" y="195263"/>
            <a:ext cx="755650" cy="431800"/>
            <a:chOff x="-786" y="195486"/>
            <a:chExt cx="756363" cy="432048"/>
          </a:xfrm>
        </p:grpSpPr>
        <p:sp>
          <p:nvSpPr>
            <p:cNvPr id="6" name="五边形 5"/>
            <p:cNvSpPr/>
            <p:nvPr/>
          </p:nvSpPr>
          <p:spPr>
            <a:xfrm>
              <a:off x="-786" y="195486"/>
              <a:ext cx="756363" cy="432048"/>
            </a:xfrm>
            <a:prstGeom prst="homePlate">
              <a:avLst/>
            </a:prstGeom>
            <a:solidFill>
              <a:schemeClr val="bg2">
                <a:lumMod val="50000"/>
              </a:schemeClr>
            </a:solidFill>
            <a:ln w="25400" cap="flat" cmpd="sng" algn="ctr">
              <a:noFill/>
              <a:prstDash val="solid"/>
            </a:ln>
            <a:effectLst/>
          </p:spPr>
          <p:txBody>
            <a:bodyPr anchor="ct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1800" b="0">
                <a:solidFill>
                  <a:srgbClr val="FFFFFF"/>
                </a:solidFill>
                <a:latin typeface="Calibri" panose="020F0502020204030204" pitchFamily="34" charset="0"/>
              </a:endParaRPr>
            </a:p>
          </p:txBody>
        </p:sp>
        <p:sp>
          <p:nvSpPr>
            <p:cNvPr id="146438" name="五边形 46"/>
            <p:cNvSpPr>
              <a:spLocks noChangeArrowheads="1"/>
            </p:cNvSpPr>
            <p:nvPr/>
          </p:nvSpPr>
          <p:spPr bwMode="auto">
            <a:xfrm>
              <a:off x="-786" y="197074"/>
              <a:ext cx="756363" cy="88951"/>
            </a:xfrm>
            <a:prstGeom prst="homePlate">
              <a:avLst>
                <a:gd name="adj" fmla="val 49995"/>
              </a:avLst>
            </a:prstGeom>
            <a:solidFill>
              <a:schemeClr val="bg1">
                <a:alpha val="30196"/>
              </a:schemeClr>
            </a:solidFill>
            <a:ln>
              <a:noFill/>
            </a:ln>
            <a:extLst>
              <a:ext uri="{91240B29-F687-4F45-9708-019B960494DF}">
                <a14:hiddenLine xmlns:a14="http://schemas.microsoft.com/office/drawing/2010/main" w="25400" algn="ctr">
                  <a:solidFill>
                    <a:srgbClr val="000000"/>
                  </a:solidFill>
                  <a:miter lim="800000"/>
                  <a:headEnd/>
                  <a:tailEnd/>
                </a14:hiddenLine>
              </a:ext>
            </a:extLst>
          </p:spPr>
          <p:txBody>
            <a:bodyPr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endParaRPr lang="zh-CN" altLang="en-US" sz="1800" b="0">
                <a:solidFill>
                  <a:srgbClr val="FFFFFF"/>
                </a:solidFill>
                <a:latin typeface="Calibri" panose="020F0502020204030204" pitchFamily="34" charset="0"/>
                <a:ea typeface="宋体" panose="02010600030101010101" pitchFamily="2" charset="-122"/>
              </a:endParaRPr>
            </a:p>
          </p:txBody>
        </p:sp>
      </p:gr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8482" name="Picture 3" descr="G:\QQ截图201607142012副本.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51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2"/>
          <p:cNvSpPr txBox="1">
            <a:spLocks noChangeArrowheads="1"/>
          </p:cNvSpPr>
          <p:nvPr/>
        </p:nvSpPr>
        <p:spPr>
          <a:xfrm>
            <a:off x="5148263" y="1714500"/>
            <a:ext cx="2952750" cy="939800"/>
          </a:xfrm>
          <a:prstGeom prst="rect">
            <a:avLst/>
          </a:prstGeom>
        </p:spPr>
        <p:txBody>
          <a:bodyPr anchor="ctr"/>
          <a:lstStyle/>
          <a:p>
            <a:pPr fontAlgn="auto">
              <a:spcAft>
                <a:spcPts val="0"/>
              </a:spcAft>
              <a:defRPr/>
            </a:pPr>
            <a:r>
              <a:rPr lang="zh-CN" altLang="en-US" sz="3500" b="0" spc="600" dirty="0">
                <a:solidFill>
                  <a:prstClr val="white"/>
                </a:solidFill>
                <a:latin typeface="微软雅黑" pitchFamily="34" charset="-122"/>
                <a:ea typeface="微软雅黑" pitchFamily="34" charset="-122"/>
              </a:rPr>
              <a:t>结束</a:t>
            </a:r>
            <a:endParaRPr lang="en-US" altLang="zh-CN" sz="3500" b="0" spc="600" dirty="0">
              <a:solidFill>
                <a:prstClr val="white"/>
              </a:solidFill>
              <a:latin typeface="微软雅黑" pitchFamily="34" charset="-122"/>
              <a:ea typeface="微软雅黑" pitchFamily="34" charset="-122"/>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5" name="内容占位符 2"/>
          <p:cNvSpPr>
            <a:spLocks noGrp="1"/>
          </p:cNvSpPr>
          <p:nvPr>
            <p:ph idx="1"/>
          </p:nvPr>
        </p:nvSpPr>
        <p:spPr>
          <a:xfrm>
            <a:off x="357188" y="842963"/>
            <a:ext cx="8501062" cy="3889027"/>
          </a:xfrm>
        </p:spPr>
        <p:txBody>
          <a:bodyPr/>
          <a:lstStyle/>
          <a:p>
            <a:pPr eaLnBrk="1" hangingPunct="1">
              <a:lnSpc>
                <a:spcPts val="2880"/>
              </a:lnSpc>
              <a:buClrTx/>
              <a:buFont typeface="Wingdings" pitchFamily="2" charset="2"/>
              <a:buChar char="Ø"/>
              <a:defRPr/>
            </a:pPr>
            <a:r>
              <a:rPr lang="zh-CN" altLang="en-US" b="1" dirty="0">
                <a:solidFill>
                  <a:schemeClr val="tx1"/>
                </a:solidFill>
                <a:latin typeface="+mn-ea"/>
              </a:rPr>
              <a:t>以“</a:t>
            </a:r>
            <a:r>
              <a:rPr lang="en-US" altLang="zh-CN" b="1" dirty="0">
                <a:solidFill>
                  <a:schemeClr val="tx1"/>
                </a:solidFill>
                <a:latin typeface="+mn-ea"/>
              </a:rPr>
              <a:t>{</a:t>
            </a:r>
            <a:r>
              <a:rPr lang="zh-CN" altLang="en-US" b="1" dirty="0">
                <a:solidFill>
                  <a:schemeClr val="tx1"/>
                </a:solidFill>
                <a:latin typeface="+mn-ea"/>
              </a:rPr>
              <a:t>”、“</a:t>
            </a:r>
            <a:r>
              <a:rPr lang="en-US" altLang="zh-CN" b="1" dirty="0">
                <a:solidFill>
                  <a:schemeClr val="tx1"/>
                </a:solidFill>
                <a:latin typeface="+mn-ea"/>
              </a:rPr>
              <a:t>}</a:t>
            </a:r>
            <a:r>
              <a:rPr lang="zh-CN" altLang="en-US" b="1" dirty="0">
                <a:solidFill>
                  <a:schemeClr val="tx1"/>
                </a:solidFill>
                <a:latin typeface="+mn-ea"/>
              </a:rPr>
              <a:t>”作为块的分界符</a:t>
            </a:r>
            <a:endParaRPr lang="en-US" altLang="zh-CN" b="1" dirty="0">
              <a:solidFill>
                <a:schemeClr val="tx1"/>
              </a:solidFill>
              <a:latin typeface="+mn-ea"/>
            </a:endParaRPr>
          </a:p>
          <a:p>
            <a:pPr eaLnBrk="1" hangingPunct="1">
              <a:lnSpc>
                <a:spcPts val="2880"/>
              </a:lnSpc>
              <a:buClrTx/>
              <a:buFont typeface="Wingdings" pitchFamily="2" charset="2"/>
              <a:buChar char="Ø"/>
              <a:defRPr/>
            </a:pPr>
            <a:r>
              <a:rPr lang="zh-CN" altLang="en-US" b="1" dirty="0">
                <a:solidFill>
                  <a:schemeClr val="tx1"/>
                </a:solidFill>
                <a:latin typeface="+mn-ea"/>
              </a:rPr>
              <a:t>一个过程可能包含多个块</a:t>
            </a:r>
            <a:endParaRPr lang="en-US" altLang="zh-CN" b="1" dirty="0">
              <a:solidFill>
                <a:schemeClr val="tx1"/>
              </a:solidFill>
              <a:latin typeface="+mn-ea"/>
            </a:endParaRPr>
          </a:p>
          <a:p>
            <a:pPr eaLnBrk="1" hangingPunct="1">
              <a:lnSpc>
                <a:spcPts val="2880"/>
              </a:lnSpc>
              <a:buClrTx/>
              <a:buFont typeface="Wingdings" pitchFamily="2" charset="2"/>
              <a:buChar char="Ø"/>
              <a:defRPr/>
            </a:pPr>
            <a:r>
              <a:rPr lang="zh-CN" altLang="en-US" b="1" dirty="0">
                <a:solidFill>
                  <a:schemeClr val="tx1"/>
                </a:solidFill>
                <a:latin typeface="+mn-ea"/>
              </a:rPr>
              <a:t>如何组织符号表？</a:t>
            </a:r>
            <a:endParaRPr lang="en-US" altLang="zh-CN" b="1" dirty="0">
              <a:solidFill>
                <a:schemeClr val="tx1"/>
              </a:solidFill>
              <a:latin typeface="+mn-ea"/>
            </a:endParaRPr>
          </a:p>
          <a:p>
            <a:pPr lvl="1" eaLnBrk="1" hangingPunct="1">
              <a:lnSpc>
                <a:spcPts val="2880"/>
              </a:lnSpc>
              <a:buClrTx/>
              <a:buFont typeface="Wingdings" pitchFamily="2" charset="2"/>
              <a:buChar char="Ø"/>
              <a:defRPr/>
            </a:pPr>
            <a:r>
              <a:rPr lang="zh-CN" altLang="en-US" b="1" dirty="0">
                <a:solidFill>
                  <a:schemeClr val="tx1"/>
                </a:solidFill>
                <a:latin typeface="+mn-ea"/>
              </a:rPr>
              <a:t>方法一：将所有块的符号表放在一个</a:t>
            </a:r>
            <a:r>
              <a:rPr lang="zh-CN" altLang="en-US" b="1" dirty="0">
                <a:solidFill>
                  <a:schemeClr val="tx2">
                    <a:lumMod val="60000"/>
                    <a:lumOff val="40000"/>
                  </a:schemeClr>
                </a:solidFill>
                <a:latin typeface="+mn-ea"/>
              </a:rPr>
              <a:t>大数组</a:t>
            </a:r>
            <a:r>
              <a:rPr lang="zh-CN" altLang="en-US" b="1" dirty="0">
                <a:solidFill>
                  <a:schemeClr val="tx1"/>
                </a:solidFill>
                <a:latin typeface="+mn-ea"/>
              </a:rPr>
              <a:t>中，然后再引入一个</a:t>
            </a:r>
            <a:r>
              <a:rPr lang="zh-CN" altLang="en-US" b="1" dirty="0">
                <a:solidFill>
                  <a:schemeClr val="tx2">
                    <a:lumMod val="60000"/>
                    <a:lumOff val="40000"/>
                  </a:schemeClr>
                </a:solidFill>
                <a:latin typeface="+mn-ea"/>
              </a:rPr>
              <a:t>程序块表</a:t>
            </a:r>
            <a:r>
              <a:rPr lang="zh-CN" altLang="en-US" b="1" dirty="0">
                <a:solidFill>
                  <a:schemeClr val="tx1"/>
                </a:solidFill>
                <a:latin typeface="+mn-ea"/>
              </a:rPr>
              <a:t>来描述个程序块的符号表在大数组中的位置及其相互关系</a:t>
            </a:r>
            <a:endParaRPr lang="en-US" altLang="zh-CN" b="1" dirty="0">
              <a:solidFill>
                <a:schemeClr val="tx1"/>
              </a:solidFill>
              <a:latin typeface="+mn-ea"/>
            </a:endParaRPr>
          </a:p>
          <a:p>
            <a:pPr lvl="1" eaLnBrk="1" hangingPunct="1">
              <a:lnSpc>
                <a:spcPts val="2880"/>
              </a:lnSpc>
              <a:buClrTx/>
              <a:buFont typeface="Wingdings" pitchFamily="2" charset="2"/>
              <a:buChar char="Ø"/>
              <a:defRPr/>
            </a:pPr>
            <a:r>
              <a:rPr lang="zh-CN" altLang="en-US" b="1" dirty="0">
                <a:solidFill>
                  <a:schemeClr val="tx1"/>
                </a:solidFill>
                <a:latin typeface="+mn-ea"/>
              </a:rPr>
              <a:t>方法二：将描述符号所属程序块的信息（如</a:t>
            </a:r>
            <a:r>
              <a:rPr lang="zh-CN" altLang="en-US" b="1" dirty="0">
                <a:solidFill>
                  <a:schemeClr val="tx2">
                    <a:lumMod val="60000"/>
                    <a:lumOff val="40000"/>
                  </a:schemeClr>
                </a:solidFill>
                <a:latin typeface="+mn-ea"/>
              </a:rPr>
              <a:t>块号</a:t>
            </a:r>
            <a:r>
              <a:rPr lang="zh-CN" altLang="en-US" b="1" dirty="0">
                <a:solidFill>
                  <a:schemeClr val="tx1"/>
                </a:solidFill>
                <a:latin typeface="+mn-ea"/>
              </a:rPr>
              <a:t>）放在符号表的</a:t>
            </a:r>
            <a:r>
              <a:rPr lang="zh-CN" altLang="en-US" b="1" dirty="0">
                <a:solidFill>
                  <a:schemeClr val="tx2">
                    <a:lumMod val="60000"/>
                    <a:lumOff val="40000"/>
                  </a:schemeClr>
                </a:solidFill>
                <a:latin typeface="+mn-ea"/>
              </a:rPr>
              <a:t>表项</a:t>
            </a:r>
            <a:r>
              <a:rPr lang="zh-CN" altLang="en-US" b="1" dirty="0">
                <a:solidFill>
                  <a:schemeClr val="tx1"/>
                </a:solidFill>
                <a:latin typeface="+mn-ea"/>
              </a:rPr>
              <a:t>中，和</a:t>
            </a:r>
            <a:r>
              <a:rPr lang="zh-CN" altLang="en-US" b="1" dirty="0">
                <a:solidFill>
                  <a:schemeClr val="tx2">
                    <a:lumMod val="60000"/>
                    <a:lumOff val="40000"/>
                  </a:schemeClr>
                </a:solidFill>
                <a:latin typeface="+mn-ea"/>
              </a:rPr>
              <a:t>符号的名字</a:t>
            </a:r>
            <a:r>
              <a:rPr lang="zh-CN" altLang="en-US" b="1" dirty="0">
                <a:solidFill>
                  <a:schemeClr val="tx1"/>
                </a:solidFill>
                <a:latin typeface="+mn-ea"/>
              </a:rPr>
              <a:t>共同形成符号表表项的</a:t>
            </a:r>
            <a:r>
              <a:rPr lang="zh-CN" altLang="en-US" b="1" dirty="0">
                <a:solidFill>
                  <a:schemeClr val="tx2">
                    <a:lumMod val="60000"/>
                    <a:lumOff val="40000"/>
                  </a:schemeClr>
                </a:solidFill>
                <a:latin typeface="+mn-ea"/>
              </a:rPr>
              <a:t>关键字</a:t>
            </a:r>
            <a:r>
              <a:rPr lang="zh-CN" altLang="en-US" b="1" dirty="0">
                <a:solidFill>
                  <a:schemeClr val="tx1"/>
                </a:solidFill>
                <a:latin typeface="+mn-ea"/>
              </a:rPr>
              <a:t>。此时的符号表非常类似于未考虑作用域的符号表</a:t>
            </a:r>
            <a:endParaRPr lang="en-US" altLang="zh-CN" b="1" dirty="0">
              <a:solidFill>
                <a:schemeClr val="tx1"/>
              </a:solidFill>
              <a:latin typeface="+mn-ea"/>
            </a:endParaRPr>
          </a:p>
          <a:p>
            <a:pPr lvl="1" eaLnBrk="1" hangingPunct="1">
              <a:lnSpc>
                <a:spcPts val="2880"/>
              </a:lnSpc>
              <a:buClrTx/>
              <a:buFont typeface="Wingdings" pitchFamily="2" charset="2"/>
              <a:buChar char="Ø"/>
              <a:defRPr/>
            </a:pPr>
            <a:endParaRPr lang="zh-CN" altLang="en-US" b="1" dirty="0">
              <a:solidFill>
                <a:schemeClr val="tx1"/>
              </a:solidFill>
              <a:latin typeface="+mn-ea"/>
            </a:endParaRPr>
          </a:p>
        </p:txBody>
      </p:sp>
      <p:sp>
        <p:nvSpPr>
          <p:cNvPr id="62468" name="标题 1"/>
          <p:cNvSpPr>
            <a:spLocks noGrp="1"/>
          </p:cNvSpPr>
          <p:nvPr>
            <p:ph type="title"/>
          </p:nvPr>
        </p:nvSpPr>
        <p:spPr>
          <a:xfrm>
            <a:off x="755650" y="268288"/>
            <a:ext cx="7931150" cy="358775"/>
          </a:xfrm>
        </p:spPr>
        <p:txBody>
          <a:bodyPr/>
          <a:lstStyle/>
          <a:p>
            <a:pPr eaLnBrk="1" hangingPunct="1">
              <a:defRPr/>
            </a:pPr>
            <a:r>
              <a:rPr lang="en-US" altLang="zh-CN" sz="3000" spc="300" dirty="0">
                <a:solidFill>
                  <a:schemeClr val="tx1"/>
                </a:solidFill>
                <a:latin typeface="微软雅黑" pitchFamily="34" charset="-122"/>
                <a:ea typeface="微软雅黑" pitchFamily="34" charset="-122"/>
              </a:rPr>
              <a:t>C</a:t>
            </a:r>
            <a:r>
              <a:rPr lang="zh-CN" altLang="en-US" sz="3000" spc="300" dirty="0">
                <a:solidFill>
                  <a:schemeClr val="tx1"/>
                </a:solidFill>
                <a:latin typeface="微软雅黑" pitchFamily="34" charset="-122"/>
                <a:ea typeface="微软雅黑" pitchFamily="34" charset="-122"/>
              </a:rPr>
              <a:t>语言的符号表</a:t>
            </a:r>
          </a:p>
        </p:txBody>
      </p:sp>
      <p:grpSp>
        <p:nvGrpSpPr>
          <p:cNvPr id="146436" name="组合 44"/>
          <p:cNvGrpSpPr>
            <a:grpSpLocks/>
          </p:cNvGrpSpPr>
          <p:nvPr/>
        </p:nvGrpSpPr>
        <p:grpSpPr bwMode="auto">
          <a:xfrm>
            <a:off x="0" y="195263"/>
            <a:ext cx="755650" cy="431800"/>
            <a:chOff x="-786" y="195486"/>
            <a:chExt cx="756363" cy="432048"/>
          </a:xfrm>
        </p:grpSpPr>
        <p:sp>
          <p:nvSpPr>
            <p:cNvPr id="6" name="五边形 5"/>
            <p:cNvSpPr/>
            <p:nvPr/>
          </p:nvSpPr>
          <p:spPr>
            <a:xfrm>
              <a:off x="-786" y="195486"/>
              <a:ext cx="756363" cy="432048"/>
            </a:xfrm>
            <a:prstGeom prst="homePlate">
              <a:avLst/>
            </a:prstGeom>
            <a:solidFill>
              <a:schemeClr val="bg2">
                <a:lumMod val="50000"/>
              </a:schemeClr>
            </a:solidFill>
            <a:ln w="25400" cap="flat" cmpd="sng" algn="ctr">
              <a:noFill/>
              <a:prstDash val="solid"/>
            </a:ln>
            <a:effectLst/>
          </p:spPr>
          <p:txBody>
            <a:bodyPr anchor="ct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1800" b="0">
                <a:solidFill>
                  <a:srgbClr val="FFFFFF"/>
                </a:solidFill>
                <a:latin typeface="Calibri" panose="020F0502020204030204" pitchFamily="34" charset="0"/>
              </a:endParaRPr>
            </a:p>
          </p:txBody>
        </p:sp>
        <p:sp>
          <p:nvSpPr>
            <p:cNvPr id="146438" name="五边形 46"/>
            <p:cNvSpPr>
              <a:spLocks noChangeArrowheads="1"/>
            </p:cNvSpPr>
            <p:nvPr/>
          </p:nvSpPr>
          <p:spPr bwMode="auto">
            <a:xfrm>
              <a:off x="-786" y="197074"/>
              <a:ext cx="756363" cy="88951"/>
            </a:xfrm>
            <a:prstGeom prst="homePlate">
              <a:avLst>
                <a:gd name="adj" fmla="val 49995"/>
              </a:avLst>
            </a:prstGeom>
            <a:solidFill>
              <a:schemeClr val="bg1">
                <a:alpha val="30196"/>
              </a:schemeClr>
            </a:solidFill>
            <a:ln>
              <a:noFill/>
            </a:ln>
            <a:extLst>
              <a:ext uri="{91240B29-F687-4F45-9708-019B960494DF}">
                <a14:hiddenLine xmlns:a14="http://schemas.microsoft.com/office/drawing/2010/main" w="25400" algn="ctr">
                  <a:solidFill>
                    <a:srgbClr val="000000"/>
                  </a:solidFill>
                  <a:miter lim="800000"/>
                  <a:headEnd/>
                  <a:tailEnd/>
                </a14:hiddenLine>
              </a:ext>
            </a:extLst>
          </p:spPr>
          <p:txBody>
            <a:bodyPr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endParaRPr lang="zh-CN" altLang="en-US" sz="1800" b="0">
                <a:solidFill>
                  <a:srgbClr val="FFFFFF"/>
                </a:solidFill>
                <a:latin typeface="Calibri" panose="020F0502020204030204" pitchFamily="34" charset="0"/>
                <a:ea typeface="宋体" panose="02010600030101010101" pitchFamily="2" charset="-122"/>
              </a:endParaRPr>
            </a:p>
          </p:txBody>
        </p:sp>
      </p:grpSp>
    </p:spTree>
    <p:extLst>
      <p:ext uri="{BB962C8B-B14F-4D97-AF65-F5344CB8AC3E}">
        <p14:creationId xmlns:p14="http://schemas.microsoft.com/office/powerpoint/2010/main" val="275766440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5" name="内容占位符 2"/>
          <p:cNvSpPr>
            <a:spLocks noGrp="1"/>
          </p:cNvSpPr>
          <p:nvPr>
            <p:ph idx="1"/>
          </p:nvPr>
        </p:nvSpPr>
        <p:spPr>
          <a:xfrm>
            <a:off x="357188" y="842963"/>
            <a:ext cx="8786812" cy="3889027"/>
          </a:xfrm>
        </p:spPr>
        <p:txBody>
          <a:bodyPr/>
          <a:lstStyle/>
          <a:p>
            <a:pPr eaLnBrk="1" hangingPunct="1">
              <a:lnSpc>
                <a:spcPts val="2880"/>
              </a:lnSpc>
              <a:buClrTx/>
              <a:buFont typeface="Wingdings" pitchFamily="2" charset="2"/>
              <a:buChar char="Ø"/>
              <a:defRPr/>
            </a:pPr>
            <a:r>
              <a:rPr lang="zh-CN" altLang="en-US" b="1" dirty="0">
                <a:solidFill>
                  <a:schemeClr val="tx1"/>
                </a:solidFill>
                <a:latin typeface="+mn-ea"/>
              </a:rPr>
              <a:t>将所有块的符号表放在一个</a:t>
            </a:r>
            <a:r>
              <a:rPr lang="zh-CN" altLang="en-US" b="1" dirty="0">
                <a:solidFill>
                  <a:schemeClr val="tx2">
                    <a:lumMod val="60000"/>
                    <a:lumOff val="40000"/>
                  </a:schemeClr>
                </a:solidFill>
                <a:latin typeface="+mn-ea"/>
              </a:rPr>
              <a:t>大数组</a:t>
            </a:r>
            <a:r>
              <a:rPr lang="zh-CN" altLang="en-US" b="1" dirty="0">
                <a:solidFill>
                  <a:schemeClr val="tx1"/>
                </a:solidFill>
                <a:latin typeface="+mn-ea"/>
              </a:rPr>
              <a:t>中，然后再引入一个</a:t>
            </a:r>
            <a:r>
              <a:rPr lang="zh-CN" altLang="en-US" b="1" dirty="0">
                <a:solidFill>
                  <a:schemeClr val="tx2">
                    <a:lumMod val="60000"/>
                    <a:lumOff val="40000"/>
                  </a:schemeClr>
                </a:solidFill>
                <a:latin typeface="+mn-ea"/>
              </a:rPr>
              <a:t>程序块表</a:t>
            </a:r>
            <a:r>
              <a:rPr lang="zh-CN" altLang="en-US" b="1" dirty="0">
                <a:solidFill>
                  <a:schemeClr val="tx1"/>
                </a:solidFill>
                <a:latin typeface="+mn-ea"/>
              </a:rPr>
              <a:t>来描述个程序块的符号表在大数组中的位置及其相互关系</a:t>
            </a:r>
            <a:endParaRPr lang="en-US" altLang="zh-CN" b="1" dirty="0">
              <a:solidFill>
                <a:schemeClr val="tx1"/>
              </a:solidFill>
              <a:latin typeface="+mn-ea"/>
            </a:endParaRPr>
          </a:p>
        </p:txBody>
      </p:sp>
      <p:sp>
        <p:nvSpPr>
          <p:cNvPr id="62468" name="标题 1"/>
          <p:cNvSpPr>
            <a:spLocks noGrp="1"/>
          </p:cNvSpPr>
          <p:nvPr>
            <p:ph type="title"/>
          </p:nvPr>
        </p:nvSpPr>
        <p:spPr>
          <a:xfrm>
            <a:off x="755650" y="268288"/>
            <a:ext cx="7931150" cy="358775"/>
          </a:xfrm>
        </p:spPr>
        <p:txBody>
          <a:bodyPr/>
          <a:lstStyle/>
          <a:p>
            <a:pPr eaLnBrk="1" hangingPunct="1">
              <a:defRPr/>
            </a:pPr>
            <a:r>
              <a:rPr lang="zh-CN" altLang="en-US" sz="3000" spc="300" dirty="0">
                <a:solidFill>
                  <a:schemeClr val="tx1"/>
                </a:solidFill>
                <a:latin typeface="微软雅黑" pitchFamily="34" charset="-122"/>
                <a:ea typeface="微软雅黑" pitchFamily="34" charset="-122"/>
              </a:rPr>
              <a:t>方法一：</a:t>
            </a:r>
          </a:p>
        </p:txBody>
      </p:sp>
      <p:grpSp>
        <p:nvGrpSpPr>
          <p:cNvPr id="146436" name="组合 44"/>
          <p:cNvGrpSpPr>
            <a:grpSpLocks/>
          </p:cNvGrpSpPr>
          <p:nvPr/>
        </p:nvGrpSpPr>
        <p:grpSpPr bwMode="auto">
          <a:xfrm>
            <a:off x="0" y="195263"/>
            <a:ext cx="755650" cy="431800"/>
            <a:chOff x="-786" y="195486"/>
            <a:chExt cx="756363" cy="432048"/>
          </a:xfrm>
        </p:grpSpPr>
        <p:sp>
          <p:nvSpPr>
            <p:cNvPr id="6" name="五边形 5"/>
            <p:cNvSpPr/>
            <p:nvPr/>
          </p:nvSpPr>
          <p:spPr>
            <a:xfrm>
              <a:off x="-786" y="195486"/>
              <a:ext cx="756363" cy="432048"/>
            </a:xfrm>
            <a:prstGeom prst="homePlate">
              <a:avLst/>
            </a:prstGeom>
            <a:solidFill>
              <a:schemeClr val="bg2">
                <a:lumMod val="50000"/>
              </a:schemeClr>
            </a:solidFill>
            <a:ln w="25400" cap="flat" cmpd="sng" algn="ctr">
              <a:noFill/>
              <a:prstDash val="solid"/>
            </a:ln>
            <a:effectLst/>
          </p:spPr>
          <p:txBody>
            <a:bodyPr anchor="ct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1800" b="0">
                <a:solidFill>
                  <a:srgbClr val="FFFFFF"/>
                </a:solidFill>
                <a:latin typeface="Calibri" panose="020F0502020204030204" pitchFamily="34" charset="0"/>
              </a:endParaRPr>
            </a:p>
          </p:txBody>
        </p:sp>
        <p:sp>
          <p:nvSpPr>
            <p:cNvPr id="146438" name="五边形 46"/>
            <p:cNvSpPr>
              <a:spLocks noChangeArrowheads="1"/>
            </p:cNvSpPr>
            <p:nvPr/>
          </p:nvSpPr>
          <p:spPr bwMode="auto">
            <a:xfrm>
              <a:off x="-786" y="197074"/>
              <a:ext cx="756363" cy="88951"/>
            </a:xfrm>
            <a:prstGeom prst="homePlate">
              <a:avLst>
                <a:gd name="adj" fmla="val 49995"/>
              </a:avLst>
            </a:prstGeom>
            <a:solidFill>
              <a:schemeClr val="bg1">
                <a:alpha val="30196"/>
              </a:schemeClr>
            </a:solidFill>
            <a:ln>
              <a:noFill/>
            </a:ln>
            <a:extLst>
              <a:ext uri="{91240B29-F687-4F45-9708-019B960494DF}">
                <a14:hiddenLine xmlns:a14="http://schemas.microsoft.com/office/drawing/2010/main" w="25400" algn="ctr">
                  <a:solidFill>
                    <a:srgbClr val="000000"/>
                  </a:solidFill>
                  <a:miter lim="800000"/>
                  <a:headEnd/>
                  <a:tailEnd/>
                </a14:hiddenLine>
              </a:ext>
            </a:extLst>
          </p:spPr>
          <p:txBody>
            <a:bodyPr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endParaRPr lang="zh-CN" altLang="en-US" sz="1800" b="0">
                <a:solidFill>
                  <a:srgbClr val="FFFFFF"/>
                </a:solidFill>
                <a:latin typeface="Calibri" panose="020F0502020204030204" pitchFamily="34" charset="0"/>
                <a:ea typeface="宋体" panose="02010600030101010101" pitchFamily="2" charset="-122"/>
              </a:endParaRPr>
            </a:p>
          </p:txBody>
        </p:sp>
      </p:grpSp>
      <p:pic>
        <p:nvPicPr>
          <p:cNvPr id="3" name="图片 2"/>
          <p:cNvPicPr>
            <a:picLocks noChangeAspect="1"/>
          </p:cNvPicPr>
          <p:nvPr/>
        </p:nvPicPr>
        <p:blipFill>
          <a:blip r:embed="rId3"/>
          <a:stretch>
            <a:fillRect/>
          </a:stretch>
        </p:blipFill>
        <p:spPr>
          <a:xfrm rot="-5400000">
            <a:off x="5233086" y="897000"/>
            <a:ext cx="2231311" cy="5143500"/>
          </a:xfrm>
          <a:prstGeom prst="rect">
            <a:avLst/>
          </a:prstGeom>
        </p:spPr>
      </p:pic>
      <p:pic>
        <p:nvPicPr>
          <p:cNvPr id="5" name="图片 4"/>
          <p:cNvPicPr>
            <a:picLocks noChangeAspect="1"/>
          </p:cNvPicPr>
          <p:nvPr/>
        </p:nvPicPr>
        <p:blipFill>
          <a:blip r:embed="rId4"/>
          <a:stretch>
            <a:fillRect/>
          </a:stretch>
        </p:blipFill>
        <p:spPr>
          <a:xfrm rot="-5400000">
            <a:off x="226642" y="1802529"/>
            <a:ext cx="3505111" cy="3166155"/>
          </a:xfrm>
          <a:prstGeom prst="rect">
            <a:avLst/>
          </a:prstGeom>
        </p:spPr>
      </p:pic>
    </p:spTree>
    <p:extLst>
      <p:ext uri="{BB962C8B-B14F-4D97-AF65-F5344CB8AC3E}">
        <p14:creationId xmlns:p14="http://schemas.microsoft.com/office/powerpoint/2010/main" val="121280337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5" name="内容占位符 2"/>
          <p:cNvSpPr>
            <a:spLocks noGrp="1"/>
          </p:cNvSpPr>
          <p:nvPr>
            <p:ph idx="1"/>
          </p:nvPr>
        </p:nvSpPr>
        <p:spPr>
          <a:xfrm>
            <a:off x="357188" y="842963"/>
            <a:ext cx="8786812" cy="3889027"/>
          </a:xfrm>
        </p:spPr>
        <p:txBody>
          <a:bodyPr/>
          <a:lstStyle/>
          <a:p>
            <a:pPr eaLnBrk="1" hangingPunct="1">
              <a:lnSpc>
                <a:spcPts val="2880"/>
              </a:lnSpc>
              <a:buClrTx/>
              <a:buFont typeface="Wingdings" pitchFamily="2" charset="2"/>
              <a:buChar char="Ø"/>
              <a:defRPr/>
            </a:pPr>
            <a:r>
              <a:rPr lang="zh-CN" altLang="en-US" b="1" dirty="0">
                <a:solidFill>
                  <a:schemeClr val="tx1"/>
                </a:solidFill>
                <a:latin typeface="+mn-ea"/>
              </a:rPr>
              <a:t>将描述符号所属程序块的信息（如</a:t>
            </a:r>
            <a:r>
              <a:rPr lang="zh-CN" altLang="en-US" b="1" dirty="0">
                <a:solidFill>
                  <a:schemeClr val="tx2">
                    <a:lumMod val="60000"/>
                    <a:lumOff val="40000"/>
                  </a:schemeClr>
                </a:solidFill>
                <a:latin typeface="+mn-ea"/>
              </a:rPr>
              <a:t>块号</a:t>
            </a:r>
            <a:r>
              <a:rPr lang="zh-CN" altLang="en-US" b="1" dirty="0">
                <a:solidFill>
                  <a:schemeClr val="tx1"/>
                </a:solidFill>
                <a:latin typeface="+mn-ea"/>
              </a:rPr>
              <a:t>）放在符号表的</a:t>
            </a:r>
            <a:r>
              <a:rPr lang="zh-CN" altLang="en-US" b="1" dirty="0">
                <a:solidFill>
                  <a:schemeClr val="tx2">
                    <a:lumMod val="60000"/>
                    <a:lumOff val="40000"/>
                  </a:schemeClr>
                </a:solidFill>
                <a:latin typeface="+mn-ea"/>
              </a:rPr>
              <a:t>表项</a:t>
            </a:r>
            <a:r>
              <a:rPr lang="zh-CN" altLang="en-US" b="1" dirty="0">
                <a:solidFill>
                  <a:schemeClr val="tx1"/>
                </a:solidFill>
                <a:latin typeface="+mn-ea"/>
              </a:rPr>
              <a:t>中，和</a:t>
            </a:r>
            <a:r>
              <a:rPr lang="zh-CN" altLang="en-US" b="1" dirty="0">
                <a:solidFill>
                  <a:schemeClr val="tx2">
                    <a:lumMod val="60000"/>
                    <a:lumOff val="40000"/>
                  </a:schemeClr>
                </a:solidFill>
                <a:latin typeface="+mn-ea"/>
              </a:rPr>
              <a:t>符号的名字</a:t>
            </a:r>
            <a:r>
              <a:rPr lang="zh-CN" altLang="en-US" b="1" dirty="0">
                <a:solidFill>
                  <a:schemeClr val="tx1"/>
                </a:solidFill>
                <a:latin typeface="+mn-ea"/>
              </a:rPr>
              <a:t>共同形成符号表表项的</a:t>
            </a:r>
            <a:r>
              <a:rPr lang="zh-CN" altLang="en-US" b="1" dirty="0">
                <a:solidFill>
                  <a:schemeClr val="tx2">
                    <a:lumMod val="60000"/>
                    <a:lumOff val="40000"/>
                  </a:schemeClr>
                </a:solidFill>
                <a:latin typeface="+mn-ea"/>
              </a:rPr>
              <a:t>关键字</a:t>
            </a:r>
            <a:endParaRPr lang="en-US" altLang="zh-CN" b="1" dirty="0">
              <a:solidFill>
                <a:schemeClr val="tx2">
                  <a:lumMod val="60000"/>
                  <a:lumOff val="40000"/>
                </a:schemeClr>
              </a:solidFill>
              <a:latin typeface="+mn-ea"/>
            </a:endParaRPr>
          </a:p>
        </p:txBody>
      </p:sp>
      <p:sp>
        <p:nvSpPr>
          <p:cNvPr id="62468" name="标题 1"/>
          <p:cNvSpPr>
            <a:spLocks noGrp="1"/>
          </p:cNvSpPr>
          <p:nvPr>
            <p:ph type="title"/>
          </p:nvPr>
        </p:nvSpPr>
        <p:spPr>
          <a:xfrm>
            <a:off x="755650" y="268288"/>
            <a:ext cx="7931150" cy="358775"/>
          </a:xfrm>
        </p:spPr>
        <p:txBody>
          <a:bodyPr/>
          <a:lstStyle/>
          <a:p>
            <a:pPr eaLnBrk="1" hangingPunct="1">
              <a:defRPr/>
            </a:pPr>
            <a:r>
              <a:rPr lang="zh-CN" altLang="en-US" sz="3000" spc="300" dirty="0">
                <a:solidFill>
                  <a:schemeClr val="tx1"/>
                </a:solidFill>
                <a:latin typeface="微软雅黑" pitchFamily="34" charset="-122"/>
                <a:ea typeface="微软雅黑" pitchFamily="34" charset="-122"/>
              </a:rPr>
              <a:t>方法二：</a:t>
            </a:r>
          </a:p>
        </p:txBody>
      </p:sp>
      <p:grpSp>
        <p:nvGrpSpPr>
          <p:cNvPr id="146436" name="组合 44"/>
          <p:cNvGrpSpPr>
            <a:grpSpLocks/>
          </p:cNvGrpSpPr>
          <p:nvPr/>
        </p:nvGrpSpPr>
        <p:grpSpPr bwMode="auto">
          <a:xfrm>
            <a:off x="0" y="195263"/>
            <a:ext cx="755650" cy="431800"/>
            <a:chOff x="-786" y="195486"/>
            <a:chExt cx="756363" cy="432048"/>
          </a:xfrm>
        </p:grpSpPr>
        <p:sp>
          <p:nvSpPr>
            <p:cNvPr id="6" name="五边形 5"/>
            <p:cNvSpPr/>
            <p:nvPr/>
          </p:nvSpPr>
          <p:spPr>
            <a:xfrm>
              <a:off x="-786" y="195486"/>
              <a:ext cx="756363" cy="432048"/>
            </a:xfrm>
            <a:prstGeom prst="homePlate">
              <a:avLst/>
            </a:prstGeom>
            <a:solidFill>
              <a:schemeClr val="bg2">
                <a:lumMod val="50000"/>
              </a:schemeClr>
            </a:solidFill>
            <a:ln w="25400" cap="flat" cmpd="sng" algn="ctr">
              <a:noFill/>
              <a:prstDash val="solid"/>
            </a:ln>
            <a:effectLst/>
          </p:spPr>
          <p:txBody>
            <a:bodyPr anchor="ctr"/>
            <a:lstStyle>
              <a:lvl1pPr>
                <a:defRPr>
                  <a:solidFill>
                    <a:schemeClr val="tx1"/>
                  </a:solidFill>
                  <a:latin typeface="Tahoma" panose="020B0604030504040204" pitchFamily="34" charset="0"/>
                  <a:ea typeface="宋体" panose="02010600030101010101" pitchFamily="2" charset="-122"/>
                </a:defRPr>
              </a:lvl1pPr>
              <a:lvl2pPr marL="742950" indent="-285750">
                <a:defRPr>
                  <a:solidFill>
                    <a:schemeClr val="tx1"/>
                  </a:solidFill>
                  <a:latin typeface="Tahoma" panose="020B0604030504040204" pitchFamily="34" charset="0"/>
                  <a:ea typeface="宋体" panose="02010600030101010101" pitchFamily="2" charset="-122"/>
                </a:defRPr>
              </a:lvl2pPr>
              <a:lvl3pPr marL="1143000" indent="-228600">
                <a:defRPr>
                  <a:solidFill>
                    <a:schemeClr val="tx1"/>
                  </a:solidFill>
                  <a:latin typeface="Tahoma" panose="020B0604030504040204" pitchFamily="34" charset="0"/>
                  <a:ea typeface="宋体" panose="02010600030101010101" pitchFamily="2" charset="-122"/>
                </a:defRPr>
              </a:lvl3pPr>
              <a:lvl4pPr marL="1600200" indent="-228600">
                <a:defRPr>
                  <a:solidFill>
                    <a:schemeClr val="tx1"/>
                  </a:solidFill>
                  <a:latin typeface="Tahoma" panose="020B0604030504040204" pitchFamily="34" charset="0"/>
                  <a:ea typeface="宋体" panose="02010600030101010101" pitchFamily="2" charset="-122"/>
                </a:defRPr>
              </a:lvl4pPr>
              <a:lvl5pPr marL="2057400" indent="-228600">
                <a:defRPr>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Tahoma" panose="020B0604030504040204" pitchFamily="34" charset="0"/>
                  <a:ea typeface="宋体" panose="02010600030101010101" pitchFamily="2" charset="-122"/>
                </a:defRPr>
              </a:lvl9pPr>
            </a:lstStyle>
            <a:p>
              <a:pPr algn="ctr" eaLnBrk="1" hangingPunct="1">
                <a:defRPr/>
              </a:pPr>
              <a:endParaRPr lang="zh-CN" altLang="en-US" sz="1800" b="0">
                <a:solidFill>
                  <a:srgbClr val="FFFFFF"/>
                </a:solidFill>
                <a:latin typeface="Calibri" panose="020F0502020204030204" pitchFamily="34" charset="0"/>
              </a:endParaRPr>
            </a:p>
          </p:txBody>
        </p:sp>
        <p:sp>
          <p:nvSpPr>
            <p:cNvPr id="146438" name="五边形 46"/>
            <p:cNvSpPr>
              <a:spLocks noChangeArrowheads="1"/>
            </p:cNvSpPr>
            <p:nvPr/>
          </p:nvSpPr>
          <p:spPr bwMode="auto">
            <a:xfrm>
              <a:off x="-786" y="197074"/>
              <a:ext cx="756363" cy="88951"/>
            </a:xfrm>
            <a:prstGeom prst="homePlate">
              <a:avLst>
                <a:gd name="adj" fmla="val 49995"/>
              </a:avLst>
            </a:prstGeom>
            <a:solidFill>
              <a:schemeClr val="bg1">
                <a:alpha val="30196"/>
              </a:schemeClr>
            </a:solidFill>
            <a:ln>
              <a:noFill/>
            </a:ln>
            <a:extLst>
              <a:ext uri="{91240B29-F687-4F45-9708-019B960494DF}">
                <a14:hiddenLine xmlns:a14="http://schemas.microsoft.com/office/drawing/2010/main" w="25400" algn="ctr">
                  <a:solidFill>
                    <a:srgbClr val="000000"/>
                  </a:solidFill>
                  <a:miter lim="800000"/>
                  <a:headEnd/>
                  <a:tailEnd/>
                </a14:hiddenLine>
              </a:ext>
            </a:extLst>
          </p:spPr>
          <p:txBody>
            <a:bodyPr anchor="ctr"/>
            <a:lstStyle>
              <a:lvl1pPr>
                <a:defRPr sz="1100" b="1">
                  <a:solidFill>
                    <a:schemeClr val="tx1"/>
                  </a:solidFill>
                  <a:latin typeface="Times New Roman" panose="02020603050405020304" pitchFamily="18" charset="0"/>
                  <a:ea typeface="楷体_GB2312" pitchFamily="49" charset="-122"/>
                </a:defRPr>
              </a:lvl1pPr>
              <a:lvl2pPr marL="742950" indent="-285750">
                <a:defRPr sz="1100" b="1">
                  <a:solidFill>
                    <a:schemeClr val="tx1"/>
                  </a:solidFill>
                  <a:latin typeface="Times New Roman" panose="02020603050405020304" pitchFamily="18" charset="0"/>
                  <a:ea typeface="楷体_GB2312" pitchFamily="49" charset="-122"/>
                </a:defRPr>
              </a:lvl2pPr>
              <a:lvl3pPr marL="1143000" indent="-228600">
                <a:defRPr sz="1100" b="1">
                  <a:solidFill>
                    <a:schemeClr val="tx1"/>
                  </a:solidFill>
                  <a:latin typeface="Times New Roman" panose="02020603050405020304" pitchFamily="18" charset="0"/>
                  <a:ea typeface="楷体_GB2312" pitchFamily="49" charset="-122"/>
                </a:defRPr>
              </a:lvl3pPr>
              <a:lvl4pPr marL="1600200" indent="-228600">
                <a:defRPr sz="1100" b="1">
                  <a:solidFill>
                    <a:schemeClr val="tx1"/>
                  </a:solidFill>
                  <a:latin typeface="Times New Roman" panose="02020603050405020304" pitchFamily="18" charset="0"/>
                  <a:ea typeface="楷体_GB2312" pitchFamily="49" charset="-122"/>
                </a:defRPr>
              </a:lvl4pPr>
              <a:lvl5pPr marL="2057400" indent="-228600">
                <a:defRPr sz="1100" b="1">
                  <a:solidFill>
                    <a:schemeClr val="tx1"/>
                  </a:solidFill>
                  <a:latin typeface="Times New Roman" panose="02020603050405020304" pitchFamily="18" charset="0"/>
                  <a:ea typeface="楷体_GB2312" pitchFamily="49" charset="-122"/>
                </a:defRPr>
              </a:lvl5pPr>
              <a:lvl6pPr marL="25146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6pPr>
              <a:lvl7pPr marL="29718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7pPr>
              <a:lvl8pPr marL="34290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8pPr>
              <a:lvl9pPr marL="3886200" indent="-228600" eaLnBrk="0" fontAlgn="base" hangingPunct="0">
                <a:spcBef>
                  <a:spcPct val="0"/>
                </a:spcBef>
                <a:spcAft>
                  <a:spcPct val="0"/>
                </a:spcAft>
                <a:defRPr sz="1100" b="1">
                  <a:solidFill>
                    <a:schemeClr val="tx1"/>
                  </a:solidFill>
                  <a:latin typeface="Times New Roman" panose="02020603050405020304" pitchFamily="18" charset="0"/>
                  <a:ea typeface="楷体_GB2312" pitchFamily="49" charset="-122"/>
                </a:defRPr>
              </a:lvl9pPr>
            </a:lstStyle>
            <a:p>
              <a:pPr algn="ctr" eaLnBrk="1" hangingPunct="1"/>
              <a:endParaRPr lang="zh-CN" altLang="en-US" sz="1800" b="0">
                <a:solidFill>
                  <a:srgbClr val="FFFFFF"/>
                </a:solidFill>
                <a:latin typeface="Calibri" panose="020F0502020204030204" pitchFamily="34" charset="0"/>
                <a:ea typeface="宋体" panose="02010600030101010101" pitchFamily="2" charset="-122"/>
              </a:endParaRPr>
            </a:p>
          </p:txBody>
        </p:sp>
      </p:grpSp>
      <p:pic>
        <p:nvPicPr>
          <p:cNvPr id="5" name="图片 4"/>
          <p:cNvPicPr>
            <a:picLocks noChangeAspect="1"/>
          </p:cNvPicPr>
          <p:nvPr/>
        </p:nvPicPr>
        <p:blipFill>
          <a:blip r:embed="rId3"/>
          <a:stretch>
            <a:fillRect/>
          </a:stretch>
        </p:blipFill>
        <p:spPr>
          <a:xfrm rot="-5400000">
            <a:off x="226642" y="1802529"/>
            <a:ext cx="3505111" cy="3166155"/>
          </a:xfrm>
          <a:prstGeom prst="rect">
            <a:avLst/>
          </a:prstGeom>
        </p:spPr>
      </p:pic>
      <p:pic>
        <p:nvPicPr>
          <p:cNvPr id="2" name="图片 1"/>
          <p:cNvPicPr>
            <a:picLocks noChangeAspect="1"/>
          </p:cNvPicPr>
          <p:nvPr/>
        </p:nvPicPr>
        <p:blipFill>
          <a:blip r:embed="rId4"/>
          <a:stretch>
            <a:fillRect/>
          </a:stretch>
        </p:blipFill>
        <p:spPr>
          <a:xfrm>
            <a:off x="4211960" y="1660857"/>
            <a:ext cx="3484443" cy="3331840"/>
          </a:xfrm>
          <a:prstGeom prst="rect">
            <a:avLst/>
          </a:prstGeom>
        </p:spPr>
      </p:pic>
    </p:spTree>
    <p:extLst>
      <p:ext uri="{BB962C8B-B14F-4D97-AF65-F5344CB8AC3E}">
        <p14:creationId xmlns:p14="http://schemas.microsoft.com/office/powerpoint/2010/main" val="347827704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9" name="内容占位符 2"/>
          <p:cNvSpPr>
            <a:spLocks noGrp="1"/>
          </p:cNvSpPr>
          <p:nvPr>
            <p:ph idx="1"/>
          </p:nvPr>
        </p:nvSpPr>
        <p:spPr>
          <a:xfrm>
            <a:off x="428625" y="839788"/>
            <a:ext cx="8286750" cy="4089400"/>
          </a:xfrm>
        </p:spPr>
        <p:txBody>
          <a:bodyPr/>
          <a:lstStyle/>
          <a:p>
            <a:pPr eaLnBrk="1" hangingPunct="1">
              <a:lnSpc>
                <a:spcPts val="2600"/>
              </a:lnSpc>
              <a:buClrTx/>
              <a:buFont typeface="Wingdings" pitchFamily="2" charset="2"/>
              <a:buChar char="Ø"/>
              <a:defRPr/>
            </a:pPr>
            <a:r>
              <a:rPr lang="zh-CN" altLang="en-US" b="1" dirty="0">
                <a:solidFill>
                  <a:schemeClr val="tx1"/>
                </a:solidFill>
                <a:latin typeface="楷体" pitchFamily="49" charset="-122"/>
              </a:rPr>
              <a:t>一个过程（块）除了可以使用</a:t>
            </a:r>
            <a:r>
              <a:rPr lang="zh-CN" altLang="en-US" b="1" dirty="0">
                <a:solidFill>
                  <a:schemeClr val="tx2">
                    <a:lumMod val="60000"/>
                    <a:lumOff val="40000"/>
                  </a:schemeClr>
                </a:solidFill>
                <a:latin typeface="楷体" pitchFamily="49" charset="-122"/>
              </a:rPr>
              <a:t>过程（块）自身</a:t>
            </a:r>
            <a:r>
              <a:rPr lang="zh-CN" altLang="en-US" b="1" dirty="0">
                <a:solidFill>
                  <a:schemeClr val="tx1"/>
                </a:solidFill>
                <a:latin typeface="楷体" pitchFamily="49" charset="-122"/>
              </a:rPr>
              <a:t>声明的</a:t>
            </a:r>
            <a:r>
              <a:rPr lang="zh-CN" altLang="en-US" b="1" dirty="0">
                <a:solidFill>
                  <a:schemeClr val="tx2">
                    <a:lumMod val="60000"/>
                    <a:lumOff val="40000"/>
                  </a:schemeClr>
                </a:solidFill>
                <a:latin typeface="楷体" pitchFamily="49" charset="-122"/>
              </a:rPr>
              <a:t>局部数据</a:t>
            </a:r>
            <a:r>
              <a:rPr lang="zh-CN" altLang="en-US" b="1" dirty="0">
                <a:solidFill>
                  <a:schemeClr val="tx1"/>
                </a:solidFill>
                <a:latin typeface="楷体" pitchFamily="49" charset="-122"/>
              </a:rPr>
              <a:t>以外，还可以使用</a:t>
            </a:r>
            <a:r>
              <a:rPr lang="zh-CN" altLang="en-US" b="1" dirty="0">
                <a:solidFill>
                  <a:schemeClr val="tx2">
                    <a:lumMod val="60000"/>
                    <a:lumOff val="40000"/>
                  </a:schemeClr>
                </a:solidFill>
                <a:latin typeface="楷体" pitchFamily="49" charset="-122"/>
              </a:rPr>
              <a:t>过程（块）外</a:t>
            </a:r>
            <a:r>
              <a:rPr lang="zh-CN" altLang="en-US" b="1" dirty="0">
                <a:solidFill>
                  <a:schemeClr val="tx1"/>
                </a:solidFill>
                <a:latin typeface="楷体" pitchFamily="49" charset="-122"/>
              </a:rPr>
              <a:t>声明的</a:t>
            </a:r>
            <a:r>
              <a:rPr lang="zh-CN" altLang="en-US" b="1" dirty="0">
                <a:solidFill>
                  <a:schemeClr val="tx2">
                    <a:lumMod val="60000"/>
                    <a:lumOff val="40000"/>
                  </a:schemeClr>
                </a:solidFill>
                <a:latin typeface="楷体" pitchFamily="49" charset="-122"/>
              </a:rPr>
              <a:t>非局部数据</a:t>
            </a:r>
            <a:endParaRPr lang="en-US" altLang="zh-CN" b="1" dirty="0">
              <a:solidFill>
                <a:schemeClr val="tx1"/>
              </a:solidFill>
              <a:latin typeface="楷体" pitchFamily="49" charset="-122"/>
            </a:endParaRPr>
          </a:p>
          <a:p>
            <a:pPr lvl="1" eaLnBrk="1" hangingPunct="1">
              <a:lnSpc>
                <a:spcPts val="2400"/>
              </a:lnSpc>
              <a:buClrTx/>
              <a:buFont typeface="Wingdings" pitchFamily="2" charset="2"/>
              <a:buChar char="Ø"/>
              <a:defRPr/>
            </a:pPr>
            <a:r>
              <a:rPr lang="zh-CN" altLang="en-US" sz="2000" b="1" dirty="0">
                <a:solidFill>
                  <a:schemeClr val="tx1"/>
                </a:solidFill>
                <a:cs typeface="Times New Roman" pitchFamily="18" charset="0"/>
              </a:rPr>
              <a:t>全局数据</a:t>
            </a:r>
          </a:p>
          <a:p>
            <a:pPr lvl="1" eaLnBrk="1" hangingPunct="1">
              <a:lnSpc>
                <a:spcPts val="2400"/>
              </a:lnSpc>
              <a:buClrTx/>
              <a:buFont typeface="Wingdings" pitchFamily="2" charset="2"/>
              <a:buChar char="Ø"/>
              <a:defRPr/>
            </a:pPr>
            <a:r>
              <a:rPr lang="zh-CN" altLang="en-US" sz="2000" b="1" dirty="0">
                <a:solidFill>
                  <a:schemeClr val="tx1"/>
                </a:solidFill>
                <a:cs typeface="Times New Roman" pitchFamily="18" charset="0"/>
              </a:rPr>
              <a:t>外围过程（块）定义的数据</a:t>
            </a:r>
          </a:p>
          <a:p>
            <a:pPr lvl="2" eaLnBrk="1" hangingPunct="1">
              <a:lnSpc>
                <a:spcPts val="2400"/>
              </a:lnSpc>
              <a:buClrTx/>
              <a:buFont typeface="Wingdings" pitchFamily="2" charset="2"/>
              <a:buChar char="Ø"/>
              <a:defRPr/>
            </a:pPr>
            <a:r>
              <a:rPr lang="zh-CN" altLang="en-US" sz="1800" b="1" dirty="0">
                <a:solidFill>
                  <a:schemeClr val="tx1"/>
                </a:solidFill>
                <a:cs typeface="Times New Roman" pitchFamily="18" charset="0"/>
              </a:rPr>
              <a:t>例</a:t>
            </a:r>
            <a:endParaRPr lang="en-US" altLang="zh-CN" sz="1800" b="1" dirty="0">
              <a:solidFill>
                <a:schemeClr val="tx1"/>
              </a:solidFill>
              <a:cs typeface="Times New Roman" pitchFamily="18" charset="0"/>
            </a:endParaRPr>
          </a:p>
          <a:p>
            <a:pPr marL="342900" lvl="0" indent="-342900" algn="just">
              <a:lnSpc>
                <a:spcPct val="80000"/>
              </a:lnSpc>
              <a:spcBef>
                <a:spcPct val="12000"/>
              </a:spcBef>
              <a:buClr>
                <a:srgbClr val="3333CC"/>
              </a:buClr>
              <a:buSzPct val="60000"/>
              <a:buNone/>
            </a:pPr>
            <a:r>
              <a:rPr lang="en-US" altLang="zh-CN" sz="1600" kern="0" dirty="0">
                <a:solidFill>
                  <a:srgbClr val="FF0000"/>
                </a:solidFill>
                <a:ea typeface="楷体" pitchFamily="49" charset="-122"/>
                <a:cs typeface="Times New Roman" panose="02020603050405020304" pitchFamily="18" charset="0"/>
              </a:rPr>
              <a:t>		</a:t>
            </a:r>
            <a:r>
              <a:rPr lang="en-US" altLang="zh-CN" sz="1600" kern="0" dirty="0">
                <a:solidFill>
                  <a:srgbClr val="0000FF"/>
                </a:solidFill>
                <a:ea typeface="楷体" pitchFamily="49" charset="-122"/>
                <a:cs typeface="Times New Roman" panose="02020603050405020304" pitchFamily="18" charset="0"/>
              </a:rPr>
              <a:t>procedure </a:t>
            </a:r>
            <a:r>
              <a:rPr lang="en-US" altLang="zh-CN" sz="1600" i="1" kern="0" dirty="0">
                <a:solidFill>
                  <a:srgbClr val="0000FF"/>
                </a:solidFill>
                <a:ea typeface="楷体" pitchFamily="49" charset="-122"/>
                <a:cs typeface="Times New Roman" panose="02020603050405020304" pitchFamily="18" charset="0"/>
              </a:rPr>
              <a:t>A</a:t>
            </a:r>
            <a:r>
              <a:rPr lang="en-US" altLang="zh-CN" sz="1600" kern="0" dirty="0">
                <a:solidFill>
                  <a:srgbClr val="0000FF"/>
                </a:solidFill>
                <a:ea typeface="楷体" pitchFamily="49" charset="-122"/>
                <a:cs typeface="Times New Roman" panose="02020603050405020304" pitchFamily="18" charset="0"/>
              </a:rPr>
              <a:t>;</a:t>
            </a:r>
          </a:p>
          <a:p>
            <a:pPr marL="342900" lvl="0" indent="-342900" algn="just">
              <a:lnSpc>
                <a:spcPct val="80000"/>
              </a:lnSpc>
              <a:spcBef>
                <a:spcPct val="12000"/>
              </a:spcBef>
              <a:buClr>
                <a:srgbClr val="3333CC"/>
              </a:buClr>
              <a:buSzPct val="60000"/>
              <a:buNone/>
            </a:pPr>
            <a:r>
              <a:rPr lang="en-US" altLang="zh-CN" sz="1600" kern="0" dirty="0">
                <a:solidFill>
                  <a:srgbClr val="000000"/>
                </a:solidFill>
                <a:ea typeface="楷体" pitchFamily="49" charset="-122"/>
                <a:cs typeface="Times New Roman" panose="02020603050405020304" pitchFamily="18" charset="0"/>
              </a:rPr>
              <a:t>	     	       </a:t>
            </a:r>
            <a:r>
              <a:rPr lang="en-US" altLang="zh-CN" sz="1600" kern="0" dirty="0" err="1">
                <a:solidFill>
                  <a:srgbClr val="000000"/>
                </a:solidFill>
                <a:ea typeface="楷体" pitchFamily="49" charset="-122"/>
                <a:cs typeface="Times New Roman" panose="02020603050405020304" pitchFamily="18" charset="0"/>
              </a:rPr>
              <a:t>var</a:t>
            </a:r>
            <a:r>
              <a:rPr lang="en-US" altLang="zh-CN" sz="1600" kern="0" dirty="0">
                <a:solidFill>
                  <a:srgbClr val="000000"/>
                </a:solidFill>
                <a:ea typeface="楷体" pitchFamily="49" charset="-122"/>
                <a:cs typeface="Times New Roman" panose="02020603050405020304" pitchFamily="18" charset="0"/>
              </a:rPr>
              <a:t> </a:t>
            </a:r>
            <a:r>
              <a:rPr lang="en-US" altLang="zh-CN" sz="1600" i="1" kern="0" dirty="0">
                <a:solidFill>
                  <a:srgbClr val="FF0000"/>
                </a:solidFill>
                <a:ea typeface="楷体" pitchFamily="49" charset="-122"/>
                <a:cs typeface="Times New Roman" panose="02020603050405020304" pitchFamily="18" charset="0"/>
              </a:rPr>
              <a:t>x</a:t>
            </a:r>
            <a:r>
              <a:rPr lang="en-US" altLang="zh-CN" sz="1600" kern="0" dirty="0">
                <a:solidFill>
                  <a:srgbClr val="000000"/>
                </a:solidFill>
                <a:ea typeface="楷体" pitchFamily="49" charset="-122"/>
                <a:cs typeface="Times New Roman" panose="02020603050405020304" pitchFamily="18" charset="0"/>
              </a:rPr>
              <a:t>: integer;</a:t>
            </a:r>
          </a:p>
          <a:p>
            <a:pPr marL="342900" lvl="0" indent="-342900" algn="just">
              <a:lnSpc>
                <a:spcPct val="80000"/>
              </a:lnSpc>
              <a:spcBef>
                <a:spcPct val="12000"/>
              </a:spcBef>
              <a:buClr>
                <a:srgbClr val="3333CC"/>
              </a:buClr>
              <a:buSzPct val="60000"/>
              <a:buNone/>
            </a:pPr>
            <a:r>
              <a:rPr lang="en-US" altLang="zh-CN" sz="1600" kern="0" dirty="0">
                <a:solidFill>
                  <a:srgbClr val="000000"/>
                </a:solidFill>
                <a:ea typeface="楷体" pitchFamily="49" charset="-122"/>
                <a:cs typeface="Times New Roman" panose="02020603050405020304" pitchFamily="18" charset="0"/>
              </a:rPr>
              <a:t>	                   …</a:t>
            </a:r>
          </a:p>
          <a:p>
            <a:pPr marL="342900" lvl="0" indent="-342900" algn="just">
              <a:lnSpc>
                <a:spcPct val="80000"/>
              </a:lnSpc>
              <a:spcBef>
                <a:spcPct val="12000"/>
              </a:spcBef>
              <a:buClr>
                <a:srgbClr val="3333CC"/>
              </a:buClr>
              <a:buSzPct val="60000"/>
              <a:buNone/>
            </a:pPr>
            <a:r>
              <a:rPr lang="en-US" altLang="zh-CN" sz="1600" kern="0" dirty="0">
                <a:solidFill>
                  <a:srgbClr val="000000"/>
                </a:solidFill>
                <a:ea typeface="楷体" pitchFamily="49" charset="-122"/>
                <a:cs typeface="Times New Roman" panose="02020603050405020304" pitchFamily="18" charset="0"/>
              </a:rPr>
              <a:t>	     	       </a:t>
            </a:r>
            <a:r>
              <a:rPr lang="en-US" altLang="zh-CN" sz="1600" kern="0" dirty="0">
                <a:solidFill>
                  <a:srgbClr val="0000FF"/>
                </a:solidFill>
                <a:ea typeface="楷体" pitchFamily="49" charset="-122"/>
                <a:cs typeface="Times New Roman" panose="02020603050405020304" pitchFamily="18" charset="0"/>
              </a:rPr>
              <a:t>procedure </a:t>
            </a:r>
            <a:r>
              <a:rPr lang="en-US" altLang="zh-CN" sz="1600" i="1" kern="0" dirty="0">
                <a:solidFill>
                  <a:srgbClr val="0000FF"/>
                </a:solidFill>
                <a:ea typeface="楷体" pitchFamily="49" charset="-122"/>
                <a:cs typeface="Times New Roman" panose="02020603050405020304" pitchFamily="18" charset="0"/>
              </a:rPr>
              <a:t>B</a:t>
            </a:r>
            <a:r>
              <a:rPr lang="en-US" altLang="zh-CN" sz="1600" kern="0" dirty="0">
                <a:solidFill>
                  <a:srgbClr val="0000FF"/>
                </a:solidFill>
                <a:ea typeface="楷体" pitchFamily="49" charset="-122"/>
                <a:cs typeface="Times New Roman" panose="02020603050405020304" pitchFamily="18" charset="0"/>
              </a:rPr>
              <a:t>;</a:t>
            </a:r>
          </a:p>
          <a:p>
            <a:pPr marL="342900" lvl="0" indent="-342900" algn="just">
              <a:lnSpc>
                <a:spcPct val="80000"/>
              </a:lnSpc>
              <a:spcBef>
                <a:spcPct val="12000"/>
              </a:spcBef>
              <a:buClr>
                <a:srgbClr val="3333CC"/>
              </a:buClr>
              <a:buSzPct val="60000"/>
              <a:buNone/>
            </a:pPr>
            <a:r>
              <a:rPr lang="en-US" altLang="zh-CN" sz="1600" kern="0" dirty="0">
                <a:solidFill>
                  <a:srgbClr val="000000"/>
                </a:solidFill>
                <a:ea typeface="楷体" pitchFamily="49" charset="-122"/>
                <a:cs typeface="Times New Roman" panose="02020603050405020304" pitchFamily="18" charset="0"/>
              </a:rPr>
              <a:t>			</a:t>
            </a:r>
            <a:r>
              <a:rPr lang="en-US" altLang="zh-CN" sz="1600" kern="0" dirty="0" err="1">
                <a:solidFill>
                  <a:srgbClr val="000000"/>
                </a:solidFill>
                <a:ea typeface="楷体" pitchFamily="49" charset="-122"/>
                <a:cs typeface="Times New Roman" panose="02020603050405020304" pitchFamily="18" charset="0"/>
              </a:rPr>
              <a:t>var</a:t>
            </a:r>
            <a:r>
              <a:rPr lang="en-US" altLang="zh-CN" sz="1600" kern="0" dirty="0">
                <a:solidFill>
                  <a:srgbClr val="000000"/>
                </a:solidFill>
                <a:ea typeface="楷体" pitchFamily="49" charset="-122"/>
                <a:cs typeface="Times New Roman" panose="02020603050405020304" pitchFamily="18" charset="0"/>
              </a:rPr>
              <a:t> </a:t>
            </a:r>
            <a:r>
              <a:rPr lang="en-US" altLang="zh-CN" sz="1600" i="1" kern="0" dirty="0">
                <a:solidFill>
                  <a:srgbClr val="FF0000"/>
                </a:solidFill>
                <a:ea typeface="楷体" pitchFamily="49" charset="-122"/>
                <a:cs typeface="Times New Roman" panose="02020603050405020304" pitchFamily="18" charset="0"/>
              </a:rPr>
              <a:t>x</a:t>
            </a:r>
            <a:r>
              <a:rPr lang="en-US" altLang="zh-CN" sz="1600" kern="0" dirty="0">
                <a:solidFill>
                  <a:srgbClr val="000000"/>
                </a:solidFill>
                <a:ea typeface="楷体" pitchFamily="49" charset="-122"/>
                <a:cs typeface="Times New Roman" panose="02020603050405020304" pitchFamily="18" charset="0"/>
              </a:rPr>
              <a:t>: integer; </a:t>
            </a:r>
          </a:p>
          <a:p>
            <a:pPr marL="342900" lvl="0" indent="-342900" algn="just">
              <a:lnSpc>
                <a:spcPct val="80000"/>
              </a:lnSpc>
              <a:spcBef>
                <a:spcPct val="12000"/>
              </a:spcBef>
              <a:buClr>
                <a:srgbClr val="3333CC"/>
              </a:buClr>
              <a:buSzPct val="60000"/>
              <a:buNone/>
            </a:pPr>
            <a:r>
              <a:rPr lang="en-US" altLang="zh-CN" sz="1600" kern="0" dirty="0">
                <a:solidFill>
                  <a:srgbClr val="000000"/>
                </a:solidFill>
                <a:ea typeface="楷体" pitchFamily="49" charset="-122"/>
                <a:cs typeface="Times New Roman" panose="02020603050405020304" pitchFamily="18" charset="0"/>
              </a:rPr>
              <a:t>		      	… </a:t>
            </a:r>
          </a:p>
          <a:p>
            <a:pPr marL="342900" lvl="0" indent="-342900" algn="just">
              <a:lnSpc>
                <a:spcPct val="80000"/>
              </a:lnSpc>
              <a:spcBef>
                <a:spcPct val="12000"/>
              </a:spcBef>
              <a:buClr>
                <a:srgbClr val="3333CC"/>
              </a:buClr>
              <a:buSzPct val="60000"/>
              <a:buNone/>
            </a:pPr>
            <a:r>
              <a:rPr lang="en-US" altLang="zh-CN" sz="1600" kern="0" dirty="0">
                <a:solidFill>
                  <a:srgbClr val="000000"/>
                </a:solidFill>
                <a:ea typeface="楷体" pitchFamily="49" charset="-122"/>
                <a:cs typeface="Times New Roman" panose="02020603050405020304" pitchFamily="18" charset="0"/>
              </a:rPr>
              <a:t>		  	</a:t>
            </a:r>
            <a:r>
              <a:rPr lang="en-US" altLang="zh-CN" sz="1600" kern="0" dirty="0">
                <a:solidFill>
                  <a:srgbClr val="0000FF"/>
                </a:solidFill>
                <a:ea typeface="楷体" pitchFamily="49" charset="-122"/>
                <a:cs typeface="Times New Roman" panose="02020603050405020304" pitchFamily="18" charset="0"/>
              </a:rPr>
              <a:t>procedure </a:t>
            </a:r>
            <a:r>
              <a:rPr lang="en-US" altLang="zh-CN" sz="1600" i="1" kern="0" dirty="0">
                <a:solidFill>
                  <a:srgbClr val="0000FF"/>
                </a:solidFill>
                <a:ea typeface="楷体" pitchFamily="49" charset="-122"/>
                <a:cs typeface="Times New Roman" panose="02020603050405020304" pitchFamily="18" charset="0"/>
              </a:rPr>
              <a:t>C</a:t>
            </a:r>
            <a:r>
              <a:rPr lang="en-US" altLang="zh-CN" sz="1600" kern="0" dirty="0">
                <a:solidFill>
                  <a:srgbClr val="0000FF"/>
                </a:solidFill>
                <a:ea typeface="楷体" pitchFamily="49" charset="-122"/>
                <a:cs typeface="Times New Roman" panose="02020603050405020304" pitchFamily="18" charset="0"/>
              </a:rPr>
              <a:t>;</a:t>
            </a:r>
          </a:p>
          <a:p>
            <a:pPr marL="342900" lvl="0" indent="-342900" algn="just">
              <a:lnSpc>
                <a:spcPct val="80000"/>
              </a:lnSpc>
              <a:spcBef>
                <a:spcPct val="12000"/>
              </a:spcBef>
              <a:buClr>
                <a:srgbClr val="3333CC"/>
              </a:buClr>
              <a:buSzPct val="60000"/>
              <a:buNone/>
            </a:pPr>
            <a:r>
              <a:rPr lang="en-US" altLang="zh-CN" sz="1600" kern="0" dirty="0">
                <a:solidFill>
                  <a:srgbClr val="000000"/>
                </a:solidFill>
                <a:ea typeface="楷体" pitchFamily="49" charset="-122"/>
                <a:cs typeface="Times New Roman" panose="02020603050405020304" pitchFamily="18" charset="0"/>
              </a:rPr>
              <a:t>			       </a:t>
            </a:r>
            <a:r>
              <a:rPr lang="en-US" altLang="zh-CN" sz="1600" kern="0" dirty="0" err="1">
                <a:solidFill>
                  <a:srgbClr val="000000"/>
                </a:solidFill>
                <a:ea typeface="楷体" pitchFamily="49" charset="-122"/>
                <a:cs typeface="Times New Roman" panose="02020603050405020304" pitchFamily="18" charset="0"/>
              </a:rPr>
              <a:t>var</a:t>
            </a:r>
            <a:r>
              <a:rPr lang="en-US" altLang="zh-CN" sz="1600" kern="0" dirty="0">
                <a:solidFill>
                  <a:srgbClr val="000000"/>
                </a:solidFill>
                <a:ea typeface="楷体" pitchFamily="49" charset="-122"/>
                <a:cs typeface="Times New Roman" panose="02020603050405020304" pitchFamily="18" charset="0"/>
              </a:rPr>
              <a:t> </a:t>
            </a:r>
            <a:r>
              <a:rPr lang="en-US" altLang="zh-CN" sz="1600" i="1" kern="0" dirty="0">
                <a:solidFill>
                  <a:srgbClr val="000000"/>
                </a:solidFill>
                <a:ea typeface="楷体" pitchFamily="49" charset="-122"/>
                <a:cs typeface="Times New Roman" panose="02020603050405020304" pitchFamily="18" charset="0"/>
              </a:rPr>
              <a:t>a</a:t>
            </a:r>
            <a:r>
              <a:rPr lang="en-US" altLang="zh-CN" sz="1600" kern="0" dirty="0">
                <a:solidFill>
                  <a:srgbClr val="000000"/>
                </a:solidFill>
                <a:ea typeface="楷体" pitchFamily="49" charset="-122"/>
                <a:cs typeface="Times New Roman" panose="02020603050405020304" pitchFamily="18" charset="0"/>
              </a:rPr>
              <a:t>: real; </a:t>
            </a:r>
          </a:p>
          <a:p>
            <a:pPr marL="342900" lvl="0" indent="-342900" algn="just">
              <a:lnSpc>
                <a:spcPct val="80000"/>
              </a:lnSpc>
              <a:spcBef>
                <a:spcPct val="12000"/>
              </a:spcBef>
              <a:buClr>
                <a:srgbClr val="3333CC"/>
              </a:buClr>
              <a:buSzPct val="60000"/>
              <a:buNone/>
            </a:pPr>
            <a:r>
              <a:rPr lang="en-US" altLang="zh-CN" sz="1600" kern="0" dirty="0">
                <a:solidFill>
                  <a:srgbClr val="000000"/>
                </a:solidFill>
                <a:ea typeface="楷体" pitchFamily="49" charset="-122"/>
                <a:cs typeface="Times New Roman" panose="02020603050405020304" pitchFamily="18" charset="0"/>
              </a:rPr>
              <a:t>			       begin … </a:t>
            </a:r>
            <a:r>
              <a:rPr lang="en-US" altLang="zh-CN" sz="1600" i="1" kern="0" dirty="0">
                <a:solidFill>
                  <a:srgbClr val="FF0000"/>
                </a:solidFill>
                <a:ea typeface="楷体" pitchFamily="49" charset="-122"/>
                <a:cs typeface="Times New Roman" panose="02020603050405020304" pitchFamily="18" charset="0"/>
              </a:rPr>
              <a:t>x</a:t>
            </a:r>
            <a:r>
              <a:rPr lang="en-US" altLang="zh-CN" sz="1600" kern="0" dirty="0">
                <a:solidFill>
                  <a:srgbClr val="000000"/>
                </a:solidFill>
                <a:ea typeface="楷体" pitchFamily="49" charset="-122"/>
                <a:cs typeface="Times New Roman" panose="02020603050405020304" pitchFamily="18" charset="0"/>
              </a:rPr>
              <a:t> … end</a:t>
            </a:r>
            <a:r>
              <a:rPr lang="en-US" altLang="zh-CN" sz="1600" b="1" kern="0" dirty="0">
                <a:solidFill>
                  <a:srgbClr val="000000"/>
                </a:solidFill>
                <a:ea typeface="楷体_GB2312" pitchFamily="49" charset="-122"/>
              </a:rPr>
              <a:t> {</a:t>
            </a:r>
            <a:r>
              <a:rPr lang="en-US" altLang="zh-CN" sz="1600" i="1" kern="0" dirty="0">
                <a:solidFill>
                  <a:srgbClr val="0000FF"/>
                </a:solidFill>
                <a:ea typeface="楷体_GB2312" pitchFamily="49" charset="-122"/>
              </a:rPr>
              <a:t>C</a:t>
            </a:r>
            <a:r>
              <a:rPr lang="en-US" altLang="zh-CN" sz="1600" b="1" kern="0" dirty="0">
                <a:solidFill>
                  <a:srgbClr val="000000"/>
                </a:solidFill>
                <a:ea typeface="楷体_GB2312" pitchFamily="49" charset="-122"/>
              </a:rPr>
              <a:t>}</a:t>
            </a:r>
            <a:r>
              <a:rPr lang="en-US" altLang="zh-CN" sz="1600" kern="0" dirty="0">
                <a:solidFill>
                  <a:srgbClr val="000000"/>
                </a:solidFill>
                <a:ea typeface="楷体" pitchFamily="49" charset="-122"/>
              </a:rPr>
              <a:t>;</a:t>
            </a:r>
          </a:p>
          <a:p>
            <a:pPr marL="342900" lvl="0" indent="-342900" algn="just">
              <a:lnSpc>
                <a:spcPct val="80000"/>
              </a:lnSpc>
              <a:spcBef>
                <a:spcPct val="12000"/>
              </a:spcBef>
              <a:buClr>
                <a:srgbClr val="3333CC"/>
              </a:buClr>
              <a:buSzPct val="60000"/>
              <a:buNone/>
            </a:pPr>
            <a:r>
              <a:rPr lang="en-US" altLang="zh-CN" sz="1600" kern="0" dirty="0">
                <a:solidFill>
                  <a:srgbClr val="000000"/>
                </a:solidFill>
                <a:ea typeface="楷体" pitchFamily="49" charset="-122"/>
              </a:rPr>
              <a:t>		    	begin … end</a:t>
            </a:r>
            <a:r>
              <a:rPr lang="en-US" altLang="zh-CN" sz="1600" b="1" kern="0" dirty="0">
                <a:solidFill>
                  <a:srgbClr val="000000"/>
                </a:solidFill>
                <a:ea typeface="楷体_GB2312" pitchFamily="49" charset="-122"/>
              </a:rPr>
              <a:t> {</a:t>
            </a:r>
            <a:r>
              <a:rPr lang="en-US" altLang="zh-CN" sz="1600" i="1" kern="0" dirty="0">
                <a:solidFill>
                  <a:srgbClr val="0000FF"/>
                </a:solidFill>
                <a:ea typeface="楷体_GB2312" pitchFamily="49" charset="-122"/>
              </a:rPr>
              <a:t>B</a:t>
            </a:r>
            <a:r>
              <a:rPr lang="en-US" altLang="zh-CN" sz="1600" b="1" kern="0" dirty="0">
                <a:solidFill>
                  <a:srgbClr val="000000"/>
                </a:solidFill>
                <a:ea typeface="楷体_GB2312" pitchFamily="49" charset="-122"/>
              </a:rPr>
              <a:t>} </a:t>
            </a:r>
            <a:r>
              <a:rPr lang="zh-CN" altLang="en-US" sz="1600" kern="0" dirty="0">
                <a:solidFill>
                  <a:srgbClr val="000000"/>
                </a:solidFill>
                <a:ea typeface="楷体" pitchFamily="49" charset="-122"/>
              </a:rPr>
              <a:t>；</a:t>
            </a:r>
          </a:p>
          <a:p>
            <a:pPr marL="342900" lvl="0" indent="-342900" algn="just">
              <a:lnSpc>
                <a:spcPct val="80000"/>
              </a:lnSpc>
              <a:spcBef>
                <a:spcPct val="12000"/>
              </a:spcBef>
              <a:buClr>
                <a:srgbClr val="3333CC"/>
              </a:buClr>
              <a:buSzPct val="60000"/>
              <a:buNone/>
            </a:pPr>
            <a:r>
              <a:rPr lang="en-US" altLang="zh-CN" sz="1600" kern="0" dirty="0">
                <a:solidFill>
                  <a:srgbClr val="000000"/>
                </a:solidFill>
                <a:ea typeface="楷体" pitchFamily="49" charset="-122"/>
              </a:rPr>
              <a:t>		       begin … end</a:t>
            </a:r>
            <a:r>
              <a:rPr lang="en-US" altLang="zh-CN" sz="1600" b="1" kern="0" dirty="0">
                <a:solidFill>
                  <a:srgbClr val="000000"/>
                </a:solidFill>
                <a:ea typeface="楷体_GB2312" pitchFamily="49" charset="-122"/>
              </a:rPr>
              <a:t> {</a:t>
            </a:r>
            <a:r>
              <a:rPr lang="en-US" altLang="zh-CN" sz="1600" i="1" kern="0" dirty="0">
                <a:solidFill>
                  <a:srgbClr val="0000FF"/>
                </a:solidFill>
                <a:ea typeface="楷体_GB2312" pitchFamily="49" charset="-122"/>
              </a:rPr>
              <a:t>A</a:t>
            </a:r>
            <a:r>
              <a:rPr lang="en-US" altLang="zh-CN" sz="1600" b="1" kern="0" dirty="0">
                <a:solidFill>
                  <a:srgbClr val="000000"/>
                </a:solidFill>
                <a:ea typeface="楷体_GB2312" pitchFamily="49" charset="-122"/>
              </a:rPr>
              <a:t>} </a:t>
            </a:r>
            <a:r>
              <a:rPr lang="zh-CN" altLang="en-US" sz="1600" kern="0" dirty="0">
                <a:solidFill>
                  <a:srgbClr val="000000"/>
                </a:solidFill>
                <a:ea typeface="楷体" pitchFamily="49" charset="-122"/>
              </a:rPr>
              <a:t>；</a:t>
            </a:r>
            <a:endParaRPr lang="en-US" altLang="zh-CN" sz="1600" kern="0" dirty="0">
              <a:solidFill>
                <a:srgbClr val="000000"/>
              </a:solidFill>
              <a:ea typeface="楷体" pitchFamily="49" charset="-122"/>
            </a:endParaRPr>
          </a:p>
        </p:txBody>
      </p:sp>
      <p:sp>
        <p:nvSpPr>
          <p:cNvPr id="89091" name="标题 1"/>
          <p:cNvSpPr>
            <a:spLocks noGrp="1"/>
          </p:cNvSpPr>
          <p:nvPr>
            <p:ph type="title"/>
          </p:nvPr>
        </p:nvSpPr>
        <p:spPr>
          <a:xfrm>
            <a:off x="755650" y="268288"/>
            <a:ext cx="7931150" cy="358775"/>
          </a:xfrm>
        </p:spPr>
        <p:txBody>
          <a:bodyPr/>
          <a:lstStyle/>
          <a:p>
            <a:r>
              <a:rPr lang="zh-CN" altLang="en-US" sz="300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非局部数据的访问</a:t>
            </a:r>
          </a:p>
        </p:txBody>
      </p:sp>
      <p:sp>
        <p:nvSpPr>
          <p:cNvPr id="4" name="AutoShape 4"/>
          <p:cNvSpPr>
            <a:spLocks noChangeArrowheads="1"/>
          </p:cNvSpPr>
          <p:nvPr/>
        </p:nvSpPr>
        <p:spPr bwMode="auto">
          <a:xfrm>
            <a:off x="4721224" y="2355726"/>
            <a:ext cx="3667199" cy="1008112"/>
          </a:xfrm>
          <a:prstGeom prst="cloudCallout">
            <a:avLst>
              <a:gd name="adj1" fmla="val -81784"/>
              <a:gd name="adj2" fmla="val 165311"/>
            </a:avLst>
          </a:prstGeom>
          <a:solidFill>
            <a:schemeClr val="accent5">
              <a:lumMod val="60000"/>
              <a:lumOff val="40000"/>
            </a:schemeClr>
          </a:solidFill>
          <a:ln w="9525">
            <a:solidFill>
              <a:srgbClr val="000000"/>
            </a:solidFill>
            <a:round/>
            <a:headEnd/>
            <a:tailEnd/>
          </a:ln>
        </p:spPr>
        <p:txBody>
          <a:bodyPr/>
          <a:lstStyle>
            <a:lvl1pPr eaLnBrk="0" hangingPunct="0">
              <a:defRPr sz="1400" b="1">
                <a:solidFill>
                  <a:schemeClr val="tx1"/>
                </a:solidFill>
                <a:latin typeface="Times New Roman" panose="02020603050405020304" pitchFamily="18" charset="0"/>
                <a:ea typeface="楷体_GB2312" pitchFamily="49" charset="-122"/>
              </a:defRPr>
            </a:lvl1pPr>
            <a:lvl2pPr marL="742950" indent="-285750" eaLnBrk="0" hangingPunct="0">
              <a:defRPr sz="1400" b="1">
                <a:solidFill>
                  <a:schemeClr val="tx1"/>
                </a:solidFill>
                <a:latin typeface="Times New Roman" panose="02020603050405020304" pitchFamily="18" charset="0"/>
                <a:ea typeface="楷体_GB2312" pitchFamily="49" charset="-122"/>
              </a:defRPr>
            </a:lvl2pPr>
            <a:lvl3pPr marL="1143000" indent="-228600" eaLnBrk="0" hangingPunct="0">
              <a:defRPr sz="1400" b="1">
                <a:solidFill>
                  <a:schemeClr val="tx1"/>
                </a:solidFill>
                <a:latin typeface="Times New Roman" panose="02020603050405020304" pitchFamily="18" charset="0"/>
                <a:ea typeface="楷体_GB2312" pitchFamily="49" charset="-122"/>
              </a:defRPr>
            </a:lvl3pPr>
            <a:lvl4pPr marL="1600200" indent="-228600" eaLnBrk="0" hangingPunct="0">
              <a:defRPr sz="1400" b="1">
                <a:solidFill>
                  <a:schemeClr val="tx1"/>
                </a:solidFill>
                <a:latin typeface="Times New Roman" panose="02020603050405020304" pitchFamily="18" charset="0"/>
                <a:ea typeface="楷体_GB2312" pitchFamily="49" charset="-122"/>
              </a:defRPr>
            </a:lvl4pPr>
            <a:lvl5pPr marL="2057400" indent="-228600" eaLnBrk="0" hangingPunct="0">
              <a:defRPr sz="1400" b="1">
                <a:solidFill>
                  <a:schemeClr val="tx1"/>
                </a:solidFill>
                <a:latin typeface="Times New Roman" panose="02020603050405020304" pitchFamily="18" charset="0"/>
                <a:ea typeface="楷体_GB2312" pitchFamily="49" charset="-122"/>
              </a:defRPr>
            </a:lvl5pPr>
            <a:lvl6pPr marL="2514600" indent="-228600" algn="ctr" eaLnBrk="0" fontAlgn="base" hangingPunct="0">
              <a:spcBef>
                <a:spcPct val="0"/>
              </a:spcBef>
              <a:spcAft>
                <a:spcPct val="0"/>
              </a:spcAft>
              <a:defRPr sz="1400" b="1">
                <a:solidFill>
                  <a:schemeClr val="tx1"/>
                </a:solidFill>
                <a:latin typeface="Times New Roman" panose="02020603050405020304" pitchFamily="18" charset="0"/>
                <a:ea typeface="楷体_GB2312" pitchFamily="49" charset="-122"/>
              </a:defRPr>
            </a:lvl6pPr>
            <a:lvl7pPr marL="2971800" indent="-228600" algn="ctr" eaLnBrk="0" fontAlgn="base" hangingPunct="0">
              <a:spcBef>
                <a:spcPct val="0"/>
              </a:spcBef>
              <a:spcAft>
                <a:spcPct val="0"/>
              </a:spcAft>
              <a:defRPr sz="1400" b="1">
                <a:solidFill>
                  <a:schemeClr val="tx1"/>
                </a:solidFill>
                <a:latin typeface="Times New Roman" panose="02020603050405020304" pitchFamily="18" charset="0"/>
                <a:ea typeface="楷体_GB2312" pitchFamily="49" charset="-122"/>
              </a:defRPr>
            </a:lvl7pPr>
            <a:lvl8pPr marL="3429000" indent="-228600" algn="ctr" eaLnBrk="0" fontAlgn="base" hangingPunct="0">
              <a:spcBef>
                <a:spcPct val="0"/>
              </a:spcBef>
              <a:spcAft>
                <a:spcPct val="0"/>
              </a:spcAft>
              <a:defRPr sz="1400" b="1">
                <a:solidFill>
                  <a:schemeClr val="tx1"/>
                </a:solidFill>
                <a:latin typeface="Times New Roman" panose="02020603050405020304" pitchFamily="18" charset="0"/>
                <a:ea typeface="楷体_GB2312" pitchFamily="49" charset="-122"/>
              </a:defRPr>
            </a:lvl8pPr>
            <a:lvl9pPr marL="3886200" indent="-228600" algn="ctr" eaLnBrk="0" fontAlgn="base" hangingPunct="0">
              <a:spcBef>
                <a:spcPct val="0"/>
              </a:spcBef>
              <a:spcAft>
                <a:spcPct val="0"/>
              </a:spcAft>
              <a:defRPr sz="1400" b="1">
                <a:solidFill>
                  <a:schemeClr val="tx1"/>
                </a:solidFill>
                <a:latin typeface="Times New Roman" panose="02020603050405020304" pitchFamily="18" charset="0"/>
                <a:ea typeface="楷体_GB2312" pitchFamily="49" charset="-122"/>
              </a:defRPr>
            </a:lvl9pPr>
          </a:lstStyle>
          <a:p>
            <a:pPr marL="0" marR="0" lvl="0" indent="0" algn="l" defTabSz="914400" rtl="0" eaLnBrk="1" fontAlgn="auto" latinLnBrk="0" hangingPunct="1">
              <a:lnSpc>
                <a:spcPct val="100000"/>
              </a:lnSpc>
              <a:spcBef>
                <a:spcPct val="30000"/>
              </a:spcBef>
              <a:spcAft>
                <a:spcPts val="0"/>
              </a:spcAft>
              <a:buClrTx/>
              <a:buSzTx/>
              <a:buFontTx/>
              <a:buNone/>
              <a:tabLst/>
              <a:defRPr/>
            </a:pPr>
            <a:r>
              <a:rPr kumimoji="0" lang="zh-CN" altLang="en-US" sz="1800" b="1" i="0" u="none" strike="noStrike" kern="0" cap="none" spc="0" normalizeH="0" baseline="0" noProof="0" dirty="0">
                <a:ln>
                  <a:noFill/>
                </a:ln>
                <a:solidFill>
                  <a:srgbClr val="000000"/>
                </a:solidFill>
                <a:effectLst/>
                <a:uLnTx/>
                <a:uFillTx/>
                <a:latin typeface="Times New Roman" panose="02020603050405020304" pitchFamily="18" charset="0"/>
                <a:ea typeface="楷体" panose="02010609060101010101" pitchFamily="49" charset="-122"/>
                <a:cs typeface="Times New Roman" panose="02020603050405020304" pitchFamily="18" charset="0"/>
              </a:rPr>
              <a:t>名字</a:t>
            </a:r>
            <a:r>
              <a:rPr kumimoji="0" lang="en-US" altLang="zh-CN" sz="1800" b="1" i="1" u="none" strike="noStrike" kern="0" cap="none" spc="0" normalizeH="0" baseline="0" noProof="0" dirty="0">
                <a:ln>
                  <a:noFill/>
                </a:ln>
                <a:solidFill>
                  <a:srgbClr val="FF0000"/>
                </a:solidFill>
                <a:effectLst/>
                <a:uLnTx/>
                <a:uFillTx/>
                <a:latin typeface="Times New Roman" panose="02020603050405020304" pitchFamily="18" charset="0"/>
                <a:ea typeface="楷体" panose="02010609060101010101" pitchFamily="49" charset="-122"/>
                <a:cs typeface="Times New Roman" panose="02020603050405020304" pitchFamily="18" charset="0"/>
              </a:rPr>
              <a:t>x</a:t>
            </a:r>
            <a:r>
              <a:rPr kumimoji="0" lang="zh-CN" altLang="en-US" sz="1800" b="1" i="0" u="none" strike="noStrike" kern="0" cap="none" spc="0" normalizeH="0" baseline="0" noProof="0" dirty="0">
                <a:ln>
                  <a:noFill/>
                </a:ln>
                <a:solidFill>
                  <a:srgbClr val="000000"/>
                </a:solidFill>
                <a:effectLst/>
                <a:uLnTx/>
                <a:uFillTx/>
                <a:latin typeface="Times New Roman" panose="02020603050405020304" pitchFamily="18" charset="0"/>
                <a:ea typeface="楷体" panose="02010609060101010101" pitchFamily="49" charset="-122"/>
                <a:cs typeface="Times New Roman" panose="02020603050405020304" pitchFamily="18" charset="0"/>
              </a:rPr>
              <a:t>的当前出现对应的是哪个声明语句？</a:t>
            </a:r>
          </a:p>
        </p:txBody>
      </p:sp>
    </p:spTree>
    <p:extLst>
      <p:ext uri="{BB962C8B-B14F-4D97-AF65-F5344CB8AC3E}">
        <p14:creationId xmlns:p14="http://schemas.microsoft.com/office/powerpoint/2010/main" val="3795804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0" fill="hold" nodeType="clickEffect">
                                  <p:stCondLst>
                                    <p:cond delay="0"/>
                                  </p:stCondLst>
                                  <p:childTnLst>
                                    <p:set>
                                      <p:cBhvr>
                                        <p:cTn id="6" dur="1" fill="hold">
                                          <p:stCondLst>
                                            <p:cond delay="0"/>
                                          </p:stCondLst>
                                        </p:cTn>
                                        <p:tgtEl>
                                          <p:spTgt spid="39939">
                                            <p:txEl>
                                              <p:pRg st="1" end="1"/>
                                            </p:txEl>
                                          </p:spTgt>
                                        </p:tgtEl>
                                        <p:attrNameLst>
                                          <p:attrName>style.visibility</p:attrName>
                                        </p:attrNameLst>
                                      </p:cBhvr>
                                      <p:to>
                                        <p:strVal val="visible"/>
                                      </p:to>
                                    </p:set>
                                    <p:anim calcmode="lin" valueType="num">
                                      <p:cBhvr>
                                        <p:cTn id="7" dur="500" fill="hold"/>
                                        <p:tgtEl>
                                          <p:spTgt spid="39939">
                                            <p:txEl>
                                              <p:pRg st="1" end="1"/>
                                            </p:txEl>
                                          </p:spTgt>
                                        </p:tgtEl>
                                        <p:attrNameLst>
                                          <p:attrName>ppt_w</p:attrName>
                                        </p:attrNameLst>
                                      </p:cBhvr>
                                      <p:tavLst>
                                        <p:tav tm="0">
                                          <p:val>
                                            <p:fltVal val="0"/>
                                          </p:val>
                                        </p:tav>
                                        <p:tav tm="100000">
                                          <p:val>
                                            <p:strVal val="#ppt_w"/>
                                          </p:val>
                                        </p:tav>
                                      </p:tavLst>
                                    </p:anim>
                                    <p:anim calcmode="lin" valueType="num">
                                      <p:cBhvr>
                                        <p:cTn id="8" dur="500" fill="hold"/>
                                        <p:tgtEl>
                                          <p:spTgt spid="39939">
                                            <p:txEl>
                                              <p:pRg st="1" end="1"/>
                                            </p:txEl>
                                          </p:spTgt>
                                        </p:tgtEl>
                                        <p:attrNameLst>
                                          <p:attrName>ppt_h</p:attrName>
                                        </p:attrNameLst>
                                      </p:cBhvr>
                                      <p:tavLst>
                                        <p:tav tm="0">
                                          <p:val>
                                            <p:fltVal val="0"/>
                                          </p:val>
                                        </p:tav>
                                        <p:tav tm="100000">
                                          <p:val>
                                            <p:strVal val="#ppt_h"/>
                                          </p:val>
                                        </p:tav>
                                      </p:tavLst>
                                    </p:anim>
                                    <p:animEffect transition="in" filter="fade">
                                      <p:cBhvr>
                                        <p:cTn id="9" dur="500"/>
                                        <p:tgtEl>
                                          <p:spTgt spid="39939">
                                            <p:txEl>
                                              <p:pRg st="1" end="1"/>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0" fill="hold" nodeType="clickEffect">
                                  <p:stCondLst>
                                    <p:cond delay="0"/>
                                  </p:stCondLst>
                                  <p:childTnLst>
                                    <p:set>
                                      <p:cBhvr>
                                        <p:cTn id="13" dur="1" fill="hold">
                                          <p:stCondLst>
                                            <p:cond delay="0"/>
                                          </p:stCondLst>
                                        </p:cTn>
                                        <p:tgtEl>
                                          <p:spTgt spid="39939">
                                            <p:txEl>
                                              <p:pRg st="2" end="2"/>
                                            </p:txEl>
                                          </p:spTgt>
                                        </p:tgtEl>
                                        <p:attrNameLst>
                                          <p:attrName>style.visibility</p:attrName>
                                        </p:attrNameLst>
                                      </p:cBhvr>
                                      <p:to>
                                        <p:strVal val="visible"/>
                                      </p:to>
                                    </p:set>
                                    <p:anim calcmode="lin" valueType="num">
                                      <p:cBhvr>
                                        <p:cTn id="14" dur="500" fill="hold"/>
                                        <p:tgtEl>
                                          <p:spTgt spid="39939">
                                            <p:txEl>
                                              <p:pRg st="2" end="2"/>
                                            </p:txEl>
                                          </p:spTgt>
                                        </p:tgtEl>
                                        <p:attrNameLst>
                                          <p:attrName>ppt_w</p:attrName>
                                        </p:attrNameLst>
                                      </p:cBhvr>
                                      <p:tavLst>
                                        <p:tav tm="0">
                                          <p:val>
                                            <p:fltVal val="0"/>
                                          </p:val>
                                        </p:tav>
                                        <p:tav tm="100000">
                                          <p:val>
                                            <p:strVal val="#ppt_w"/>
                                          </p:val>
                                        </p:tav>
                                      </p:tavLst>
                                    </p:anim>
                                    <p:anim calcmode="lin" valueType="num">
                                      <p:cBhvr>
                                        <p:cTn id="15" dur="500" fill="hold"/>
                                        <p:tgtEl>
                                          <p:spTgt spid="39939">
                                            <p:txEl>
                                              <p:pRg st="2" end="2"/>
                                            </p:txEl>
                                          </p:spTgt>
                                        </p:tgtEl>
                                        <p:attrNameLst>
                                          <p:attrName>ppt_h</p:attrName>
                                        </p:attrNameLst>
                                      </p:cBhvr>
                                      <p:tavLst>
                                        <p:tav tm="0">
                                          <p:val>
                                            <p:fltVal val="0"/>
                                          </p:val>
                                        </p:tav>
                                        <p:tav tm="100000">
                                          <p:val>
                                            <p:strVal val="#ppt_h"/>
                                          </p:val>
                                        </p:tav>
                                      </p:tavLst>
                                    </p:anim>
                                    <p:animEffect transition="in" filter="fade">
                                      <p:cBhvr>
                                        <p:cTn id="16" dur="500"/>
                                        <p:tgtEl>
                                          <p:spTgt spid="39939">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0" fill="hold" nodeType="clickEffect">
                                  <p:stCondLst>
                                    <p:cond delay="0"/>
                                  </p:stCondLst>
                                  <p:childTnLst>
                                    <p:set>
                                      <p:cBhvr>
                                        <p:cTn id="20" dur="1" fill="hold">
                                          <p:stCondLst>
                                            <p:cond delay="0"/>
                                          </p:stCondLst>
                                        </p:cTn>
                                        <p:tgtEl>
                                          <p:spTgt spid="39939">
                                            <p:txEl>
                                              <p:pRg st="3" end="3"/>
                                            </p:txEl>
                                          </p:spTgt>
                                        </p:tgtEl>
                                        <p:attrNameLst>
                                          <p:attrName>style.visibility</p:attrName>
                                        </p:attrNameLst>
                                      </p:cBhvr>
                                      <p:to>
                                        <p:strVal val="visible"/>
                                      </p:to>
                                    </p:set>
                                    <p:anim calcmode="lin" valueType="num">
                                      <p:cBhvr>
                                        <p:cTn id="21" dur="500" fill="hold"/>
                                        <p:tgtEl>
                                          <p:spTgt spid="39939">
                                            <p:txEl>
                                              <p:pRg st="3" end="3"/>
                                            </p:txEl>
                                          </p:spTgt>
                                        </p:tgtEl>
                                        <p:attrNameLst>
                                          <p:attrName>ppt_w</p:attrName>
                                        </p:attrNameLst>
                                      </p:cBhvr>
                                      <p:tavLst>
                                        <p:tav tm="0">
                                          <p:val>
                                            <p:fltVal val="0"/>
                                          </p:val>
                                        </p:tav>
                                        <p:tav tm="100000">
                                          <p:val>
                                            <p:strVal val="#ppt_w"/>
                                          </p:val>
                                        </p:tav>
                                      </p:tavLst>
                                    </p:anim>
                                    <p:anim calcmode="lin" valueType="num">
                                      <p:cBhvr>
                                        <p:cTn id="22" dur="500" fill="hold"/>
                                        <p:tgtEl>
                                          <p:spTgt spid="39939">
                                            <p:txEl>
                                              <p:pRg st="3" end="3"/>
                                            </p:txEl>
                                          </p:spTgt>
                                        </p:tgtEl>
                                        <p:attrNameLst>
                                          <p:attrName>ppt_h</p:attrName>
                                        </p:attrNameLst>
                                      </p:cBhvr>
                                      <p:tavLst>
                                        <p:tav tm="0">
                                          <p:val>
                                            <p:fltVal val="0"/>
                                          </p:val>
                                        </p:tav>
                                        <p:tav tm="100000">
                                          <p:val>
                                            <p:strVal val="#ppt_h"/>
                                          </p:val>
                                        </p:tav>
                                      </p:tavLst>
                                    </p:anim>
                                    <p:animEffect transition="in" filter="fade">
                                      <p:cBhvr>
                                        <p:cTn id="23" dur="500"/>
                                        <p:tgtEl>
                                          <p:spTgt spid="39939">
                                            <p:txEl>
                                              <p:pRg st="3" end="3"/>
                                            </p:txEl>
                                          </p:spTgt>
                                        </p:tgtEl>
                                      </p:cBhvr>
                                    </p:animEffect>
                                  </p:childTnLst>
                                </p:cTn>
                              </p:par>
                              <p:par>
                                <p:cTn id="24" presetID="53" presetClass="entr" presetSubtype="0" fill="hold" nodeType="withEffect">
                                  <p:stCondLst>
                                    <p:cond delay="0"/>
                                  </p:stCondLst>
                                  <p:childTnLst>
                                    <p:set>
                                      <p:cBhvr>
                                        <p:cTn id="25" dur="1" fill="hold">
                                          <p:stCondLst>
                                            <p:cond delay="0"/>
                                          </p:stCondLst>
                                        </p:cTn>
                                        <p:tgtEl>
                                          <p:spTgt spid="39939">
                                            <p:txEl>
                                              <p:pRg st="4" end="4"/>
                                            </p:txEl>
                                          </p:spTgt>
                                        </p:tgtEl>
                                        <p:attrNameLst>
                                          <p:attrName>style.visibility</p:attrName>
                                        </p:attrNameLst>
                                      </p:cBhvr>
                                      <p:to>
                                        <p:strVal val="visible"/>
                                      </p:to>
                                    </p:set>
                                    <p:anim calcmode="lin" valueType="num">
                                      <p:cBhvr>
                                        <p:cTn id="26" dur="500" fill="hold"/>
                                        <p:tgtEl>
                                          <p:spTgt spid="39939">
                                            <p:txEl>
                                              <p:pRg st="4" end="4"/>
                                            </p:txEl>
                                          </p:spTgt>
                                        </p:tgtEl>
                                        <p:attrNameLst>
                                          <p:attrName>ppt_w</p:attrName>
                                        </p:attrNameLst>
                                      </p:cBhvr>
                                      <p:tavLst>
                                        <p:tav tm="0">
                                          <p:val>
                                            <p:fltVal val="0"/>
                                          </p:val>
                                        </p:tav>
                                        <p:tav tm="100000">
                                          <p:val>
                                            <p:strVal val="#ppt_w"/>
                                          </p:val>
                                        </p:tav>
                                      </p:tavLst>
                                    </p:anim>
                                    <p:anim calcmode="lin" valueType="num">
                                      <p:cBhvr>
                                        <p:cTn id="27" dur="500" fill="hold"/>
                                        <p:tgtEl>
                                          <p:spTgt spid="39939">
                                            <p:txEl>
                                              <p:pRg st="4" end="4"/>
                                            </p:txEl>
                                          </p:spTgt>
                                        </p:tgtEl>
                                        <p:attrNameLst>
                                          <p:attrName>ppt_h</p:attrName>
                                        </p:attrNameLst>
                                      </p:cBhvr>
                                      <p:tavLst>
                                        <p:tav tm="0">
                                          <p:val>
                                            <p:fltVal val="0"/>
                                          </p:val>
                                        </p:tav>
                                        <p:tav tm="100000">
                                          <p:val>
                                            <p:strVal val="#ppt_h"/>
                                          </p:val>
                                        </p:tav>
                                      </p:tavLst>
                                    </p:anim>
                                    <p:animEffect transition="in" filter="fade">
                                      <p:cBhvr>
                                        <p:cTn id="28" dur="500"/>
                                        <p:tgtEl>
                                          <p:spTgt spid="39939">
                                            <p:txEl>
                                              <p:pRg st="4" end="4"/>
                                            </p:txEl>
                                          </p:spTgt>
                                        </p:tgtEl>
                                      </p:cBhvr>
                                    </p:animEffect>
                                  </p:childTnLst>
                                </p:cTn>
                              </p:par>
                              <p:par>
                                <p:cTn id="29" presetID="53" presetClass="entr" presetSubtype="0" fill="hold" nodeType="withEffect">
                                  <p:stCondLst>
                                    <p:cond delay="0"/>
                                  </p:stCondLst>
                                  <p:childTnLst>
                                    <p:set>
                                      <p:cBhvr>
                                        <p:cTn id="30" dur="1" fill="hold">
                                          <p:stCondLst>
                                            <p:cond delay="0"/>
                                          </p:stCondLst>
                                        </p:cTn>
                                        <p:tgtEl>
                                          <p:spTgt spid="39939">
                                            <p:txEl>
                                              <p:pRg st="5" end="5"/>
                                            </p:txEl>
                                          </p:spTgt>
                                        </p:tgtEl>
                                        <p:attrNameLst>
                                          <p:attrName>style.visibility</p:attrName>
                                        </p:attrNameLst>
                                      </p:cBhvr>
                                      <p:to>
                                        <p:strVal val="visible"/>
                                      </p:to>
                                    </p:set>
                                    <p:anim calcmode="lin" valueType="num">
                                      <p:cBhvr>
                                        <p:cTn id="31" dur="500" fill="hold"/>
                                        <p:tgtEl>
                                          <p:spTgt spid="39939">
                                            <p:txEl>
                                              <p:pRg st="5" end="5"/>
                                            </p:txEl>
                                          </p:spTgt>
                                        </p:tgtEl>
                                        <p:attrNameLst>
                                          <p:attrName>ppt_w</p:attrName>
                                        </p:attrNameLst>
                                      </p:cBhvr>
                                      <p:tavLst>
                                        <p:tav tm="0">
                                          <p:val>
                                            <p:fltVal val="0"/>
                                          </p:val>
                                        </p:tav>
                                        <p:tav tm="100000">
                                          <p:val>
                                            <p:strVal val="#ppt_w"/>
                                          </p:val>
                                        </p:tav>
                                      </p:tavLst>
                                    </p:anim>
                                    <p:anim calcmode="lin" valueType="num">
                                      <p:cBhvr>
                                        <p:cTn id="32" dur="500" fill="hold"/>
                                        <p:tgtEl>
                                          <p:spTgt spid="39939">
                                            <p:txEl>
                                              <p:pRg st="5" end="5"/>
                                            </p:txEl>
                                          </p:spTgt>
                                        </p:tgtEl>
                                        <p:attrNameLst>
                                          <p:attrName>ppt_h</p:attrName>
                                        </p:attrNameLst>
                                      </p:cBhvr>
                                      <p:tavLst>
                                        <p:tav tm="0">
                                          <p:val>
                                            <p:fltVal val="0"/>
                                          </p:val>
                                        </p:tav>
                                        <p:tav tm="100000">
                                          <p:val>
                                            <p:strVal val="#ppt_h"/>
                                          </p:val>
                                        </p:tav>
                                      </p:tavLst>
                                    </p:anim>
                                    <p:animEffect transition="in" filter="fade">
                                      <p:cBhvr>
                                        <p:cTn id="33" dur="500"/>
                                        <p:tgtEl>
                                          <p:spTgt spid="39939">
                                            <p:txEl>
                                              <p:pRg st="5" end="5"/>
                                            </p:txEl>
                                          </p:spTgt>
                                        </p:tgtEl>
                                      </p:cBhvr>
                                    </p:animEffect>
                                  </p:childTnLst>
                                </p:cTn>
                              </p:par>
                              <p:par>
                                <p:cTn id="34" presetID="53" presetClass="entr" presetSubtype="0" fill="hold" nodeType="withEffect">
                                  <p:stCondLst>
                                    <p:cond delay="0"/>
                                  </p:stCondLst>
                                  <p:childTnLst>
                                    <p:set>
                                      <p:cBhvr>
                                        <p:cTn id="35" dur="1" fill="hold">
                                          <p:stCondLst>
                                            <p:cond delay="0"/>
                                          </p:stCondLst>
                                        </p:cTn>
                                        <p:tgtEl>
                                          <p:spTgt spid="39939">
                                            <p:txEl>
                                              <p:pRg st="6" end="6"/>
                                            </p:txEl>
                                          </p:spTgt>
                                        </p:tgtEl>
                                        <p:attrNameLst>
                                          <p:attrName>style.visibility</p:attrName>
                                        </p:attrNameLst>
                                      </p:cBhvr>
                                      <p:to>
                                        <p:strVal val="visible"/>
                                      </p:to>
                                    </p:set>
                                    <p:anim calcmode="lin" valueType="num">
                                      <p:cBhvr>
                                        <p:cTn id="36" dur="500" fill="hold"/>
                                        <p:tgtEl>
                                          <p:spTgt spid="39939">
                                            <p:txEl>
                                              <p:pRg st="6" end="6"/>
                                            </p:txEl>
                                          </p:spTgt>
                                        </p:tgtEl>
                                        <p:attrNameLst>
                                          <p:attrName>ppt_w</p:attrName>
                                        </p:attrNameLst>
                                      </p:cBhvr>
                                      <p:tavLst>
                                        <p:tav tm="0">
                                          <p:val>
                                            <p:fltVal val="0"/>
                                          </p:val>
                                        </p:tav>
                                        <p:tav tm="100000">
                                          <p:val>
                                            <p:strVal val="#ppt_w"/>
                                          </p:val>
                                        </p:tav>
                                      </p:tavLst>
                                    </p:anim>
                                    <p:anim calcmode="lin" valueType="num">
                                      <p:cBhvr>
                                        <p:cTn id="37" dur="500" fill="hold"/>
                                        <p:tgtEl>
                                          <p:spTgt spid="39939">
                                            <p:txEl>
                                              <p:pRg st="6" end="6"/>
                                            </p:txEl>
                                          </p:spTgt>
                                        </p:tgtEl>
                                        <p:attrNameLst>
                                          <p:attrName>ppt_h</p:attrName>
                                        </p:attrNameLst>
                                      </p:cBhvr>
                                      <p:tavLst>
                                        <p:tav tm="0">
                                          <p:val>
                                            <p:fltVal val="0"/>
                                          </p:val>
                                        </p:tav>
                                        <p:tav tm="100000">
                                          <p:val>
                                            <p:strVal val="#ppt_h"/>
                                          </p:val>
                                        </p:tav>
                                      </p:tavLst>
                                    </p:anim>
                                    <p:animEffect transition="in" filter="fade">
                                      <p:cBhvr>
                                        <p:cTn id="38" dur="500"/>
                                        <p:tgtEl>
                                          <p:spTgt spid="39939">
                                            <p:txEl>
                                              <p:pRg st="6" end="6"/>
                                            </p:txEl>
                                          </p:spTgt>
                                        </p:tgtEl>
                                      </p:cBhvr>
                                    </p:animEffect>
                                  </p:childTnLst>
                                </p:cTn>
                              </p:par>
                              <p:par>
                                <p:cTn id="39" presetID="53" presetClass="entr" presetSubtype="0" fill="hold" nodeType="withEffect">
                                  <p:stCondLst>
                                    <p:cond delay="0"/>
                                  </p:stCondLst>
                                  <p:childTnLst>
                                    <p:set>
                                      <p:cBhvr>
                                        <p:cTn id="40" dur="1" fill="hold">
                                          <p:stCondLst>
                                            <p:cond delay="0"/>
                                          </p:stCondLst>
                                        </p:cTn>
                                        <p:tgtEl>
                                          <p:spTgt spid="39939">
                                            <p:txEl>
                                              <p:pRg st="7" end="7"/>
                                            </p:txEl>
                                          </p:spTgt>
                                        </p:tgtEl>
                                        <p:attrNameLst>
                                          <p:attrName>style.visibility</p:attrName>
                                        </p:attrNameLst>
                                      </p:cBhvr>
                                      <p:to>
                                        <p:strVal val="visible"/>
                                      </p:to>
                                    </p:set>
                                    <p:anim calcmode="lin" valueType="num">
                                      <p:cBhvr>
                                        <p:cTn id="41" dur="500" fill="hold"/>
                                        <p:tgtEl>
                                          <p:spTgt spid="39939">
                                            <p:txEl>
                                              <p:pRg st="7" end="7"/>
                                            </p:txEl>
                                          </p:spTgt>
                                        </p:tgtEl>
                                        <p:attrNameLst>
                                          <p:attrName>ppt_w</p:attrName>
                                        </p:attrNameLst>
                                      </p:cBhvr>
                                      <p:tavLst>
                                        <p:tav tm="0">
                                          <p:val>
                                            <p:fltVal val="0"/>
                                          </p:val>
                                        </p:tav>
                                        <p:tav tm="100000">
                                          <p:val>
                                            <p:strVal val="#ppt_w"/>
                                          </p:val>
                                        </p:tav>
                                      </p:tavLst>
                                    </p:anim>
                                    <p:anim calcmode="lin" valueType="num">
                                      <p:cBhvr>
                                        <p:cTn id="42" dur="500" fill="hold"/>
                                        <p:tgtEl>
                                          <p:spTgt spid="39939">
                                            <p:txEl>
                                              <p:pRg st="7" end="7"/>
                                            </p:txEl>
                                          </p:spTgt>
                                        </p:tgtEl>
                                        <p:attrNameLst>
                                          <p:attrName>ppt_h</p:attrName>
                                        </p:attrNameLst>
                                      </p:cBhvr>
                                      <p:tavLst>
                                        <p:tav tm="0">
                                          <p:val>
                                            <p:fltVal val="0"/>
                                          </p:val>
                                        </p:tav>
                                        <p:tav tm="100000">
                                          <p:val>
                                            <p:strVal val="#ppt_h"/>
                                          </p:val>
                                        </p:tav>
                                      </p:tavLst>
                                    </p:anim>
                                    <p:animEffect transition="in" filter="fade">
                                      <p:cBhvr>
                                        <p:cTn id="43" dur="500"/>
                                        <p:tgtEl>
                                          <p:spTgt spid="39939">
                                            <p:txEl>
                                              <p:pRg st="7" end="7"/>
                                            </p:txEl>
                                          </p:spTgt>
                                        </p:tgtEl>
                                      </p:cBhvr>
                                    </p:animEffect>
                                  </p:childTnLst>
                                </p:cTn>
                              </p:par>
                              <p:par>
                                <p:cTn id="44" presetID="53" presetClass="entr" presetSubtype="0" fill="hold" nodeType="withEffect">
                                  <p:stCondLst>
                                    <p:cond delay="0"/>
                                  </p:stCondLst>
                                  <p:childTnLst>
                                    <p:set>
                                      <p:cBhvr>
                                        <p:cTn id="45" dur="1" fill="hold">
                                          <p:stCondLst>
                                            <p:cond delay="0"/>
                                          </p:stCondLst>
                                        </p:cTn>
                                        <p:tgtEl>
                                          <p:spTgt spid="39939">
                                            <p:txEl>
                                              <p:pRg st="8" end="8"/>
                                            </p:txEl>
                                          </p:spTgt>
                                        </p:tgtEl>
                                        <p:attrNameLst>
                                          <p:attrName>style.visibility</p:attrName>
                                        </p:attrNameLst>
                                      </p:cBhvr>
                                      <p:to>
                                        <p:strVal val="visible"/>
                                      </p:to>
                                    </p:set>
                                    <p:anim calcmode="lin" valueType="num">
                                      <p:cBhvr>
                                        <p:cTn id="46" dur="500" fill="hold"/>
                                        <p:tgtEl>
                                          <p:spTgt spid="39939">
                                            <p:txEl>
                                              <p:pRg st="8" end="8"/>
                                            </p:txEl>
                                          </p:spTgt>
                                        </p:tgtEl>
                                        <p:attrNameLst>
                                          <p:attrName>ppt_w</p:attrName>
                                        </p:attrNameLst>
                                      </p:cBhvr>
                                      <p:tavLst>
                                        <p:tav tm="0">
                                          <p:val>
                                            <p:fltVal val="0"/>
                                          </p:val>
                                        </p:tav>
                                        <p:tav tm="100000">
                                          <p:val>
                                            <p:strVal val="#ppt_w"/>
                                          </p:val>
                                        </p:tav>
                                      </p:tavLst>
                                    </p:anim>
                                    <p:anim calcmode="lin" valueType="num">
                                      <p:cBhvr>
                                        <p:cTn id="47" dur="500" fill="hold"/>
                                        <p:tgtEl>
                                          <p:spTgt spid="39939">
                                            <p:txEl>
                                              <p:pRg st="8" end="8"/>
                                            </p:txEl>
                                          </p:spTgt>
                                        </p:tgtEl>
                                        <p:attrNameLst>
                                          <p:attrName>ppt_h</p:attrName>
                                        </p:attrNameLst>
                                      </p:cBhvr>
                                      <p:tavLst>
                                        <p:tav tm="0">
                                          <p:val>
                                            <p:fltVal val="0"/>
                                          </p:val>
                                        </p:tav>
                                        <p:tav tm="100000">
                                          <p:val>
                                            <p:strVal val="#ppt_h"/>
                                          </p:val>
                                        </p:tav>
                                      </p:tavLst>
                                    </p:anim>
                                    <p:animEffect transition="in" filter="fade">
                                      <p:cBhvr>
                                        <p:cTn id="48" dur="500"/>
                                        <p:tgtEl>
                                          <p:spTgt spid="39939">
                                            <p:txEl>
                                              <p:pRg st="8" end="8"/>
                                            </p:txEl>
                                          </p:spTgt>
                                        </p:tgtEl>
                                      </p:cBhvr>
                                    </p:animEffect>
                                  </p:childTnLst>
                                </p:cTn>
                              </p:par>
                              <p:par>
                                <p:cTn id="49" presetID="53" presetClass="entr" presetSubtype="0" fill="hold" nodeType="withEffect">
                                  <p:stCondLst>
                                    <p:cond delay="0"/>
                                  </p:stCondLst>
                                  <p:childTnLst>
                                    <p:set>
                                      <p:cBhvr>
                                        <p:cTn id="50" dur="1" fill="hold">
                                          <p:stCondLst>
                                            <p:cond delay="0"/>
                                          </p:stCondLst>
                                        </p:cTn>
                                        <p:tgtEl>
                                          <p:spTgt spid="39939">
                                            <p:txEl>
                                              <p:pRg st="9" end="9"/>
                                            </p:txEl>
                                          </p:spTgt>
                                        </p:tgtEl>
                                        <p:attrNameLst>
                                          <p:attrName>style.visibility</p:attrName>
                                        </p:attrNameLst>
                                      </p:cBhvr>
                                      <p:to>
                                        <p:strVal val="visible"/>
                                      </p:to>
                                    </p:set>
                                    <p:anim calcmode="lin" valueType="num">
                                      <p:cBhvr>
                                        <p:cTn id="51" dur="500" fill="hold"/>
                                        <p:tgtEl>
                                          <p:spTgt spid="39939">
                                            <p:txEl>
                                              <p:pRg st="9" end="9"/>
                                            </p:txEl>
                                          </p:spTgt>
                                        </p:tgtEl>
                                        <p:attrNameLst>
                                          <p:attrName>ppt_w</p:attrName>
                                        </p:attrNameLst>
                                      </p:cBhvr>
                                      <p:tavLst>
                                        <p:tav tm="0">
                                          <p:val>
                                            <p:fltVal val="0"/>
                                          </p:val>
                                        </p:tav>
                                        <p:tav tm="100000">
                                          <p:val>
                                            <p:strVal val="#ppt_w"/>
                                          </p:val>
                                        </p:tav>
                                      </p:tavLst>
                                    </p:anim>
                                    <p:anim calcmode="lin" valueType="num">
                                      <p:cBhvr>
                                        <p:cTn id="52" dur="500" fill="hold"/>
                                        <p:tgtEl>
                                          <p:spTgt spid="39939">
                                            <p:txEl>
                                              <p:pRg st="9" end="9"/>
                                            </p:txEl>
                                          </p:spTgt>
                                        </p:tgtEl>
                                        <p:attrNameLst>
                                          <p:attrName>ppt_h</p:attrName>
                                        </p:attrNameLst>
                                      </p:cBhvr>
                                      <p:tavLst>
                                        <p:tav tm="0">
                                          <p:val>
                                            <p:fltVal val="0"/>
                                          </p:val>
                                        </p:tav>
                                        <p:tav tm="100000">
                                          <p:val>
                                            <p:strVal val="#ppt_h"/>
                                          </p:val>
                                        </p:tav>
                                      </p:tavLst>
                                    </p:anim>
                                    <p:animEffect transition="in" filter="fade">
                                      <p:cBhvr>
                                        <p:cTn id="53" dur="500"/>
                                        <p:tgtEl>
                                          <p:spTgt spid="39939">
                                            <p:txEl>
                                              <p:pRg st="9" end="9"/>
                                            </p:txEl>
                                          </p:spTgt>
                                        </p:tgtEl>
                                      </p:cBhvr>
                                    </p:animEffect>
                                  </p:childTnLst>
                                </p:cTn>
                              </p:par>
                              <p:par>
                                <p:cTn id="54" presetID="53" presetClass="entr" presetSubtype="0" fill="hold" nodeType="withEffect">
                                  <p:stCondLst>
                                    <p:cond delay="0"/>
                                  </p:stCondLst>
                                  <p:childTnLst>
                                    <p:set>
                                      <p:cBhvr>
                                        <p:cTn id="55" dur="1" fill="hold">
                                          <p:stCondLst>
                                            <p:cond delay="0"/>
                                          </p:stCondLst>
                                        </p:cTn>
                                        <p:tgtEl>
                                          <p:spTgt spid="39939">
                                            <p:txEl>
                                              <p:pRg st="10" end="10"/>
                                            </p:txEl>
                                          </p:spTgt>
                                        </p:tgtEl>
                                        <p:attrNameLst>
                                          <p:attrName>style.visibility</p:attrName>
                                        </p:attrNameLst>
                                      </p:cBhvr>
                                      <p:to>
                                        <p:strVal val="visible"/>
                                      </p:to>
                                    </p:set>
                                    <p:anim calcmode="lin" valueType="num">
                                      <p:cBhvr>
                                        <p:cTn id="56" dur="500" fill="hold"/>
                                        <p:tgtEl>
                                          <p:spTgt spid="39939">
                                            <p:txEl>
                                              <p:pRg st="10" end="10"/>
                                            </p:txEl>
                                          </p:spTgt>
                                        </p:tgtEl>
                                        <p:attrNameLst>
                                          <p:attrName>ppt_w</p:attrName>
                                        </p:attrNameLst>
                                      </p:cBhvr>
                                      <p:tavLst>
                                        <p:tav tm="0">
                                          <p:val>
                                            <p:fltVal val="0"/>
                                          </p:val>
                                        </p:tav>
                                        <p:tav tm="100000">
                                          <p:val>
                                            <p:strVal val="#ppt_w"/>
                                          </p:val>
                                        </p:tav>
                                      </p:tavLst>
                                    </p:anim>
                                    <p:anim calcmode="lin" valueType="num">
                                      <p:cBhvr>
                                        <p:cTn id="57" dur="500" fill="hold"/>
                                        <p:tgtEl>
                                          <p:spTgt spid="39939">
                                            <p:txEl>
                                              <p:pRg st="10" end="10"/>
                                            </p:txEl>
                                          </p:spTgt>
                                        </p:tgtEl>
                                        <p:attrNameLst>
                                          <p:attrName>ppt_h</p:attrName>
                                        </p:attrNameLst>
                                      </p:cBhvr>
                                      <p:tavLst>
                                        <p:tav tm="0">
                                          <p:val>
                                            <p:fltVal val="0"/>
                                          </p:val>
                                        </p:tav>
                                        <p:tav tm="100000">
                                          <p:val>
                                            <p:strVal val="#ppt_h"/>
                                          </p:val>
                                        </p:tav>
                                      </p:tavLst>
                                    </p:anim>
                                    <p:animEffect transition="in" filter="fade">
                                      <p:cBhvr>
                                        <p:cTn id="58" dur="500"/>
                                        <p:tgtEl>
                                          <p:spTgt spid="39939">
                                            <p:txEl>
                                              <p:pRg st="10" end="10"/>
                                            </p:txEl>
                                          </p:spTgt>
                                        </p:tgtEl>
                                      </p:cBhvr>
                                    </p:animEffect>
                                  </p:childTnLst>
                                </p:cTn>
                              </p:par>
                              <p:par>
                                <p:cTn id="59" presetID="53" presetClass="entr" presetSubtype="0" fill="hold" nodeType="withEffect">
                                  <p:stCondLst>
                                    <p:cond delay="0"/>
                                  </p:stCondLst>
                                  <p:childTnLst>
                                    <p:set>
                                      <p:cBhvr>
                                        <p:cTn id="60" dur="1" fill="hold">
                                          <p:stCondLst>
                                            <p:cond delay="0"/>
                                          </p:stCondLst>
                                        </p:cTn>
                                        <p:tgtEl>
                                          <p:spTgt spid="39939">
                                            <p:txEl>
                                              <p:pRg st="11" end="11"/>
                                            </p:txEl>
                                          </p:spTgt>
                                        </p:tgtEl>
                                        <p:attrNameLst>
                                          <p:attrName>style.visibility</p:attrName>
                                        </p:attrNameLst>
                                      </p:cBhvr>
                                      <p:to>
                                        <p:strVal val="visible"/>
                                      </p:to>
                                    </p:set>
                                    <p:anim calcmode="lin" valueType="num">
                                      <p:cBhvr>
                                        <p:cTn id="61" dur="500" fill="hold"/>
                                        <p:tgtEl>
                                          <p:spTgt spid="39939">
                                            <p:txEl>
                                              <p:pRg st="11" end="11"/>
                                            </p:txEl>
                                          </p:spTgt>
                                        </p:tgtEl>
                                        <p:attrNameLst>
                                          <p:attrName>ppt_w</p:attrName>
                                        </p:attrNameLst>
                                      </p:cBhvr>
                                      <p:tavLst>
                                        <p:tav tm="0">
                                          <p:val>
                                            <p:fltVal val="0"/>
                                          </p:val>
                                        </p:tav>
                                        <p:tav tm="100000">
                                          <p:val>
                                            <p:strVal val="#ppt_w"/>
                                          </p:val>
                                        </p:tav>
                                      </p:tavLst>
                                    </p:anim>
                                    <p:anim calcmode="lin" valueType="num">
                                      <p:cBhvr>
                                        <p:cTn id="62" dur="500" fill="hold"/>
                                        <p:tgtEl>
                                          <p:spTgt spid="39939">
                                            <p:txEl>
                                              <p:pRg st="11" end="11"/>
                                            </p:txEl>
                                          </p:spTgt>
                                        </p:tgtEl>
                                        <p:attrNameLst>
                                          <p:attrName>ppt_h</p:attrName>
                                        </p:attrNameLst>
                                      </p:cBhvr>
                                      <p:tavLst>
                                        <p:tav tm="0">
                                          <p:val>
                                            <p:fltVal val="0"/>
                                          </p:val>
                                        </p:tav>
                                        <p:tav tm="100000">
                                          <p:val>
                                            <p:strVal val="#ppt_h"/>
                                          </p:val>
                                        </p:tav>
                                      </p:tavLst>
                                    </p:anim>
                                    <p:animEffect transition="in" filter="fade">
                                      <p:cBhvr>
                                        <p:cTn id="63" dur="500"/>
                                        <p:tgtEl>
                                          <p:spTgt spid="39939">
                                            <p:txEl>
                                              <p:pRg st="11" end="11"/>
                                            </p:txEl>
                                          </p:spTgt>
                                        </p:tgtEl>
                                      </p:cBhvr>
                                    </p:animEffect>
                                  </p:childTnLst>
                                </p:cTn>
                              </p:par>
                              <p:par>
                                <p:cTn id="64" presetID="53" presetClass="entr" presetSubtype="0" fill="hold" nodeType="withEffect">
                                  <p:stCondLst>
                                    <p:cond delay="0"/>
                                  </p:stCondLst>
                                  <p:childTnLst>
                                    <p:set>
                                      <p:cBhvr>
                                        <p:cTn id="65" dur="1" fill="hold">
                                          <p:stCondLst>
                                            <p:cond delay="0"/>
                                          </p:stCondLst>
                                        </p:cTn>
                                        <p:tgtEl>
                                          <p:spTgt spid="39939">
                                            <p:txEl>
                                              <p:pRg st="12" end="12"/>
                                            </p:txEl>
                                          </p:spTgt>
                                        </p:tgtEl>
                                        <p:attrNameLst>
                                          <p:attrName>style.visibility</p:attrName>
                                        </p:attrNameLst>
                                      </p:cBhvr>
                                      <p:to>
                                        <p:strVal val="visible"/>
                                      </p:to>
                                    </p:set>
                                    <p:anim calcmode="lin" valueType="num">
                                      <p:cBhvr>
                                        <p:cTn id="66" dur="500" fill="hold"/>
                                        <p:tgtEl>
                                          <p:spTgt spid="39939">
                                            <p:txEl>
                                              <p:pRg st="12" end="12"/>
                                            </p:txEl>
                                          </p:spTgt>
                                        </p:tgtEl>
                                        <p:attrNameLst>
                                          <p:attrName>ppt_w</p:attrName>
                                        </p:attrNameLst>
                                      </p:cBhvr>
                                      <p:tavLst>
                                        <p:tav tm="0">
                                          <p:val>
                                            <p:fltVal val="0"/>
                                          </p:val>
                                        </p:tav>
                                        <p:tav tm="100000">
                                          <p:val>
                                            <p:strVal val="#ppt_w"/>
                                          </p:val>
                                        </p:tav>
                                      </p:tavLst>
                                    </p:anim>
                                    <p:anim calcmode="lin" valueType="num">
                                      <p:cBhvr>
                                        <p:cTn id="67" dur="500" fill="hold"/>
                                        <p:tgtEl>
                                          <p:spTgt spid="39939">
                                            <p:txEl>
                                              <p:pRg st="12" end="12"/>
                                            </p:txEl>
                                          </p:spTgt>
                                        </p:tgtEl>
                                        <p:attrNameLst>
                                          <p:attrName>ppt_h</p:attrName>
                                        </p:attrNameLst>
                                      </p:cBhvr>
                                      <p:tavLst>
                                        <p:tav tm="0">
                                          <p:val>
                                            <p:fltVal val="0"/>
                                          </p:val>
                                        </p:tav>
                                        <p:tav tm="100000">
                                          <p:val>
                                            <p:strVal val="#ppt_h"/>
                                          </p:val>
                                        </p:tav>
                                      </p:tavLst>
                                    </p:anim>
                                    <p:animEffect transition="in" filter="fade">
                                      <p:cBhvr>
                                        <p:cTn id="68" dur="500"/>
                                        <p:tgtEl>
                                          <p:spTgt spid="39939">
                                            <p:txEl>
                                              <p:pRg st="12" end="12"/>
                                            </p:txEl>
                                          </p:spTgt>
                                        </p:tgtEl>
                                      </p:cBhvr>
                                    </p:animEffect>
                                  </p:childTnLst>
                                </p:cTn>
                              </p:par>
                              <p:par>
                                <p:cTn id="69" presetID="53" presetClass="entr" presetSubtype="0" fill="hold" nodeType="withEffect">
                                  <p:stCondLst>
                                    <p:cond delay="0"/>
                                  </p:stCondLst>
                                  <p:childTnLst>
                                    <p:set>
                                      <p:cBhvr>
                                        <p:cTn id="70" dur="1" fill="hold">
                                          <p:stCondLst>
                                            <p:cond delay="0"/>
                                          </p:stCondLst>
                                        </p:cTn>
                                        <p:tgtEl>
                                          <p:spTgt spid="39939">
                                            <p:txEl>
                                              <p:pRg st="13" end="13"/>
                                            </p:txEl>
                                          </p:spTgt>
                                        </p:tgtEl>
                                        <p:attrNameLst>
                                          <p:attrName>style.visibility</p:attrName>
                                        </p:attrNameLst>
                                      </p:cBhvr>
                                      <p:to>
                                        <p:strVal val="visible"/>
                                      </p:to>
                                    </p:set>
                                    <p:anim calcmode="lin" valueType="num">
                                      <p:cBhvr>
                                        <p:cTn id="71" dur="500" fill="hold"/>
                                        <p:tgtEl>
                                          <p:spTgt spid="39939">
                                            <p:txEl>
                                              <p:pRg st="13" end="13"/>
                                            </p:txEl>
                                          </p:spTgt>
                                        </p:tgtEl>
                                        <p:attrNameLst>
                                          <p:attrName>ppt_w</p:attrName>
                                        </p:attrNameLst>
                                      </p:cBhvr>
                                      <p:tavLst>
                                        <p:tav tm="0">
                                          <p:val>
                                            <p:fltVal val="0"/>
                                          </p:val>
                                        </p:tav>
                                        <p:tav tm="100000">
                                          <p:val>
                                            <p:strVal val="#ppt_w"/>
                                          </p:val>
                                        </p:tav>
                                      </p:tavLst>
                                    </p:anim>
                                    <p:anim calcmode="lin" valueType="num">
                                      <p:cBhvr>
                                        <p:cTn id="72" dur="500" fill="hold"/>
                                        <p:tgtEl>
                                          <p:spTgt spid="39939">
                                            <p:txEl>
                                              <p:pRg st="13" end="13"/>
                                            </p:txEl>
                                          </p:spTgt>
                                        </p:tgtEl>
                                        <p:attrNameLst>
                                          <p:attrName>ppt_h</p:attrName>
                                        </p:attrNameLst>
                                      </p:cBhvr>
                                      <p:tavLst>
                                        <p:tav tm="0">
                                          <p:val>
                                            <p:fltVal val="0"/>
                                          </p:val>
                                        </p:tav>
                                        <p:tav tm="100000">
                                          <p:val>
                                            <p:strVal val="#ppt_h"/>
                                          </p:val>
                                        </p:tav>
                                      </p:tavLst>
                                    </p:anim>
                                    <p:animEffect transition="in" filter="fade">
                                      <p:cBhvr>
                                        <p:cTn id="73" dur="500"/>
                                        <p:tgtEl>
                                          <p:spTgt spid="39939">
                                            <p:txEl>
                                              <p:pRg st="13" end="13"/>
                                            </p:txEl>
                                          </p:spTgt>
                                        </p:tgtEl>
                                      </p:cBhvr>
                                    </p:animEffect>
                                  </p:childTnLst>
                                </p:cTn>
                              </p:par>
                              <p:par>
                                <p:cTn id="74" presetID="53" presetClass="entr" presetSubtype="0" fill="hold" nodeType="withEffect">
                                  <p:stCondLst>
                                    <p:cond delay="0"/>
                                  </p:stCondLst>
                                  <p:childTnLst>
                                    <p:set>
                                      <p:cBhvr>
                                        <p:cTn id="75" dur="1" fill="hold">
                                          <p:stCondLst>
                                            <p:cond delay="0"/>
                                          </p:stCondLst>
                                        </p:cTn>
                                        <p:tgtEl>
                                          <p:spTgt spid="39939">
                                            <p:txEl>
                                              <p:pRg st="14" end="14"/>
                                            </p:txEl>
                                          </p:spTgt>
                                        </p:tgtEl>
                                        <p:attrNameLst>
                                          <p:attrName>style.visibility</p:attrName>
                                        </p:attrNameLst>
                                      </p:cBhvr>
                                      <p:to>
                                        <p:strVal val="visible"/>
                                      </p:to>
                                    </p:set>
                                    <p:anim calcmode="lin" valueType="num">
                                      <p:cBhvr>
                                        <p:cTn id="76" dur="500" fill="hold"/>
                                        <p:tgtEl>
                                          <p:spTgt spid="39939">
                                            <p:txEl>
                                              <p:pRg st="14" end="14"/>
                                            </p:txEl>
                                          </p:spTgt>
                                        </p:tgtEl>
                                        <p:attrNameLst>
                                          <p:attrName>ppt_w</p:attrName>
                                        </p:attrNameLst>
                                      </p:cBhvr>
                                      <p:tavLst>
                                        <p:tav tm="0">
                                          <p:val>
                                            <p:fltVal val="0"/>
                                          </p:val>
                                        </p:tav>
                                        <p:tav tm="100000">
                                          <p:val>
                                            <p:strVal val="#ppt_w"/>
                                          </p:val>
                                        </p:tav>
                                      </p:tavLst>
                                    </p:anim>
                                    <p:anim calcmode="lin" valueType="num">
                                      <p:cBhvr>
                                        <p:cTn id="77" dur="500" fill="hold"/>
                                        <p:tgtEl>
                                          <p:spTgt spid="39939">
                                            <p:txEl>
                                              <p:pRg st="14" end="14"/>
                                            </p:txEl>
                                          </p:spTgt>
                                        </p:tgtEl>
                                        <p:attrNameLst>
                                          <p:attrName>ppt_h</p:attrName>
                                        </p:attrNameLst>
                                      </p:cBhvr>
                                      <p:tavLst>
                                        <p:tav tm="0">
                                          <p:val>
                                            <p:fltVal val="0"/>
                                          </p:val>
                                        </p:tav>
                                        <p:tav tm="100000">
                                          <p:val>
                                            <p:strVal val="#ppt_h"/>
                                          </p:val>
                                        </p:tav>
                                      </p:tavLst>
                                    </p:anim>
                                    <p:animEffect transition="in" filter="fade">
                                      <p:cBhvr>
                                        <p:cTn id="78" dur="500"/>
                                        <p:tgtEl>
                                          <p:spTgt spid="39939">
                                            <p:txEl>
                                              <p:pRg st="14" end="14"/>
                                            </p:txEl>
                                          </p:spTgt>
                                        </p:tgtEl>
                                      </p:cBhvr>
                                    </p:animEffect>
                                  </p:childTnLst>
                                </p:cTn>
                              </p:par>
                            </p:childTnLst>
                          </p:cTn>
                        </p:par>
                      </p:childTnLst>
                    </p:cTn>
                  </p:par>
                  <p:par>
                    <p:cTn id="79" fill="hold">
                      <p:stCondLst>
                        <p:cond delay="indefinite"/>
                      </p:stCondLst>
                      <p:childTnLst>
                        <p:par>
                          <p:cTn id="80" fill="hold">
                            <p:stCondLst>
                              <p:cond delay="0"/>
                            </p:stCondLst>
                            <p:childTnLst>
                              <p:par>
                                <p:cTn id="81" presetID="9" presetClass="entr" presetSubtype="0" fill="hold" grpId="0" nodeType="clickEffect">
                                  <p:stCondLst>
                                    <p:cond delay="0"/>
                                  </p:stCondLst>
                                  <p:childTnLst>
                                    <p:set>
                                      <p:cBhvr>
                                        <p:cTn id="82" dur="1" fill="hold">
                                          <p:stCondLst>
                                            <p:cond delay="0"/>
                                          </p:stCondLst>
                                        </p:cTn>
                                        <p:tgtEl>
                                          <p:spTgt spid="4"/>
                                        </p:tgtEl>
                                        <p:attrNameLst>
                                          <p:attrName>style.visibility</p:attrName>
                                        </p:attrNameLst>
                                      </p:cBhvr>
                                      <p:to>
                                        <p:strVal val="visible"/>
                                      </p:to>
                                    </p:set>
                                    <p:animEffect transition="in" filter="dissolve">
                                      <p:cBhvr>
                                        <p:cTn id="83"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内容占位符 2"/>
          <p:cNvSpPr>
            <a:spLocks noGrp="1"/>
          </p:cNvSpPr>
          <p:nvPr>
            <p:ph idx="1"/>
          </p:nvPr>
        </p:nvSpPr>
        <p:spPr>
          <a:xfrm>
            <a:off x="859007" y="1059989"/>
            <a:ext cx="7713521" cy="3888025"/>
          </a:xfrm>
        </p:spPr>
        <p:txBody>
          <a:bodyPr>
            <a:normAutofit/>
          </a:bodyPr>
          <a:lstStyle/>
          <a:p>
            <a:pPr marL="0" indent="0">
              <a:lnSpc>
                <a:spcPts val="2500"/>
              </a:lnSpc>
              <a:buClrTx/>
              <a:buNone/>
            </a:pPr>
            <a:r>
              <a:rPr lang="en-US" altLang="zh-CN" b="1" dirty="0">
                <a:solidFill>
                  <a:schemeClr val="tx1"/>
                </a:solidFill>
              </a:rPr>
              <a:t>1</a:t>
            </a:r>
            <a:r>
              <a:rPr lang="zh-CN" altLang="en-US" b="1" dirty="0">
                <a:solidFill>
                  <a:schemeClr val="tx1"/>
                </a:solidFill>
              </a:rPr>
              <a:t>．绪论 			（</a:t>
            </a:r>
            <a:r>
              <a:rPr lang="en-US" altLang="zh-CN" b="1" dirty="0">
                <a:solidFill>
                  <a:schemeClr val="tx1"/>
                </a:solidFill>
              </a:rPr>
              <a:t>2</a:t>
            </a:r>
            <a:r>
              <a:rPr lang="zh-CN" altLang="en-US" b="1" dirty="0">
                <a:solidFill>
                  <a:schemeClr val="tx1"/>
                </a:solidFill>
              </a:rPr>
              <a:t>学时）</a:t>
            </a:r>
          </a:p>
          <a:p>
            <a:pPr marL="0" indent="0">
              <a:lnSpc>
                <a:spcPts val="2500"/>
              </a:lnSpc>
              <a:buClrTx/>
              <a:buNone/>
            </a:pPr>
            <a:r>
              <a:rPr lang="en-US" altLang="zh-CN" b="1" dirty="0"/>
              <a:t>2.   </a:t>
            </a:r>
            <a:r>
              <a:rPr lang="zh-CN" altLang="en-US" b="1" dirty="0"/>
              <a:t>语言及其文法		（</a:t>
            </a:r>
            <a:r>
              <a:rPr lang="en-US" altLang="zh-CN" b="1" dirty="0"/>
              <a:t>2</a:t>
            </a:r>
            <a:r>
              <a:rPr lang="zh-CN" altLang="en-US" b="1" dirty="0"/>
              <a:t>学时） </a:t>
            </a:r>
          </a:p>
          <a:p>
            <a:pPr marL="0" indent="0">
              <a:lnSpc>
                <a:spcPts val="2500"/>
              </a:lnSpc>
              <a:buClrTx/>
              <a:buNone/>
            </a:pPr>
            <a:r>
              <a:rPr lang="en-US" altLang="zh-CN" b="1" dirty="0">
                <a:solidFill>
                  <a:schemeClr val="tx1"/>
                </a:solidFill>
              </a:rPr>
              <a:t>3</a:t>
            </a:r>
            <a:r>
              <a:rPr lang="zh-CN" altLang="en-US" b="1" dirty="0">
                <a:solidFill>
                  <a:schemeClr val="tx1"/>
                </a:solidFill>
              </a:rPr>
              <a:t>．词法分析		</a:t>
            </a:r>
            <a:r>
              <a:rPr lang="en-US" altLang="zh-CN" b="1" dirty="0">
                <a:solidFill>
                  <a:schemeClr val="tx1"/>
                </a:solidFill>
              </a:rPr>
              <a:t>	</a:t>
            </a:r>
            <a:r>
              <a:rPr lang="zh-CN" altLang="en-US" b="1" dirty="0">
                <a:solidFill>
                  <a:schemeClr val="tx1"/>
                </a:solidFill>
              </a:rPr>
              <a:t>（</a:t>
            </a:r>
            <a:r>
              <a:rPr lang="en-US" altLang="zh-CN" b="1" dirty="0">
                <a:solidFill>
                  <a:schemeClr val="tx1"/>
                </a:solidFill>
              </a:rPr>
              <a:t>3</a:t>
            </a:r>
            <a:r>
              <a:rPr lang="zh-CN" altLang="en-US" b="1" dirty="0">
                <a:solidFill>
                  <a:schemeClr val="tx1"/>
                </a:solidFill>
              </a:rPr>
              <a:t>学时） </a:t>
            </a:r>
          </a:p>
          <a:p>
            <a:pPr marL="0" indent="0">
              <a:lnSpc>
                <a:spcPts val="2500"/>
              </a:lnSpc>
              <a:buClrTx/>
              <a:buNone/>
            </a:pPr>
            <a:r>
              <a:rPr lang="en-US" altLang="zh-CN" b="1" dirty="0">
                <a:solidFill>
                  <a:schemeClr val="tx1"/>
                </a:solidFill>
              </a:rPr>
              <a:t>4</a:t>
            </a:r>
            <a:r>
              <a:rPr lang="zh-CN" altLang="en-US" b="1" dirty="0">
                <a:solidFill>
                  <a:schemeClr val="tx1"/>
                </a:solidFill>
              </a:rPr>
              <a:t>．语法分析		</a:t>
            </a:r>
            <a:r>
              <a:rPr lang="en-US" altLang="zh-CN" b="1" dirty="0">
                <a:solidFill>
                  <a:schemeClr val="tx1"/>
                </a:solidFill>
              </a:rPr>
              <a:t>	</a:t>
            </a:r>
            <a:r>
              <a:rPr lang="zh-CN" altLang="en-US" b="1" dirty="0">
                <a:solidFill>
                  <a:schemeClr val="tx1"/>
                </a:solidFill>
              </a:rPr>
              <a:t>（</a:t>
            </a:r>
            <a:r>
              <a:rPr lang="en-US" altLang="zh-CN" b="1" dirty="0">
                <a:solidFill>
                  <a:schemeClr val="tx1"/>
                </a:solidFill>
              </a:rPr>
              <a:t>9</a:t>
            </a:r>
            <a:r>
              <a:rPr lang="zh-CN" altLang="en-US" b="1" dirty="0">
                <a:solidFill>
                  <a:schemeClr val="tx1"/>
                </a:solidFill>
              </a:rPr>
              <a:t>学时） </a:t>
            </a:r>
          </a:p>
          <a:p>
            <a:pPr marL="0" indent="0">
              <a:lnSpc>
                <a:spcPts val="2500"/>
              </a:lnSpc>
              <a:buClrTx/>
              <a:buNone/>
            </a:pPr>
            <a:r>
              <a:rPr lang="en-US" altLang="zh-CN" b="1" dirty="0">
                <a:solidFill>
                  <a:schemeClr val="tx1"/>
                </a:solidFill>
              </a:rPr>
              <a:t>5</a:t>
            </a:r>
            <a:r>
              <a:rPr lang="zh-CN" altLang="en-US" b="1" dirty="0">
                <a:solidFill>
                  <a:schemeClr val="tx1"/>
                </a:solidFill>
              </a:rPr>
              <a:t>．语法制导翻译		（</a:t>
            </a:r>
            <a:r>
              <a:rPr lang="en-US" altLang="zh-CN" b="1" dirty="0">
                <a:solidFill>
                  <a:schemeClr val="tx1"/>
                </a:solidFill>
              </a:rPr>
              <a:t>6</a:t>
            </a:r>
            <a:r>
              <a:rPr lang="zh-CN" altLang="en-US" b="1" dirty="0">
                <a:solidFill>
                  <a:schemeClr val="tx1"/>
                </a:solidFill>
              </a:rPr>
              <a:t>学时） </a:t>
            </a:r>
          </a:p>
          <a:p>
            <a:pPr marL="0" indent="0">
              <a:lnSpc>
                <a:spcPts val="2500"/>
              </a:lnSpc>
              <a:buClrTx/>
              <a:buNone/>
            </a:pPr>
            <a:r>
              <a:rPr lang="en-US" altLang="zh-CN" b="1" dirty="0">
                <a:solidFill>
                  <a:schemeClr val="tx1"/>
                </a:solidFill>
              </a:rPr>
              <a:t>6</a:t>
            </a:r>
            <a:r>
              <a:rPr lang="zh-CN" altLang="en-US" b="1" dirty="0">
                <a:solidFill>
                  <a:schemeClr val="tx1"/>
                </a:solidFill>
              </a:rPr>
              <a:t>．中间代码生成		（</a:t>
            </a:r>
            <a:r>
              <a:rPr lang="en-US" altLang="zh-CN" b="1" dirty="0">
                <a:solidFill>
                  <a:schemeClr val="tx1"/>
                </a:solidFill>
              </a:rPr>
              <a:t>7</a:t>
            </a:r>
            <a:r>
              <a:rPr lang="zh-CN" altLang="en-US" b="1" dirty="0">
                <a:solidFill>
                  <a:schemeClr val="tx1"/>
                </a:solidFill>
              </a:rPr>
              <a:t>学时） </a:t>
            </a:r>
          </a:p>
          <a:p>
            <a:pPr marL="0" indent="0">
              <a:lnSpc>
                <a:spcPts val="2500"/>
              </a:lnSpc>
              <a:buClrTx/>
              <a:buNone/>
            </a:pPr>
            <a:r>
              <a:rPr lang="en-US" altLang="zh-CN" b="1" dirty="0">
                <a:solidFill>
                  <a:schemeClr val="tx1"/>
                </a:solidFill>
              </a:rPr>
              <a:t>7</a:t>
            </a:r>
            <a:r>
              <a:rPr lang="zh-CN" altLang="en-US" b="1" dirty="0">
                <a:solidFill>
                  <a:schemeClr val="tx1"/>
                </a:solidFill>
              </a:rPr>
              <a:t>．运行时的存贮组织	（</a:t>
            </a:r>
            <a:r>
              <a:rPr lang="en-US" altLang="zh-CN" b="1" dirty="0">
                <a:solidFill>
                  <a:schemeClr val="tx1"/>
                </a:solidFill>
              </a:rPr>
              <a:t>3</a:t>
            </a:r>
            <a:r>
              <a:rPr lang="zh-CN" altLang="en-US" b="1" dirty="0">
                <a:solidFill>
                  <a:schemeClr val="tx1"/>
                </a:solidFill>
              </a:rPr>
              <a:t>学时） </a:t>
            </a:r>
          </a:p>
          <a:p>
            <a:pPr marL="0" indent="0">
              <a:lnSpc>
                <a:spcPts val="2500"/>
              </a:lnSpc>
              <a:buClrTx/>
              <a:buNone/>
            </a:pPr>
            <a:r>
              <a:rPr lang="en-US" altLang="zh-CN" b="1" dirty="0">
                <a:solidFill>
                  <a:srgbClr val="FF0000"/>
                </a:solidFill>
              </a:rPr>
              <a:t>8</a:t>
            </a:r>
            <a:r>
              <a:rPr lang="zh-CN" altLang="en-US" b="1" dirty="0">
                <a:solidFill>
                  <a:srgbClr val="FF0000"/>
                </a:solidFill>
              </a:rPr>
              <a:t>．代码优化       		（</a:t>
            </a:r>
            <a:r>
              <a:rPr lang="en-US" altLang="zh-CN" b="1" dirty="0">
                <a:solidFill>
                  <a:srgbClr val="FF0000"/>
                </a:solidFill>
              </a:rPr>
              <a:t>6</a:t>
            </a:r>
            <a:r>
              <a:rPr lang="zh-CN" altLang="en-US" b="1" dirty="0">
                <a:solidFill>
                  <a:srgbClr val="FF0000"/>
                </a:solidFill>
              </a:rPr>
              <a:t>学时） </a:t>
            </a:r>
          </a:p>
          <a:p>
            <a:pPr marL="0" indent="0">
              <a:lnSpc>
                <a:spcPts val="2500"/>
              </a:lnSpc>
              <a:buClrTx/>
              <a:buNone/>
            </a:pPr>
            <a:r>
              <a:rPr lang="en-US" altLang="zh-CN" b="1" dirty="0">
                <a:solidFill>
                  <a:schemeClr val="tx1"/>
                </a:solidFill>
              </a:rPr>
              <a:t>9</a:t>
            </a:r>
            <a:r>
              <a:rPr lang="zh-CN" altLang="en-US" b="1" dirty="0">
                <a:solidFill>
                  <a:schemeClr val="tx1"/>
                </a:solidFill>
              </a:rPr>
              <a:t>．代码生成       		（</a:t>
            </a:r>
            <a:r>
              <a:rPr lang="en-US" altLang="zh-CN" b="1" dirty="0">
                <a:solidFill>
                  <a:schemeClr val="tx1"/>
                </a:solidFill>
              </a:rPr>
              <a:t>2</a:t>
            </a:r>
            <a:r>
              <a:rPr lang="zh-CN" altLang="en-US" b="1" dirty="0">
                <a:solidFill>
                  <a:schemeClr val="tx1"/>
                </a:solidFill>
              </a:rPr>
              <a:t>学时） </a:t>
            </a:r>
          </a:p>
        </p:txBody>
      </p:sp>
      <p:sp>
        <p:nvSpPr>
          <p:cNvPr id="51202" name="标题 1"/>
          <p:cNvSpPr>
            <a:spLocks noGrp="1"/>
          </p:cNvSpPr>
          <p:nvPr>
            <p:ph type="title"/>
          </p:nvPr>
        </p:nvSpPr>
        <p:spPr/>
        <p:txBody>
          <a:bodyPr>
            <a:noAutofit/>
          </a:bodyPr>
          <a:lstStyle/>
          <a:p>
            <a:r>
              <a:rPr lang="zh-CN" altLang="en-US" sz="3000" spc="300" dirty="0">
                <a:solidFill>
                  <a:schemeClr val="tx1"/>
                </a:solidFill>
                <a:latin typeface="微软雅黑" panose="020B0503020204020204" pitchFamily="34" charset="-122"/>
                <a:ea typeface="微软雅黑" panose="020B0503020204020204" pitchFamily="34" charset="-122"/>
              </a:rPr>
              <a:t>课程主要内容</a:t>
            </a:r>
          </a:p>
        </p:txBody>
      </p:sp>
      <p:grpSp>
        <p:nvGrpSpPr>
          <p:cNvPr id="5" name="组合 14"/>
          <p:cNvGrpSpPr/>
          <p:nvPr/>
        </p:nvGrpSpPr>
        <p:grpSpPr>
          <a:xfrm>
            <a:off x="-786" y="195486"/>
            <a:ext cx="756363" cy="432048"/>
            <a:chOff x="-786" y="195486"/>
            <a:chExt cx="756363" cy="432048"/>
          </a:xfrm>
        </p:grpSpPr>
        <p:sp>
          <p:nvSpPr>
            <p:cNvPr id="6" name="五边形 5"/>
            <p:cNvSpPr/>
            <p:nvPr/>
          </p:nvSpPr>
          <p:spPr>
            <a:xfrm>
              <a:off x="1" y="195486"/>
              <a:ext cx="755576" cy="432048"/>
            </a:xfrm>
            <a:prstGeom prst="homePlate">
              <a:avLst/>
            </a:prstGeom>
            <a:solidFill>
              <a:schemeClr val="bg2">
                <a:lumMod val="50000"/>
              </a:schemeClr>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7" name="五边形 6"/>
            <p:cNvSpPr/>
            <p:nvPr/>
          </p:nvSpPr>
          <p:spPr>
            <a:xfrm>
              <a:off x="-786" y="197101"/>
              <a:ext cx="755576" cy="88633"/>
            </a:xfrm>
            <a:prstGeom prst="homePlate">
              <a:avLst/>
            </a:prstGeom>
            <a:solidFill>
              <a:schemeClr val="bg1">
                <a:alpha val="30000"/>
              </a:schemeClr>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gr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_rels/theme4.xml.rels><?xml version="1.0" encoding="UTF-8" standalone="yes"?>
<Relationships xmlns="http://schemas.openxmlformats.org/package/2006/relationships"><Relationship Id="rId1" Type="http://schemas.openxmlformats.org/officeDocument/2006/relationships/image" Target="../media/image1.jpeg"/></Relationships>
</file>

<file path=ppt/theme/_rels/theme5.xml.rels><?xml version="1.0" encoding="UTF-8" standalone="yes"?>
<Relationships xmlns="http://schemas.openxmlformats.org/package/2006/relationships"><Relationship Id="rId1" Type="http://schemas.openxmlformats.org/officeDocument/2006/relationships/image" Target="../media/image1.jpeg"/></Relationships>
</file>

<file path=ppt/theme/_rels/theme6.xml.rels><?xml version="1.0" encoding="UTF-8" standalone="yes"?>
<Relationships xmlns="http://schemas.openxmlformats.org/package/2006/relationships"><Relationship Id="rId1" Type="http://schemas.openxmlformats.org/officeDocument/2006/relationships/image" Target="../media/image1.jpeg"/></Relationships>
</file>

<file path=ppt/theme/_rels/theme7.xml.rels><?xml version="1.0" encoding="UTF-8" standalone="yes"?>
<Relationships xmlns="http://schemas.openxmlformats.org/package/2006/relationships"><Relationship Id="rId1" Type="http://schemas.openxmlformats.org/officeDocument/2006/relationships/image" Target="../media/image1.jpeg"/></Relationships>
</file>

<file path=ppt/theme/_rels/theme8.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2_波形">
  <a:themeElements>
    <a:clrScheme name="波形">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fontScheme name="波形">
      <a:majorFont>
        <a:latin typeface="Candara"/>
        <a:ea typeface=""/>
        <a:cs typeface=""/>
        <a:font script="Jpan" typeface="HGP明朝E"/>
        <a:font script="Hang" typeface="HY그래픽M"/>
        <a:font script="Hans" typeface="华文新魏"/>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ndara"/>
        <a:ea typeface=""/>
        <a:cs typeface=""/>
        <a:font script="Jpan" typeface="HGP明朝E"/>
        <a:font script="Hang" typeface="HY그래픽M"/>
        <a:font script="Hans" typeface="华文楷体"/>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波形">
      <a:fillStyleLst>
        <a:solidFill>
          <a:schemeClr val="phClr"/>
        </a:solidFill>
        <a:gradFill rotWithShape="1">
          <a:gsLst>
            <a:gs pos="0">
              <a:schemeClr val="phClr">
                <a:tint val="0"/>
              </a:schemeClr>
            </a:gs>
            <a:gs pos="44000">
              <a:schemeClr val="phClr">
                <a:tint val="60000"/>
                <a:satMod val="120000"/>
              </a:schemeClr>
            </a:gs>
            <a:gs pos="100000">
              <a:schemeClr val="phClr">
                <a:tint val="90000"/>
                <a:alpha val="100000"/>
                <a:lumMod val="90000"/>
              </a:schemeClr>
            </a:gs>
          </a:gsLst>
          <a:lin ang="5400000" scaled="0"/>
        </a:gradFill>
        <a:gradFill rotWithShape="1">
          <a:gsLst>
            <a:gs pos="0">
              <a:schemeClr val="phClr">
                <a:tint val="96000"/>
                <a:satMod val="120000"/>
                <a:lumMod val="120000"/>
              </a:schemeClr>
            </a:gs>
            <a:gs pos="100000">
              <a:schemeClr val="phClr">
                <a:shade val="89000"/>
                <a:lumMod val="90000"/>
              </a:schemeClr>
            </a:gs>
          </a:gsLst>
          <a:lin ang="5400000" scaled="0"/>
        </a:gradFill>
      </a:fillStyleLst>
      <a:lnStyleLst>
        <a:ln w="9525" cap="flat" cmpd="sng" algn="ctr">
          <a:solidFill>
            <a:schemeClr val="phClr"/>
          </a:solidFill>
          <a:prstDash val="solid"/>
        </a:ln>
        <a:ln w="15875" cap="flat" cmpd="sng" algn="ctr">
          <a:solidFill>
            <a:schemeClr val="phClr">
              <a:shade val="75000"/>
              <a:lumMod val="80000"/>
            </a:schemeClr>
          </a:solidFill>
          <a:prstDash val="solid"/>
        </a:ln>
        <a:ln w="25400" cap="flat" cmpd="sng" algn="ctr">
          <a:solidFill>
            <a:schemeClr val="phClr"/>
          </a:solidFill>
          <a:prstDash val="solid"/>
        </a:ln>
      </a:lnStyleLst>
      <a:effectStyleLst>
        <a:effectStyle>
          <a:effectLst/>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prstMaterial="flat">
            <a:bevelT w="12700" h="12700"/>
          </a:sp3d>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contourW="19050" prstMaterial="flat">
            <a:bevelT w="63500" h="63500"/>
            <a:contourClr>
              <a:schemeClr val="phClr">
                <a:shade val="25000"/>
                <a:satMod val="180000"/>
              </a:schemeClr>
            </a:contourClr>
          </a:sp3d>
        </a:effectStyle>
      </a:effectStyleLst>
      <a:bgFillStyleLst>
        <a:solidFill>
          <a:schemeClr val="phClr"/>
        </a:solidFill>
        <a:gradFill rotWithShape="1">
          <a:gsLst>
            <a:gs pos="40000">
              <a:schemeClr val="phClr">
                <a:tint val="94000"/>
                <a:shade val="94000"/>
                <a:alpha val="100000"/>
                <a:satMod val="114000"/>
                <a:lumMod val="114000"/>
              </a:schemeClr>
            </a:gs>
            <a:gs pos="74000">
              <a:schemeClr val="phClr">
                <a:tint val="94000"/>
                <a:shade val="94000"/>
                <a:satMod val="128000"/>
                <a:lumMod val="100000"/>
              </a:schemeClr>
            </a:gs>
            <a:gs pos="100000">
              <a:schemeClr val="phClr">
                <a:tint val="98000"/>
                <a:shade val="100000"/>
                <a:hueMod val="98000"/>
                <a:satMod val="100000"/>
                <a:lumMod val="74000"/>
              </a:schemeClr>
            </a:gs>
          </a:gsLst>
          <a:path path="circle">
            <a:fillToRect l="20000" t="-40000" r="20000" b="140000"/>
          </a:path>
        </a:gradFill>
        <a:blipFill rotWithShape="1">
          <a:blip xmlns:r="http://schemas.openxmlformats.org/officeDocument/2006/relationships" r:embed="rId1">
            <a:duotone>
              <a:schemeClr val="phClr">
                <a:tint val="96000"/>
                <a:satMod val="130000"/>
                <a:lumMod val="50000"/>
              </a:schemeClr>
              <a:schemeClr val="phClr">
                <a:tint val="96000"/>
                <a:satMod val="114000"/>
                <a:lumMod val="114000"/>
              </a:schemeClr>
            </a:duotone>
          </a:blip>
          <a:stretch/>
        </a:blipFill>
      </a:bgFillStyleLst>
    </a:fmtScheme>
  </a:themeElements>
  <a:objectDefaults/>
  <a:extraClrSchemeLst/>
</a:theme>
</file>

<file path=ppt/theme/theme2.xml><?xml version="1.0" encoding="utf-8"?>
<a:theme xmlns:a="http://schemas.openxmlformats.org/drawingml/2006/main" name="3_波形">
  <a:themeElements>
    <a:clrScheme name="波形">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fontScheme name="波形">
      <a:majorFont>
        <a:latin typeface="Candara"/>
        <a:ea typeface=""/>
        <a:cs typeface=""/>
        <a:font script="Jpan" typeface="HGP明朝E"/>
        <a:font script="Hang" typeface="HY그래픽M"/>
        <a:font script="Hans" typeface="华文新魏"/>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ndara"/>
        <a:ea typeface=""/>
        <a:cs typeface=""/>
        <a:font script="Jpan" typeface="HGP明朝E"/>
        <a:font script="Hang" typeface="HY그래픽M"/>
        <a:font script="Hans" typeface="华文楷体"/>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波形">
      <a:fillStyleLst>
        <a:solidFill>
          <a:schemeClr val="phClr"/>
        </a:solidFill>
        <a:gradFill rotWithShape="1">
          <a:gsLst>
            <a:gs pos="0">
              <a:schemeClr val="phClr">
                <a:tint val="0"/>
              </a:schemeClr>
            </a:gs>
            <a:gs pos="44000">
              <a:schemeClr val="phClr">
                <a:tint val="60000"/>
                <a:satMod val="120000"/>
              </a:schemeClr>
            </a:gs>
            <a:gs pos="100000">
              <a:schemeClr val="phClr">
                <a:tint val="90000"/>
                <a:alpha val="100000"/>
                <a:lumMod val="90000"/>
              </a:schemeClr>
            </a:gs>
          </a:gsLst>
          <a:lin ang="5400000" scaled="0"/>
        </a:gradFill>
        <a:gradFill rotWithShape="1">
          <a:gsLst>
            <a:gs pos="0">
              <a:schemeClr val="phClr">
                <a:tint val="96000"/>
                <a:satMod val="120000"/>
                <a:lumMod val="120000"/>
              </a:schemeClr>
            </a:gs>
            <a:gs pos="100000">
              <a:schemeClr val="phClr">
                <a:shade val="89000"/>
                <a:lumMod val="90000"/>
              </a:schemeClr>
            </a:gs>
          </a:gsLst>
          <a:lin ang="5400000" scaled="0"/>
        </a:gradFill>
      </a:fillStyleLst>
      <a:lnStyleLst>
        <a:ln w="9525" cap="flat" cmpd="sng" algn="ctr">
          <a:solidFill>
            <a:schemeClr val="phClr"/>
          </a:solidFill>
          <a:prstDash val="solid"/>
        </a:ln>
        <a:ln w="15875" cap="flat" cmpd="sng" algn="ctr">
          <a:solidFill>
            <a:schemeClr val="phClr">
              <a:shade val="75000"/>
              <a:lumMod val="80000"/>
            </a:schemeClr>
          </a:solidFill>
          <a:prstDash val="solid"/>
        </a:ln>
        <a:ln w="25400" cap="flat" cmpd="sng" algn="ctr">
          <a:solidFill>
            <a:schemeClr val="phClr"/>
          </a:solidFill>
          <a:prstDash val="solid"/>
        </a:ln>
      </a:lnStyleLst>
      <a:effectStyleLst>
        <a:effectStyle>
          <a:effectLst/>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prstMaterial="flat">
            <a:bevelT w="12700" h="12700"/>
          </a:sp3d>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contourW="19050" prstMaterial="flat">
            <a:bevelT w="63500" h="63500"/>
            <a:contourClr>
              <a:schemeClr val="phClr">
                <a:shade val="25000"/>
                <a:satMod val="180000"/>
              </a:schemeClr>
            </a:contourClr>
          </a:sp3d>
        </a:effectStyle>
      </a:effectStyleLst>
      <a:bgFillStyleLst>
        <a:solidFill>
          <a:schemeClr val="phClr"/>
        </a:solidFill>
        <a:gradFill rotWithShape="1">
          <a:gsLst>
            <a:gs pos="40000">
              <a:schemeClr val="phClr">
                <a:tint val="94000"/>
                <a:shade val="94000"/>
                <a:alpha val="100000"/>
                <a:satMod val="114000"/>
                <a:lumMod val="114000"/>
              </a:schemeClr>
            </a:gs>
            <a:gs pos="74000">
              <a:schemeClr val="phClr">
                <a:tint val="94000"/>
                <a:shade val="94000"/>
                <a:satMod val="128000"/>
                <a:lumMod val="100000"/>
              </a:schemeClr>
            </a:gs>
            <a:gs pos="100000">
              <a:schemeClr val="phClr">
                <a:tint val="98000"/>
                <a:shade val="100000"/>
                <a:hueMod val="98000"/>
                <a:satMod val="100000"/>
                <a:lumMod val="74000"/>
              </a:schemeClr>
            </a:gs>
          </a:gsLst>
          <a:path path="circle">
            <a:fillToRect l="20000" t="-40000" r="20000" b="140000"/>
          </a:path>
        </a:gradFill>
        <a:blipFill rotWithShape="1">
          <a:blip xmlns:r="http://schemas.openxmlformats.org/officeDocument/2006/relationships" r:embed="rId1">
            <a:duotone>
              <a:schemeClr val="phClr">
                <a:tint val="96000"/>
                <a:satMod val="130000"/>
                <a:lumMod val="50000"/>
              </a:schemeClr>
              <a:schemeClr val="phClr">
                <a:tint val="96000"/>
                <a:satMod val="114000"/>
                <a:lumMod val="114000"/>
              </a:schemeClr>
            </a:duotone>
          </a:blip>
          <a:stretch/>
        </a:blipFill>
      </a:bgFillStyleLst>
    </a:fmtScheme>
  </a:themeElements>
  <a:objectDefaults/>
  <a:extraClrSchemeLst/>
</a:theme>
</file>

<file path=ppt/theme/theme3.xml><?xml version="1.0" encoding="utf-8"?>
<a:theme xmlns:a="http://schemas.openxmlformats.org/drawingml/2006/main" name="4_波形">
  <a:themeElements>
    <a:clrScheme name="波形">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fontScheme name="波形">
      <a:majorFont>
        <a:latin typeface="Candara"/>
        <a:ea typeface=""/>
        <a:cs typeface=""/>
        <a:font script="Jpan" typeface="HGP明朝E"/>
        <a:font script="Hang" typeface="HY그래픽M"/>
        <a:font script="Hans" typeface="华文新魏"/>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ndara"/>
        <a:ea typeface=""/>
        <a:cs typeface=""/>
        <a:font script="Jpan" typeface="HGP明朝E"/>
        <a:font script="Hang" typeface="HY그래픽M"/>
        <a:font script="Hans" typeface="华文楷体"/>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波形">
      <a:fillStyleLst>
        <a:solidFill>
          <a:schemeClr val="phClr"/>
        </a:solidFill>
        <a:gradFill rotWithShape="1">
          <a:gsLst>
            <a:gs pos="0">
              <a:schemeClr val="phClr">
                <a:tint val="0"/>
              </a:schemeClr>
            </a:gs>
            <a:gs pos="44000">
              <a:schemeClr val="phClr">
                <a:tint val="60000"/>
                <a:satMod val="120000"/>
              </a:schemeClr>
            </a:gs>
            <a:gs pos="100000">
              <a:schemeClr val="phClr">
                <a:tint val="90000"/>
                <a:alpha val="100000"/>
                <a:lumMod val="90000"/>
              </a:schemeClr>
            </a:gs>
          </a:gsLst>
          <a:lin ang="5400000" scaled="0"/>
        </a:gradFill>
        <a:gradFill rotWithShape="1">
          <a:gsLst>
            <a:gs pos="0">
              <a:schemeClr val="phClr">
                <a:tint val="96000"/>
                <a:satMod val="120000"/>
                <a:lumMod val="120000"/>
              </a:schemeClr>
            </a:gs>
            <a:gs pos="100000">
              <a:schemeClr val="phClr">
                <a:shade val="89000"/>
                <a:lumMod val="90000"/>
              </a:schemeClr>
            </a:gs>
          </a:gsLst>
          <a:lin ang="5400000" scaled="0"/>
        </a:gradFill>
      </a:fillStyleLst>
      <a:lnStyleLst>
        <a:ln w="9525" cap="flat" cmpd="sng" algn="ctr">
          <a:solidFill>
            <a:schemeClr val="phClr"/>
          </a:solidFill>
          <a:prstDash val="solid"/>
        </a:ln>
        <a:ln w="15875" cap="flat" cmpd="sng" algn="ctr">
          <a:solidFill>
            <a:schemeClr val="phClr">
              <a:shade val="75000"/>
              <a:lumMod val="80000"/>
            </a:schemeClr>
          </a:solidFill>
          <a:prstDash val="solid"/>
        </a:ln>
        <a:ln w="25400" cap="flat" cmpd="sng" algn="ctr">
          <a:solidFill>
            <a:schemeClr val="phClr"/>
          </a:solidFill>
          <a:prstDash val="solid"/>
        </a:ln>
      </a:lnStyleLst>
      <a:effectStyleLst>
        <a:effectStyle>
          <a:effectLst/>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prstMaterial="flat">
            <a:bevelT w="12700" h="12700"/>
          </a:sp3d>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contourW="19050" prstMaterial="flat">
            <a:bevelT w="63500" h="63500"/>
            <a:contourClr>
              <a:schemeClr val="phClr">
                <a:shade val="25000"/>
                <a:satMod val="180000"/>
              </a:schemeClr>
            </a:contourClr>
          </a:sp3d>
        </a:effectStyle>
      </a:effectStyleLst>
      <a:bgFillStyleLst>
        <a:solidFill>
          <a:schemeClr val="phClr"/>
        </a:solidFill>
        <a:gradFill rotWithShape="1">
          <a:gsLst>
            <a:gs pos="40000">
              <a:schemeClr val="phClr">
                <a:tint val="94000"/>
                <a:shade val="94000"/>
                <a:alpha val="100000"/>
                <a:satMod val="114000"/>
                <a:lumMod val="114000"/>
              </a:schemeClr>
            </a:gs>
            <a:gs pos="74000">
              <a:schemeClr val="phClr">
                <a:tint val="94000"/>
                <a:shade val="94000"/>
                <a:satMod val="128000"/>
                <a:lumMod val="100000"/>
              </a:schemeClr>
            </a:gs>
            <a:gs pos="100000">
              <a:schemeClr val="phClr">
                <a:tint val="98000"/>
                <a:shade val="100000"/>
                <a:hueMod val="98000"/>
                <a:satMod val="100000"/>
                <a:lumMod val="74000"/>
              </a:schemeClr>
            </a:gs>
          </a:gsLst>
          <a:path path="circle">
            <a:fillToRect l="20000" t="-40000" r="20000" b="140000"/>
          </a:path>
        </a:gradFill>
        <a:blipFill rotWithShape="1">
          <a:blip xmlns:r="http://schemas.openxmlformats.org/officeDocument/2006/relationships" r:embed="rId1">
            <a:duotone>
              <a:schemeClr val="phClr">
                <a:tint val="96000"/>
                <a:satMod val="130000"/>
                <a:lumMod val="50000"/>
              </a:schemeClr>
              <a:schemeClr val="phClr">
                <a:tint val="96000"/>
                <a:satMod val="114000"/>
                <a:lumMod val="114000"/>
              </a:schemeClr>
            </a:duotone>
          </a:blip>
          <a:stretch/>
        </a:blipFill>
      </a:bgFillStyleLst>
    </a:fmtScheme>
  </a:themeElements>
  <a:objectDefaults/>
  <a:extraClrSchemeLst/>
</a:theme>
</file>

<file path=ppt/theme/theme4.xml><?xml version="1.0" encoding="utf-8"?>
<a:theme xmlns:a="http://schemas.openxmlformats.org/drawingml/2006/main" name="5_波形">
  <a:themeElements>
    <a:clrScheme name="波形">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fontScheme name="波形">
      <a:majorFont>
        <a:latin typeface="Candara"/>
        <a:ea typeface=""/>
        <a:cs typeface=""/>
        <a:font script="Jpan" typeface="HGP明朝E"/>
        <a:font script="Hang" typeface="HY그래픽M"/>
        <a:font script="Hans" typeface="华文新魏"/>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ndara"/>
        <a:ea typeface=""/>
        <a:cs typeface=""/>
        <a:font script="Jpan" typeface="HGP明朝E"/>
        <a:font script="Hang" typeface="HY그래픽M"/>
        <a:font script="Hans" typeface="华文楷体"/>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波形">
      <a:fillStyleLst>
        <a:solidFill>
          <a:schemeClr val="phClr"/>
        </a:solidFill>
        <a:gradFill rotWithShape="1">
          <a:gsLst>
            <a:gs pos="0">
              <a:schemeClr val="phClr">
                <a:tint val="0"/>
              </a:schemeClr>
            </a:gs>
            <a:gs pos="44000">
              <a:schemeClr val="phClr">
                <a:tint val="60000"/>
                <a:satMod val="120000"/>
              </a:schemeClr>
            </a:gs>
            <a:gs pos="100000">
              <a:schemeClr val="phClr">
                <a:tint val="90000"/>
                <a:alpha val="100000"/>
                <a:lumMod val="90000"/>
              </a:schemeClr>
            </a:gs>
          </a:gsLst>
          <a:lin ang="5400000" scaled="0"/>
        </a:gradFill>
        <a:gradFill rotWithShape="1">
          <a:gsLst>
            <a:gs pos="0">
              <a:schemeClr val="phClr">
                <a:tint val="96000"/>
                <a:satMod val="120000"/>
                <a:lumMod val="120000"/>
              </a:schemeClr>
            </a:gs>
            <a:gs pos="100000">
              <a:schemeClr val="phClr">
                <a:shade val="89000"/>
                <a:lumMod val="90000"/>
              </a:schemeClr>
            </a:gs>
          </a:gsLst>
          <a:lin ang="5400000" scaled="0"/>
        </a:gradFill>
      </a:fillStyleLst>
      <a:lnStyleLst>
        <a:ln w="9525" cap="flat" cmpd="sng" algn="ctr">
          <a:solidFill>
            <a:schemeClr val="phClr"/>
          </a:solidFill>
          <a:prstDash val="solid"/>
        </a:ln>
        <a:ln w="15875" cap="flat" cmpd="sng" algn="ctr">
          <a:solidFill>
            <a:schemeClr val="phClr">
              <a:shade val="75000"/>
              <a:lumMod val="80000"/>
            </a:schemeClr>
          </a:solidFill>
          <a:prstDash val="solid"/>
        </a:ln>
        <a:ln w="25400" cap="flat" cmpd="sng" algn="ctr">
          <a:solidFill>
            <a:schemeClr val="phClr"/>
          </a:solidFill>
          <a:prstDash val="solid"/>
        </a:ln>
      </a:lnStyleLst>
      <a:effectStyleLst>
        <a:effectStyle>
          <a:effectLst/>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prstMaterial="flat">
            <a:bevelT w="12700" h="12700"/>
          </a:sp3d>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contourW="19050" prstMaterial="flat">
            <a:bevelT w="63500" h="63500"/>
            <a:contourClr>
              <a:schemeClr val="phClr">
                <a:shade val="25000"/>
                <a:satMod val="180000"/>
              </a:schemeClr>
            </a:contourClr>
          </a:sp3d>
        </a:effectStyle>
      </a:effectStyleLst>
      <a:bgFillStyleLst>
        <a:solidFill>
          <a:schemeClr val="phClr"/>
        </a:solidFill>
        <a:gradFill rotWithShape="1">
          <a:gsLst>
            <a:gs pos="40000">
              <a:schemeClr val="phClr">
                <a:tint val="94000"/>
                <a:shade val="94000"/>
                <a:alpha val="100000"/>
                <a:satMod val="114000"/>
                <a:lumMod val="114000"/>
              </a:schemeClr>
            </a:gs>
            <a:gs pos="74000">
              <a:schemeClr val="phClr">
                <a:tint val="94000"/>
                <a:shade val="94000"/>
                <a:satMod val="128000"/>
                <a:lumMod val="100000"/>
              </a:schemeClr>
            </a:gs>
            <a:gs pos="100000">
              <a:schemeClr val="phClr">
                <a:tint val="98000"/>
                <a:shade val="100000"/>
                <a:hueMod val="98000"/>
                <a:satMod val="100000"/>
                <a:lumMod val="74000"/>
              </a:schemeClr>
            </a:gs>
          </a:gsLst>
          <a:path path="circle">
            <a:fillToRect l="20000" t="-40000" r="20000" b="140000"/>
          </a:path>
        </a:gradFill>
        <a:blipFill rotWithShape="1">
          <a:blip xmlns:r="http://schemas.openxmlformats.org/officeDocument/2006/relationships" r:embed="rId1">
            <a:duotone>
              <a:schemeClr val="phClr">
                <a:tint val="96000"/>
                <a:satMod val="130000"/>
                <a:lumMod val="50000"/>
              </a:schemeClr>
              <a:schemeClr val="phClr">
                <a:tint val="96000"/>
                <a:satMod val="114000"/>
                <a:lumMod val="114000"/>
              </a:schemeClr>
            </a:duotone>
          </a:blip>
          <a:stretch/>
        </a:blipFill>
      </a:bgFillStyleLst>
    </a:fmtScheme>
  </a:themeElements>
  <a:objectDefaults/>
  <a:extraClrSchemeLst/>
</a:theme>
</file>

<file path=ppt/theme/theme5.xml><?xml version="1.0" encoding="utf-8"?>
<a:theme xmlns:a="http://schemas.openxmlformats.org/drawingml/2006/main" name="6_波形">
  <a:themeElements>
    <a:clrScheme name="波形">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fontScheme name="波形">
      <a:majorFont>
        <a:latin typeface="Candara"/>
        <a:ea typeface=""/>
        <a:cs typeface=""/>
        <a:font script="Jpan" typeface="HGP明朝E"/>
        <a:font script="Hang" typeface="HY그래픽M"/>
        <a:font script="Hans" typeface="华文新魏"/>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ndara"/>
        <a:ea typeface=""/>
        <a:cs typeface=""/>
        <a:font script="Jpan" typeface="HGP明朝E"/>
        <a:font script="Hang" typeface="HY그래픽M"/>
        <a:font script="Hans" typeface="华文楷体"/>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波形">
      <a:fillStyleLst>
        <a:solidFill>
          <a:schemeClr val="phClr"/>
        </a:solidFill>
        <a:gradFill rotWithShape="1">
          <a:gsLst>
            <a:gs pos="0">
              <a:schemeClr val="phClr">
                <a:tint val="0"/>
              </a:schemeClr>
            </a:gs>
            <a:gs pos="44000">
              <a:schemeClr val="phClr">
                <a:tint val="60000"/>
                <a:satMod val="120000"/>
              </a:schemeClr>
            </a:gs>
            <a:gs pos="100000">
              <a:schemeClr val="phClr">
                <a:tint val="90000"/>
                <a:alpha val="100000"/>
                <a:lumMod val="90000"/>
              </a:schemeClr>
            </a:gs>
          </a:gsLst>
          <a:lin ang="5400000" scaled="0"/>
        </a:gradFill>
        <a:gradFill rotWithShape="1">
          <a:gsLst>
            <a:gs pos="0">
              <a:schemeClr val="phClr">
                <a:tint val="96000"/>
                <a:satMod val="120000"/>
                <a:lumMod val="120000"/>
              </a:schemeClr>
            </a:gs>
            <a:gs pos="100000">
              <a:schemeClr val="phClr">
                <a:shade val="89000"/>
                <a:lumMod val="90000"/>
              </a:schemeClr>
            </a:gs>
          </a:gsLst>
          <a:lin ang="5400000" scaled="0"/>
        </a:gradFill>
      </a:fillStyleLst>
      <a:lnStyleLst>
        <a:ln w="9525" cap="flat" cmpd="sng" algn="ctr">
          <a:solidFill>
            <a:schemeClr val="phClr"/>
          </a:solidFill>
          <a:prstDash val="solid"/>
        </a:ln>
        <a:ln w="15875" cap="flat" cmpd="sng" algn="ctr">
          <a:solidFill>
            <a:schemeClr val="phClr">
              <a:shade val="75000"/>
              <a:lumMod val="80000"/>
            </a:schemeClr>
          </a:solidFill>
          <a:prstDash val="solid"/>
        </a:ln>
        <a:ln w="25400" cap="flat" cmpd="sng" algn="ctr">
          <a:solidFill>
            <a:schemeClr val="phClr"/>
          </a:solidFill>
          <a:prstDash val="solid"/>
        </a:ln>
      </a:lnStyleLst>
      <a:effectStyleLst>
        <a:effectStyle>
          <a:effectLst/>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prstMaterial="flat">
            <a:bevelT w="12700" h="12700"/>
          </a:sp3d>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contourW="19050" prstMaterial="flat">
            <a:bevelT w="63500" h="63500"/>
            <a:contourClr>
              <a:schemeClr val="phClr">
                <a:shade val="25000"/>
                <a:satMod val="180000"/>
              </a:schemeClr>
            </a:contourClr>
          </a:sp3d>
        </a:effectStyle>
      </a:effectStyleLst>
      <a:bgFillStyleLst>
        <a:solidFill>
          <a:schemeClr val="phClr"/>
        </a:solidFill>
        <a:gradFill rotWithShape="1">
          <a:gsLst>
            <a:gs pos="40000">
              <a:schemeClr val="phClr">
                <a:tint val="94000"/>
                <a:shade val="94000"/>
                <a:alpha val="100000"/>
                <a:satMod val="114000"/>
                <a:lumMod val="114000"/>
              </a:schemeClr>
            </a:gs>
            <a:gs pos="74000">
              <a:schemeClr val="phClr">
                <a:tint val="94000"/>
                <a:shade val="94000"/>
                <a:satMod val="128000"/>
                <a:lumMod val="100000"/>
              </a:schemeClr>
            </a:gs>
            <a:gs pos="100000">
              <a:schemeClr val="phClr">
                <a:tint val="98000"/>
                <a:shade val="100000"/>
                <a:hueMod val="98000"/>
                <a:satMod val="100000"/>
                <a:lumMod val="74000"/>
              </a:schemeClr>
            </a:gs>
          </a:gsLst>
          <a:path path="circle">
            <a:fillToRect l="20000" t="-40000" r="20000" b="140000"/>
          </a:path>
        </a:gradFill>
        <a:blipFill rotWithShape="1">
          <a:blip xmlns:r="http://schemas.openxmlformats.org/officeDocument/2006/relationships" r:embed="rId1">
            <a:duotone>
              <a:schemeClr val="phClr">
                <a:tint val="96000"/>
                <a:satMod val="130000"/>
                <a:lumMod val="50000"/>
              </a:schemeClr>
              <a:schemeClr val="phClr">
                <a:tint val="96000"/>
                <a:satMod val="114000"/>
                <a:lumMod val="114000"/>
              </a:schemeClr>
            </a:duotone>
          </a:blip>
          <a:stretch/>
        </a:blipFill>
      </a:bgFillStyleLst>
    </a:fmtScheme>
  </a:themeElements>
  <a:objectDefaults/>
  <a:extraClrSchemeLst/>
</a:theme>
</file>

<file path=ppt/theme/theme6.xml><?xml version="1.0" encoding="utf-8"?>
<a:theme xmlns:a="http://schemas.openxmlformats.org/drawingml/2006/main" name="7_波形">
  <a:themeElements>
    <a:clrScheme name="波形">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fontScheme name="波形">
      <a:majorFont>
        <a:latin typeface="Candara"/>
        <a:ea typeface=""/>
        <a:cs typeface=""/>
        <a:font script="Jpan" typeface="HGP明朝E"/>
        <a:font script="Hang" typeface="HY그래픽M"/>
        <a:font script="Hans" typeface="华文新魏"/>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ndara"/>
        <a:ea typeface=""/>
        <a:cs typeface=""/>
        <a:font script="Jpan" typeface="HGP明朝E"/>
        <a:font script="Hang" typeface="HY그래픽M"/>
        <a:font script="Hans" typeface="华文楷体"/>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波形">
      <a:fillStyleLst>
        <a:solidFill>
          <a:schemeClr val="phClr"/>
        </a:solidFill>
        <a:gradFill rotWithShape="1">
          <a:gsLst>
            <a:gs pos="0">
              <a:schemeClr val="phClr">
                <a:tint val="0"/>
              </a:schemeClr>
            </a:gs>
            <a:gs pos="44000">
              <a:schemeClr val="phClr">
                <a:tint val="60000"/>
                <a:satMod val="120000"/>
              </a:schemeClr>
            </a:gs>
            <a:gs pos="100000">
              <a:schemeClr val="phClr">
                <a:tint val="90000"/>
                <a:alpha val="100000"/>
                <a:lumMod val="90000"/>
              </a:schemeClr>
            </a:gs>
          </a:gsLst>
          <a:lin ang="5400000" scaled="0"/>
        </a:gradFill>
        <a:gradFill rotWithShape="1">
          <a:gsLst>
            <a:gs pos="0">
              <a:schemeClr val="phClr">
                <a:tint val="96000"/>
                <a:satMod val="120000"/>
                <a:lumMod val="120000"/>
              </a:schemeClr>
            </a:gs>
            <a:gs pos="100000">
              <a:schemeClr val="phClr">
                <a:shade val="89000"/>
                <a:lumMod val="90000"/>
              </a:schemeClr>
            </a:gs>
          </a:gsLst>
          <a:lin ang="5400000" scaled="0"/>
        </a:gradFill>
      </a:fillStyleLst>
      <a:lnStyleLst>
        <a:ln w="9525" cap="flat" cmpd="sng" algn="ctr">
          <a:solidFill>
            <a:schemeClr val="phClr"/>
          </a:solidFill>
          <a:prstDash val="solid"/>
        </a:ln>
        <a:ln w="15875" cap="flat" cmpd="sng" algn="ctr">
          <a:solidFill>
            <a:schemeClr val="phClr">
              <a:shade val="75000"/>
              <a:lumMod val="80000"/>
            </a:schemeClr>
          </a:solidFill>
          <a:prstDash val="solid"/>
        </a:ln>
        <a:ln w="25400" cap="flat" cmpd="sng" algn="ctr">
          <a:solidFill>
            <a:schemeClr val="phClr"/>
          </a:solidFill>
          <a:prstDash val="solid"/>
        </a:ln>
      </a:lnStyleLst>
      <a:effectStyleLst>
        <a:effectStyle>
          <a:effectLst/>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prstMaterial="flat">
            <a:bevelT w="12700" h="12700"/>
          </a:sp3d>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contourW="19050" prstMaterial="flat">
            <a:bevelT w="63500" h="63500"/>
            <a:contourClr>
              <a:schemeClr val="phClr">
                <a:shade val="25000"/>
                <a:satMod val="180000"/>
              </a:schemeClr>
            </a:contourClr>
          </a:sp3d>
        </a:effectStyle>
      </a:effectStyleLst>
      <a:bgFillStyleLst>
        <a:solidFill>
          <a:schemeClr val="phClr"/>
        </a:solidFill>
        <a:gradFill rotWithShape="1">
          <a:gsLst>
            <a:gs pos="40000">
              <a:schemeClr val="phClr">
                <a:tint val="94000"/>
                <a:shade val="94000"/>
                <a:alpha val="100000"/>
                <a:satMod val="114000"/>
                <a:lumMod val="114000"/>
              </a:schemeClr>
            </a:gs>
            <a:gs pos="74000">
              <a:schemeClr val="phClr">
                <a:tint val="94000"/>
                <a:shade val="94000"/>
                <a:satMod val="128000"/>
                <a:lumMod val="100000"/>
              </a:schemeClr>
            </a:gs>
            <a:gs pos="100000">
              <a:schemeClr val="phClr">
                <a:tint val="98000"/>
                <a:shade val="100000"/>
                <a:hueMod val="98000"/>
                <a:satMod val="100000"/>
                <a:lumMod val="74000"/>
              </a:schemeClr>
            </a:gs>
          </a:gsLst>
          <a:path path="circle">
            <a:fillToRect l="20000" t="-40000" r="20000" b="140000"/>
          </a:path>
        </a:gradFill>
        <a:blipFill rotWithShape="1">
          <a:blip xmlns:r="http://schemas.openxmlformats.org/officeDocument/2006/relationships" r:embed="rId1">
            <a:duotone>
              <a:schemeClr val="phClr">
                <a:tint val="96000"/>
                <a:satMod val="130000"/>
                <a:lumMod val="50000"/>
              </a:schemeClr>
              <a:schemeClr val="phClr">
                <a:tint val="96000"/>
                <a:satMod val="114000"/>
                <a:lumMod val="114000"/>
              </a:schemeClr>
            </a:duotone>
          </a:blip>
          <a:stretch/>
        </a:blipFill>
      </a:bgFillStyleLst>
    </a:fmtScheme>
  </a:themeElements>
  <a:objectDefaults/>
  <a:extraClrSchemeLst/>
</a:theme>
</file>

<file path=ppt/theme/theme7.xml><?xml version="1.0" encoding="utf-8"?>
<a:theme xmlns:a="http://schemas.openxmlformats.org/drawingml/2006/main" name="8_波形">
  <a:themeElements>
    <a:clrScheme name="波形">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fontScheme name="波形">
      <a:majorFont>
        <a:latin typeface="Candara"/>
        <a:ea typeface=""/>
        <a:cs typeface=""/>
        <a:font script="Jpan" typeface="HGP明朝E"/>
        <a:font script="Hang" typeface="HY그래픽M"/>
        <a:font script="Hans" typeface="华文新魏"/>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ndara"/>
        <a:ea typeface=""/>
        <a:cs typeface=""/>
        <a:font script="Jpan" typeface="HGP明朝E"/>
        <a:font script="Hang" typeface="HY그래픽M"/>
        <a:font script="Hans" typeface="华文楷体"/>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波形">
      <a:fillStyleLst>
        <a:solidFill>
          <a:schemeClr val="phClr"/>
        </a:solidFill>
        <a:gradFill rotWithShape="1">
          <a:gsLst>
            <a:gs pos="0">
              <a:schemeClr val="phClr">
                <a:tint val="0"/>
              </a:schemeClr>
            </a:gs>
            <a:gs pos="44000">
              <a:schemeClr val="phClr">
                <a:tint val="60000"/>
                <a:satMod val="120000"/>
              </a:schemeClr>
            </a:gs>
            <a:gs pos="100000">
              <a:schemeClr val="phClr">
                <a:tint val="90000"/>
                <a:alpha val="100000"/>
                <a:lumMod val="90000"/>
              </a:schemeClr>
            </a:gs>
          </a:gsLst>
          <a:lin ang="5400000" scaled="0"/>
        </a:gradFill>
        <a:gradFill rotWithShape="1">
          <a:gsLst>
            <a:gs pos="0">
              <a:schemeClr val="phClr">
                <a:tint val="96000"/>
                <a:satMod val="120000"/>
                <a:lumMod val="120000"/>
              </a:schemeClr>
            </a:gs>
            <a:gs pos="100000">
              <a:schemeClr val="phClr">
                <a:shade val="89000"/>
                <a:lumMod val="90000"/>
              </a:schemeClr>
            </a:gs>
          </a:gsLst>
          <a:lin ang="5400000" scaled="0"/>
        </a:gradFill>
      </a:fillStyleLst>
      <a:lnStyleLst>
        <a:ln w="9525" cap="flat" cmpd="sng" algn="ctr">
          <a:solidFill>
            <a:schemeClr val="phClr"/>
          </a:solidFill>
          <a:prstDash val="solid"/>
        </a:ln>
        <a:ln w="15875" cap="flat" cmpd="sng" algn="ctr">
          <a:solidFill>
            <a:schemeClr val="phClr">
              <a:shade val="75000"/>
              <a:lumMod val="80000"/>
            </a:schemeClr>
          </a:solidFill>
          <a:prstDash val="solid"/>
        </a:ln>
        <a:ln w="25400" cap="flat" cmpd="sng" algn="ctr">
          <a:solidFill>
            <a:schemeClr val="phClr"/>
          </a:solidFill>
          <a:prstDash val="solid"/>
        </a:ln>
      </a:lnStyleLst>
      <a:effectStyleLst>
        <a:effectStyle>
          <a:effectLst/>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prstMaterial="flat">
            <a:bevelT w="12700" h="12700"/>
          </a:sp3d>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contourW="19050" prstMaterial="flat">
            <a:bevelT w="63500" h="63500"/>
            <a:contourClr>
              <a:schemeClr val="phClr">
                <a:shade val="25000"/>
                <a:satMod val="180000"/>
              </a:schemeClr>
            </a:contourClr>
          </a:sp3d>
        </a:effectStyle>
      </a:effectStyleLst>
      <a:bgFillStyleLst>
        <a:solidFill>
          <a:schemeClr val="phClr"/>
        </a:solidFill>
        <a:gradFill rotWithShape="1">
          <a:gsLst>
            <a:gs pos="40000">
              <a:schemeClr val="phClr">
                <a:tint val="94000"/>
                <a:shade val="94000"/>
                <a:alpha val="100000"/>
                <a:satMod val="114000"/>
                <a:lumMod val="114000"/>
              </a:schemeClr>
            </a:gs>
            <a:gs pos="74000">
              <a:schemeClr val="phClr">
                <a:tint val="94000"/>
                <a:shade val="94000"/>
                <a:satMod val="128000"/>
                <a:lumMod val="100000"/>
              </a:schemeClr>
            </a:gs>
            <a:gs pos="100000">
              <a:schemeClr val="phClr">
                <a:tint val="98000"/>
                <a:shade val="100000"/>
                <a:hueMod val="98000"/>
                <a:satMod val="100000"/>
                <a:lumMod val="74000"/>
              </a:schemeClr>
            </a:gs>
          </a:gsLst>
          <a:path path="circle">
            <a:fillToRect l="20000" t="-40000" r="20000" b="140000"/>
          </a:path>
        </a:gradFill>
        <a:blipFill rotWithShape="1">
          <a:blip xmlns:r="http://schemas.openxmlformats.org/officeDocument/2006/relationships" r:embed="rId1">
            <a:duotone>
              <a:schemeClr val="phClr">
                <a:tint val="96000"/>
                <a:satMod val="130000"/>
                <a:lumMod val="50000"/>
              </a:schemeClr>
              <a:schemeClr val="phClr">
                <a:tint val="96000"/>
                <a:satMod val="114000"/>
                <a:lumMod val="114000"/>
              </a:schemeClr>
            </a:duotone>
          </a:blip>
          <a:stretch/>
        </a:blipFill>
      </a:bgFillStyleLst>
    </a:fmtScheme>
  </a:themeElements>
  <a:objectDefaults/>
  <a:extraClrSchemeLst/>
</a:theme>
</file>

<file path=ppt/theme/theme8.xml><?xml version="1.0" encoding="utf-8"?>
<a:theme xmlns:a="http://schemas.openxmlformats.org/drawingml/2006/main" name="9_波形">
  <a:themeElements>
    <a:clrScheme name="波形">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fontScheme name="波形">
      <a:majorFont>
        <a:latin typeface="Candara"/>
        <a:ea typeface=""/>
        <a:cs typeface=""/>
        <a:font script="Jpan" typeface="HGP明朝E"/>
        <a:font script="Hang" typeface="HY그래픽M"/>
        <a:font script="Hans" typeface="华文新魏"/>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ndara"/>
        <a:ea typeface=""/>
        <a:cs typeface=""/>
        <a:font script="Jpan" typeface="HGP明朝E"/>
        <a:font script="Hang" typeface="HY그래픽M"/>
        <a:font script="Hans" typeface="华文楷体"/>
        <a:font script="Hant" typeface="標楷體"/>
        <a:font script="Arab" typeface="Arial"/>
        <a:font script="Hebr" typeface="Arial"/>
        <a:font script="Thai" typeface="Kodchiang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波形">
      <a:fillStyleLst>
        <a:solidFill>
          <a:schemeClr val="phClr"/>
        </a:solidFill>
        <a:gradFill rotWithShape="1">
          <a:gsLst>
            <a:gs pos="0">
              <a:schemeClr val="phClr">
                <a:tint val="0"/>
              </a:schemeClr>
            </a:gs>
            <a:gs pos="44000">
              <a:schemeClr val="phClr">
                <a:tint val="60000"/>
                <a:satMod val="120000"/>
              </a:schemeClr>
            </a:gs>
            <a:gs pos="100000">
              <a:schemeClr val="phClr">
                <a:tint val="90000"/>
                <a:alpha val="100000"/>
                <a:lumMod val="90000"/>
              </a:schemeClr>
            </a:gs>
          </a:gsLst>
          <a:lin ang="5400000" scaled="0"/>
        </a:gradFill>
        <a:gradFill rotWithShape="1">
          <a:gsLst>
            <a:gs pos="0">
              <a:schemeClr val="phClr">
                <a:tint val="96000"/>
                <a:satMod val="120000"/>
                <a:lumMod val="120000"/>
              </a:schemeClr>
            </a:gs>
            <a:gs pos="100000">
              <a:schemeClr val="phClr">
                <a:shade val="89000"/>
                <a:lumMod val="90000"/>
              </a:schemeClr>
            </a:gs>
          </a:gsLst>
          <a:lin ang="5400000" scaled="0"/>
        </a:gradFill>
      </a:fillStyleLst>
      <a:lnStyleLst>
        <a:ln w="9525" cap="flat" cmpd="sng" algn="ctr">
          <a:solidFill>
            <a:schemeClr val="phClr"/>
          </a:solidFill>
          <a:prstDash val="solid"/>
        </a:ln>
        <a:ln w="15875" cap="flat" cmpd="sng" algn="ctr">
          <a:solidFill>
            <a:schemeClr val="phClr">
              <a:shade val="75000"/>
              <a:lumMod val="80000"/>
            </a:schemeClr>
          </a:solidFill>
          <a:prstDash val="solid"/>
        </a:ln>
        <a:ln w="25400" cap="flat" cmpd="sng" algn="ctr">
          <a:solidFill>
            <a:schemeClr val="phClr"/>
          </a:solidFill>
          <a:prstDash val="solid"/>
        </a:ln>
      </a:lnStyleLst>
      <a:effectStyleLst>
        <a:effectStyle>
          <a:effectLst/>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prstMaterial="flat">
            <a:bevelT w="12700" h="12700"/>
          </a:sp3d>
        </a:effectStyle>
        <a:effectStyle>
          <a:effectLst>
            <a:outerShdw blurRad="50800" dist="25400" dir="5400000" rotWithShape="0">
              <a:srgbClr val="000000">
                <a:alpha val="38000"/>
              </a:srgbClr>
            </a:outerShdw>
          </a:effectLst>
          <a:scene3d>
            <a:camera prst="orthographicFront">
              <a:rot lat="0" lon="0" rev="0"/>
            </a:camera>
            <a:lightRig rig="flat" dir="tl">
              <a:rot lat="0" lon="0" rev="6360000"/>
            </a:lightRig>
          </a:scene3d>
          <a:sp3d contourW="19050" prstMaterial="flat">
            <a:bevelT w="63500" h="63500"/>
            <a:contourClr>
              <a:schemeClr val="phClr">
                <a:shade val="25000"/>
                <a:satMod val="180000"/>
              </a:schemeClr>
            </a:contourClr>
          </a:sp3d>
        </a:effectStyle>
      </a:effectStyleLst>
      <a:bgFillStyleLst>
        <a:solidFill>
          <a:schemeClr val="phClr"/>
        </a:solidFill>
        <a:gradFill rotWithShape="1">
          <a:gsLst>
            <a:gs pos="40000">
              <a:schemeClr val="phClr">
                <a:tint val="94000"/>
                <a:shade val="94000"/>
                <a:alpha val="100000"/>
                <a:satMod val="114000"/>
                <a:lumMod val="114000"/>
              </a:schemeClr>
            </a:gs>
            <a:gs pos="74000">
              <a:schemeClr val="phClr">
                <a:tint val="94000"/>
                <a:shade val="94000"/>
                <a:satMod val="128000"/>
                <a:lumMod val="100000"/>
              </a:schemeClr>
            </a:gs>
            <a:gs pos="100000">
              <a:schemeClr val="phClr">
                <a:tint val="98000"/>
                <a:shade val="100000"/>
                <a:hueMod val="98000"/>
                <a:satMod val="100000"/>
                <a:lumMod val="74000"/>
              </a:schemeClr>
            </a:gs>
          </a:gsLst>
          <a:path path="circle">
            <a:fillToRect l="20000" t="-40000" r="20000" b="140000"/>
          </a:path>
        </a:gradFill>
        <a:blipFill rotWithShape="1">
          <a:blip xmlns:r="http://schemas.openxmlformats.org/officeDocument/2006/relationships" r:embed="rId1">
            <a:duotone>
              <a:schemeClr val="phClr">
                <a:tint val="96000"/>
                <a:satMod val="130000"/>
                <a:lumMod val="50000"/>
              </a:schemeClr>
              <a:schemeClr val="phClr">
                <a:tint val="96000"/>
                <a:satMod val="114000"/>
                <a:lumMod val="114000"/>
              </a:schemeClr>
            </a:duotone>
          </a:blip>
          <a:stretch/>
        </a:blipFill>
      </a:bgFillStyleLst>
    </a:fmtScheme>
  </a:themeElements>
  <a:objectDefaults/>
  <a:extraClrSchemeLst/>
</a:theme>
</file>

<file path=ppt/theme/theme9.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0.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Blends</Template>
  <TotalTime>28527</TotalTime>
  <Words>16225</Words>
  <Application>Microsoft Office PowerPoint</Application>
  <PresentationFormat>全屏显示(16:9)</PresentationFormat>
  <Paragraphs>4120</Paragraphs>
  <Slides>138</Slides>
  <Notes>136</Notes>
  <HiddenSlides>0</HiddenSlides>
  <MMClips>0</MMClips>
  <ScaleCrop>false</ScaleCrop>
  <HeadingPairs>
    <vt:vector size="6" baseType="variant">
      <vt:variant>
        <vt:lpstr>已用的字体</vt:lpstr>
      </vt:variant>
      <vt:variant>
        <vt:i4>14</vt:i4>
      </vt:variant>
      <vt:variant>
        <vt:lpstr>主题</vt:lpstr>
      </vt:variant>
      <vt:variant>
        <vt:i4>8</vt:i4>
      </vt:variant>
      <vt:variant>
        <vt:lpstr>幻灯片标题</vt:lpstr>
      </vt:variant>
      <vt:variant>
        <vt:i4>138</vt:i4>
      </vt:variant>
    </vt:vector>
  </HeadingPairs>
  <TitlesOfParts>
    <vt:vector size="160" baseType="lpstr">
      <vt:lpstr>等线</vt:lpstr>
      <vt:lpstr>黑体</vt:lpstr>
      <vt:lpstr>华文楷体</vt:lpstr>
      <vt:lpstr>楷体</vt:lpstr>
      <vt:lpstr>楷体_GB2312</vt:lpstr>
      <vt:lpstr>宋体</vt:lpstr>
      <vt:lpstr>微软雅黑</vt:lpstr>
      <vt:lpstr>Arial</vt:lpstr>
      <vt:lpstr>Calibri</vt:lpstr>
      <vt:lpstr>Candara</vt:lpstr>
      <vt:lpstr>Symbol</vt:lpstr>
      <vt:lpstr>Tahoma</vt:lpstr>
      <vt:lpstr>Times New Roman</vt:lpstr>
      <vt:lpstr>Wingdings</vt:lpstr>
      <vt:lpstr>2_波形</vt:lpstr>
      <vt:lpstr>3_波形</vt:lpstr>
      <vt:lpstr>4_波形</vt:lpstr>
      <vt:lpstr>5_波形</vt:lpstr>
      <vt:lpstr>6_波形</vt:lpstr>
      <vt:lpstr>7_波形</vt:lpstr>
      <vt:lpstr>8_波形</vt:lpstr>
      <vt:lpstr>9_波形</vt:lpstr>
      <vt:lpstr>PowerPoint 演示文稿</vt:lpstr>
      <vt:lpstr>PowerPoint 演示文稿</vt:lpstr>
      <vt:lpstr>7.1 存储组织</vt:lpstr>
      <vt:lpstr>存储分配策略</vt:lpstr>
      <vt:lpstr>运行时内存的划分</vt:lpstr>
      <vt:lpstr>活动记录</vt:lpstr>
      <vt:lpstr>活动记录的一般形式</vt:lpstr>
      <vt:lpstr>PowerPoint 演示文稿</vt:lpstr>
      <vt:lpstr>7.2 静态存储分配</vt:lpstr>
      <vt:lpstr>静态存储分配的限制条件</vt:lpstr>
      <vt:lpstr>常用的静态存储分配方法</vt:lpstr>
      <vt:lpstr>顺序分配法</vt:lpstr>
      <vt:lpstr>层次分配法</vt:lpstr>
      <vt:lpstr>层次分配算法</vt:lpstr>
      <vt:lpstr>层次分配算法</vt:lpstr>
      <vt:lpstr> Units[n]：过程所需内存数量 base[ i ]:第i个过程局部数据区的基地址 allocated[ i ]:第i个过程局部数据区是否分配的标志 </vt:lpstr>
      <vt:lpstr>PowerPoint 演示文稿</vt:lpstr>
      <vt:lpstr>PowerPoint 演示文稿</vt:lpstr>
      <vt:lpstr>7.3 栈式存储分配</vt:lpstr>
      <vt:lpstr>活动树</vt:lpstr>
      <vt:lpstr>例：一个快速排序程序的概要</vt:lpstr>
      <vt:lpstr>PowerPoint 演示文稿</vt:lpstr>
      <vt:lpstr>PowerPoint 演示文稿</vt:lpstr>
      <vt:lpstr>PowerPoint 演示文稿</vt:lpstr>
      <vt:lpstr>PowerPoint 演示文稿</vt:lpstr>
      <vt:lpstr>PowerPoint 演示文稿</vt:lpstr>
      <vt:lpstr>设计活动记录的一些原则</vt:lpstr>
      <vt:lpstr>调用序列和返回序列</vt:lpstr>
      <vt:lpstr>调用序列</vt:lpstr>
      <vt:lpstr>返回序列</vt:lpstr>
      <vt:lpstr>调用者和被调用者之间的任务划分</vt:lpstr>
      <vt:lpstr>变长数据的存储分配</vt:lpstr>
      <vt:lpstr>访问动态分配的数组</vt:lpstr>
      <vt:lpstr>PowerPoint 演示文稿</vt:lpstr>
      <vt:lpstr>7.4 非局部数据的访问</vt:lpstr>
      <vt:lpstr>例：</vt:lpstr>
      <vt:lpstr>非局部数据的访问</vt:lpstr>
      <vt:lpstr>访问链 (Access Links)</vt:lpstr>
      <vt:lpstr>例：基于访问链的非局部数据访问</vt:lpstr>
      <vt:lpstr>基于访问链的 非局部数据访问</vt:lpstr>
      <vt:lpstr>PowerPoint 演示文稿</vt:lpstr>
      <vt:lpstr>PowerPoint 演示文稿</vt:lpstr>
      <vt:lpstr>PowerPoint 演示文稿</vt:lpstr>
      <vt:lpstr>访问链的建立</vt:lpstr>
      <vt:lpstr>访问链的建立</vt:lpstr>
      <vt:lpstr>访问链的建立</vt:lpstr>
      <vt:lpstr>访问链的建立</vt:lpstr>
      <vt:lpstr>访问链的建立</vt:lpstr>
      <vt:lpstr>访问链的建立</vt:lpstr>
      <vt:lpstr>访问链的建立</vt:lpstr>
      <vt:lpstr>display表（嵌套层次显示表）</vt:lpstr>
      <vt:lpstr>例</vt:lpstr>
      <vt:lpstr>display表的维护</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练习</vt:lpstr>
      <vt:lpstr>PowerPoint 演示文稿</vt:lpstr>
      <vt:lpstr>7.5 参数传递（自学）</vt:lpstr>
      <vt:lpstr>7.5.1 传值（Call- by-Value）</vt:lpstr>
      <vt:lpstr>例</vt:lpstr>
      <vt:lpstr>例</vt:lpstr>
      <vt:lpstr>例</vt:lpstr>
      <vt:lpstr>7.5.2 传地址（Call- by-Reference）</vt:lpstr>
      <vt:lpstr>例</vt:lpstr>
      <vt:lpstr>例</vt:lpstr>
      <vt:lpstr>例</vt:lpstr>
      <vt:lpstr>7.5.3 传值结果（Call- by-Value-Result）</vt:lpstr>
      <vt:lpstr>例</vt:lpstr>
      <vt:lpstr>例</vt:lpstr>
      <vt:lpstr>例</vt:lpstr>
      <vt:lpstr>例</vt:lpstr>
      <vt:lpstr>例</vt:lpstr>
      <vt:lpstr>例</vt:lpstr>
      <vt:lpstr>例</vt:lpstr>
      <vt:lpstr>7.5.4 传名（Call- by-Name）</vt:lpstr>
      <vt:lpstr>例</vt:lpstr>
      <vt:lpstr>例</vt:lpstr>
      <vt:lpstr>例</vt:lpstr>
      <vt:lpstr>例</vt:lpstr>
      <vt:lpstr>传名方式中的重命名问题</vt:lpstr>
      <vt:lpstr>参数传递方式对比</vt:lpstr>
      <vt:lpstr>PowerPoint 演示文稿</vt:lpstr>
      <vt:lpstr>7.6 符号表</vt:lpstr>
      <vt:lpstr>符号表上的主要操作</vt:lpstr>
      <vt:lpstr>单个过程符号表的组织</vt:lpstr>
      <vt:lpstr>单个过程符号表的组织</vt:lpstr>
      <vt:lpstr>例</vt:lpstr>
      <vt:lpstr>多个过程符号表的组织</vt:lpstr>
      <vt:lpstr>例</vt:lpstr>
      <vt:lpstr>符号表的建立</vt:lpstr>
      <vt:lpstr>嵌套过程声明语句的SDT</vt:lpstr>
      <vt:lpstr>例</vt:lpstr>
      <vt:lpstr>例</vt:lpstr>
      <vt:lpstr>例</vt:lpstr>
      <vt:lpstr>例</vt:lpstr>
      <vt:lpstr>例</vt:lpstr>
      <vt:lpstr>例</vt:lpstr>
      <vt:lpstr>标识符的基本处理方法</vt:lpstr>
      <vt:lpstr>例</vt:lpstr>
      <vt:lpstr>符号表的另一种组织方式*</vt:lpstr>
      <vt:lpstr>例</vt:lpstr>
      <vt:lpstr>例</vt:lpstr>
      <vt:lpstr>例</vt:lpstr>
      <vt:lpstr>例</vt:lpstr>
      <vt:lpstr>例</vt:lpstr>
      <vt:lpstr>例</vt:lpstr>
      <vt:lpstr>例</vt:lpstr>
      <vt:lpstr>例</vt:lpstr>
      <vt:lpstr>例</vt:lpstr>
      <vt:lpstr>例</vt:lpstr>
      <vt:lpstr>例</vt:lpstr>
      <vt:lpstr>例</vt:lpstr>
      <vt:lpstr>例</vt:lpstr>
      <vt:lpstr>例</vt:lpstr>
      <vt:lpstr>例</vt:lpstr>
      <vt:lpstr>例</vt:lpstr>
      <vt:lpstr>例</vt:lpstr>
      <vt:lpstr>例</vt:lpstr>
      <vt:lpstr>例</vt:lpstr>
      <vt:lpstr>例</vt:lpstr>
      <vt:lpstr>例</vt:lpstr>
      <vt:lpstr>例</vt:lpstr>
      <vt:lpstr>例</vt:lpstr>
      <vt:lpstr>例</vt:lpstr>
      <vt:lpstr>本章小结</vt:lpstr>
      <vt:lpstr>PowerPoint 演示文稿</vt:lpstr>
      <vt:lpstr>C语言的符号表</vt:lpstr>
      <vt:lpstr>方法一：</vt:lpstr>
      <vt:lpstr>方法二：</vt:lpstr>
      <vt:lpstr>非局部数据的访问</vt:lpstr>
      <vt:lpstr>课程主要内容</vt:lpstr>
    </vt:vector>
  </TitlesOfParts>
  <Company>HIT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编译原理</dc:title>
  <dc:creator>jsx</dc:creator>
  <cp:lastModifiedBy>Shanlili</cp:lastModifiedBy>
  <cp:revision>1766</cp:revision>
  <cp:lastPrinted>2019-10-25T08:39:23Z</cp:lastPrinted>
  <dcterms:created xsi:type="dcterms:W3CDTF">2003-07-09T14:46:46Z</dcterms:created>
  <dcterms:modified xsi:type="dcterms:W3CDTF">2025-04-29T04:54:30Z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5</vt:i4>
  </property>
</Properties>
</file>